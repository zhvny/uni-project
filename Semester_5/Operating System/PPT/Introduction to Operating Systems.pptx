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0"/>
  </p:notesMasterIdLst>
  <p:sldIdLst>
    <p:sldId id="256" r:id="rId2"/>
    <p:sldId id="322" r:id="rId3"/>
    <p:sldId id="260" r:id="rId4"/>
    <p:sldId id="261" r:id="rId5"/>
    <p:sldId id="323" r:id="rId6"/>
    <p:sldId id="262" r:id="rId7"/>
    <p:sldId id="324" r:id="rId8"/>
    <p:sldId id="325" r:id="rId9"/>
    <p:sldId id="312" r:id="rId10"/>
    <p:sldId id="313" r:id="rId11"/>
    <p:sldId id="317" r:id="rId12"/>
    <p:sldId id="318" r:id="rId13"/>
    <p:sldId id="319" r:id="rId14"/>
    <p:sldId id="327" r:id="rId15"/>
    <p:sldId id="263" r:id="rId16"/>
    <p:sldId id="264" r:id="rId17"/>
    <p:sldId id="265" r:id="rId18"/>
    <p:sldId id="277" r:id="rId19"/>
    <p:sldId id="304" r:id="rId20"/>
    <p:sldId id="305" r:id="rId21"/>
    <p:sldId id="306" r:id="rId22"/>
    <p:sldId id="314" r:id="rId23"/>
    <p:sldId id="316" r:id="rId24"/>
    <p:sldId id="267" r:id="rId25"/>
    <p:sldId id="268" r:id="rId26"/>
    <p:sldId id="269" r:id="rId27"/>
    <p:sldId id="310" r:id="rId28"/>
    <p:sldId id="271" r:id="rId29"/>
    <p:sldId id="326" r:id="rId30"/>
    <p:sldId id="273" r:id="rId31"/>
    <p:sldId id="274" r:id="rId32"/>
    <p:sldId id="299" r:id="rId33"/>
    <p:sldId id="300" r:id="rId34"/>
    <p:sldId id="301" r:id="rId35"/>
    <p:sldId id="302" r:id="rId36"/>
    <p:sldId id="320" r:id="rId37"/>
    <p:sldId id="321" r:id="rId38"/>
    <p:sldId id="303" r:id="rId39"/>
  </p:sldIdLst>
  <p:sldSz cx="24384000" cy="13716000"/>
  <p:notesSz cx="6858000" cy="9144000"/>
  <p:embeddedFontLst>
    <p:embeddedFont>
      <p:font typeface="Aptos" panose="020B0004020202020204" pitchFamily="34" charset="0"/>
      <p:regular r:id="rId41"/>
      <p:bold r:id="rId42"/>
      <p:italic r:id="rId43"/>
      <p:boldItalic r:id="rId44"/>
    </p:embeddedFont>
    <p:embeddedFont>
      <p:font typeface="Open Sans" panose="020B0604020202020204" charset="0"/>
      <p:regular r:id="rId45"/>
      <p:bold r:id="rId46"/>
      <p:italic r:id="rId47"/>
      <p:boldItalic r:id="rId48"/>
    </p:embeddedFont>
    <p:embeddedFont>
      <p:font typeface="Open Sans Light" panose="020B0604020202020204" charset="0"/>
      <p:regular r:id="rId49"/>
      <p:italic r:id="rId50"/>
    </p:embeddedFont>
    <p:embeddedFont>
      <p:font typeface="Calibri" panose="020F0502020204030204" pitchFamily="34" charset="0"/>
      <p:regular r:id="rId51"/>
      <p:bold r:id="rId52"/>
      <p:italic r:id="rId53"/>
      <p:boldItalic r:id="rId54"/>
    </p:embeddedFont>
    <p:embeddedFont>
      <p:font typeface="OCRB" panose="020B0604020202020204" charset="0"/>
      <p:regular r:id="rId55"/>
    </p:embeddedFont>
    <p:embeddedFont>
      <p:font typeface="Open Sans ExtraBold" panose="020B0604020202020204" charset="0"/>
      <p:bold r:id="rId56"/>
      <p:italic r:id="rId57"/>
      <p:boldItalic r:id="rId58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9646"/>
    <a:srgbClr val="FFBC00"/>
    <a:srgbClr val="0078D6"/>
    <a:srgbClr val="000000"/>
    <a:srgbClr val="C8F8E9"/>
    <a:srgbClr val="8BF1D1"/>
    <a:srgbClr val="F5AF36"/>
    <a:srgbClr val="314F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81" autoAdjust="0"/>
    <p:restoredTop sz="95274" autoAdjust="0"/>
  </p:normalViewPr>
  <p:slideViewPr>
    <p:cSldViewPr snapToGrid="0" snapToObjects="1">
      <p:cViewPr varScale="1">
        <p:scale>
          <a:sx n="42" d="100"/>
          <a:sy n="42" d="100"/>
        </p:scale>
        <p:origin x="278" y="62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2.fntdata"/><Relationship Id="rId47" Type="http://schemas.openxmlformats.org/officeDocument/2006/relationships/font" Target="fonts/font7.fntdata"/><Relationship Id="rId50" Type="http://schemas.openxmlformats.org/officeDocument/2006/relationships/font" Target="fonts/font10.fntdata"/><Relationship Id="rId55" Type="http://schemas.openxmlformats.org/officeDocument/2006/relationships/font" Target="fonts/font15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font" Target="fonts/font5.fntdata"/><Relationship Id="rId53" Type="http://schemas.openxmlformats.org/officeDocument/2006/relationships/font" Target="fonts/font13.fntdata"/><Relationship Id="rId58" Type="http://schemas.openxmlformats.org/officeDocument/2006/relationships/font" Target="fonts/font18.fntdata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3.fntdata"/><Relationship Id="rId48" Type="http://schemas.openxmlformats.org/officeDocument/2006/relationships/font" Target="fonts/font8.fntdata"/><Relationship Id="rId56" Type="http://schemas.openxmlformats.org/officeDocument/2006/relationships/font" Target="fonts/font16.fntdata"/><Relationship Id="rId8" Type="http://schemas.openxmlformats.org/officeDocument/2006/relationships/slide" Target="slides/slide7.xml"/><Relationship Id="rId51" Type="http://schemas.openxmlformats.org/officeDocument/2006/relationships/font" Target="fonts/font11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6.fntdata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font" Target="fonts/font1.fntdata"/><Relationship Id="rId54" Type="http://schemas.openxmlformats.org/officeDocument/2006/relationships/font" Target="fonts/font14.fntdata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9.fntdata"/><Relationship Id="rId57" Type="http://schemas.openxmlformats.org/officeDocument/2006/relationships/font" Target="fonts/font17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4.fntdata"/><Relationship Id="rId52" Type="http://schemas.openxmlformats.org/officeDocument/2006/relationships/font" Target="fonts/font12.fntdata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A201520-DA4B-6A4F-937F-F2E7D335BA54}" type="doc">
      <dgm:prSet loTypeId="urn:microsoft.com/office/officeart/2005/8/layout/hierarchy1" loCatId="hierarchy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14B7A2E-F111-6149-BD6E-F00E0838A63A}">
      <dgm:prSet/>
      <dgm:spPr>
        <a:xfrm>
          <a:off x="1212176" y="366083"/>
          <a:ext cx="1697555" cy="1077948"/>
        </a:xfrm>
        <a:prstGeom prst="roundRect">
          <a:avLst>
            <a:gd name="adj" fmla="val 10000"/>
          </a:avLst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9525" cap="flat" cmpd="sng" algn="ctr">
          <a:solidFill>
            <a:srgbClr val="4F81BD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 rtl="0">
            <a:buNone/>
          </a:pPr>
          <a:r>
            <a:rPr lang="en-US" b="1" i="0" dirty="0">
              <a:solidFill>
                <a:sysClr val="windowText" lastClr="000000"/>
              </a:solidFill>
              <a:latin typeface="Aptos" panose="020B0004020202020204" pitchFamily="34" charset="0"/>
              <a:ea typeface="+mn-ea"/>
              <a:cs typeface="+mn-cs"/>
            </a:rPr>
            <a:t>Processor</a:t>
          </a:r>
        </a:p>
      </dgm:t>
    </dgm:pt>
    <dgm:pt modelId="{85DFB5E0-E5AB-F54D-A25F-BAE2FD128AA9}" type="parTrans" cxnId="{8F4EA9DF-8E54-A74C-A41D-CA037B53B585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549A1A1D-50E5-6846-86C7-1070E5F244D3}" type="sibTrans" cxnId="{8F4EA9DF-8E54-A74C-A41D-CA037B53B585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43FFB74A-612C-4B4F-A3EA-E0677208A2BD}">
      <dgm:prSet/>
      <dgm:spPr>
        <a:xfrm>
          <a:off x="1358390" y="2486299"/>
          <a:ext cx="1697555" cy="1077948"/>
        </a:xfrm>
        <a:prstGeom prst="roundRect">
          <a:avLst>
            <a:gd name="adj" fmla="val 10000"/>
          </a:avLst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9525" cap="flat" cmpd="sng" algn="ctr">
          <a:solidFill>
            <a:srgbClr val="4F81BD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 rtl="0">
            <a:buNone/>
          </a:pPr>
          <a:r>
            <a:rPr lang="en-US" b="1" i="0" dirty="0">
              <a:solidFill>
                <a:sysClr val="windowText" lastClr="000000"/>
              </a:solidFill>
              <a:latin typeface="Aptos" panose="020B0004020202020204" pitchFamily="34" charset="0"/>
              <a:ea typeface="+mn-ea"/>
              <a:cs typeface="+mn-cs"/>
            </a:rPr>
            <a:t>Main Memory</a:t>
          </a:r>
        </a:p>
      </dgm:t>
    </dgm:pt>
    <dgm:pt modelId="{3CF37361-C97A-BA42-89B5-F22603EA6A00}" type="parTrans" cxnId="{9884DC52-DD07-154D-BCC7-CAD8C601580A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AB1E4592-B2BB-4742-AEEA-80F7508571B1}" type="sibTrans" cxnId="{9884DC52-DD07-154D-BCC7-CAD8C601580A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D542C43F-977F-4748-9FAD-A3A4F288EB1A}">
      <dgm:prSet/>
      <dgm:spPr>
        <a:xfrm>
          <a:off x="5233269" y="292976"/>
          <a:ext cx="1697555" cy="1077948"/>
        </a:xfrm>
        <a:prstGeom prst="roundRect">
          <a:avLst>
            <a:gd name="adj" fmla="val 10000"/>
          </a:avLst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9525" cap="flat" cmpd="sng" algn="ctr">
          <a:solidFill>
            <a:srgbClr val="4F81BD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 rtl="0">
            <a:buNone/>
          </a:pPr>
          <a:r>
            <a:rPr lang="en-US" b="1" i="0" dirty="0">
              <a:solidFill>
                <a:sysClr val="windowText" lastClr="000000"/>
              </a:solidFill>
              <a:latin typeface="Aptos" panose="020B0004020202020204" pitchFamily="34" charset="0"/>
              <a:ea typeface="+mn-ea"/>
              <a:cs typeface="+mn-cs"/>
            </a:rPr>
            <a:t>I/O Modules</a:t>
          </a:r>
        </a:p>
      </dgm:t>
    </dgm:pt>
    <dgm:pt modelId="{EDDD905E-ABD7-9B4D-86AB-AF4A35FC8CE5}" type="parTrans" cxnId="{5096D804-7E47-F745-843B-8229E1246BF4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9393BF2F-7D6B-0149-80E9-589F0F666EBE}" type="sibTrans" cxnId="{5096D804-7E47-F745-843B-8229E1246BF4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4FF0682A-7A72-AA45-874A-3D82461EAAF8}">
      <dgm:prSet/>
      <dgm:spPr>
        <a:xfrm>
          <a:off x="5452597" y="2340075"/>
          <a:ext cx="1697555" cy="1077948"/>
        </a:xfrm>
        <a:prstGeom prst="roundRect">
          <a:avLst>
            <a:gd name="adj" fmla="val 10000"/>
          </a:avLst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9525" cap="flat" cmpd="sng" algn="ctr">
          <a:solidFill>
            <a:srgbClr val="4F81BD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 rtl="0">
            <a:buNone/>
          </a:pPr>
          <a:r>
            <a:rPr lang="en-NZ" b="1" i="0" dirty="0">
              <a:solidFill>
                <a:sysClr val="windowText" lastClr="000000"/>
              </a:solidFill>
              <a:latin typeface="Aptos" panose="020B0004020202020204" pitchFamily="34" charset="0"/>
              <a:ea typeface="+mn-ea"/>
              <a:cs typeface="+mn-cs"/>
            </a:rPr>
            <a:t>System Bus</a:t>
          </a:r>
        </a:p>
      </dgm:t>
    </dgm:pt>
    <dgm:pt modelId="{2D361571-D644-4E4D-98B6-7B751354F9F6}" type="parTrans" cxnId="{EB6406F6-0ACE-A644-AEFD-396112994E39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937AABB6-A09B-BF41-B997-B574BB0EB45F}" type="sibTrans" cxnId="{EB6406F6-0ACE-A644-AEFD-396112994E39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22EE6820-3E11-8A41-8A05-3A03B5E5E62B}" type="pres">
      <dgm:prSet presAssocID="{4A201520-DA4B-6A4F-937F-F2E7D335BA5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52EFEB27-857C-EA41-9C05-4933DCAF3BF3}" type="pres">
      <dgm:prSet presAssocID="{B14B7A2E-F111-6149-BD6E-F00E0838A63A}" presName="hierRoot1" presStyleCnt="0"/>
      <dgm:spPr/>
    </dgm:pt>
    <dgm:pt modelId="{016E94C7-C934-0243-B843-039F2F5C8AE1}" type="pres">
      <dgm:prSet presAssocID="{B14B7A2E-F111-6149-BD6E-F00E0838A63A}" presName="composite" presStyleCnt="0"/>
      <dgm:spPr/>
    </dgm:pt>
    <dgm:pt modelId="{CE030FF1-2507-9F49-A591-07E6CEF78234}" type="pres">
      <dgm:prSet presAssocID="{B14B7A2E-F111-6149-BD6E-F00E0838A63A}" presName="background" presStyleLbl="node0" presStyleIdx="0" presStyleCnt="4"/>
      <dgm:spPr>
        <a:xfrm>
          <a:off x="1023559" y="186896"/>
          <a:ext cx="1697555" cy="1077948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4F81BD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4F81BD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4F81BD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gm:spPr>
    </dgm:pt>
    <dgm:pt modelId="{3F419C36-6726-324B-979F-AB0836BDCF1F}" type="pres">
      <dgm:prSet presAssocID="{B14B7A2E-F111-6149-BD6E-F00E0838A63A}" presName="text" presStyleLbl="fgAcc0" presStyleIdx="0" presStyleCnt="4" custLinFactY="-1075" custLinFactNeighborX="60156" custLinFactNeighborY="-10000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BCB6117F-BCB3-3047-8ED4-7DA03412FE61}" type="pres">
      <dgm:prSet presAssocID="{B14B7A2E-F111-6149-BD6E-F00E0838A63A}" presName="hierChild2" presStyleCnt="0"/>
      <dgm:spPr/>
    </dgm:pt>
    <dgm:pt modelId="{2645F9A3-732B-8544-9EAC-F399FBF4095E}" type="pres">
      <dgm:prSet presAssocID="{43FFB74A-612C-4B4F-A3EA-E0677208A2BD}" presName="hierRoot1" presStyleCnt="0"/>
      <dgm:spPr/>
    </dgm:pt>
    <dgm:pt modelId="{A67B3114-7C01-F049-AD35-329E8EEA9F57}" type="pres">
      <dgm:prSet presAssocID="{43FFB74A-612C-4B4F-A3EA-E0677208A2BD}" presName="composite" presStyleCnt="0"/>
      <dgm:spPr/>
    </dgm:pt>
    <dgm:pt modelId="{E9749119-7A06-4840-B0C1-953DEC1D0D5B}" type="pres">
      <dgm:prSet presAssocID="{43FFB74A-612C-4B4F-A3EA-E0677208A2BD}" presName="background" presStyleLbl="node0" presStyleIdx="1" presStyleCnt="4"/>
      <dgm:spPr>
        <a:xfrm>
          <a:off x="1169773" y="2307112"/>
          <a:ext cx="1697555" cy="1077948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4F81BD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4F81BD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4F81BD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gm:spPr>
    </dgm:pt>
    <dgm:pt modelId="{A314E1AC-3785-F44A-B4FB-B71FE99B7F60}" type="pres">
      <dgm:prSet presAssocID="{43FFB74A-612C-4B4F-A3EA-E0677208A2BD}" presName="text" presStyleLbl="fgAcc0" presStyleIdx="1" presStyleCnt="4" custLinFactNeighborX="-53453" custLinFactNeighborY="9561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04F807C-EB3D-A449-9FA3-0A7C4C5FD11C}" type="pres">
      <dgm:prSet presAssocID="{43FFB74A-612C-4B4F-A3EA-E0677208A2BD}" presName="hierChild2" presStyleCnt="0"/>
      <dgm:spPr/>
    </dgm:pt>
    <dgm:pt modelId="{A5A15629-CD2E-B148-8273-EFAEC6212C6D}" type="pres">
      <dgm:prSet presAssocID="{D542C43F-977F-4748-9FAD-A3A4F288EB1A}" presName="hierRoot1" presStyleCnt="0"/>
      <dgm:spPr/>
    </dgm:pt>
    <dgm:pt modelId="{7D87A418-044B-4247-AB8F-FDD245F0460E}" type="pres">
      <dgm:prSet presAssocID="{D542C43F-977F-4748-9FAD-A3A4F288EB1A}" presName="composite" presStyleCnt="0"/>
      <dgm:spPr/>
    </dgm:pt>
    <dgm:pt modelId="{14FC8863-8EE5-694D-9DC7-A04C4A3B1E88}" type="pres">
      <dgm:prSet presAssocID="{D542C43F-977F-4748-9FAD-A3A4F288EB1A}" presName="background" presStyleLbl="node0" presStyleIdx="2" presStyleCnt="4"/>
      <dgm:spPr>
        <a:xfrm>
          <a:off x="5044652" y="113790"/>
          <a:ext cx="1697555" cy="1077948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4F81BD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4F81BD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4F81BD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gm:spPr>
    </dgm:pt>
    <dgm:pt modelId="{D2104015-BE93-8649-B182-2B94DB828B9A}" type="pres">
      <dgm:prSet presAssocID="{D542C43F-977F-4748-9FAD-A3A4F288EB1A}" presName="text" presStyleLbl="fgAcc0" presStyleIdx="2" presStyleCnt="4" custLinFactY="-7857" custLinFactNeighborX="52587" custLinFactNeighborY="-10000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DDC8FDE-DBCC-194D-95E4-2F92AD432812}" type="pres">
      <dgm:prSet presAssocID="{D542C43F-977F-4748-9FAD-A3A4F288EB1A}" presName="hierChild2" presStyleCnt="0"/>
      <dgm:spPr/>
    </dgm:pt>
    <dgm:pt modelId="{80E096EA-CB6B-9745-A756-2DDFC9C43BEC}" type="pres">
      <dgm:prSet presAssocID="{4FF0682A-7A72-AA45-874A-3D82461EAAF8}" presName="hierRoot1" presStyleCnt="0"/>
      <dgm:spPr/>
    </dgm:pt>
    <dgm:pt modelId="{F09A3D20-31B1-CB4E-A818-95E873D3E4B3}" type="pres">
      <dgm:prSet presAssocID="{4FF0682A-7A72-AA45-874A-3D82461EAAF8}" presName="composite" presStyleCnt="0"/>
      <dgm:spPr/>
    </dgm:pt>
    <dgm:pt modelId="{E9069BF9-D401-8E46-967F-B79DD53E6C14}" type="pres">
      <dgm:prSet presAssocID="{4FF0682A-7A72-AA45-874A-3D82461EAAF8}" presName="background" presStyleLbl="node0" presStyleIdx="3" presStyleCnt="4"/>
      <dgm:spPr>
        <a:xfrm>
          <a:off x="5263980" y="2160889"/>
          <a:ext cx="1697555" cy="1077948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4F81BD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4F81BD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4F81BD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gm:spPr>
    </dgm:pt>
    <dgm:pt modelId="{952688EA-822B-DD4F-B66D-B56BACAC091A}" type="pres">
      <dgm:prSet presAssocID="{4FF0682A-7A72-AA45-874A-3D82461EAAF8}" presName="text" presStyleLbl="fgAcc0" presStyleIdx="3" presStyleCnt="4" custLinFactNeighborX="-56715" custLinFactNeighborY="8205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E1F2C4A-2BDB-2845-B636-4FD5F2A42CA9}" type="pres">
      <dgm:prSet presAssocID="{4FF0682A-7A72-AA45-874A-3D82461EAAF8}" presName="hierChild2" presStyleCnt="0"/>
      <dgm:spPr/>
    </dgm:pt>
  </dgm:ptLst>
  <dgm:cxnLst>
    <dgm:cxn modelId="{EB6406F6-0ACE-A644-AEFD-396112994E39}" srcId="{4A201520-DA4B-6A4F-937F-F2E7D335BA54}" destId="{4FF0682A-7A72-AA45-874A-3D82461EAAF8}" srcOrd="3" destOrd="0" parTransId="{2D361571-D644-4E4D-98B6-7B751354F9F6}" sibTransId="{937AABB6-A09B-BF41-B997-B574BB0EB45F}"/>
    <dgm:cxn modelId="{FA3D2240-7243-D04F-8642-C1AC58E1A379}" type="presOf" srcId="{43FFB74A-612C-4B4F-A3EA-E0677208A2BD}" destId="{A314E1AC-3785-F44A-B4FB-B71FE99B7F60}" srcOrd="0" destOrd="0" presId="urn:microsoft.com/office/officeart/2005/8/layout/hierarchy1"/>
    <dgm:cxn modelId="{5096D804-7E47-F745-843B-8229E1246BF4}" srcId="{4A201520-DA4B-6A4F-937F-F2E7D335BA54}" destId="{D542C43F-977F-4748-9FAD-A3A4F288EB1A}" srcOrd="2" destOrd="0" parTransId="{EDDD905E-ABD7-9B4D-86AB-AF4A35FC8CE5}" sibTransId="{9393BF2F-7D6B-0149-80E9-589F0F666EBE}"/>
    <dgm:cxn modelId="{B56056DF-0963-4146-874B-962F4E5B58BA}" type="presOf" srcId="{B14B7A2E-F111-6149-BD6E-F00E0838A63A}" destId="{3F419C36-6726-324B-979F-AB0836BDCF1F}" srcOrd="0" destOrd="0" presId="urn:microsoft.com/office/officeart/2005/8/layout/hierarchy1"/>
    <dgm:cxn modelId="{5F21D57F-2A0A-534C-A524-C22FB48CC7D1}" type="presOf" srcId="{D542C43F-977F-4748-9FAD-A3A4F288EB1A}" destId="{D2104015-BE93-8649-B182-2B94DB828B9A}" srcOrd="0" destOrd="0" presId="urn:microsoft.com/office/officeart/2005/8/layout/hierarchy1"/>
    <dgm:cxn modelId="{CBECC3E9-A3CF-7448-BDBA-DD3D0092BECF}" type="presOf" srcId="{4A201520-DA4B-6A4F-937F-F2E7D335BA54}" destId="{22EE6820-3E11-8A41-8A05-3A03B5E5E62B}" srcOrd="0" destOrd="0" presId="urn:microsoft.com/office/officeart/2005/8/layout/hierarchy1"/>
    <dgm:cxn modelId="{9884DC52-DD07-154D-BCC7-CAD8C601580A}" srcId="{4A201520-DA4B-6A4F-937F-F2E7D335BA54}" destId="{43FFB74A-612C-4B4F-A3EA-E0677208A2BD}" srcOrd="1" destOrd="0" parTransId="{3CF37361-C97A-BA42-89B5-F22603EA6A00}" sibTransId="{AB1E4592-B2BB-4742-AEEA-80F7508571B1}"/>
    <dgm:cxn modelId="{3959D9B2-22F3-E24D-882E-F15819FE0AFD}" type="presOf" srcId="{4FF0682A-7A72-AA45-874A-3D82461EAAF8}" destId="{952688EA-822B-DD4F-B66D-B56BACAC091A}" srcOrd="0" destOrd="0" presId="urn:microsoft.com/office/officeart/2005/8/layout/hierarchy1"/>
    <dgm:cxn modelId="{8F4EA9DF-8E54-A74C-A41D-CA037B53B585}" srcId="{4A201520-DA4B-6A4F-937F-F2E7D335BA54}" destId="{B14B7A2E-F111-6149-BD6E-F00E0838A63A}" srcOrd="0" destOrd="0" parTransId="{85DFB5E0-E5AB-F54D-A25F-BAE2FD128AA9}" sibTransId="{549A1A1D-50E5-6846-86C7-1070E5F244D3}"/>
    <dgm:cxn modelId="{6832ABF1-1C5C-9B4D-A68F-60F463FA6BD9}" type="presParOf" srcId="{22EE6820-3E11-8A41-8A05-3A03B5E5E62B}" destId="{52EFEB27-857C-EA41-9C05-4933DCAF3BF3}" srcOrd="0" destOrd="0" presId="urn:microsoft.com/office/officeart/2005/8/layout/hierarchy1"/>
    <dgm:cxn modelId="{F41B0D9A-768D-3447-8416-B23BE98B67A5}" type="presParOf" srcId="{52EFEB27-857C-EA41-9C05-4933DCAF3BF3}" destId="{016E94C7-C934-0243-B843-039F2F5C8AE1}" srcOrd="0" destOrd="0" presId="urn:microsoft.com/office/officeart/2005/8/layout/hierarchy1"/>
    <dgm:cxn modelId="{6365673A-F77A-B549-AD63-550AE980BC10}" type="presParOf" srcId="{016E94C7-C934-0243-B843-039F2F5C8AE1}" destId="{CE030FF1-2507-9F49-A591-07E6CEF78234}" srcOrd="0" destOrd="0" presId="urn:microsoft.com/office/officeart/2005/8/layout/hierarchy1"/>
    <dgm:cxn modelId="{9FDAB0C3-CA58-834E-BAAA-7772D7EB30BE}" type="presParOf" srcId="{016E94C7-C934-0243-B843-039F2F5C8AE1}" destId="{3F419C36-6726-324B-979F-AB0836BDCF1F}" srcOrd="1" destOrd="0" presId="urn:microsoft.com/office/officeart/2005/8/layout/hierarchy1"/>
    <dgm:cxn modelId="{EE4B132D-A67C-3D4F-8C61-5490E84A92F1}" type="presParOf" srcId="{52EFEB27-857C-EA41-9C05-4933DCAF3BF3}" destId="{BCB6117F-BCB3-3047-8ED4-7DA03412FE61}" srcOrd="1" destOrd="0" presId="urn:microsoft.com/office/officeart/2005/8/layout/hierarchy1"/>
    <dgm:cxn modelId="{97043784-4072-3746-9255-2BB737E3A282}" type="presParOf" srcId="{22EE6820-3E11-8A41-8A05-3A03B5E5E62B}" destId="{2645F9A3-732B-8544-9EAC-F399FBF4095E}" srcOrd="1" destOrd="0" presId="urn:microsoft.com/office/officeart/2005/8/layout/hierarchy1"/>
    <dgm:cxn modelId="{153A6D58-E221-BD46-B14F-BD6443255B7E}" type="presParOf" srcId="{2645F9A3-732B-8544-9EAC-F399FBF4095E}" destId="{A67B3114-7C01-F049-AD35-329E8EEA9F57}" srcOrd="0" destOrd="0" presId="urn:microsoft.com/office/officeart/2005/8/layout/hierarchy1"/>
    <dgm:cxn modelId="{2177A2E5-B7F1-9A4C-8708-3CD372095478}" type="presParOf" srcId="{A67B3114-7C01-F049-AD35-329E8EEA9F57}" destId="{E9749119-7A06-4840-B0C1-953DEC1D0D5B}" srcOrd="0" destOrd="0" presId="urn:microsoft.com/office/officeart/2005/8/layout/hierarchy1"/>
    <dgm:cxn modelId="{46BED5BE-B238-9D4B-B950-E500DE08C0BA}" type="presParOf" srcId="{A67B3114-7C01-F049-AD35-329E8EEA9F57}" destId="{A314E1AC-3785-F44A-B4FB-B71FE99B7F60}" srcOrd="1" destOrd="0" presId="urn:microsoft.com/office/officeart/2005/8/layout/hierarchy1"/>
    <dgm:cxn modelId="{C0E9CB1C-888D-0C40-A5E9-23184B7B5368}" type="presParOf" srcId="{2645F9A3-732B-8544-9EAC-F399FBF4095E}" destId="{804F807C-EB3D-A449-9FA3-0A7C4C5FD11C}" srcOrd="1" destOrd="0" presId="urn:microsoft.com/office/officeart/2005/8/layout/hierarchy1"/>
    <dgm:cxn modelId="{7F990104-FEDF-0749-84B7-C42C4F3A2000}" type="presParOf" srcId="{22EE6820-3E11-8A41-8A05-3A03B5E5E62B}" destId="{A5A15629-CD2E-B148-8273-EFAEC6212C6D}" srcOrd="2" destOrd="0" presId="urn:microsoft.com/office/officeart/2005/8/layout/hierarchy1"/>
    <dgm:cxn modelId="{75A96060-3854-D547-81A4-FF639068FFDE}" type="presParOf" srcId="{A5A15629-CD2E-B148-8273-EFAEC6212C6D}" destId="{7D87A418-044B-4247-AB8F-FDD245F0460E}" srcOrd="0" destOrd="0" presId="urn:microsoft.com/office/officeart/2005/8/layout/hierarchy1"/>
    <dgm:cxn modelId="{76567991-9CE0-6049-A996-854562658E41}" type="presParOf" srcId="{7D87A418-044B-4247-AB8F-FDD245F0460E}" destId="{14FC8863-8EE5-694D-9DC7-A04C4A3B1E88}" srcOrd="0" destOrd="0" presId="urn:microsoft.com/office/officeart/2005/8/layout/hierarchy1"/>
    <dgm:cxn modelId="{55412887-79F6-B848-BB50-4C7A28C896ED}" type="presParOf" srcId="{7D87A418-044B-4247-AB8F-FDD245F0460E}" destId="{D2104015-BE93-8649-B182-2B94DB828B9A}" srcOrd="1" destOrd="0" presId="urn:microsoft.com/office/officeart/2005/8/layout/hierarchy1"/>
    <dgm:cxn modelId="{43FB8779-4F69-F448-B4D8-601F39737A8D}" type="presParOf" srcId="{A5A15629-CD2E-B148-8273-EFAEC6212C6D}" destId="{0DDC8FDE-DBCC-194D-95E4-2F92AD432812}" srcOrd="1" destOrd="0" presId="urn:microsoft.com/office/officeart/2005/8/layout/hierarchy1"/>
    <dgm:cxn modelId="{1E98A939-879A-7640-BEDD-3F7525E11EC9}" type="presParOf" srcId="{22EE6820-3E11-8A41-8A05-3A03B5E5E62B}" destId="{80E096EA-CB6B-9745-A756-2DDFC9C43BEC}" srcOrd="3" destOrd="0" presId="urn:microsoft.com/office/officeart/2005/8/layout/hierarchy1"/>
    <dgm:cxn modelId="{68C440E1-6E95-344F-96B6-E7FE9B18484E}" type="presParOf" srcId="{80E096EA-CB6B-9745-A756-2DDFC9C43BEC}" destId="{F09A3D20-31B1-CB4E-A818-95E873D3E4B3}" srcOrd="0" destOrd="0" presId="urn:microsoft.com/office/officeart/2005/8/layout/hierarchy1"/>
    <dgm:cxn modelId="{D8FD8A5C-EF57-1649-B55C-78B8C4F64E89}" type="presParOf" srcId="{F09A3D20-31B1-CB4E-A818-95E873D3E4B3}" destId="{E9069BF9-D401-8E46-967F-B79DD53E6C14}" srcOrd="0" destOrd="0" presId="urn:microsoft.com/office/officeart/2005/8/layout/hierarchy1"/>
    <dgm:cxn modelId="{D7829720-3435-0742-9716-546F44BD485E}" type="presParOf" srcId="{F09A3D20-31B1-CB4E-A818-95E873D3E4B3}" destId="{952688EA-822B-DD4F-B66D-B56BACAC091A}" srcOrd="1" destOrd="0" presId="urn:microsoft.com/office/officeart/2005/8/layout/hierarchy1"/>
    <dgm:cxn modelId="{8A45822E-59C8-204C-9F6A-A78C1827EA5B}" type="presParOf" srcId="{80E096EA-CB6B-9745-A756-2DDFC9C43BEC}" destId="{1E1F2C4A-2BDB-2845-B636-4FD5F2A42CA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606A2E3-1043-9D46-A25F-90ADF1BF5E20}" type="doc">
      <dgm:prSet loTypeId="urn:microsoft.com/office/officeart/2005/8/layout/default#2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11B828E-6174-D747-8D45-31F211622F30}">
      <dgm:prSet/>
      <dgm:spPr>
        <a:xfrm>
          <a:off x="541804" y="0"/>
          <a:ext cx="3047082" cy="1828249"/>
        </a:xfrm>
        <a:prstGeom prst="rect">
          <a:avLst/>
        </a:prstGeom>
        <a:gradFill rotWithShape="0">
          <a:gsLst>
            <a:gs pos="0">
              <a:srgbClr val="4F81BD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4F81BD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4F81BD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gm:spPr>
      <dgm:t>
        <a:bodyPr/>
        <a:lstStyle/>
        <a:p>
          <a:pPr rtl="0">
            <a:buNone/>
          </a:pPr>
          <a:r>
            <a:rPr lang="en-US" dirty="0" err="1" smtClean="0">
              <a:solidFill>
                <a:sysClr val="window" lastClr="FFFFFF"/>
              </a:solidFill>
              <a:latin typeface="Aptos" panose="020B0004020202020204" pitchFamily="34" charset="0"/>
              <a:ea typeface="+mn-ea"/>
              <a:cs typeface="+mn-cs"/>
            </a:rPr>
            <a:t>Mengendalikan</a:t>
          </a:r>
          <a:r>
            <a:rPr lang="en-US" dirty="0" smtClean="0">
              <a:solidFill>
                <a:sysClr val="window" lastClr="FFFFFF"/>
              </a:solidFill>
              <a:latin typeface="Aptos" panose="020B0004020202020204" pitchFamily="34" charset="0"/>
              <a:ea typeface="+mn-ea"/>
              <a:cs typeface="+mn-cs"/>
            </a:rPr>
            <a:t> </a:t>
          </a:r>
          <a:r>
            <a:rPr lang="en-US" dirty="0" err="1" smtClean="0">
              <a:solidFill>
                <a:sysClr val="window" lastClr="FFFFFF"/>
              </a:solidFill>
              <a:latin typeface="Aptos" panose="020B0004020202020204" pitchFamily="34" charset="0"/>
              <a:ea typeface="+mn-ea"/>
              <a:cs typeface="+mn-cs"/>
            </a:rPr>
            <a:t>pengoperasian</a:t>
          </a:r>
          <a:r>
            <a:rPr lang="en-US" dirty="0" smtClean="0">
              <a:solidFill>
                <a:sysClr val="window" lastClr="FFFFFF"/>
              </a:solidFill>
              <a:latin typeface="Aptos" panose="020B0004020202020204" pitchFamily="34" charset="0"/>
              <a:ea typeface="+mn-ea"/>
              <a:cs typeface="+mn-cs"/>
            </a:rPr>
            <a:t> </a:t>
          </a:r>
          <a:r>
            <a:rPr lang="en-US" dirty="0" err="1" smtClean="0">
              <a:solidFill>
                <a:sysClr val="window" lastClr="FFFFFF"/>
              </a:solidFill>
              <a:latin typeface="Aptos" panose="020B0004020202020204" pitchFamily="34" charset="0"/>
              <a:ea typeface="+mn-ea"/>
              <a:cs typeface="+mn-cs"/>
            </a:rPr>
            <a:t>komputer</a:t>
          </a:r>
          <a:endParaRPr lang="en-US" dirty="0">
            <a:solidFill>
              <a:sysClr val="window" lastClr="FFFFFF"/>
            </a:solidFill>
            <a:latin typeface="Aptos" panose="020B0004020202020204" pitchFamily="34" charset="0"/>
            <a:ea typeface="+mn-ea"/>
            <a:cs typeface="+mn-cs"/>
          </a:endParaRPr>
        </a:p>
      </dgm:t>
    </dgm:pt>
    <dgm:pt modelId="{D262110A-53C7-D04E-9899-94616493F444}" type="parTrans" cxnId="{0A9F465B-BCE9-1D46-AC40-955CFFE641FA}">
      <dgm:prSet/>
      <dgm:spPr/>
      <dgm:t>
        <a:bodyPr/>
        <a:lstStyle/>
        <a:p>
          <a:endParaRPr lang="en-US"/>
        </a:p>
      </dgm:t>
    </dgm:pt>
    <dgm:pt modelId="{D1D77116-E4EE-B248-98DC-CC50A1BF792F}" type="sibTrans" cxnId="{0A9F465B-BCE9-1D46-AC40-955CFFE641FA}">
      <dgm:prSet/>
      <dgm:spPr/>
      <dgm:t>
        <a:bodyPr/>
        <a:lstStyle/>
        <a:p>
          <a:endParaRPr lang="en-US"/>
        </a:p>
      </dgm:t>
    </dgm:pt>
    <dgm:pt modelId="{5F43A7C9-4D9F-D54F-82D7-4C7F6618EC72}">
      <dgm:prSet/>
      <dgm:spPr>
        <a:xfrm>
          <a:off x="4576324" y="0"/>
          <a:ext cx="3047082" cy="1828249"/>
        </a:xfrm>
        <a:prstGeom prst="rect">
          <a:avLst/>
        </a:prstGeom>
        <a:gradFill rotWithShape="0">
          <a:gsLst>
            <a:gs pos="0">
              <a:srgbClr val="4F81BD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4F81BD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4F81BD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gm:spPr>
      <dgm:t>
        <a:bodyPr/>
        <a:lstStyle/>
        <a:p>
          <a:pPr rtl="0">
            <a:buNone/>
          </a:pPr>
          <a:r>
            <a:rPr lang="en-US" dirty="0" err="1" smtClean="0">
              <a:solidFill>
                <a:sysClr val="window" lastClr="FFFFFF"/>
              </a:solidFill>
              <a:latin typeface="Aptos" panose="020B0004020202020204" pitchFamily="34" charset="0"/>
              <a:ea typeface="+mn-ea"/>
              <a:cs typeface="+mn-cs"/>
            </a:rPr>
            <a:t>Menjalankan</a:t>
          </a:r>
          <a:r>
            <a:rPr lang="en-US" dirty="0" smtClean="0">
              <a:solidFill>
                <a:sysClr val="window" lastClr="FFFFFF"/>
              </a:solidFill>
              <a:latin typeface="Aptos" panose="020B0004020202020204" pitchFamily="34" charset="0"/>
              <a:ea typeface="+mn-ea"/>
              <a:cs typeface="+mn-cs"/>
            </a:rPr>
            <a:t> </a:t>
          </a:r>
          <a:r>
            <a:rPr lang="en-US" dirty="0" err="1" smtClean="0">
              <a:solidFill>
                <a:sysClr val="window" lastClr="FFFFFF"/>
              </a:solidFill>
              <a:latin typeface="Aptos" panose="020B0004020202020204" pitchFamily="34" charset="0"/>
              <a:ea typeface="+mn-ea"/>
              <a:cs typeface="+mn-cs"/>
            </a:rPr>
            <a:t>fungsi</a:t>
          </a:r>
          <a:r>
            <a:rPr lang="en-US" dirty="0" smtClean="0">
              <a:solidFill>
                <a:sysClr val="window" lastClr="FFFFFF"/>
              </a:solidFill>
              <a:latin typeface="Aptos" panose="020B0004020202020204" pitchFamily="34" charset="0"/>
              <a:ea typeface="+mn-ea"/>
              <a:cs typeface="+mn-cs"/>
            </a:rPr>
            <a:t> </a:t>
          </a:r>
          <a:r>
            <a:rPr lang="en-US" dirty="0" err="1" smtClean="0">
              <a:solidFill>
                <a:sysClr val="window" lastClr="FFFFFF"/>
              </a:solidFill>
              <a:latin typeface="Aptos" panose="020B0004020202020204" pitchFamily="34" charset="0"/>
              <a:ea typeface="+mn-ea"/>
              <a:cs typeface="+mn-cs"/>
            </a:rPr>
            <a:t>pemrosesan</a:t>
          </a:r>
          <a:r>
            <a:rPr lang="en-US" dirty="0" smtClean="0">
              <a:solidFill>
                <a:sysClr val="window" lastClr="FFFFFF"/>
              </a:solidFill>
              <a:latin typeface="Aptos" panose="020B0004020202020204" pitchFamily="34" charset="0"/>
              <a:ea typeface="+mn-ea"/>
              <a:cs typeface="+mn-cs"/>
            </a:rPr>
            <a:t> data</a:t>
          </a:r>
          <a:endParaRPr lang="en-US" dirty="0">
            <a:solidFill>
              <a:sysClr val="window" lastClr="FFFFFF"/>
            </a:solidFill>
            <a:latin typeface="Aptos" panose="020B0004020202020204" pitchFamily="34" charset="0"/>
            <a:ea typeface="+mn-ea"/>
            <a:cs typeface="+mn-cs"/>
          </a:endParaRPr>
        </a:p>
      </dgm:t>
    </dgm:pt>
    <dgm:pt modelId="{F6B8B4DF-DEC1-DD46-9450-5F52CCBEB5FB}" type="parTrans" cxnId="{C322C727-EDC1-5B42-81FC-BC9F2C2670D7}">
      <dgm:prSet/>
      <dgm:spPr/>
      <dgm:t>
        <a:bodyPr/>
        <a:lstStyle/>
        <a:p>
          <a:endParaRPr lang="en-US"/>
        </a:p>
      </dgm:t>
    </dgm:pt>
    <dgm:pt modelId="{EB084FCC-6BD8-4F47-A104-FAE3DD568DEC}" type="sibTrans" cxnId="{C322C727-EDC1-5B42-81FC-BC9F2C2670D7}">
      <dgm:prSet/>
      <dgm:spPr/>
      <dgm:t>
        <a:bodyPr/>
        <a:lstStyle/>
        <a:p>
          <a:endParaRPr lang="en-US"/>
        </a:p>
      </dgm:t>
    </dgm:pt>
    <dgm:pt modelId="{E6ACA15B-D42E-E24B-B4D7-4D933CAD95F5}">
      <dgm:prSet/>
      <dgm:spPr>
        <a:xfrm>
          <a:off x="2906858" y="2085544"/>
          <a:ext cx="3047082" cy="1828249"/>
        </a:xfrm>
        <a:prstGeom prst="rect">
          <a:avLst/>
        </a:prstGeom>
        <a:gradFill rotWithShape="0">
          <a:gsLst>
            <a:gs pos="0">
              <a:srgbClr val="4F81BD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4F81BD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4F81BD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gm:spPr>
      <dgm:t>
        <a:bodyPr/>
        <a:lstStyle/>
        <a:p>
          <a:pPr rtl="0">
            <a:buNone/>
          </a:pPr>
          <a:r>
            <a:rPr lang="en-US" dirty="0" err="1" smtClean="0">
              <a:solidFill>
                <a:sysClr val="window" lastClr="FFFFFF"/>
              </a:solidFill>
              <a:latin typeface="Aptos" panose="020B0004020202020204" pitchFamily="34" charset="0"/>
              <a:ea typeface="+mn-ea"/>
              <a:cs typeface="+mn-cs"/>
            </a:rPr>
            <a:t>Disebut</a:t>
          </a:r>
          <a:r>
            <a:rPr lang="en-US" dirty="0" smtClean="0">
              <a:solidFill>
                <a:sysClr val="window" lastClr="FFFFFF"/>
              </a:solidFill>
              <a:latin typeface="Aptos" panose="020B0004020202020204" pitchFamily="34" charset="0"/>
              <a:ea typeface="+mn-ea"/>
              <a:cs typeface="+mn-cs"/>
            </a:rPr>
            <a:t> </a:t>
          </a:r>
          <a:r>
            <a:rPr lang="en-US" dirty="0" err="1" smtClean="0">
              <a:solidFill>
                <a:sysClr val="window" lastClr="FFFFFF"/>
              </a:solidFill>
              <a:latin typeface="Aptos" panose="020B0004020202020204" pitchFamily="34" charset="0"/>
              <a:ea typeface="+mn-ea"/>
              <a:cs typeface="+mn-cs"/>
            </a:rPr>
            <a:t>sebagai</a:t>
          </a:r>
          <a:r>
            <a:rPr lang="en-US" dirty="0" smtClean="0">
              <a:solidFill>
                <a:sysClr val="window" lastClr="FFFFFF"/>
              </a:solidFill>
              <a:latin typeface="Aptos" panose="020B0004020202020204" pitchFamily="34" charset="0"/>
              <a:ea typeface="+mn-ea"/>
              <a:cs typeface="+mn-cs"/>
            </a:rPr>
            <a:t> Central Processing Unit (CPU)</a:t>
          </a:r>
          <a:endParaRPr lang="en-US" dirty="0">
            <a:solidFill>
              <a:sysClr val="window" lastClr="FFFFFF"/>
            </a:solidFill>
            <a:latin typeface="Aptos" panose="020B0004020202020204" pitchFamily="34" charset="0"/>
            <a:ea typeface="+mn-ea"/>
            <a:cs typeface="+mn-cs"/>
          </a:endParaRPr>
        </a:p>
      </dgm:t>
    </dgm:pt>
    <dgm:pt modelId="{FD37EBE6-185D-CE4B-B255-F22213F2AC18}" type="parTrans" cxnId="{48C00C8E-9A5D-8A44-94D2-488E6370981A}">
      <dgm:prSet/>
      <dgm:spPr/>
      <dgm:t>
        <a:bodyPr/>
        <a:lstStyle/>
        <a:p>
          <a:endParaRPr lang="en-US"/>
        </a:p>
      </dgm:t>
    </dgm:pt>
    <dgm:pt modelId="{4FD171B1-434C-784F-938A-2595CC0C420D}" type="sibTrans" cxnId="{48C00C8E-9A5D-8A44-94D2-488E6370981A}">
      <dgm:prSet/>
      <dgm:spPr/>
      <dgm:t>
        <a:bodyPr/>
        <a:lstStyle/>
        <a:p>
          <a:endParaRPr lang="en-US"/>
        </a:p>
      </dgm:t>
    </dgm:pt>
    <dgm:pt modelId="{97CEFB03-0ACD-6E46-B3D3-4AF3F2AEFC9F}" type="pres">
      <dgm:prSet presAssocID="{6606A2E3-1043-9D46-A25F-90ADF1BF5E20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21477D8-87FB-CB46-800C-AF5BE18708CF}" type="pres">
      <dgm:prSet presAssocID="{211B828E-6174-D747-8D45-31F211622F30}" presName="node" presStyleLbl="node1" presStyleIdx="0" presStyleCnt="3" custLinFactNeighborX="-11426" custLinFactNeighborY="-10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B4C77BF-B560-244E-8C63-9174112AB3FD}" type="pres">
      <dgm:prSet presAssocID="{D1D77116-E4EE-B248-98DC-CC50A1BF792F}" presName="sibTrans" presStyleCnt="0"/>
      <dgm:spPr/>
    </dgm:pt>
    <dgm:pt modelId="{FB16DC6B-9AEC-7E4A-825E-4890CE4FF49B}" type="pres">
      <dgm:prSet presAssocID="{5F43A7C9-4D9F-D54F-82D7-4C7F6618EC72}" presName="node" presStyleLbl="node1" presStyleIdx="1" presStyleCnt="3" custLinFactNeighborX="10980" custLinFactNeighborY="-10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6322CF8-6DD8-0B44-8A58-209DFBCF5C01}" type="pres">
      <dgm:prSet presAssocID="{EB084FCC-6BD8-4F47-A104-FAE3DD568DEC}" presName="sibTrans" presStyleCnt="0"/>
      <dgm:spPr/>
    </dgm:pt>
    <dgm:pt modelId="{C1868225-F9F8-5B4B-8DA1-9E5EAF33AFC1}" type="pres">
      <dgm:prSet presAssocID="{E6ACA15B-D42E-E24B-B4D7-4D933CAD95F5}" presName="node" presStyleLbl="node1" presStyleIdx="2" presStyleCnt="3" custLinFactNeighborX="11191" custLinFactNeighborY="-262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8C00C8E-9A5D-8A44-94D2-488E6370981A}" srcId="{6606A2E3-1043-9D46-A25F-90ADF1BF5E20}" destId="{E6ACA15B-D42E-E24B-B4D7-4D933CAD95F5}" srcOrd="2" destOrd="0" parTransId="{FD37EBE6-185D-CE4B-B255-F22213F2AC18}" sibTransId="{4FD171B1-434C-784F-938A-2595CC0C420D}"/>
    <dgm:cxn modelId="{0A9F465B-BCE9-1D46-AC40-955CFFE641FA}" srcId="{6606A2E3-1043-9D46-A25F-90ADF1BF5E20}" destId="{211B828E-6174-D747-8D45-31F211622F30}" srcOrd="0" destOrd="0" parTransId="{D262110A-53C7-D04E-9899-94616493F444}" sibTransId="{D1D77116-E4EE-B248-98DC-CC50A1BF792F}"/>
    <dgm:cxn modelId="{A238136E-AFC0-C74C-A145-A1CBF5648E86}" type="presOf" srcId="{5F43A7C9-4D9F-D54F-82D7-4C7F6618EC72}" destId="{FB16DC6B-9AEC-7E4A-825E-4890CE4FF49B}" srcOrd="0" destOrd="0" presId="urn:microsoft.com/office/officeart/2005/8/layout/default#2"/>
    <dgm:cxn modelId="{4F2DEC1C-EAD3-0246-AA71-1695873C1CCA}" type="presOf" srcId="{E6ACA15B-D42E-E24B-B4D7-4D933CAD95F5}" destId="{C1868225-F9F8-5B4B-8DA1-9E5EAF33AFC1}" srcOrd="0" destOrd="0" presId="urn:microsoft.com/office/officeart/2005/8/layout/default#2"/>
    <dgm:cxn modelId="{69BCB76B-8763-F14E-A48D-2633EDA45A05}" type="presOf" srcId="{211B828E-6174-D747-8D45-31F211622F30}" destId="{421477D8-87FB-CB46-800C-AF5BE18708CF}" srcOrd="0" destOrd="0" presId="urn:microsoft.com/office/officeart/2005/8/layout/default#2"/>
    <dgm:cxn modelId="{3AF7A72D-2387-6C47-A70F-E1F796B647E6}" type="presOf" srcId="{6606A2E3-1043-9D46-A25F-90ADF1BF5E20}" destId="{97CEFB03-0ACD-6E46-B3D3-4AF3F2AEFC9F}" srcOrd="0" destOrd="0" presId="urn:microsoft.com/office/officeart/2005/8/layout/default#2"/>
    <dgm:cxn modelId="{C322C727-EDC1-5B42-81FC-BC9F2C2670D7}" srcId="{6606A2E3-1043-9D46-A25F-90ADF1BF5E20}" destId="{5F43A7C9-4D9F-D54F-82D7-4C7F6618EC72}" srcOrd="1" destOrd="0" parTransId="{F6B8B4DF-DEC1-DD46-9450-5F52CCBEB5FB}" sibTransId="{EB084FCC-6BD8-4F47-A104-FAE3DD568DEC}"/>
    <dgm:cxn modelId="{1F5EE3DF-04A5-2946-ACA0-5C8520487C89}" type="presParOf" srcId="{97CEFB03-0ACD-6E46-B3D3-4AF3F2AEFC9F}" destId="{421477D8-87FB-CB46-800C-AF5BE18708CF}" srcOrd="0" destOrd="0" presId="urn:microsoft.com/office/officeart/2005/8/layout/default#2"/>
    <dgm:cxn modelId="{C801CDF4-1EFD-8D49-A1A6-B80D7E1EEC06}" type="presParOf" srcId="{97CEFB03-0ACD-6E46-B3D3-4AF3F2AEFC9F}" destId="{5B4C77BF-B560-244E-8C63-9174112AB3FD}" srcOrd="1" destOrd="0" presId="urn:microsoft.com/office/officeart/2005/8/layout/default#2"/>
    <dgm:cxn modelId="{774A2048-94F3-C946-8DA4-A5E8330A06C6}" type="presParOf" srcId="{97CEFB03-0ACD-6E46-B3D3-4AF3F2AEFC9F}" destId="{FB16DC6B-9AEC-7E4A-825E-4890CE4FF49B}" srcOrd="2" destOrd="0" presId="urn:microsoft.com/office/officeart/2005/8/layout/default#2"/>
    <dgm:cxn modelId="{C024FFD7-DF17-334A-BE37-C06E0ECA92F9}" type="presParOf" srcId="{97CEFB03-0ACD-6E46-B3D3-4AF3F2AEFC9F}" destId="{96322CF8-6DD8-0B44-8A58-209DFBCF5C01}" srcOrd="3" destOrd="0" presId="urn:microsoft.com/office/officeart/2005/8/layout/default#2"/>
    <dgm:cxn modelId="{753102E2-D019-8F4A-B59A-B537F9E63F1E}" type="presParOf" srcId="{97CEFB03-0ACD-6E46-B3D3-4AF3F2AEFC9F}" destId="{C1868225-F9F8-5B4B-8DA1-9E5EAF33AFC1}" srcOrd="4" destOrd="0" presId="urn:microsoft.com/office/officeart/2005/8/layout/default#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6213B13-A9D0-2E41-AD45-11CE6B30FA63}" type="doc">
      <dgm:prSet loTypeId="urn:microsoft.com/office/officeart/2005/8/layout/hierarchy5" loCatId="hierarchy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EFA41DF-5A8B-3D4D-97A0-FB4A48D62AEB}">
      <dgm:prSet custT="1"/>
      <dgm:spPr>
        <a:xfrm>
          <a:off x="1318260" y="149629"/>
          <a:ext cx="3095742" cy="3815540"/>
        </a:xfrm>
        <a:prstGeom prst="roundRect">
          <a:avLst>
            <a:gd name="adj" fmla="val 10000"/>
          </a:avLst>
        </a:prstGeom>
        <a:solidFill>
          <a:sysClr val="window" lastClr="FFFFFF"/>
        </a:solidFill>
        <a:ln w="57150">
          <a:solidFill>
            <a:srgbClr val="002060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gm:spPr>
      <dgm:t>
        <a:bodyPr/>
        <a:lstStyle/>
        <a:p>
          <a:pPr rtl="0">
            <a:buNone/>
          </a:pPr>
          <a:r>
            <a:rPr lang="en-US" sz="3600" dirty="0" err="1" smtClean="0">
              <a:solidFill>
                <a:sysClr val="windowText" lastClr="000000"/>
              </a:solidFill>
              <a:latin typeface="Aptos" panose="020B0004020202020204" pitchFamily="34" charset="0"/>
              <a:ea typeface="+mn-ea"/>
              <a:cs typeface="+mn-cs"/>
            </a:rPr>
            <a:t>Memindahkan</a:t>
          </a:r>
          <a:r>
            <a:rPr lang="en-US" sz="3600" dirty="0" smtClean="0">
              <a:solidFill>
                <a:sysClr val="windowText" lastClr="000000"/>
              </a:solidFill>
              <a:latin typeface="Aptos" panose="020B0004020202020204" pitchFamily="34" charset="0"/>
              <a:ea typeface="+mn-ea"/>
              <a:cs typeface="+mn-cs"/>
            </a:rPr>
            <a:t> data </a:t>
          </a:r>
          <a:r>
            <a:rPr lang="en-US" sz="3600" dirty="0" err="1" smtClean="0">
              <a:solidFill>
                <a:sysClr val="windowText" lastClr="000000"/>
              </a:solidFill>
              <a:latin typeface="Aptos" panose="020B0004020202020204" pitchFamily="34" charset="0"/>
              <a:ea typeface="+mn-ea"/>
              <a:cs typeface="+mn-cs"/>
            </a:rPr>
            <a:t>antara</a:t>
          </a:r>
          <a:r>
            <a:rPr lang="en-US" sz="3600" dirty="0" smtClean="0">
              <a:solidFill>
                <a:sysClr val="windowText" lastClr="000000"/>
              </a:solidFill>
              <a:latin typeface="Aptos" panose="020B0004020202020204" pitchFamily="34" charset="0"/>
              <a:ea typeface="+mn-ea"/>
              <a:cs typeface="+mn-cs"/>
            </a:rPr>
            <a:t> </a:t>
          </a:r>
          <a:r>
            <a:rPr lang="en-US" sz="3600" dirty="0" err="1" smtClean="0">
              <a:solidFill>
                <a:sysClr val="windowText" lastClr="000000"/>
              </a:solidFill>
              <a:latin typeface="Aptos" panose="020B0004020202020204" pitchFamily="34" charset="0"/>
              <a:ea typeface="+mn-ea"/>
              <a:cs typeface="+mn-cs"/>
            </a:rPr>
            <a:t>komputer</a:t>
          </a:r>
          <a:r>
            <a:rPr lang="en-US" sz="3600" dirty="0" smtClean="0">
              <a:solidFill>
                <a:sysClr val="windowText" lastClr="000000"/>
              </a:solidFill>
              <a:latin typeface="Aptos" panose="020B0004020202020204" pitchFamily="34" charset="0"/>
              <a:ea typeface="+mn-ea"/>
              <a:cs typeface="+mn-cs"/>
            </a:rPr>
            <a:t> </a:t>
          </a:r>
          <a:r>
            <a:rPr lang="en-US" sz="3600" dirty="0" err="1" smtClean="0">
              <a:solidFill>
                <a:sysClr val="windowText" lastClr="000000"/>
              </a:solidFill>
              <a:latin typeface="Aptos" panose="020B0004020202020204" pitchFamily="34" charset="0"/>
              <a:ea typeface="+mn-ea"/>
              <a:cs typeface="+mn-cs"/>
            </a:rPr>
            <a:t>dan</a:t>
          </a:r>
          <a:r>
            <a:rPr lang="en-US" sz="3600" dirty="0" smtClean="0">
              <a:solidFill>
                <a:sysClr val="windowText" lastClr="000000"/>
              </a:solidFill>
              <a:latin typeface="Aptos" panose="020B0004020202020204" pitchFamily="34" charset="0"/>
              <a:ea typeface="+mn-ea"/>
              <a:cs typeface="+mn-cs"/>
            </a:rPr>
            <a:t> </a:t>
          </a:r>
          <a:r>
            <a:rPr lang="en-US" sz="3600" dirty="0" err="1" smtClean="0">
              <a:solidFill>
                <a:sysClr val="windowText" lastClr="000000"/>
              </a:solidFill>
              <a:latin typeface="Aptos" panose="020B0004020202020204" pitchFamily="34" charset="0"/>
              <a:ea typeface="+mn-ea"/>
              <a:cs typeface="+mn-cs"/>
            </a:rPr>
            <a:t>lingkungan</a:t>
          </a:r>
          <a:r>
            <a:rPr lang="en-US" sz="3600" dirty="0" smtClean="0">
              <a:solidFill>
                <a:sysClr val="windowText" lastClr="000000"/>
              </a:solidFill>
              <a:latin typeface="Aptos" panose="020B0004020202020204" pitchFamily="34" charset="0"/>
              <a:ea typeface="+mn-ea"/>
              <a:cs typeface="+mn-cs"/>
            </a:rPr>
            <a:t> </a:t>
          </a:r>
          <a:r>
            <a:rPr lang="en-US" sz="3600" dirty="0" err="1" smtClean="0">
              <a:solidFill>
                <a:sysClr val="windowText" lastClr="000000"/>
              </a:solidFill>
              <a:latin typeface="Aptos" panose="020B0004020202020204" pitchFamily="34" charset="0"/>
              <a:ea typeface="+mn-ea"/>
              <a:cs typeface="+mn-cs"/>
            </a:rPr>
            <a:t>eksternal</a:t>
          </a:r>
          <a:endParaRPr lang="en-US" sz="3600" dirty="0">
            <a:solidFill>
              <a:sysClr val="windowText" lastClr="000000"/>
            </a:solidFill>
            <a:latin typeface="Aptos" panose="020B0004020202020204" pitchFamily="34" charset="0"/>
            <a:ea typeface="+mn-ea"/>
            <a:cs typeface="+mn-cs"/>
          </a:endParaRPr>
        </a:p>
      </dgm:t>
    </dgm:pt>
    <dgm:pt modelId="{0E850D74-1A5F-3B42-90F5-BA9370A679D1}" type="parTrans" cxnId="{589D1413-7611-CB45-BDA8-966152F053BA}">
      <dgm:prSet/>
      <dgm:spPr/>
      <dgm:t>
        <a:bodyPr/>
        <a:lstStyle/>
        <a:p>
          <a:endParaRPr lang="en-US"/>
        </a:p>
      </dgm:t>
    </dgm:pt>
    <dgm:pt modelId="{8A364EA6-BC24-5246-8DBB-5E40E1A455F4}" type="sibTrans" cxnId="{589D1413-7611-CB45-BDA8-966152F053BA}">
      <dgm:prSet/>
      <dgm:spPr/>
      <dgm:t>
        <a:bodyPr/>
        <a:lstStyle/>
        <a:p>
          <a:endParaRPr lang="en-US"/>
        </a:p>
      </dgm:t>
    </dgm:pt>
    <dgm:pt modelId="{62798AD3-A234-374F-872D-8C94832D946E}">
      <dgm:prSet custT="1"/>
      <dgm:spPr>
        <a:xfrm>
          <a:off x="5410556" y="2009"/>
          <a:ext cx="2491382" cy="1245691"/>
        </a:xfrm>
        <a:prstGeom prst="roundRect">
          <a:avLst>
            <a:gd name="adj" fmla="val 10000"/>
          </a:avLst>
        </a:prstGeom>
        <a:solidFill>
          <a:sysClr val="window" lastClr="FFFFFF"/>
        </a:solidFill>
        <a:ln w="38100">
          <a:solidFill>
            <a:srgbClr val="002060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gm:spPr>
      <dgm:t>
        <a:bodyPr/>
        <a:lstStyle/>
        <a:p>
          <a:pPr rtl="0">
            <a:buNone/>
          </a:pPr>
          <a:r>
            <a:rPr lang="en-US" sz="3600" dirty="0" err="1" smtClean="0">
              <a:solidFill>
                <a:sysClr val="windowText" lastClr="000000"/>
              </a:solidFill>
              <a:latin typeface="Aptos" panose="020B0004020202020204" pitchFamily="34" charset="0"/>
              <a:ea typeface="+mn-ea"/>
              <a:cs typeface="+mn-cs"/>
            </a:rPr>
            <a:t>Perangkat</a:t>
          </a:r>
          <a:r>
            <a:rPr lang="en-US" sz="3600" dirty="0" smtClean="0">
              <a:solidFill>
                <a:sysClr val="windowText" lastClr="000000"/>
              </a:solidFill>
              <a:latin typeface="Aptos" panose="020B0004020202020204" pitchFamily="34" charset="0"/>
              <a:ea typeface="+mn-ea"/>
              <a:cs typeface="+mn-cs"/>
            </a:rPr>
            <a:t> </a:t>
          </a:r>
          <a:r>
            <a:rPr lang="en-US" sz="3600" dirty="0" err="1" smtClean="0">
              <a:solidFill>
                <a:sysClr val="windowText" lastClr="000000"/>
              </a:solidFill>
              <a:latin typeface="Aptos" panose="020B0004020202020204" pitchFamily="34" charset="0"/>
              <a:ea typeface="+mn-ea"/>
              <a:cs typeface="+mn-cs"/>
            </a:rPr>
            <a:t>memori</a:t>
          </a:r>
          <a:r>
            <a:rPr lang="en-US" sz="3600" dirty="0" smtClean="0">
              <a:solidFill>
                <a:sysClr val="windowText" lastClr="000000"/>
              </a:solidFill>
              <a:latin typeface="Aptos" panose="020B0004020202020204" pitchFamily="34" charset="0"/>
              <a:ea typeface="+mn-ea"/>
              <a:cs typeface="+mn-cs"/>
            </a:rPr>
            <a:t> </a:t>
          </a:r>
          <a:r>
            <a:rPr lang="en-US" sz="3600" dirty="0" err="1" smtClean="0">
              <a:solidFill>
                <a:sysClr val="windowText" lastClr="000000"/>
              </a:solidFill>
              <a:latin typeface="Aptos" panose="020B0004020202020204" pitchFamily="34" charset="0"/>
              <a:ea typeface="+mn-ea"/>
              <a:cs typeface="+mn-cs"/>
            </a:rPr>
            <a:t>sekunder</a:t>
          </a:r>
          <a:r>
            <a:rPr lang="en-US" sz="3600" dirty="0" smtClean="0">
              <a:solidFill>
                <a:sysClr val="windowText" lastClr="000000"/>
              </a:solidFill>
              <a:latin typeface="Aptos" panose="020B0004020202020204" pitchFamily="34" charset="0"/>
              <a:ea typeface="+mn-ea"/>
              <a:cs typeface="+mn-cs"/>
            </a:rPr>
            <a:t> (</a:t>
          </a:r>
          <a:r>
            <a:rPr lang="en-US" sz="3600" dirty="0" err="1" smtClean="0">
              <a:solidFill>
                <a:sysClr val="windowText" lastClr="000000"/>
              </a:solidFill>
              <a:latin typeface="Aptos" panose="020B0004020202020204" pitchFamily="34" charset="0"/>
              <a:ea typeface="+mn-ea"/>
              <a:cs typeface="+mn-cs"/>
            </a:rPr>
            <a:t>misalnya</a:t>
          </a:r>
          <a:r>
            <a:rPr lang="en-US" sz="3600" dirty="0" smtClean="0">
              <a:solidFill>
                <a:sysClr val="windowText" lastClr="000000"/>
              </a:solidFill>
              <a:latin typeface="Aptos" panose="020B0004020202020204" pitchFamily="34" charset="0"/>
              <a:ea typeface="+mn-ea"/>
              <a:cs typeface="+mn-cs"/>
            </a:rPr>
            <a:t> disk)</a:t>
          </a:r>
          <a:endParaRPr lang="en-US" sz="3600" dirty="0">
            <a:solidFill>
              <a:sysClr val="windowText" lastClr="000000"/>
            </a:solidFill>
            <a:latin typeface="Aptos" panose="020B0004020202020204" pitchFamily="34" charset="0"/>
            <a:ea typeface="+mn-ea"/>
            <a:cs typeface="+mn-cs"/>
          </a:endParaRPr>
        </a:p>
      </dgm:t>
    </dgm:pt>
    <dgm:pt modelId="{D597B50C-11BB-394D-B818-DA50C2C7943D}" type="parTrans" cxnId="{A69D36B7-6F1B-1E43-BF0D-63D7AA0F17BA}">
      <dgm:prSet/>
      <dgm:spPr>
        <a:xfrm rot="18289469">
          <a:off x="4039739" y="1313881"/>
          <a:ext cx="1745079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1745079" y="27246"/>
              </a:lnTo>
            </a:path>
          </a:pathLst>
        </a:custGeom>
        <a:noFill/>
        <a:ln w="38100" cap="flat" cmpd="sng" algn="ctr">
          <a:solidFill>
            <a:srgbClr val="002060"/>
          </a:solidFill>
          <a:prstDash val="solid"/>
        </a:ln>
        <a:effectLst/>
      </dgm:spPr>
      <dgm:t>
        <a:bodyPr/>
        <a:lstStyle/>
        <a:p>
          <a:pPr>
            <a:buNone/>
          </a:pPr>
          <a:endParaRPr lang="en-US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</dgm:t>
    </dgm:pt>
    <dgm:pt modelId="{ABFE6964-F7ED-9245-9D24-A747C1790289}" type="sibTrans" cxnId="{A69D36B7-6F1B-1E43-BF0D-63D7AA0F17BA}">
      <dgm:prSet/>
      <dgm:spPr/>
      <dgm:t>
        <a:bodyPr/>
        <a:lstStyle/>
        <a:p>
          <a:endParaRPr lang="en-US"/>
        </a:p>
      </dgm:t>
    </dgm:pt>
    <dgm:pt modelId="{4B479AE9-1E14-9B4B-B58C-2BE94915783B}">
      <dgm:prSet custT="1"/>
      <dgm:spPr>
        <a:xfrm>
          <a:off x="5410556" y="1434554"/>
          <a:ext cx="2491382" cy="1245691"/>
        </a:xfrm>
        <a:prstGeom prst="roundRect">
          <a:avLst>
            <a:gd name="adj" fmla="val 10000"/>
          </a:avLst>
        </a:prstGeom>
        <a:solidFill>
          <a:sysClr val="window" lastClr="FFFFFF"/>
        </a:solidFill>
        <a:ln w="38100">
          <a:solidFill>
            <a:srgbClr val="002060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gm:spPr>
      <dgm:t>
        <a:bodyPr/>
        <a:lstStyle/>
        <a:p>
          <a:pPr rtl="0">
            <a:buNone/>
          </a:pPr>
          <a:r>
            <a:rPr lang="en-US" sz="4000" dirty="0" err="1" smtClean="0">
              <a:solidFill>
                <a:sysClr val="windowText" lastClr="000000"/>
              </a:solidFill>
              <a:latin typeface="Aptos" panose="020B0004020202020204" pitchFamily="34" charset="0"/>
              <a:ea typeface="+mn-ea"/>
              <a:cs typeface="+mn-cs"/>
            </a:rPr>
            <a:t>Perlengkapan</a:t>
          </a:r>
          <a:r>
            <a:rPr lang="en-US" sz="4000" dirty="0" smtClean="0">
              <a:solidFill>
                <a:sysClr val="windowText" lastClr="000000"/>
              </a:solidFill>
              <a:latin typeface="Aptos" panose="020B0004020202020204" pitchFamily="34" charset="0"/>
              <a:ea typeface="+mn-ea"/>
              <a:cs typeface="+mn-cs"/>
            </a:rPr>
            <a:t> </a:t>
          </a:r>
          <a:r>
            <a:rPr lang="en-US" sz="4000" dirty="0" err="1" smtClean="0">
              <a:solidFill>
                <a:sysClr val="windowText" lastClr="000000"/>
              </a:solidFill>
              <a:latin typeface="Aptos" panose="020B0004020202020204" pitchFamily="34" charset="0"/>
              <a:ea typeface="+mn-ea"/>
              <a:cs typeface="+mn-cs"/>
            </a:rPr>
            <a:t>komunikasi</a:t>
          </a:r>
          <a:endParaRPr lang="en-US" sz="4000" dirty="0">
            <a:solidFill>
              <a:sysClr val="windowText" lastClr="000000"/>
            </a:solidFill>
            <a:latin typeface="Aptos" panose="020B0004020202020204" pitchFamily="34" charset="0"/>
            <a:ea typeface="+mn-ea"/>
            <a:cs typeface="+mn-cs"/>
          </a:endParaRPr>
        </a:p>
      </dgm:t>
    </dgm:pt>
    <dgm:pt modelId="{9F53347B-0A37-9E47-8A36-A015DFA4688A}" type="parTrans" cxnId="{AB11E6F6-BAC8-AD43-B037-A4E36CB6552F}">
      <dgm:prSet/>
      <dgm:spPr>
        <a:xfrm>
          <a:off x="4414003" y="2030153"/>
          <a:ext cx="996553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996553" y="27246"/>
              </a:lnTo>
            </a:path>
          </a:pathLst>
        </a:custGeom>
        <a:noFill/>
        <a:ln w="38100" cap="flat" cmpd="sng" algn="ctr">
          <a:solidFill>
            <a:srgbClr val="002060"/>
          </a:solidFill>
          <a:prstDash val="solid"/>
        </a:ln>
        <a:effectLst/>
      </dgm:spPr>
      <dgm:t>
        <a:bodyPr/>
        <a:lstStyle/>
        <a:p>
          <a:pPr>
            <a:buNone/>
          </a:pPr>
          <a:endParaRPr lang="en-US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</dgm:t>
    </dgm:pt>
    <dgm:pt modelId="{1AD8A2FB-CD95-6442-9623-F46076432985}" type="sibTrans" cxnId="{AB11E6F6-BAC8-AD43-B037-A4E36CB6552F}">
      <dgm:prSet/>
      <dgm:spPr/>
      <dgm:t>
        <a:bodyPr/>
        <a:lstStyle/>
        <a:p>
          <a:endParaRPr lang="en-US"/>
        </a:p>
      </dgm:t>
    </dgm:pt>
    <dgm:pt modelId="{E00AFB1C-568F-9E45-BEB4-364298F15AA3}">
      <dgm:prSet custT="1"/>
      <dgm:spPr>
        <a:xfrm>
          <a:off x="5410556" y="2867099"/>
          <a:ext cx="2491382" cy="1245691"/>
        </a:xfrm>
        <a:prstGeom prst="roundRect">
          <a:avLst>
            <a:gd name="adj" fmla="val 10000"/>
          </a:avLst>
        </a:prstGeom>
        <a:solidFill>
          <a:sysClr val="window" lastClr="FFFFFF"/>
        </a:solidFill>
        <a:ln w="38100">
          <a:solidFill>
            <a:srgbClr val="002060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gm:spPr>
      <dgm:t>
        <a:bodyPr/>
        <a:lstStyle/>
        <a:p>
          <a:pPr rtl="0">
            <a:buNone/>
          </a:pPr>
          <a:r>
            <a:rPr lang="en-US" sz="4000" dirty="0" smtClean="0">
              <a:solidFill>
                <a:sysClr val="windowText" lastClr="000000"/>
              </a:solidFill>
              <a:latin typeface="Aptos" panose="020B0004020202020204" pitchFamily="34" charset="0"/>
              <a:ea typeface="+mn-ea"/>
              <a:cs typeface="+mn-cs"/>
            </a:rPr>
            <a:t>Terminal</a:t>
          </a:r>
          <a:endParaRPr lang="en-US" sz="4000" dirty="0">
            <a:solidFill>
              <a:sysClr val="windowText" lastClr="000000"/>
            </a:solidFill>
            <a:latin typeface="Aptos" panose="020B0004020202020204" pitchFamily="34" charset="0"/>
            <a:ea typeface="+mn-ea"/>
            <a:cs typeface="+mn-cs"/>
          </a:endParaRPr>
        </a:p>
      </dgm:t>
    </dgm:pt>
    <dgm:pt modelId="{B09460E4-89CE-EB46-9D27-B834E60B077C}" type="parTrans" cxnId="{0DDDE72D-5141-E248-9662-5548498B977E}">
      <dgm:prSet/>
      <dgm:spPr>
        <a:xfrm rot="3310531">
          <a:off x="4039739" y="2746426"/>
          <a:ext cx="1745079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1745079" y="27246"/>
              </a:lnTo>
            </a:path>
          </a:pathLst>
        </a:custGeom>
        <a:noFill/>
        <a:ln w="38100" cap="flat" cmpd="sng" algn="ctr">
          <a:solidFill>
            <a:srgbClr val="002060"/>
          </a:solidFill>
          <a:prstDash val="solid"/>
        </a:ln>
        <a:effectLst/>
      </dgm:spPr>
      <dgm:t>
        <a:bodyPr/>
        <a:lstStyle/>
        <a:p>
          <a:pPr>
            <a:buNone/>
          </a:pPr>
          <a:endParaRPr lang="en-US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</dgm:t>
    </dgm:pt>
    <dgm:pt modelId="{9E0D131D-B2BE-6646-82BE-A97FE5C813A2}" type="sibTrans" cxnId="{0DDDE72D-5141-E248-9662-5548498B977E}">
      <dgm:prSet/>
      <dgm:spPr/>
      <dgm:t>
        <a:bodyPr/>
        <a:lstStyle/>
        <a:p>
          <a:endParaRPr lang="en-US"/>
        </a:p>
      </dgm:t>
    </dgm:pt>
    <dgm:pt modelId="{6D85F9F4-607F-AF45-9E26-9F3415EED225}" type="pres">
      <dgm:prSet presAssocID="{C6213B13-A9D0-2E41-AD45-11CE6B30FA63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E49C39E-BA41-004A-BDF3-2968C3B52597}" type="pres">
      <dgm:prSet presAssocID="{C6213B13-A9D0-2E41-AD45-11CE6B30FA63}" presName="hierFlow" presStyleCnt="0"/>
      <dgm:spPr/>
    </dgm:pt>
    <dgm:pt modelId="{BBA44117-5936-4E47-A125-D2E628BB1173}" type="pres">
      <dgm:prSet presAssocID="{C6213B13-A9D0-2E41-AD45-11CE6B30FA63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113F1D97-9E90-E740-AEDB-3443BAD9AB1F}" type="pres">
      <dgm:prSet presAssocID="{EEFA41DF-5A8B-3D4D-97A0-FB4A48D62AEB}" presName="Name17" presStyleCnt="0"/>
      <dgm:spPr/>
    </dgm:pt>
    <dgm:pt modelId="{F1D063C7-04B4-6B47-9C23-C6F87DF56C95}" type="pres">
      <dgm:prSet presAssocID="{EEFA41DF-5A8B-3D4D-97A0-FB4A48D62AEB}" presName="level1Shape" presStyleLbl="node0" presStyleIdx="0" presStyleCnt="1" custScaleX="124258" custScaleY="306299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44C255F-5764-AD44-B363-582F0246F339}" type="pres">
      <dgm:prSet presAssocID="{EEFA41DF-5A8B-3D4D-97A0-FB4A48D62AEB}" presName="hierChild2" presStyleCnt="0"/>
      <dgm:spPr/>
    </dgm:pt>
    <dgm:pt modelId="{9F422072-8793-3945-A574-9BEF2CA9AF69}" type="pres">
      <dgm:prSet presAssocID="{D597B50C-11BB-394D-B818-DA50C2C7943D}" presName="Name25" presStyleLbl="parChTrans1D2" presStyleIdx="0" presStyleCnt="3"/>
      <dgm:spPr/>
      <dgm:t>
        <a:bodyPr/>
        <a:lstStyle/>
        <a:p>
          <a:endParaRPr lang="en-US"/>
        </a:p>
      </dgm:t>
    </dgm:pt>
    <dgm:pt modelId="{7DFDED8C-5B5E-3248-9C35-343FAC1D1ED5}" type="pres">
      <dgm:prSet presAssocID="{D597B50C-11BB-394D-B818-DA50C2C7943D}" presName="connTx" presStyleLbl="parChTrans1D2" presStyleIdx="0" presStyleCnt="3"/>
      <dgm:spPr/>
      <dgm:t>
        <a:bodyPr/>
        <a:lstStyle/>
        <a:p>
          <a:endParaRPr lang="en-US"/>
        </a:p>
      </dgm:t>
    </dgm:pt>
    <dgm:pt modelId="{CB0681EA-9380-414A-BDD5-5D45B14FAC23}" type="pres">
      <dgm:prSet presAssocID="{62798AD3-A234-374F-872D-8C94832D946E}" presName="Name30" presStyleCnt="0"/>
      <dgm:spPr/>
    </dgm:pt>
    <dgm:pt modelId="{27072FB2-AA70-0B42-8209-40CD36EC0342}" type="pres">
      <dgm:prSet presAssocID="{62798AD3-A234-374F-872D-8C94832D946E}" presName="level2Shape" presStyleLbl="node2" presStyleIdx="0" presStyleCnt="3"/>
      <dgm:spPr/>
      <dgm:t>
        <a:bodyPr/>
        <a:lstStyle/>
        <a:p>
          <a:endParaRPr lang="en-US"/>
        </a:p>
      </dgm:t>
    </dgm:pt>
    <dgm:pt modelId="{75968C84-FE25-F24E-A0DD-5BA3DEC2AA06}" type="pres">
      <dgm:prSet presAssocID="{62798AD3-A234-374F-872D-8C94832D946E}" presName="hierChild3" presStyleCnt="0"/>
      <dgm:spPr/>
    </dgm:pt>
    <dgm:pt modelId="{6B6E02F7-EF8A-014D-B232-4B4AF36796C0}" type="pres">
      <dgm:prSet presAssocID="{9F53347B-0A37-9E47-8A36-A015DFA4688A}" presName="Name25" presStyleLbl="parChTrans1D2" presStyleIdx="1" presStyleCnt="3"/>
      <dgm:spPr/>
      <dgm:t>
        <a:bodyPr/>
        <a:lstStyle/>
        <a:p>
          <a:endParaRPr lang="en-US"/>
        </a:p>
      </dgm:t>
    </dgm:pt>
    <dgm:pt modelId="{EE4943FE-39BA-C44A-9739-E30FFB19C540}" type="pres">
      <dgm:prSet presAssocID="{9F53347B-0A37-9E47-8A36-A015DFA4688A}" presName="connTx" presStyleLbl="parChTrans1D2" presStyleIdx="1" presStyleCnt="3"/>
      <dgm:spPr/>
      <dgm:t>
        <a:bodyPr/>
        <a:lstStyle/>
        <a:p>
          <a:endParaRPr lang="en-US"/>
        </a:p>
      </dgm:t>
    </dgm:pt>
    <dgm:pt modelId="{827DF238-F01B-AF4B-A736-02BFA401948D}" type="pres">
      <dgm:prSet presAssocID="{4B479AE9-1E14-9B4B-B58C-2BE94915783B}" presName="Name30" presStyleCnt="0"/>
      <dgm:spPr/>
    </dgm:pt>
    <dgm:pt modelId="{0A4B2E8D-11E8-0B43-B8E6-B0FC31F8806C}" type="pres">
      <dgm:prSet presAssocID="{4B479AE9-1E14-9B4B-B58C-2BE94915783B}" presName="level2Shape" presStyleLbl="node2" presStyleIdx="1" presStyleCnt="3"/>
      <dgm:spPr/>
      <dgm:t>
        <a:bodyPr/>
        <a:lstStyle/>
        <a:p>
          <a:endParaRPr lang="en-US"/>
        </a:p>
      </dgm:t>
    </dgm:pt>
    <dgm:pt modelId="{1C223557-383B-BE48-9ABE-D0A02DF0FC92}" type="pres">
      <dgm:prSet presAssocID="{4B479AE9-1E14-9B4B-B58C-2BE94915783B}" presName="hierChild3" presStyleCnt="0"/>
      <dgm:spPr/>
    </dgm:pt>
    <dgm:pt modelId="{6BEF47CA-0CBD-2B44-96A6-C027A82559FD}" type="pres">
      <dgm:prSet presAssocID="{B09460E4-89CE-EB46-9D27-B834E60B077C}" presName="Name25" presStyleLbl="parChTrans1D2" presStyleIdx="2" presStyleCnt="3"/>
      <dgm:spPr/>
      <dgm:t>
        <a:bodyPr/>
        <a:lstStyle/>
        <a:p>
          <a:endParaRPr lang="en-US"/>
        </a:p>
      </dgm:t>
    </dgm:pt>
    <dgm:pt modelId="{8FB34180-4636-BB45-9DD3-07197FCC8D9A}" type="pres">
      <dgm:prSet presAssocID="{B09460E4-89CE-EB46-9D27-B834E60B077C}" presName="connTx" presStyleLbl="parChTrans1D2" presStyleIdx="2" presStyleCnt="3"/>
      <dgm:spPr/>
      <dgm:t>
        <a:bodyPr/>
        <a:lstStyle/>
        <a:p>
          <a:endParaRPr lang="en-US"/>
        </a:p>
      </dgm:t>
    </dgm:pt>
    <dgm:pt modelId="{053071C9-6D24-774F-8CEB-FB100F3C4CE4}" type="pres">
      <dgm:prSet presAssocID="{E00AFB1C-568F-9E45-BEB4-364298F15AA3}" presName="Name30" presStyleCnt="0"/>
      <dgm:spPr/>
    </dgm:pt>
    <dgm:pt modelId="{71F696A8-4BBA-284A-A6A9-6E6BB10325F2}" type="pres">
      <dgm:prSet presAssocID="{E00AFB1C-568F-9E45-BEB4-364298F15AA3}" presName="level2Shape" presStyleLbl="node2" presStyleIdx="2" presStyleCnt="3" custLinFactNeighborY="1009"/>
      <dgm:spPr/>
      <dgm:t>
        <a:bodyPr/>
        <a:lstStyle/>
        <a:p>
          <a:endParaRPr lang="en-US"/>
        </a:p>
      </dgm:t>
    </dgm:pt>
    <dgm:pt modelId="{AAF27DB8-D460-4C43-B054-EB3140EA55A6}" type="pres">
      <dgm:prSet presAssocID="{E00AFB1C-568F-9E45-BEB4-364298F15AA3}" presName="hierChild3" presStyleCnt="0"/>
      <dgm:spPr/>
    </dgm:pt>
    <dgm:pt modelId="{7E4385E9-8DDD-9946-8CBF-7161DBE0DB0A}" type="pres">
      <dgm:prSet presAssocID="{C6213B13-A9D0-2E41-AD45-11CE6B30FA63}" presName="bgShapesFlow" presStyleCnt="0"/>
      <dgm:spPr/>
    </dgm:pt>
  </dgm:ptLst>
  <dgm:cxnLst>
    <dgm:cxn modelId="{43899724-4203-2E4B-9E7D-435C1478A384}" type="presOf" srcId="{B09460E4-89CE-EB46-9D27-B834E60B077C}" destId="{8FB34180-4636-BB45-9DD3-07197FCC8D9A}" srcOrd="1" destOrd="0" presId="urn:microsoft.com/office/officeart/2005/8/layout/hierarchy5"/>
    <dgm:cxn modelId="{4E8BCC0A-9B34-264C-8958-C0BCFC2BEBCD}" type="presOf" srcId="{4B479AE9-1E14-9B4B-B58C-2BE94915783B}" destId="{0A4B2E8D-11E8-0B43-B8E6-B0FC31F8806C}" srcOrd="0" destOrd="0" presId="urn:microsoft.com/office/officeart/2005/8/layout/hierarchy5"/>
    <dgm:cxn modelId="{DC4292FA-C50D-C54E-A793-22AA83E9B774}" type="presOf" srcId="{D597B50C-11BB-394D-B818-DA50C2C7943D}" destId="{7DFDED8C-5B5E-3248-9C35-343FAC1D1ED5}" srcOrd="1" destOrd="0" presId="urn:microsoft.com/office/officeart/2005/8/layout/hierarchy5"/>
    <dgm:cxn modelId="{136350BB-A00D-8E43-9FBC-CD01B433F155}" type="presOf" srcId="{62798AD3-A234-374F-872D-8C94832D946E}" destId="{27072FB2-AA70-0B42-8209-40CD36EC0342}" srcOrd="0" destOrd="0" presId="urn:microsoft.com/office/officeart/2005/8/layout/hierarchy5"/>
    <dgm:cxn modelId="{ECA12FBF-FC4D-7B49-A67A-4FE523C5FC41}" type="presOf" srcId="{D597B50C-11BB-394D-B818-DA50C2C7943D}" destId="{9F422072-8793-3945-A574-9BEF2CA9AF69}" srcOrd="0" destOrd="0" presId="urn:microsoft.com/office/officeart/2005/8/layout/hierarchy5"/>
    <dgm:cxn modelId="{F32A126D-037E-B34E-8F86-CE432C36C73E}" type="presOf" srcId="{9F53347B-0A37-9E47-8A36-A015DFA4688A}" destId="{6B6E02F7-EF8A-014D-B232-4B4AF36796C0}" srcOrd="0" destOrd="0" presId="urn:microsoft.com/office/officeart/2005/8/layout/hierarchy5"/>
    <dgm:cxn modelId="{DE65F677-058C-F44D-B9AB-DD49843E1A76}" type="presOf" srcId="{E00AFB1C-568F-9E45-BEB4-364298F15AA3}" destId="{71F696A8-4BBA-284A-A6A9-6E6BB10325F2}" srcOrd="0" destOrd="0" presId="urn:microsoft.com/office/officeart/2005/8/layout/hierarchy5"/>
    <dgm:cxn modelId="{0DDDE72D-5141-E248-9662-5548498B977E}" srcId="{EEFA41DF-5A8B-3D4D-97A0-FB4A48D62AEB}" destId="{E00AFB1C-568F-9E45-BEB4-364298F15AA3}" srcOrd="2" destOrd="0" parTransId="{B09460E4-89CE-EB46-9D27-B834E60B077C}" sibTransId="{9E0D131D-B2BE-6646-82BE-A97FE5C813A2}"/>
    <dgm:cxn modelId="{A69D36B7-6F1B-1E43-BF0D-63D7AA0F17BA}" srcId="{EEFA41DF-5A8B-3D4D-97A0-FB4A48D62AEB}" destId="{62798AD3-A234-374F-872D-8C94832D946E}" srcOrd="0" destOrd="0" parTransId="{D597B50C-11BB-394D-B818-DA50C2C7943D}" sibTransId="{ABFE6964-F7ED-9245-9D24-A747C1790289}"/>
    <dgm:cxn modelId="{89545939-D653-F348-9BC1-8812F89B80EF}" type="presOf" srcId="{9F53347B-0A37-9E47-8A36-A015DFA4688A}" destId="{EE4943FE-39BA-C44A-9739-E30FFB19C540}" srcOrd="1" destOrd="0" presId="urn:microsoft.com/office/officeart/2005/8/layout/hierarchy5"/>
    <dgm:cxn modelId="{DB7BC4AA-9301-374F-A42C-C81D94B5952F}" type="presOf" srcId="{C6213B13-A9D0-2E41-AD45-11CE6B30FA63}" destId="{6D85F9F4-607F-AF45-9E26-9F3415EED225}" srcOrd="0" destOrd="0" presId="urn:microsoft.com/office/officeart/2005/8/layout/hierarchy5"/>
    <dgm:cxn modelId="{056E4FD8-7A82-2842-A67E-6DB7BBBE3EBA}" type="presOf" srcId="{EEFA41DF-5A8B-3D4D-97A0-FB4A48D62AEB}" destId="{F1D063C7-04B4-6B47-9C23-C6F87DF56C95}" srcOrd="0" destOrd="0" presId="urn:microsoft.com/office/officeart/2005/8/layout/hierarchy5"/>
    <dgm:cxn modelId="{1A8CF6AA-B0F3-9244-A56D-CD03A214BB42}" type="presOf" srcId="{B09460E4-89CE-EB46-9D27-B834E60B077C}" destId="{6BEF47CA-0CBD-2B44-96A6-C027A82559FD}" srcOrd="0" destOrd="0" presId="urn:microsoft.com/office/officeart/2005/8/layout/hierarchy5"/>
    <dgm:cxn modelId="{589D1413-7611-CB45-BDA8-966152F053BA}" srcId="{C6213B13-A9D0-2E41-AD45-11CE6B30FA63}" destId="{EEFA41DF-5A8B-3D4D-97A0-FB4A48D62AEB}" srcOrd="0" destOrd="0" parTransId="{0E850D74-1A5F-3B42-90F5-BA9370A679D1}" sibTransId="{8A364EA6-BC24-5246-8DBB-5E40E1A455F4}"/>
    <dgm:cxn modelId="{AB11E6F6-BAC8-AD43-B037-A4E36CB6552F}" srcId="{EEFA41DF-5A8B-3D4D-97A0-FB4A48D62AEB}" destId="{4B479AE9-1E14-9B4B-B58C-2BE94915783B}" srcOrd="1" destOrd="0" parTransId="{9F53347B-0A37-9E47-8A36-A015DFA4688A}" sibTransId="{1AD8A2FB-CD95-6442-9623-F46076432985}"/>
    <dgm:cxn modelId="{C832C429-EDEC-2B40-90FD-5EE41960561C}" type="presParOf" srcId="{6D85F9F4-607F-AF45-9E26-9F3415EED225}" destId="{3E49C39E-BA41-004A-BDF3-2968C3B52597}" srcOrd="0" destOrd="0" presId="urn:microsoft.com/office/officeart/2005/8/layout/hierarchy5"/>
    <dgm:cxn modelId="{6B5AB48A-CE51-B04F-BCC2-34E6151598B7}" type="presParOf" srcId="{3E49C39E-BA41-004A-BDF3-2968C3B52597}" destId="{BBA44117-5936-4E47-A125-D2E628BB1173}" srcOrd="0" destOrd="0" presId="urn:microsoft.com/office/officeart/2005/8/layout/hierarchy5"/>
    <dgm:cxn modelId="{EF838792-D17B-A845-A123-D696815DF99F}" type="presParOf" srcId="{BBA44117-5936-4E47-A125-D2E628BB1173}" destId="{113F1D97-9E90-E740-AEDB-3443BAD9AB1F}" srcOrd="0" destOrd="0" presId="urn:microsoft.com/office/officeart/2005/8/layout/hierarchy5"/>
    <dgm:cxn modelId="{A04BCBA9-8862-2E48-97B9-7BBF0A8C2672}" type="presParOf" srcId="{113F1D97-9E90-E740-AEDB-3443BAD9AB1F}" destId="{F1D063C7-04B4-6B47-9C23-C6F87DF56C95}" srcOrd="0" destOrd="0" presId="urn:microsoft.com/office/officeart/2005/8/layout/hierarchy5"/>
    <dgm:cxn modelId="{5D443C9B-CCF0-8941-AF6F-402356C2498C}" type="presParOf" srcId="{113F1D97-9E90-E740-AEDB-3443BAD9AB1F}" destId="{644C255F-5764-AD44-B363-582F0246F339}" srcOrd="1" destOrd="0" presId="urn:microsoft.com/office/officeart/2005/8/layout/hierarchy5"/>
    <dgm:cxn modelId="{FAEE39E0-343B-554B-AA15-CB7237CE6E77}" type="presParOf" srcId="{644C255F-5764-AD44-B363-582F0246F339}" destId="{9F422072-8793-3945-A574-9BEF2CA9AF69}" srcOrd="0" destOrd="0" presId="urn:microsoft.com/office/officeart/2005/8/layout/hierarchy5"/>
    <dgm:cxn modelId="{CD82B3C7-6E6F-1D43-9EA9-78A20C3A8B1A}" type="presParOf" srcId="{9F422072-8793-3945-A574-9BEF2CA9AF69}" destId="{7DFDED8C-5B5E-3248-9C35-343FAC1D1ED5}" srcOrd="0" destOrd="0" presId="urn:microsoft.com/office/officeart/2005/8/layout/hierarchy5"/>
    <dgm:cxn modelId="{642532F1-45E6-E14B-B3AA-D0C1D9CE9BF7}" type="presParOf" srcId="{644C255F-5764-AD44-B363-582F0246F339}" destId="{CB0681EA-9380-414A-BDD5-5D45B14FAC23}" srcOrd="1" destOrd="0" presId="urn:microsoft.com/office/officeart/2005/8/layout/hierarchy5"/>
    <dgm:cxn modelId="{D12075A0-DF96-3E4F-AC4C-289746F5CE8D}" type="presParOf" srcId="{CB0681EA-9380-414A-BDD5-5D45B14FAC23}" destId="{27072FB2-AA70-0B42-8209-40CD36EC0342}" srcOrd="0" destOrd="0" presId="urn:microsoft.com/office/officeart/2005/8/layout/hierarchy5"/>
    <dgm:cxn modelId="{77E25EFF-9F8C-E54E-9486-C687434EE5E0}" type="presParOf" srcId="{CB0681EA-9380-414A-BDD5-5D45B14FAC23}" destId="{75968C84-FE25-F24E-A0DD-5BA3DEC2AA06}" srcOrd="1" destOrd="0" presId="urn:microsoft.com/office/officeart/2005/8/layout/hierarchy5"/>
    <dgm:cxn modelId="{DAC86E7A-71A8-0D45-84A8-0EACD81AFA11}" type="presParOf" srcId="{644C255F-5764-AD44-B363-582F0246F339}" destId="{6B6E02F7-EF8A-014D-B232-4B4AF36796C0}" srcOrd="2" destOrd="0" presId="urn:microsoft.com/office/officeart/2005/8/layout/hierarchy5"/>
    <dgm:cxn modelId="{E0BD5999-CE6C-9E42-99B9-15EC9429B30D}" type="presParOf" srcId="{6B6E02F7-EF8A-014D-B232-4B4AF36796C0}" destId="{EE4943FE-39BA-C44A-9739-E30FFB19C540}" srcOrd="0" destOrd="0" presId="urn:microsoft.com/office/officeart/2005/8/layout/hierarchy5"/>
    <dgm:cxn modelId="{31055325-FFF8-B647-BEDE-6458594DD4F6}" type="presParOf" srcId="{644C255F-5764-AD44-B363-582F0246F339}" destId="{827DF238-F01B-AF4B-A736-02BFA401948D}" srcOrd="3" destOrd="0" presId="urn:microsoft.com/office/officeart/2005/8/layout/hierarchy5"/>
    <dgm:cxn modelId="{282C01F4-B520-834A-AC7B-404D4C8374AB}" type="presParOf" srcId="{827DF238-F01B-AF4B-A736-02BFA401948D}" destId="{0A4B2E8D-11E8-0B43-B8E6-B0FC31F8806C}" srcOrd="0" destOrd="0" presId="urn:microsoft.com/office/officeart/2005/8/layout/hierarchy5"/>
    <dgm:cxn modelId="{B2A36F02-910F-2C4F-89AA-8BF209B5A317}" type="presParOf" srcId="{827DF238-F01B-AF4B-A736-02BFA401948D}" destId="{1C223557-383B-BE48-9ABE-D0A02DF0FC92}" srcOrd="1" destOrd="0" presId="urn:microsoft.com/office/officeart/2005/8/layout/hierarchy5"/>
    <dgm:cxn modelId="{CD5C42E2-89C5-E649-9255-FF1242C17E96}" type="presParOf" srcId="{644C255F-5764-AD44-B363-582F0246F339}" destId="{6BEF47CA-0CBD-2B44-96A6-C027A82559FD}" srcOrd="4" destOrd="0" presId="urn:microsoft.com/office/officeart/2005/8/layout/hierarchy5"/>
    <dgm:cxn modelId="{2D424DD3-3EB1-4D43-91B1-A8C9AF2857F7}" type="presParOf" srcId="{6BEF47CA-0CBD-2B44-96A6-C027A82559FD}" destId="{8FB34180-4636-BB45-9DD3-07197FCC8D9A}" srcOrd="0" destOrd="0" presId="urn:microsoft.com/office/officeart/2005/8/layout/hierarchy5"/>
    <dgm:cxn modelId="{06F9B33D-3FF6-1E4A-809A-AEE987FE87E9}" type="presParOf" srcId="{644C255F-5764-AD44-B363-582F0246F339}" destId="{053071C9-6D24-774F-8CEB-FB100F3C4CE4}" srcOrd="5" destOrd="0" presId="urn:microsoft.com/office/officeart/2005/8/layout/hierarchy5"/>
    <dgm:cxn modelId="{39B1759B-5914-2B4B-9786-F566C9CD61EE}" type="presParOf" srcId="{053071C9-6D24-774F-8CEB-FB100F3C4CE4}" destId="{71F696A8-4BBA-284A-A6A9-6E6BB10325F2}" srcOrd="0" destOrd="0" presId="urn:microsoft.com/office/officeart/2005/8/layout/hierarchy5"/>
    <dgm:cxn modelId="{4C1D4E5F-720C-1D4A-BE30-E54D9344DB35}" type="presParOf" srcId="{053071C9-6D24-774F-8CEB-FB100F3C4CE4}" destId="{AAF27DB8-D460-4C43-B054-EB3140EA55A6}" srcOrd="1" destOrd="0" presId="urn:microsoft.com/office/officeart/2005/8/layout/hierarchy5"/>
    <dgm:cxn modelId="{3E950B42-756B-FD4B-81FD-89AE7C3A22E6}" type="presParOf" srcId="{6D85F9F4-607F-AF45-9E26-9F3415EED225}" destId="{7E4385E9-8DDD-9946-8CBF-7161DBE0DB0A}" srcOrd="1" destOrd="0" presId="urn:microsoft.com/office/officeart/2005/8/layout/hierarchy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99EE2F2-96E3-E94E-AAF2-CDDA508BAD94}" type="doc">
      <dgm:prSet loTypeId="urn:microsoft.com/office/officeart/2005/8/layout/hProcess9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3B9C9C2-F8C7-0749-9652-0164D1693909}" type="pres">
      <dgm:prSet presAssocID="{A99EE2F2-96E3-E94E-AAF2-CDDA508BAD94}" presName="CompostProcess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6DB873E-21A1-144A-9AD7-E6EBFB71C30C}" type="pres">
      <dgm:prSet presAssocID="{A99EE2F2-96E3-E94E-AAF2-CDDA508BAD94}" presName="arrow" presStyleLbl="bgShp" presStyleIdx="0" presStyleCnt="1" custScaleX="113932" custLinFactNeighborX="5064"/>
      <dgm:spPr>
        <a:xfrm>
          <a:off x="114296" y="0"/>
          <a:ext cx="7010406" cy="3276600"/>
        </a:xfrm>
        <a:prstGeom prst="rightArrow">
          <a:avLst/>
        </a:prstGeom>
        <a:solidFill>
          <a:sysClr val="window" lastClr="FFFFFF"/>
        </a:solidFill>
        <a:ln>
          <a:solidFill>
            <a:srgbClr val="4F81BD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gm:spPr>
    </dgm:pt>
    <dgm:pt modelId="{A586CFED-CCBF-DB4B-8AE1-64958958146A}" type="pres">
      <dgm:prSet presAssocID="{A99EE2F2-96E3-E94E-AAF2-CDDA508BAD94}" presName="linearProcess" presStyleCnt="0"/>
      <dgm:spPr/>
    </dgm:pt>
  </dgm:ptLst>
  <dgm:cxnLst>
    <dgm:cxn modelId="{93E52592-810D-1943-9C80-4E5353568392}" type="presOf" srcId="{A99EE2F2-96E3-E94E-AAF2-CDDA508BAD94}" destId="{43B9C9C2-F8C7-0749-9652-0164D1693909}" srcOrd="0" destOrd="0" presId="urn:microsoft.com/office/officeart/2005/8/layout/hProcess9"/>
    <dgm:cxn modelId="{ADA15697-1C76-6540-A136-9E8F904349A5}" type="presParOf" srcId="{43B9C9C2-F8C7-0749-9652-0164D1693909}" destId="{36DB873E-21A1-144A-9AD7-E6EBFB71C30C}" srcOrd="0" destOrd="0" presId="urn:microsoft.com/office/officeart/2005/8/layout/hProcess9"/>
    <dgm:cxn modelId="{E0DCADAD-68A3-4946-8454-A514ED3F9EF8}" type="presParOf" srcId="{43B9C9C2-F8C7-0749-9652-0164D1693909}" destId="{A586CFED-CCBF-DB4B-8AE1-64958958146A}" srcOrd="1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9007BB0-3A6D-B942-AE4B-A89E9F6F0971}" type="doc">
      <dgm:prSet loTypeId="urn:microsoft.com/office/officeart/2005/8/layout/hList1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1725039-EDE0-0241-BB1F-68A904D35115}">
      <dgm:prSet/>
      <dgm:spPr>
        <a:xfrm>
          <a:off x="36" y="13551"/>
          <a:ext cx="3534490" cy="953416"/>
        </a:xfrm>
        <a:prstGeom prst="rect">
          <a:avLst/>
        </a:prstGeom>
        <a:gradFill rotWithShape="0">
          <a:gsLst>
            <a:gs pos="0">
              <a:srgbClr val="4F81BD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4F81BD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4F81BD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 w="9525" cap="flat" cmpd="sng" algn="ctr">
          <a:solidFill>
            <a:srgbClr val="4F81BD">
              <a:hueOff val="0"/>
              <a:satOff val="0"/>
              <a:lumOff val="0"/>
              <a:alphaOff val="0"/>
            </a:srgb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gm:spPr>
      <dgm:t>
        <a:bodyPr/>
        <a:lstStyle/>
        <a:p>
          <a:pPr rtl="0">
            <a:buNone/>
          </a:pPr>
          <a:r>
            <a:rPr lang="en-US" dirty="0" err="1" smtClean="0">
              <a:solidFill>
                <a:sysClr val="window" lastClr="FFFFFF"/>
              </a:solidFill>
              <a:latin typeface="Aptos" panose="020B0004020202020204" pitchFamily="34" charset="0"/>
              <a:ea typeface="+mn-ea"/>
              <a:cs typeface="+mn-cs"/>
            </a:rPr>
            <a:t>Interupsi</a:t>
          </a:r>
          <a:r>
            <a:rPr lang="en-US" dirty="0" smtClean="0">
              <a:solidFill>
                <a:sysClr val="window" lastClr="FFFFFF"/>
              </a:solidFill>
              <a:latin typeface="Aptos" panose="020B0004020202020204" pitchFamily="34" charset="0"/>
              <a:ea typeface="+mn-ea"/>
              <a:cs typeface="+mn-cs"/>
            </a:rPr>
            <a:t> </a:t>
          </a:r>
          <a:r>
            <a:rPr lang="en-US" dirty="0" err="1" smtClean="0">
              <a:solidFill>
                <a:sysClr val="window" lastClr="FFFFFF"/>
              </a:solidFill>
              <a:latin typeface="Aptos" panose="020B0004020202020204" pitchFamily="34" charset="0"/>
              <a:ea typeface="+mn-ea"/>
              <a:cs typeface="+mn-cs"/>
            </a:rPr>
            <a:t>terjadi</a:t>
          </a:r>
          <a:r>
            <a:rPr lang="en-US" dirty="0" smtClean="0">
              <a:solidFill>
                <a:sysClr val="window" lastClr="FFFFFF"/>
              </a:solidFill>
              <a:latin typeface="Aptos" panose="020B0004020202020204" pitchFamily="34" charset="0"/>
              <a:ea typeface="+mn-ea"/>
              <a:cs typeface="+mn-cs"/>
            </a:rPr>
            <a:t> </a:t>
          </a:r>
          <a:r>
            <a:rPr lang="en-US" dirty="0" err="1" smtClean="0">
              <a:solidFill>
                <a:sysClr val="window" lastClr="FFFFFF"/>
              </a:solidFill>
              <a:latin typeface="Aptos" panose="020B0004020202020204" pitchFamily="34" charset="0"/>
              <a:ea typeface="+mn-ea"/>
              <a:cs typeface="+mn-cs"/>
            </a:rPr>
            <a:t>saat</a:t>
          </a:r>
          <a:r>
            <a:rPr lang="en-US" dirty="0" smtClean="0">
              <a:solidFill>
                <a:sysClr val="window" lastClr="FFFFFF"/>
              </a:solidFill>
              <a:latin typeface="Aptos" panose="020B0004020202020204" pitchFamily="34" charset="0"/>
              <a:ea typeface="+mn-ea"/>
              <a:cs typeface="+mn-cs"/>
            </a:rPr>
            <a:t> </a:t>
          </a:r>
          <a:r>
            <a:rPr lang="en-US" dirty="0" err="1" smtClean="0">
              <a:solidFill>
                <a:sysClr val="window" lastClr="FFFFFF"/>
              </a:solidFill>
              <a:latin typeface="Aptos" panose="020B0004020202020204" pitchFamily="34" charset="0"/>
              <a:ea typeface="+mn-ea"/>
              <a:cs typeface="+mn-cs"/>
            </a:rPr>
            <a:t>interupsi</a:t>
          </a:r>
          <a:r>
            <a:rPr lang="en-US" dirty="0" smtClean="0">
              <a:solidFill>
                <a:sysClr val="window" lastClr="FFFFFF"/>
              </a:solidFill>
              <a:latin typeface="Aptos" panose="020B0004020202020204" pitchFamily="34" charset="0"/>
              <a:ea typeface="+mn-ea"/>
              <a:cs typeface="+mn-cs"/>
            </a:rPr>
            <a:t> lain </a:t>
          </a:r>
          <a:r>
            <a:rPr lang="en-US" dirty="0" err="1" smtClean="0">
              <a:solidFill>
                <a:sysClr val="window" lastClr="FFFFFF"/>
              </a:solidFill>
              <a:latin typeface="Aptos" panose="020B0004020202020204" pitchFamily="34" charset="0"/>
              <a:ea typeface="+mn-ea"/>
              <a:cs typeface="+mn-cs"/>
            </a:rPr>
            <a:t>sedang</a:t>
          </a:r>
          <a:r>
            <a:rPr lang="en-US" dirty="0" smtClean="0">
              <a:solidFill>
                <a:sysClr val="window" lastClr="FFFFFF"/>
              </a:solidFill>
              <a:latin typeface="Aptos" panose="020B0004020202020204" pitchFamily="34" charset="0"/>
              <a:ea typeface="+mn-ea"/>
              <a:cs typeface="+mn-cs"/>
            </a:rPr>
            <a:t> </a:t>
          </a:r>
          <a:r>
            <a:rPr lang="en-US" dirty="0" err="1" smtClean="0">
              <a:solidFill>
                <a:sysClr val="window" lastClr="FFFFFF"/>
              </a:solidFill>
              <a:latin typeface="Aptos" panose="020B0004020202020204" pitchFamily="34" charset="0"/>
              <a:ea typeface="+mn-ea"/>
              <a:cs typeface="+mn-cs"/>
            </a:rPr>
            <a:t>diproses</a:t>
          </a:r>
          <a:endParaRPr lang="en-NZ" dirty="0">
            <a:solidFill>
              <a:sysClr val="window" lastClr="FFFFFF"/>
            </a:solidFill>
            <a:latin typeface="Aptos" panose="020B0004020202020204" pitchFamily="34" charset="0"/>
            <a:ea typeface="+mn-ea"/>
            <a:cs typeface="+mn-cs"/>
          </a:endParaRPr>
        </a:p>
      </dgm:t>
    </dgm:pt>
    <dgm:pt modelId="{EACA4E9E-5792-7C41-A0BD-E3ACCECF2D7B}" type="parTrans" cxnId="{EC1CFC9B-3971-2D46-8932-AB30BFDD981D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DB0AAF0F-30D6-614C-B436-CC42338F5C78}" type="sibTrans" cxnId="{EC1CFC9B-3971-2D46-8932-AB30BFDD981D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19EFBAB3-8C73-4B4E-BFD4-390288903C8D}">
      <dgm:prSet custT="1"/>
      <dgm:spPr>
        <a:xfrm>
          <a:off x="1" y="980520"/>
          <a:ext cx="3534490" cy="1721114"/>
        </a:xfrm>
        <a:prstGeom prst="rect">
          <a:avLst/>
        </a:prstGeom>
        <a:solidFill>
          <a:sysClr val="window" lastClr="FFFFFF"/>
        </a:solidFill>
        <a:ln w="9525" cap="flat" cmpd="sng" algn="ctr">
          <a:solidFill>
            <a:srgbClr val="4F81BD"/>
          </a:solidFill>
          <a:prstDash val="solid"/>
        </a:ln>
        <a:effectLst/>
      </dgm:spPr>
      <dgm:t>
        <a:bodyPr/>
        <a:lstStyle/>
        <a:p>
          <a:pPr rtl="0">
            <a:buChar char="•"/>
          </a:pPr>
          <a:r>
            <a:rPr lang="en-US" sz="3600" dirty="0" err="1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ptos" panose="020B0004020202020204" pitchFamily="34" charset="0"/>
              <a:ea typeface="+mn-ea"/>
              <a:cs typeface="+mn-cs"/>
            </a:rPr>
            <a:t>Contoh</a:t>
          </a:r>
          <a:r>
            <a:rPr lang="en-US" sz="36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ptos" panose="020B0004020202020204" pitchFamily="34" charset="0"/>
              <a:ea typeface="+mn-ea"/>
              <a:cs typeface="+mn-cs"/>
            </a:rPr>
            <a:t>: </a:t>
          </a:r>
          <a:r>
            <a:rPr lang="en-US" sz="3600" b="1" dirty="0" err="1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ptos" panose="020B0004020202020204" pitchFamily="34" charset="0"/>
              <a:ea typeface="+mn-ea"/>
              <a:cs typeface="+mn-cs"/>
            </a:rPr>
            <a:t>Perangkat</a:t>
          </a:r>
          <a:r>
            <a:rPr lang="en-US" sz="3600" b="1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ptos" panose="020B0004020202020204" pitchFamily="34" charset="0"/>
              <a:ea typeface="+mn-ea"/>
              <a:cs typeface="+mn-cs"/>
            </a:rPr>
            <a:t> Printer </a:t>
          </a:r>
          <a:r>
            <a:rPr lang="en-US" sz="36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ptos" panose="020B0004020202020204" pitchFamily="34" charset="0"/>
              <a:ea typeface="+mn-ea"/>
              <a:cs typeface="+mn-cs"/>
            </a:rPr>
            <a:t>yang </a:t>
          </a:r>
          <a:r>
            <a:rPr lang="en-US" sz="3600" dirty="0" err="1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ptos" panose="020B0004020202020204" pitchFamily="34" charset="0"/>
              <a:ea typeface="+mn-ea"/>
              <a:cs typeface="+mn-cs"/>
            </a:rPr>
            <a:t>menerima</a:t>
          </a:r>
          <a:r>
            <a:rPr lang="en-US" sz="36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ptos" panose="020B0004020202020204" pitchFamily="34" charset="0"/>
              <a:ea typeface="+mn-ea"/>
              <a:cs typeface="+mn-cs"/>
            </a:rPr>
            <a:t> data </a:t>
          </a:r>
          <a:r>
            <a:rPr lang="en-US" sz="3600" dirty="0" err="1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ptos" panose="020B0004020202020204" pitchFamily="34" charset="0"/>
              <a:ea typeface="+mn-ea"/>
              <a:cs typeface="+mn-cs"/>
            </a:rPr>
            <a:t>dari</a:t>
          </a:r>
          <a:r>
            <a:rPr lang="en-US" sz="36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ptos" panose="020B0004020202020204" pitchFamily="34" charset="0"/>
              <a:ea typeface="+mn-ea"/>
              <a:cs typeface="+mn-cs"/>
            </a:rPr>
            <a:t> </a:t>
          </a:r>
          <a:r>
            <a:rPr lang="en-US" sz="3600" dirty="0" err="1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ptos" panose="020B0004020202020204" pitchFamily="34" charset="0"/>
              <a:ea typeface="+mn-ea"/>
              <a:cs typeface="+mn-cs"/>
            </a:rPr>
            <a:t>jalur</a:t>
          </a:r>
          <a:r>
            <a:rPr lang="en-US" sz="36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ptos" panose="020B0004020202020204" pitchFamily="34" charset="0"/>
              <a:ea typeface="+mn-ea"/>
              <a:cs typeface="+mn-cs"/>
            </a:rPr>
            <a:t> </a:t>
          </a:r>
          <a:r>
            <a:rPr lang="en-US" sz="3600" dirty="0" err="1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ptos" panose="020B0004020202020204" pitchFamily="34" charset="0"/>
              <a:ea typeface="+mn-ea"/>
              <a:cs typeface="+mn-cs"/>
            </a:rPr>
            <a:t>komunikasi</a:t>
          </a:r>
          <a:r>
            <a:rPr lang="en-US" sz="36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ptos" panose="020B0004020202020204" pitchFamily="34" charset="0"/>
              <a:ea typeface="+mn-ea"/>
              <a:cs typeface="+mn-cs"/>
            </a:rPr>
            <a:t> </a:t>
          </a:r>
          <a:r>
            <a:rPr lang="en-US" sz="3600" dirty="0" err="1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ptos" panose="020B0004020202020204" pitchFamily="34" charset="0"/>
              <a:ea typeface="+mn-ea"/>
              <a:cs typeface="+mn-cs"/>
            </a:rPr>
            <a:t>berbeda</a:t>
          </a:r>
          <a:r>
            <a:rPr lang="en-US" sz="36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ptos" panose="020B0004020202020204" pitchFamily="34" charset="0"/>
              <a:ea typeface="+mn-ea"/>
              <a:cs typeface="+mn-cs"/>
            </a:rPr>
            <a:t> </a:t>
          </a:r>
          <a:r>
            <a:rPr lang="en-US" sz="3600" dirty="0" err="1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ptos" panose="020B0004020202020204" pitchFamily="34" charset="0"/>
              <a:ea typeface="+mn-ea"/>
              <a:cs typeface="+mn-cs"/>
            </a:rPr>
            <a:t>dan</a:t>
          </a:r>
          <a:r>
            <a:rPr lang="en-US" sz="36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ptos" panose="020B0004020202020204" pitchFamily="34" charset="0"/>
              <a:ea typeface="+mn-ea"/>
              <a:cs typeface="+mn-cs"/>
            </a:rPr>
            <a:t> </a:t>
          </a:r>
          <a:r>
            <a:rPr lang="en-US" sz="3600" dirty="0" err="1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ptos" panose="020B0004020202020204" pitchFamily="34" charset="0"/>
              <a:ea typeface="+mn-ea"/>
              <a:cs typeface="+mn-cs"/>
            </a:rPr>
            <a:t>mencetak</a:t>
          </a:r>
          <a:r>
            <a:rPr lang="en-US" sz="36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ptos" panose="020B0004020202020204" pitchFamily="34" charset="0"/>
              <a:ea typeface="+mn-ea"/>
              <a:cs typeface="+mn-cs"/>
            </a:rPr>
            <a:t> </a:t>
          </a:r>
          <a:r>
            <a:rPr lang="en-US" sz="3600" dirty="0" err="1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ptos" panose="020B0004020202020204" pitchFamily="34" charset="0"/>
              <a:ea typeface="+mn-ea"/>
              <a:cs typeface="+mn-cs"/>
            </a:rPr>
            <a:t>hasil</a:t>
          </a:r>
          <a:r>
            <a:rPr lang="en-US" sz="36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ptos" panose="020B0004020202020204" pitchFamily="34" charset="0"/>
              <a:ea typeface="+mn-ea"/>
              <a:cs typeface="+mn-cs"/>
            </a:rPr>
            <a:t> </a:t>
          </a:r>
          <a:r>
            <a:rPr lang="en-US" sz="3600" dirty="0" err="1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ptos" panose="020B0004020202020204" pitchFamily="34" charset="0"/>
              <a:ea typeface="+mn-ea"/>
              <a:cs typeface="+mn-cs"/>
            </a:rPr>
            <a:t>pada</a:t>
          </a:r>
          <a:r>
            <a:rPr lang="en-US" sz="36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ptos" panose="020B0004020202020204" pitchFamily="34" charset="0"/>
              <a:ea typeface="+mn-ea"/>
              <a:cs typeface="+mn-cs"/>
            </a:rPr>
            <a:t> </a:t>
          </a:r>
          <a:r>
            <a:rPr lang="en-US" sz="3600" dirty="0" err="1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ptos" panose="020B0004020202020204" pitchFamily="34" charset="0"/>
              <a:ea typeface="+mn-ea"/>
              <a:cs typeface="+mn-cs"/>
            </a:rPr>
            <a:t>saat</a:t>
          </a:r>
          <a:r>
            <a:rPr lang="en-US" sz="36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ptos" panose="020B0004020202020204" pitchFamily="34" charset="0"/>
              <a:ea typeface="+mn-ea"/>
              <a:cs typeface="+mn-cs"/>
            </a:rPr>
            <a:t> yang </a:t>
          </a:r>
          <a:r>
            <a:rPr lang="en-US" sz="3600" dirty="0" err="1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ptos" panose="020B0004020202020204" pitchFamily="34" charset="0"/>
              <a:ea typeface="+mn-ea"/>
              <a:cs typeface="+mn-cs"/>
            </a:rPr>
            <a:t>bersamaan</a:t>
          </a:r>
          <a:endParaRPr lang="en-US" sz="36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Aptos" panose="020B0004020202020204" pitchFamily="34" charset="0"/>
            <a:ea typeface="+mn-ea"/>
            <a:cs typeface="+mn-cs"/>
          </a:endParaRPr>
        </a:p>
      </dgm:t>
    </dgm:pt>
    <dgm:pt modelId="{AB70C653-986A-0A41-BF91-176B6CB57711}" type="parTrans" cxnId="{9ADDE226-1382-3142-A6CB-03D80A59193D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21531D86-4A75-834D-B047-A359759A7B04}" type="sibTrans" cxnId="{9ADDE226-1382-3142-A6CB-03D80A59193D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C034143B-51AE-A74F-A366-CED5E94A34DC}">
      <dgm:prSet/>
      <dgm:spPr>
        <a:xfrm>
          <a:off x="4029355" y="13551"/>
          <a:ext cx="3534490" cy="953416"/>
        </a:xfrm>
        <a:prstGeom prst="rect">
          <a:avLst/>
        </a:prstGeom>
        <a:gradFill rotWithShape="0">
          <a:gsLst>
            <a:gs pos="0">
              <a:srgbClr val="4F81BD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4F81BD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4F81BD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 w="9525" cap="flat" cmpd="sng" algn="ctr">
          <a:solidFill>
            <a:srgbClr val="4F81BD">
              <a:hueOff val="0"/>
              <a:satOff val="0"/>
              <a:lumOff val="0"/>
              <a:alphaOff val="0"/>
            </a:srgb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gm:spPr>
      <dgm:t>
        <a:bodyPr/>
        <a:lstStyle/>
        <a:p>
          <a:pPr rtl="0">
            <a:buNone/>
          </a:pPr>
          <a:r>
            <a:rPr lang="en-NZ" dirty="0" err="1" smtClean="0">
              <a:solidFill>
                <a:sysClr val="window" lastClr="FFFFFF"/>
              </a:solidFill>
              <a:latin typeface="Aptos" panose="020B0004020202020204" pitchFamily="34" charset="0"/>
              <a:ea typeface="+mn-ea"/>
              <a:cs typeface="+mn-cs"/>
            </a:rPr>
            <a:t>Terdapat</a:t>
          </a:r>
          <a:r>
            <a:rPr lang="en-NZ" dirty="0" smtClean="0">
              <a:solidFill>
                <a:sysClr val="window" lastClr="FFFFFF"/>
              </a:solidFill>
              <a:latin typeface="Aptos" panose="020B0004020202020204" pitchFamily="34" charset="0"/>
              <a:ea typeface="+mn-ea"/>
              <a:cs typeface="+mn-cs"/>
            </a:rPr>
            <a:t> 2 </a:t>
          </a:r>
          <a:r>
            <a:rPr lang="en-NZ" dirty="0" err="1" smtClean="0">
              <a:solidFill>
                <a:sysClr val="window" lastClr="FFFFFF"/>
              </a:solidFill>
              <a:latin typeface="Aptos" panose="020B0004020202020204" pitchFamily="34" charset="0"/>
              <a:ea typeface="+mn-ea"/>
              <a:cs typeface="+mn-cs"/>
            </a:rPr>
            <a:t>pendekatan</a:t>
          </a:r>
          <a:r>
            <a:rPr lang="en-NZ" dirty="0" smtClean="0">
              <a:solidFill>
                <a:sysClr val="window" lastClr="FFFFFF"/>
              </a:solidFill>
              <a:latin typeface="Aptos" panose="020B0004020202020204" pitchFamily="34" charset="0"/>
              <a:ea typeface="+mn-ea"/>
              <a:cs typeface="+mn-cs"/>
            </a:rPr>
            <a:t>:</a:t>
          </a:r>
          <a:endParaRPr lang="en-NZ" dirty="0">
            <a:solidFill>
              <a:sysClr val="window" lastClr="FFFFFF"/>
            </a:solidFill>
            <a:latin typeface="Aptos" panose="020B0004020202020204" pitchFamily="34" charset="0"/>
            <a:ea typeface="+mn-ea"/>
            <a:cs typeface="+mn-cs"/>
          </a:endParaRPr>
        </a:p>
      </dgm:t>
    </dgm:pt>
    <dgm:pt modelId="{2C83A6C7-D690-1543-A630-D5F247466812}" type="parTrans" cxnId="{5F3207B6-466B-4248-9808-2EAD00D83004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7FACD8FA-F9F3-784A-8D9D-62C74599412A}" type="sibTrans" cxnId="{5F3207B6-466B-4248-9808-2EAD00D83004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7B979FB0-5748-5947-87A5-F4D24F0FB489}">
      <dgm:prSet custT="1"/>
      <dgm:spPr>
        <a:xfrm>
          <a:off x="4029355" y="966968"/>
          <a:ext cx="3534490" cy="1721114"/>
        </a:xfrm>
        <a:prstGeom prst="rect">
          <a:avLst/>
        </a:prstGeom>
        <a:solidFill>
          <a:sysClr val="window" lastClr="FFFFFF"/>
        </a:solidFill>
        <a:ln w="9525" cap="flat" cmpd="sng" algn="ctr">
          <a:solidFill>
            <a:srgbClr val="4F81BD"/>
          </a:solidFill>
          <a:prstDash val="solid"/>
        </a:ln>
        <a:effectLst/>
      </dgm:spPr>
      <dgm:t>
        <a:bodyPr/>
        <a:lstStyle/>
        <a:p>
          <a:pPr rtl="0">
            <a:buChar char="•"/>
          </a:pPr>
          <a:r>
            <a:rPr lang="en-US" sz="3600" dirty="0" err="1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ptos" panose="020B0004020202020204" pitchFamily="34" charset="0"/>
              <a:ea typeface="+mn-ea"/>
              <a:cs typeface="+mn-cs"/>
            </a:rPr>
            <a:t>Nonaktifkan</a:t>
          </a:r>
          <a:r>
            <a:rPr lang="en-US" sz="36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ptos" panose="020B0004020202020204" pitchFamily="34" charset="0"/>
              <a:ea typeface="+mn-ea"/>
              <a:cs typeface="+mn-cs"/>
            </a:rPr>
            <a:t> </a:t>
          </a:r>
          <a:r>
            <a:rPr lang="en-US" sz="3600" dirty="0" err="1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ptos" panose="020B0004020202020204" pitchFamily="34" charset="0"/>
              <a:ea typeface="+mn-ea"/>
              <a:cs typeface="+mn-cs"/>
            </a:rPr>
            <a:t>interupsi</a:t>
          </a:r>
          <a:r>
            <a:rPr lang="en-US" sz="36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ptos" panose="020B0004020202020204" pitchFamily="34" charset="0"/>
              <a:ea typeface="+mn-ea"/>
              <a:cs typeface="+mn-cs"/>
            </a:rPr>
            <a:t> </a:t>
          </a:r>
          <a:r>
            <a:rPr lang="en-US" sz="3600" dirty="0" err="1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ptos" panose="020B0004020202020204" pitchFamily="34" charset="0"/>
              <a:ea typeface="+mn-ea"/>
              <a:cs typeface="+mn-cs"/>
            </a:rPr>
            <a:t>saat</a:t>
          </a:r>
          <a:r>
            <a:rPr lang="en-US" sz="36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ptos" panose="020B0004020202020204" pitchFamily="34" charset="0"/>
              <a:ea typeface="+mn-ea"/>
              <a:cs typeface="+mn-cs"/>
            </a:rPr>
            <a:t> </a:t>
          </a:r>
          <a:r>
            <a:rPr lang="en-US" sz="3600" dirty="0" err="1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ptos" panose="020B0004020202020204" pitchFamily="34" charset="0"/>
              <a:ea typeface="+mn-ea"/>
              <a:cs typeface="+mn-cs"/>
            </a:rPr>
            <a:t>interupsi</a:t>
          </a:r>
          <a:r>
            <a:rPr lang="en-US" sz="36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ptos" panose="020B0004020202020204" pitchFamily="34" charset="0"/>
              <a:ea typeface="+mn-ea"/>
              <a:cs typeface="+mn-cs"/>
            </a:rPr>
            <a:t> </a:t>
          </a:r>
          <a:r>
            <a:rPr lang="en-US" sz="3600" dirty="0" err="1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ptos" panose="020B0004020202020204" pitchFamily="34" charset="0"/>
              <a:ea typeface="+mn-ea"/>
              <a:cs typeface="+mn-cs"/>
            </a:rPr>
            <a:t>sedang</a:t>
          </a:r>
          <a:r>
            <a:rPr lang="en-US" sz="36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ptos" panose="020B0004020202020204" pitchFamily="34" charset="0"/>
              <a:ea typeface="+mn-ea"/>
              <a:cs typeface="+mn-cs"/>
            </a:rPr>
            <a:t> </a:t>
          </a:r>
          <a:r>
            <a:rPr lang="en-US" sz="3600" dirty="0" err="1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ptos" panose="020B0004020202020204" pitchFamily="34" charset="0"/>
              <a:ea typeface="+mn-ea"/>
              <a:cs typeface="+mn-cs"/>
            </a:rPr>
            <a:t>diproses</a:t>
          </a:r>
          <a:endParaRPr lang="en-NZ" sz="36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Aptos" panose="020B0004020202020204" pitchFamily="34" charset="0"/>
            <a:ea typeface="+mn-ea"/>
            <a:cs typeface="+mn-cs"/>
          </a:endParaRPr>
        </a:p>
      </dgm:t>
    </dgm:pt>
    <dgm:pt modelId="{56AEADFE-06B9-B34E-9098-01E8E588C57E}" type="parTrans" cxnId="{3B8B81F0-858B-884F-9FA3-B544C6E3CA08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D2C7F174-6682-9947-AACC-2890FA793CB2}" type="sibTrans" cxnId="{3B8B81F0-858B-884F-9FA3-B544C6E3CA08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C8AC9EE9-B6CC-7C46-B15E-2C7B9AEF8A70}">
      <dgm:prSet custT="1"/>
      <dgm:spPr>
        <a:xfrm>
          <a:off x="4029355" y="966968"/>
          <a:ext cx="3534490" cy="1721114"/>
        </a:xfrm>
        <a:prstGeom prst="rect">
          <a:avLst/>
        </a:prstGeom>
        <a:solidFill>
          <a:sysClr val="window" lastClr="FFFFFF"/>
        </a:solidFill>
        <a:ln w="9525" cap="flat" cmpd="sng" algn="ctr">
          <a:solidFill>
            <a:srgbClr val="4F81BD"/>
          </a:solidFill>
          <a:prstDash val="solid"/>
        </a:ln>
        <a:effectLst/>
      </dgm:spPr>
      <dgm:t>
        <a:bodyPr/>
        <a:lstStyle/>
        <a:p>
          <a:pPr rtl="0">
            <a:buChar char="•"/>
          </a:pPr>
          <a:r>
            <a:rPr lang="en-US" sz="3600" dirty="0" err="1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ptos" panose="020B0004020202020204" pitchFamily="34" charset="0"/>
              <a:ea typeface="+mn-ea"/>
              <a:cs typeface="+mn-cs"/>
            </a:rPr>
            <a:t>Gunakan</a:t>
          </a:r>
          <a:r>
            <a:rPr lang="en-US" sz="36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ptos" panose="020B0004020202020204" pitchFamily="34" charset="0"/>
              <a:ea typeface="+mn-ea"/>
              <a:cs typeface="+mn-cs"/>
            </a:rPr>
            <a:t> </a:t>
          </a:r>
          <a:r>
            <a:rPr lang="en-US" sz="3600" dirty="0" err="1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ptos" panose="020B0004020202020204" pitchFamily="34" charset="0"/>
              <a:ea typeface="+mn-ea"/>
              <a:cs typeface="+mn-cs"/>
            </a:rPr>
            <a:t>skema</a:t>
          </a:r>
          <a:r>
            <a:rPr lang="en-US" sz="36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ptos" panose="020B0004020202020204" pitchFamily="34" charset="0"/>
              <a:ea typeface="+mn-ea"/>
              <a:cs typeface="+mn-cs"/>
            </a:rPr>
            <a:t> </a:t>
          </a:r>
          <a:r>
            <a:rPr lang="en-US" sz="3600" dirty="0" err="1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ptos" panose="020B0004020202020204" pitchFamily="34" charset="0"/>
              <a:ea typeface="+mn-ea"/>
              <a:cs typeface="+mn-cs"/>
            </a:rPr>
            <a:t>prioritas</a:t>
          </a:r>
          <a:endParaRPr lang="en-US" sz="36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Aptos" panose="020B0004020202020204" pitchFamily="34" charset="0"/>
            <a:ea typeface="+mn-ea"/>
            <a:cs typeface="+mn-cs"/>
          </a:endParaRPr>
        </a:p>
      </dgm:t>
    </dgm:pt>
    <dgm:pt modelId="{0EEAC409-36B0-2947-BBD4-21BEE30775B9}" type="parTrans" cxnId="{368BF2E9-83B0-2D46-8C5A-D52EDE9812CF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548D858A-F6C1-2E42-B8C6-F7CBA0C9A3E3}" type="sibTrans" cxnId="{368BF2E9-83B0-2D46-8C5A-D52EDE9812CF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D5A35BEA-5153-D24B-B1DD-2371FF44373E}" type="pres">
      <dgm:prSet presAssocID="{69007BB0-3A6D-B942-AE4B-A89E9F6F0971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78A52B61-466F-B14A-AC04-BAA0198028DA}" type="pres">
      <dgm:prSet presAssocID="{61725039-EDE0-0241-BB1F-68A904D35115}" presName="composite" presStyleCnt="0"/>
      <dgm:spPr/>
    </dgm:pt>
    <dgm:pt modelId="{A80F1619-2A2E-4440-879E-1CD49AE3B62E}" type="pres">
      <dgm:prSet presAssocID="{61725039-EDE0-0241-BB1F-68A904D35115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AEBF06E-CDBA-5D42-ACA0-CDB013F15D32}" type="pres">
      <dgm:prSet presAssocID="{61725039-EDE0-0241-BB1F-68A904D35115}" presName="desTx" presStyleLbl="alignAccFollowNode1" presStyleIdx="0" presStyleCnt="2" custLinFactNeighborX="-1" custLinFactNeighborY="106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C923A7D-FF3A-FC49-821C-27A212E30EBF}" type="pres">
      <dgm:prSet presAssocID="{DB0AAF0F-30D6-614C-B436-CC42338F5C78}" presName="space" presStyleCnt="0"/>
      <dgm:spPr/>
    </dgm:pt>
    <dgm:pt modelId="{5307D3CF-80ED-384B-BC82-27D638A22E40}" type="pres">
      <dgm:prSet presAssocID="{C034143B-51AE-A74F-A366-CED5E94A34DC}" presName="composite" presStyleCnt="0"/>
      <dgm:spPr/>
    </dgm:pt>
    <dgm:pt modelId="{05EE9C55-7598-D34F-BE05-E40A82C0CF1B}" type="pres">
      <dgm:prSet presAssocID="{C034143B-51AE-A74F-A366-CED5E94A34DC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584F76F-3CB1-A44A-BC5D-6B2AE9488314}" type="pres">
      <dgm:prSet presAssocID="{C034143B-51AE-A74F-A366-CED5E94A34DC}" presName="desTx" presStyleLbl="align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0183FEE-9F26-C64E-A4AE-ABE1B1B78026}" type="presOf" srcId="{69007BB0-3A6D-B942-AE4B-A89E9F6F0971}" destId="{D5A35BEA-5153-D24B-B1DD-2371FF44373E}" srcOrd="0" destOrd="0" presId="urn:microsoft.com/office/officeart/2005/8/layout/hList1"/>
    <dgm:cxn modelId="{368BF2E9-83B0-2D46-8C5A-D52EDE9812CF}" srcId="{C034143B-51AE-A74F-A366-CED5E94A34DC}" destId="{C8AC9EE9-B6CC-7C46-B15E-2C7B9AEF8A70}" srcOrd="1" destOrd="0" parTransId="{0EEAC409-36B0-2947-BBD4-21BEE30775B9}" sibTransId="{548D858A-F6C1-2E42-B8C6-F7CBA0C9A3E3}"/>
    <dgm:cxn modelId="{9ADDE226-1382-3142-A6CB-03D80A59193D}" srcId="{61725039-EDE0-0241-BB1F-68A904D35115}" destId="{19EFBAB3-8C73-4B4E-BFD4-390288903C8D}" srcOrd="0" destOrd="0" parTransId="{AB70C653-986A-0A41-BF91-176B6CB57711}" sibTransId="{21531D86-4A75-834D-B047-A359759A7B04}"/>
    <dgm:cxn modelId="{0BD26519-EF88-C84C-BF99-B5664EFC962C}" type="presOf" srcId="{19EFBAB3-8C73-4B4E-BFD4-390288903C8D}" destId="{EAEBF06E-CDBA-5D42-ACA0-CDB013F15D32}" srcOrd="0" destOrd="0" presId="urn:microsoft.com/office/officeart/2005/8/layout/hList1"/>
    <dgm:cxn modelId="{46B6AF9F-5310-7B45-9BFF-3B8CE7BD6BF6}" type="presOf" srcId="{7B979FB0-5748-5947-87A5-F4D24F0FB489}" destId="{2584F76F-3CB1-A44A-BC5D-6B2AE9488314}" srcOrd="0" destOrd="0" presId="urn:microsoft.com/office/officeart/2005/8/layout/hList1"/>
    <dgm:cxn modelId="{F46A0B17-70D3-5341-BB53-E49E221AFA8F}" type="presOf" srcId="{61725039-EDE0-0241-BB1F-68A904D35115}" destId="{A80F1619-2A2E-4440-879E-1CD49AE3B62E}" srcOrd="0" destOrd="0" presId="urn:microsoft.com/office/officeart/2005/8/layout/hList1"/>
    <dgm:cxn modelId="{3B8B81F0-858B-884F-9FA3-B544C6E3CA08}" srcId="{C034143B-51AE-A74F-A366-CED5E94A34DC}" destId="{7B979FB0-5748-5947-87A5-F4D24F0FB489}" srcOrd="0" destOrd="0" parTransId="{56AEADFE-06B9-B34E-9098-01E8E588C57E}" sibTransId="{D2C7F174-6682-9947-AACC-2890FA793CB2}"/>
    <dgm:cxn modelId="{75487FEF-DAAA-084B-BC37-A6646C75B3AE}" type="presOf" srcId="{C8AC9EE9-B6CC-7C46-B15E-2C7B9AEF8A70}" destId="{2584F76F-3CB1-A44A-BC5D-6B2AE9488314}" srcOrd="0" destOrd="1" presId="urn:microsoft.com/office/officeart/2005/8/layout/hList1"/>
    <dgm:cxn modelId="{EC1CFC9B-3971-2D46-8932-AB30BFDD981D}" srcId="{69007BB0-3A6D-B942-AE4B-A89E9F6F0971}" destId="{61725039-EDE0-0241-BB1F-68A904D35115}" srcOrd="0" destOrd="0" parTransId="{EACA4E9E-5792-7C41-A0BD-E3ACCECF2D7B}" sibTransId="{DB0AAF0F-30D6-614C-B436-CC42338F5C78}"/>
    <dgm:cxn modelId="{115B6332-2489-4D4D-9686-EC9CD015E505}" type="presOf" srcId="{C034143B-51AE-A74F-A366-CED5E94A34DC}" destId="{05EE9C55-7598-D34F-BE05-E40A82C0CF1B}" srcOrd="0" destOrd="0" presId="urn:microsoft.com/office/officeart/2005/8/layout/hList1"/>
    <dgm:cxn modelId="{5F3207B6-466B-4248-9808-2EAD00D83004}" srcId="{69007BB0-3A6D-B942-AE4B-A89E9F6F0971}" destId="{C034143B-51AE-A74F-A366-CED5E94A34DC}" srcOrd="1" destOrd="0" parTransId="{2C83A6C7-D690-1543-A630-D5F247466812}" sibTransId="{7FACD8FA-F9F3-784A-8D9D-62C74599412A}"/>
    <dgm:cxn modelId="{627066A3-DE85-E54F-970A-F14696023ADF}" type="presParOf" srcId="{D5A35BEA-5153-D24B-B1DD-2371FF44373E}" destId="{78A52B61-466F-B14A-AC04-BAA0198028DA}" srcOrd="0" destOrd="0" presId="urn:microsoft.com/office/officeart/2005/8/layout/hList1"/>
    <dgm:cxn modelId="{C901B5C2-C561-4440-8416-0EA8F206F6B9}" type="presParOf" srcId="{78A52B61-466F-B14A-AC04-BAA0198028DA}" destId="{A80F1619-2A2E-4440-879E-1CD49AE3B62E}" srcOrd="0" destOrd="0" presId="urn:microsoft.com/office/officeart/2005/8/layout/hList1"/>
    <dgm:cxn modelId="{DF14B50A-DE29-EB40-906F-7D49B071022D}" type="presParOf" srcId="{78A52B61-466F-B14A-AC04-BAA0198028DA}" destId="{EAEBF06E-CDBA-5D42-ACA0-CDB013F15D32}" srcOrd="1" destOrd="0" presId="urn:microsoft.com/office/officeart/2005/8/layout/hList1"/>
    <dgm:cxn modelId="{AC339545-FB53-044D-8795-D835DC34389F}" type="presParOf" srcId="{D5A35BEA-5153-D24B-B1DD-2371FF44373E}" destId="{1C923A7D-FF3A-FC49-821C-27A212E30EBF}" srcOrd="1" destOrd="0" presId="urn:microsoft.com/office/officeart/2005/8/layout/hList1"/>
    <dgm:cxn modelId="{45AFB70F-C938-204B-AD70-C17CE6F3F876}" type="presParOf" srcId="{D5A35BEA-5153-D24B-B1DD-2371FF44373E}" destId="{5307D3CF-80ED-384B-BC82-27D638A22E40}" srcOrd="2" destOrd="0" presId="urn:microsoft.com/office/officeart/2005/8/layout/hList1"/>
    <dgm:cxn modelId="{1A9E3EBF-CF72-134A-8AE1-54864F9A3734}" type="presParOf" srcId="{5307D3CF-80ED-384B-BC82-27D638A22E40}" destId="{05EE9C55-7598-D34F-BE05-E40A82C0CF1B}" srcOrd="0" destOrd="0" presId="urn:microsoft.com/office/officeart/2005/8/layout/hList1"/>
    <dgm:cxn modelId="{E2C09DBC-4567-2F44-9C98-95162702F3DA}" type="presParOf" srcId="{5307D3CF-80ED-384B-BC82-27D638A22E40}" destId="{2584F76F-3CB1-A44A-BC5D-6B2AE9488314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030FF1-2507-9F49-A591-07E6CEF78234}">
      <dsp:nvSpPr>
        <dsp:cNvPr id="0" name=""/>
        <dsp:cNvSpPr/>
      </dsp:nvSpPr>
      <dsp:spPr>
        <a:xfrm>
          <a:off x="2082911" y="188159"/>
          <a:ext cx="3454473" cy="2193590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4F81BD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4F81BD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4F81BD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F419C36-6726-324B-979F-AB0836BDCF1F}">
      <dsp:nvSpPr>
        <dsp:cNvPr id="0" name=""/>
        <dsp:cNvSpPr/>
      </dsp:nvSpPr>
      <dsp:spPr>
        <a:xfrm>
          <a:off x="2466741" y="552797"/>
          <a:ext cx="3454473" cy="2193590"/>
        </a:xfrm>
        <a:prstGeom prst="roundRect">
          <a:avLst>
            <a:gd name="adj" fmla="val 10000"/>
          </a:avLst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9525" cap="flat" cmpd="sng" algn="ctr">
          <a:solidFill>
            <a:srgbClr val="4F81BD"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b="1" i="0" kern="1200" dirty="0">
              <a:solidFill>
                <a:sysClr val="windowText" lastClr="000000"/>
              </a:solidFill>
              <a:latin typeface="Aptos" panose="020B0004020202020204" pitchFamily="34" charset="0"/>
              <a:ea typeface="+mn-ea"/>
              <a:cs typeface="+mn-cs"/>
            </a:rPr>
            <a:t>Processor</a:t>
          </a:r>
        </a:p>
      </dsp:txBody>
      <dsp:txXfrm>
        <a:off x="2530989" y="617045"/>
        <a:ext cx="3325977" cy="2065094"/>
      </dsp:txXfrm>
    </dsp:sp>
    <dsp:sp modelId="{E9749119-7A06-4840-B0C1-953DEC1D0D5B}">
      <dsp:nvSpPr>
        <dsp:cNvPr id="0" name=""/>
        <dsp:cNvSpPr/>
      </dsp:nvSpPr>
      <dsp:spPr>
        <a:xfrm>
          <a:off x="2380453" y="4502733"/>
          <a:ext cx="3454473" cy="2193590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4F81BD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4F81BD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4F81BD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314E1AC-3785-F44A-B4FB-B71FE99B7F60}">
      <dsp:nvSpPr>
        <dsp:cNvPr id="0" name=""/>
        <dsp:cNvSpPr/>
      </dsp:nvSpPr>
      <dsp:spPr>
        <a:xfrm>
          <a:off x="2764283" y="4867371"/>
          <a:ext cx="3454473" cy="2193590"/>
        </a:xfrm>
        <a:prstGeom prst="roundRect">
          <a:avLst>
            <a:gd name="adj" fmla="val 10000"/>
          </a:avLst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9525" cap="flat" cmpd="sng" algn="ctr">
          <a:solidFill>
            <a:srgbClr val="4F81BD"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b="1" i="0" kern="1200" dirty="0">
              <a:solidFill>
                <a:sysClr val="windowText" lastClr="000000"/>
              </a:solidFill>
              <a:latin typeface="Aptos" panose="020B0004020202020204" pitchFamily="34" charset="0"/>
              <a:ea typeface="+mn-ea"/>
              <a:cs typeface="+mn-cs"/>
            </a:rPr>
            <a:t>Main Memory</a:t>
          </a:r>
        </a:p>
      </dsp:txBody>
      <dsp:txXfrm>
        <a:off x="2828531" y="4931619"/>
        <a:ext cx="3325977" cy="2065094"/>
      </dsp:txXfrm>
    </dsp:sp>
    <dsp:sp modelId="{14FC8863-8EE5-694D-9DC7-A04C4A3B1E88}">
      <dsp:nvSpPr>
        <dsp:cNvPr id="0" name=""/>
        <dsp:cNvSpPr/>
      </dsp:nvSpPr>
      <dsp:spPr>
        <a:xfrm>
          <a:off x="10265711" y="39389"/>
          <a:ext cx="3454473" cy="2193590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4F81BD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4F81BD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4F81BD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2104015-BE93-8649-B182-2B94DB828B9A}">
      <dsp:nvSpPr>
        <dsp:cNvPr id="0" name=""/>
        <dsp:cNvSpPr/>
      </dsp:nvSpPr>
      <dsp:spPr>
        <a:xfrm>
          <a:off x="10649542" y="404028"/>
          <a:ext cx="3454473" cy="2193590"/>
        </a:xfrm>
        <a:prstGeom prst="roundRect">
          <a:avLst>
            <a:gd name="adj" fmla="val 10000"/>
          </a:avLst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9525" cap="flat" cmpd="sng" algn="ctr">
          <a:solidFill>
            <a:srgbClr val="4F81BD"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b="1" i="0" kern="1200" dirty="0">
              <a:solidFill>
                <a:sysClr val="windowText" lastClr="000000"/>
              </a:solidFill>
              <a:latin typeface="Aptos" panose="020B0004020202020204" pitchFamily="34" charset="0"/>
              <a:ea typeface="+mn-ea"/>
              <a:cs typeface="+mn-cs"/>
            </a:rPr>
            <a:t>I/O Modules</a:t>
          </a:r>
        </a:p>
      </dsp:txBody>
      <dsp:txXfrm>
        <a:off x="10713790" y="468276"/>
        <a:ext cx="3325977" cy="2065094"/>
      </dsp:txXfrm>
    </dsp:sp>
    <dsp:sp modelId="{E9069BF9-D401-8E46-967F-B79DD53E6C14}">
      <dsp:nvSpPr>
        <dsp:cNvPr id="0" name=""/>
        <dsp:cNvSpPr/>
      </dsp:nvSpPr>
      <dsp:spPr>
        <a:xfrm>
          <a:off x="10712037" y="4205172"/>
          <a:ext cx="3454473" cy="2193590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4F81BD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4F81BD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4F81BD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52688EA-822B-DD4F-B66D-B56BACAC091A}">
      <dsp:nvSpPr>
        <dsp:cNvPr id="0" name=""/>
        <dsp:cNvSpPr/>
      </dsp:nvSpPr>
      <dsp:spPr>
        <a:xfrm>
          <a:off x="11095868" y="4569811"/>
          <a:ext cx="3454473" cy="2193590"/>
        </a:xfrm>
        <a:prstGeom prst="roundRect">
          <a:avLst>
            <a:gd name="adj" fmla="val 10000"/>
          </a:avLst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9525" cap="flat" cmpd="sng" algn="ctr">
          <a:solidFill>
            <a:srgbClr val="4F81BD"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5000" b="1" i="0" kern="1200" dirty="0">
              <a:solidFill>
                <a:sysClr val="windowText" lastClr="000000"/>
              </a:solidFill>
              <a:latin typeface="Aptos" panose="020B0004020202020204" pitchFamily="34" charset="0"/>
              <a:ea typeface="+mn-ea"/>
              <a:cs typeface="+mn-cs"/>
            </a:rPr>
            <a:t>System Bus</a:t>
          </a:r>
        </a:p>
      </dsp:txBody>
      <dsp:txXfrm>
        <a:off x="11160116" y="4634059"/>
        <a:ext cx="3325977" cy="206509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1477D8-87FB-CB46-800C-AF5BE18708CF}">
      <dsp:nvSpPr>
        <dsp:cNvPr id="0" name=""/>
        <dsp:cNvSpPr/>
      </dsp:nvSpPr>
      <dsp:spPr>
        <a:xfrm>
          <a:off x="35514" y="0"/>
          <a:ext cx="5893810" cy="3536286"/>
        </a:xfrm>
        <a:prstGeom prst="rect">
          <a:avLst/>
        </a:prstGeom>
        <a:gradFill rotWithShape="0">
          <a:gsLst>
            <a:gs pos="0">
              <a:srgbClr val="4F81BD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4F81BD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4F81BD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lvl="0" algn="ctr" defTabSz="2444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0" kern="1200" dirty="0" err="1" smtClean="0">
              <a:solidFill>
                <a:sysClr val="window" lastClr="FFFFFF"/>
              </a:solidFill>
              <a:latin typeface="Aptos" panose="020B0004020202020204" pitchFamily="34" charset="0"/>
              <a:ea typeface="+mn-ea"/>
              <a:cs typeface="+mn-cs"/>
            </a:rPr>
            <a:t>Mengendalikan</a:t>
          </a:r>
          <a:r>
            <a:rPr lang="en-US" sz="5500" kern="1200" dirty="0" smtClean="0">
              <a:solidFill>
                <a:sysClr val="window" lastClr="FFFFFF"/>
              </a:solidFill>
              <a:latin typeface="Aptos" panose="020B0004020202020204" pitchFamily="34" charset="0"/>
              <a:ea typeface="+mn-ea"/>
              <a:cs typeface="+mn-cs"/>
            </a:rPr>
            <a:t> </a:t>
          </a:r>
          <a:r>
            <a:rPr lang="en-US" sz="5500" kern="1200" dirty="0" err="1" smtClean="0">
              <a:solidFill>
                <a:sysClr val="window" lastClr="FFFFFF"/>
              </a:solidFill>
              <a:latin typeface="Aptos" panose="020B0004020202020204" pitchFamily="34" charset="0"/>
              <a:ea typeface="+mn-ea"/>
              <a:cs typeface="+mn-cs"/>
            </a:rPr>
            <a:t>pengoperasian</a:t>
          </a:r>
          <a:r>
            <a:rPr lang="en-US" sz="5500" kern="1200" dirty="0" smtClean="0">
              <a:solidFill>
                <a:sysClr val="window" lastClr="FFFFFF"/>
              </a:solidFill>
              <a:latin typeface="Aptos" panose="020B0004020202020204" pitchFamily="34" charset="0"/>
              <a:ea typeface="+mn-ea"/>
              <a:cs typeface="+mn-cs"/>
            </a:rPr>
            <a:t> </a:t>
          </a:r>
          <a:r>
            <a:rPr lang="en-US" sz="5500" kern="1200" dirty="0" err="1" smtClean="0">
              <a:solidFill>
                <a:sysClr val="window" lastClr="FFFFFF"/>
              </a:solidFill>
              <a:latin typeface="Aptos" panose="020B0004020202020204" pitchFamily="34" charset="0"/>
              <a:ea typeface="+mn-ea"/>
              <a:cs typeface="+mn-cs"/>
            </a:rPr>
            <a:t>komputer</a:t>
          </a:r>
          <a:endParaRPr lang="en-US" sz="5500" kern="1200" dirty="0">
            <a:solidFill>
              <a:sysClr val="window" lastClr="FFFFFF"/>
            </a:solidFill>
            <a:latin typeface="Aptos" panose="020B0004020202020204" pitchFamily="34" charset="0"/>
            <a:ea typeface="+mn-ea"/>
            <a:cs typeface="+mn-cs"/>
          </a:endParaRPr>
        </a:p>
      </dsp:txBody>
      <dsp:txXfrm>
        <a:off x="35514" y="0"/>
        <a:ext cx="5893810" cy="3536286"/>
      </dsp:txXfrm>
    </dsp:sp>
    <dsp:sp modelId="{FB16DC6B-9AEC-7E4A-825E-4890CE4FF49B}">
      <dsp:nvSpPr>
        <dsp:cNvPr id="0" name=""/>
        <dsp:cNvSpPr/>
      </dsp:nvSpPr>
      <dsp:spPr>
        <a:xfrm>
          <a:off x="7839272" y="0"/>
          <a:ext cx="5893810" cy="3536286"/>
        </a:xfrm>
        <a:prstGeom prst="rect">
          <a:avLst/>
        </a:prstGeom>
        <a:gradFill rotWithShape="0">
          <a:gsLst>
            <a:gs pos="0">
              <a:srgbClr val="4F81BD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4F81BD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4F81BD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lvl="0" algn="ctr" defTabSz="2444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0" kern="1200" dirty="0" err="1" smtClean="0">
              <a:solidFill>
                <a:sysClr val="window" lastClr="FFFFFF"/>
              </a:solidFill>
              <a:latin typeface="Aptos" panose="020B0004020202020204" pitchFamily="34" charset="0"/>
              <a:ea typeface="+mn-ea"/>
              <a:cs typeface="+mn-cs"/>
            </a:rPr>
            <a:t>Menjalankan</a:t>
          </a:r>
          <a:r>
            <a:rPr lang="en-US" sz="5500" kern="1200" dirty="0" smtClean="0">
              <a:solidFill>
                <a:sysClr val="window" lastClr="FFFFFF"/>
              </a:solidFill>
              <a:latin typeface="Aptos" panose="020B0004020202020204" pitchFamily="34" charset="0"/>
              <a:ea typeface="+mn-ea"/>
              <a:cs typeface="+mn-cs"/>
            </a:rPr>
            <a:t> </a:t>
          </a:r>
          <a:r>
            <a:rPr lang="en-US" sz="5500" kern="1200" dirty="0" err="1" smtClean="0">
              <a:solidFill>
                <a:sysClr val="window" lastClr="FFFFFF"/>
              </a:solidFill>
              <a:latin typeface="Aptos" panose="020B0004020202020204" pitchFamily="34" charset="0"/>
              <a:ea typeface="+mn-ea"/>
              <a:cs typeface="+mn-cs"/>
            </a:rPr>
            <a:t>fungsi</a:t>
          </a:r>
          <a:r>
            <a:rPr lang="en-US" sz="5500" kern="1200" dirty="0" smtClean="0">
              <a:solidFill>
                <a:sysClr val="window" lastClr="FFFFFF"/>
              </a:solidFill>
              <a:latin typeface="Aptos" panose="020B0004020202020204" pitchFamily="34" charset="0"/>
              <a:ea typeface="+mn-ea"/>
              <a:cs typeface="+mn-cs"/>
            </a:rPr>
            <a:t> </a:t>
          </a:r>
          <a:r>
            <a:rPr lang="en-US" sz="5500" kern="1200" dirty="0" err="1" smtClean="0">
              <a:solidFill>
                <a:sysClr val="window" lastClr="FFFFFF"/>
              </a:solidFill>
              <a:latin typeface="Aptos" panose="020B0004020202020204" pitchFamily="34" charset="0"/>
              <a:ea typeface="+mn-ea"/>
              <a:cs typeface="+mn-cs"/>
            </a:rPr>
            <a:t>pemrosesan</a:t>
          </a:r>
          <a:r>
            <a:rPr lang="en-US" sz="5500" kern="1200" dirty="0" smtClean="0">
              <a:solidFill>
                <a:sysClr val="window" lastClr="FFFFFF"/>
              </a:solidFill>
              <a:latin typeface="Aptos" panose="020B0004020202020204" pitchFamily="34" charset="0"/>
              <a:ea typeface="+mn-ea"/>
              <a:cs typeface="+mn-cs"/>
            </a:rPr>
            <a:t> data</a:t>
          </a:r>
          <a:endParaRPr lang="en-US" sz="5500" kern="1200" dirty="0">
            <a:solidFill>
              <a:sysClr val="window" lastClr="FFFFFF"/>
            </a:solidFill>
            <a:latin typeface="Aptos" panose="020B0004020202020204" pitchFamily="34" charset="0"/>
            <a:ea typeface="+mn-ea"/>
            <a:cs typeface="+mn-cs"/>
          </a:endParaRPr>
        </a:p>
      </dsp:txBody>
      <dsp:txXfrm>
        <a:off x="7839272" y="0"/>
        <a:ext cx="5893810" cy="3536286"/>
      </dsp:txXfrm>
    </dsp:sp>
    <dsp:sp modelId="{C1868225-F9F8-5B4B-8DA1-9E5EAF33AFC1}">
      <dsp:nvSpPr>
        <dsp:cNvPr id="0" name=""/>
        <dsp:cNvSpPr/>
      </dsp:nvSpPr>
      <dsp:spPr>
        <a:xfrm>
          <a:off x="4610113" y="4033163"/>
          <a:ext cx="5893810" cy="3536286"/>
        </a:xfrm>
        <a:prstGeom prst="rect">
          <a:avLst/>
        </a:prstGeom>
        <a:gradFill rotWithShape="0">
          <a:gsLst>
            <a:gs pos="0">
              <a:srgbClr val="4F81BD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4F81BD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4F81BD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lvl="0" algn="ctr" defTabSz="2444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0" kern="1200" dirty="0" err="1" smtClean="0">
              <a:solidFill>
                <a:sysClr val="window" lastClr="FFFFFF"/>
              </a:solidFill>
              <a:latin typeface="Aptos" panose="020B0004020202020204" pitchFamily="34" charset="0"/>
              <a:ea typeface="+mn-ea"/>
              <a:cs typeface="+mn-cs"/>
            </a:rPr>
            <a:t>Disebut</a:t>
          </a:r>
          <a:r>
            <a:rPr lang="en-US" sz="5500" kern="1200" dirty="0" smtClean="0">
              <a:solidFill>
                <a:sysClr val="window" lastClr="FFFFFF"/>
              </a:solidFill>
              <a:latin typeface="Aptos" panose="020B0004020202020204" pitchFamily="34" charset="0"/>
              <a:ea typeface="+mn-ea"/>
              <a:cs typeface="+mn-cs"/>
            </a:rPr>
            <a:t> </a:t>
          </a:r>
          <a:r>
            <a:rPr lang="en-US" sz="5500" kern="1200" dirty="0" err="1" smtClean="0">
              <a:solidFill>
                <a:sysClr val="window" lastClr="FFFFFF"/>
              </a:solidFill>
              <a:latin typeface="Aptos" panose="020B0004020202020204" pitchFamily="34" charset="0"/>
              <a:ea typeface="+mn-ea"/>
              <a:cs typeface="+mn-cs"/>
            </a:rPr>
            <a:t>sebagai</a:t>
          </a:r>
          <a:r>
            <a:rPr lang="en-US" sz="5500" kern="1200" dirty="0" smtClean="0">
              <a:solidFill>
                <a:sysClr val="window" lastClr="FFFFFF"/>
              </a:solidFill>
              <a:latin typeface="Aptos" panose="020B0004020202020204" pitchFamily="34" charset="0"/>
              <a:ea typeface="+mn-ea"/>
              <a:cs typeface="+mn-cs"/>
            </a:rPr>
            <a:t> Central Processing Unit (CPU)</a:t>
          </a:r>
          <a:endParaRPr lang="en-US" sz="5500" kern="1200" dirty="0">
            <a:solidFill>
              <a:sysClr val="window" lastClr="FFFFFF"/>
            </a:solidFill>
            <a:latin typeface="Aptos" panose="020B0004020202020204" pitchFamily="34" charset="0"/>
            <a:ea typeface="+mn-ea"/>
            <a:cs typeface="+mn-cs"/>
          </a:endParaRPr>
        </a:p>
      </dsp:txBody>
      <dsp:txXfrm>
        <a:off x="4610113" y="4033163"/>
        <a:ext cx="5893810" cy="353628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D063C7-04B4-6B47-9C23-C6F87DF56C95}">
      <dsp:nvSpPr>
        <dsp:cNvPr id="0" name=""/>
        <dsp:cNvSpPr/>
      </dsp:nvSpPr>
      <dsp:spPr>
        <a:xfrm>
          <a:off x="3299548" y="269998"/>
          <a:ext cx="5586095" cy="6884930"/>
        </a:xfrm>
        <a:prstGeom prst="roundRect">
          <a:avLst>
            <a:gd name="adj" fmla="val 10000"/>
          </a:avLst>
        </a:prstGeom>
        <a:solidFill>
          <a:sysClr val="window" lastClr="FFFFFF"/>
        </a:solidFill>
        <a:ln w="57150">
          <a:solidFill>
            <a:srgbClr val="002060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1600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 err="1" smtClean="0">
              <a:solidFill>
                <a:sysClr val="windowText" lastClr="000000"/>
              </a:solidFill>
              <a:latin typeface="Aptos" panose="020B0004020202020204" pitchFamily="34" charset="0"/>
              <a:ea typeface="+mn-ea"/>
              <a:cs typeface="+mn-cs"/>
            </a:rPr>
            <a:t>Memindahkan</a:t>
          </a:r>
          <a:r>
            <a:rPr lang="en-US" sz="3600" kern="1200" dirty="0" smtClean="0">
              <a:solidFill>
                <a:sysClr val="windowText" lastClr="000000"/>
              </a:solidFill>
              <a:latin typeface="Aptos" panose="020B0004020202020204" pitchFamily="34" charset="0"/>
              <a:ea typeface="+mn-ea"/>
              <a:cs typeface="+mn-cs"/>
            </a:rPr>
            <a:t> data </a:t>
          </a:r>
          <a:r>
            <a:rPr lang="en-US" sz="3600" kern="1200" dirty="0" err="1" smtClean="0">
              <a:solidFill>
                <a:sysClr val="windowText" lastClr="000000"/>
              </a:solidFill>
              <a:latin typeface="Aptos" panose="020B0004020202020204" pitchFamily="34" charset="0"/>
              <a:ea typeface="+mn-ea"/>
              <a:cs typeface="+mn-cs"/>
            </a:rPr>
            <a:t>antara</a:t>
          </a:r>
          <a:r>
            <a:rPr lang="en-US" sz="3600" kern="1200" dirty="0" smtClean="0">
              <a:solidFill>
                <a:sysClr val="windowText" lastClr="000000"/>
              </a:solidFill>
              <a:latin typeface="Aptos" panose="020B0004020202020204" pitchFamily="34" charset="0"/>
              <a:ea typeface="+mn-ea"/>
              <a:cs typeface="+mn-cs"/>
            </a:rPr>
            <a:t> </a:t>
          </a:r>
          <a:r>
            <a:rPr lang="en-US" sz="3600" kern="1200" dirty="0" err="1" smtClean="0">
              <a:solidFill>
                <a:sysClr val="windowText" lastClr="000000"/>
              </a:solidFill>
              <a:latin typeface="Aptos" panose="020B0004020202020204" pitchFamily="34" charset="0"/>
              <a:ea typeface="+mn-ea"/>
              <a:cs typeface="+mn-cs"/>
            </a:rPr>
            <a:t>komputer</a:t>
          </a:r>
          <a:r>
            <a:rPr lang="en-US" sz="3600" kern="1200" dirty="0" smtClean="0">
              <a:solidFill>
                <a:sysClr val="windowText" lastClr="000000"/>
              </a:solidFill>
              <a:latin typeface="Aptos" panose="020B0004020202020204" pitchFamily="34" charset="0"/>
              <a:ea typeface="+mn-ea"/>
              <a:cs typeface="+mn-cs"/>
            </a:rPr>
            <a:t> </a:t>
          </a:r>
          <a:r>
            <a:rPr lang="en-US" sz="3600" kern="1200" dirty="0" err="1" smtClean="0">
              <a:solidFill>
                <a:sysClr val="windowText" lastClr="000000"/>
              </a:solidFill>
              <a:latin typeface="Aptos" panose="020B0004020202020204" pitchFamily="34" charset="0"/>
              <a:ea typeface="+mn-ea"/>
              <a:cs typeface="+mn-cs"/>
            </a:rPr>
            <a:t>dan</a:t>
          </a:r>
          <a:r>
            <a:rPr lang="en-US" sz="3600" kern="1200" dirty="0" smtClean="0">
              <a:solidFill>
                <a:sysClr val="windowText" lastClr="000000"/>
              </a:solidFill>
              <a:latin typeface="Aptos" panose="020B0004020202020204" pitchFamily="34" charset="0"/>
              <a:ea typeface="+mn-ea"/>
              <a:cs typeface="+mn-cs"/>
            </a:rPr>
            <a:t> </a:t>
          </a:r>
          <a:r>
            <a:rPr lang="en-US" sz="3600" kern="1200" dirty="0" err="1" smtClean="0">
              <a:solidFill>
                <a:sysClr val="windowText" lastClr="000000"/>
              </a:solidFill>
              <a:latin typeface="Aptos" panose="020B0004020202020204" pitchFamily="34" charset="0"/>
              <a:ea typeface="+mn-ea"/>
              <a:cs typeface="+mn-cs"/>
            </a:rPr>
            <a:t>lingkungan</a:t>
          </a:r>
          <a:r>
            <a:rPr lang="en-US" sz="3600" kern="1200" dirty="0" smtClean="0">
              <a:solidFill>
                <a:sysClr val="windowText" lastClr="000000"/>
              </a:solidFill>
              <a:latin typeface="Aptos" panose="020B0004020202020204" pitchFamily="34" charset="0"/>
              <a:ea typeface="+mn-ea"/>
              <a:cs typeface="+mn-cs"/>
            </a:rPr>
            <a:t> </a:t>
          </a:r>
          <a:r>
            <a:rPr lang="en-US" sz="3600" kern="1200" dirty="0" err="1" smtClean="0">
              <a:solidFill>
                <a:sysClr val="windowText" lastClr="000000"/>
              </a:solidFill>
              <a:latin typeface="Aptos" panose="020B0004020202020204" pitchFamily="34" charset="0"/>
              <a:ea typeface="+mn-ea"/>
              <a:cs typeface="+mn-cs"/>
            </a:rPr>
            <a:t>eksternal</a:t>
          </a:r>
          <a:endParaRPr lang="en-US" sz="3600" kern="1200" dirty="0">
            <a:solidFill>
              <a:sysClr val="windowText" lastClr="000000"/>
            </a:solidFill>
            <a:latin typeface="Aptos" panose="020B0004020202020204" pitchFamily="34" charset="0"/>
            <a:ea typeface="+mn-ea"/>
            <a:cs typeface="+mn-cs"/>
          </a:endParaRPr>
        </a:p>
      </dsp:txBody>
      <dsp:txXfrm>
        <a:off x="3463159" y="433609"/>
        <a:ext cx="5258873" cy="6557708"/>
      </dsp:txXfrm>
    </dsp:sp>
    <dsp:sp modelId="{9F422072-8793-3945-A574-9BEF2CA9AF69}">
      <dsp:nvSpPr>
        <dsp:cNvPr id="0" name=""/>
        <dsp:cNvSpPr/>
      </dsp:nvSpPr>
      <dsp:spPr>
        <a:xfrm rot="18289469">
          <a:off x="8210305" y="2392743"/>
          <a:ext cx="3148899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1745079" y="27246"/>
              </a:lnTo>
            </a:path>
          </a:pathLst>
        </a:custGeom>
        <a:noFill/>
        <a:ln w="38100" cap="flat" cmpd="sng" algn="ctr">
          <a:solidFill>
            <a:srgbClr val="002060"/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</dsp:txBody>
      <dsp:txXfrm>
        <a:off x="9675176" y="2439657"/>
        <a:ext cx="0" cy="0"/>
      </dsp:txXfrm>
    </dsp:sp>
    <dsp:sp modelId="{27072FB2-AA70-0B42-8209-40CD36EC0342}">
      <dsp:nvSpPr>
        <dsp:cNvPr id="0" name=""/>
        <dsp:cNvSpPr/>
      </dsp:nvSpPr>
      <dsp:spPr>
        <a:xfrm>
          <a:off x="10683868" y="3625"/>
          <a:ext cx="4495561" cy="2247780"/>
        </a:xfrm>
        <a:prstGeom prst="roundRect">
          <a:avLst>
            <a:gd name="adj" fmla="val 10000"/>
          </a:avLst>
        </a:prstGeom>
        <a:solidFill>
          <a:sysClr val="window" lastClr="FFFFFF"/>
        </a:solidFill>
        <a:ln w="38100">
          <a:solidFill>
            <a:srgbClr val="002060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1600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 err="1" smtClean="0">
              <a:solidFill>
                <a:sysClr val="windowText" lastClr="000000"/>
              </a:solidFill>
              <a:latin typeface="Aptos" panose="020B0004020202020204" pitchFamily="34" charset="0"/>
              <a:ea typeface="+mn-ea"/>
              <a:cs typeface="+mn-cs"/>
            </a:rPr>
            <a:t>Perangkat</a:t>
          </a:r>
          <a:r>
            <a:rPr lang="en-US" sz="3600" kern="1200" dirty="0" smtClean="0">
              <a:solidFill>
                <a:sysClr val="windowText" lastClr="000000"/>
              </a:solidFill>
              <a:latin typeface="Aptos" panose="020B0004020202020204" pitchFamily="34" charset="0"/>
              <a:ea typeface="+mn-ea"/>
              <a:cs typeface="+mn-cs"/>
            </a:rPr>
            <a:t> </a:t>
          </a:r>
          <a:r>
            <a:rPr lang="en-US" sz="3600" kern="1200" dirty="0" err="1" smtClean="0">
              <a:solidFill>
                <a:sysClr val="windowText" lastClr="000000"/>
              </a:solidFill>
              <a:latin typeface="Aptos" panose="020B0004020202020204" pitchFamily="34" charset="0"/>
              <a:ea typeface="+mn-ea"/>
              <a:cs typeface="+mn-cs"/>
            </a:rPr>
            <a:t>memori</a:t>
          </a:r>
          <a:r>
            <a:rPr lang="en-US" sz="3600" kern="1200" dirty="0" smtClean="0">
              <a:solidFill>
                <a:sysClr val="windowText" lastClr="000000"/>
              </a:solidFill>
              <a:latin typeface="Aptos" panose="020B0004020202020204" pitchFamily="34" charset="0"/>
              <a:ea typeface="+mn-ea"/>
              <a:cs typeface="+mn-cs"/>
            </a:rPr>
            <a:t> </a:t>
          </a:r>
          <a:r>
            <a:rPr lang="en-US" sz="3600" kern="1200" dirty="0" err="1" smtClean="0">
              <a:solidFill>
                <a:sysClr val="windowText" lastClr="000000"/>
              </a:solidFill>
              <a:latin typeface="Aptos" panose="020B0004020202020204" pitchFamily="34" charset="0"/>
              <a:ea typeface="+mn-ea"/>
              <a:cs typeface="+mn-cs"/>
            </a:rPr>
            <a:t>sekunder</a:t>
          </a:r>
          <a:r>
            <a:rPr lang="en-US" sz="3600" kern="1200" dirty="0" smtClean="0">
              <a:solidFill>
                <a:sysClr val="windowText" lastClr="000000"/>
              </a:solidFill>
              <a:latin typeface="Aptos" panose="020B0004020202020204" pitchFamily="34" charset="0"/>
              <a:ea typeface="+mn-ea"/>
              <a:cs typeface="+mn-cs"/>
            </a:rPr>
            <a:t> (</a:t>
          </a:r>
          <a:r>
            <a:rPr lang="en-US" sz="3600" kern="1200" dirty="0" err="1" smtClean="0">
              <a:solidFill>
                <a:sysClr val="windowText" lastClr="000000"/>
              </a:solidFill>
              <a:latin typeface="Aptos" panose="020B0004020202020204" pitchFamily="34" charset="0"/>
              <a:ea typeface="+mn-ea"/>
              <a:cs typeface="+mn-cs"/>
            </a:rPr>
            <a:t>misalnya</a:t>
          </a:r>
          <a:r>
            <a:rPr lang="en-US" sz="3600" kern="1200" dirty="0" smtClean="0">
              <a:solidFill>
                <a:sysClr val="windowText" lastClr="000000"/>
              </a:solidFill>
              <a:latin typeface="Aptos" panose="020B0004020202020204" pitchFamily="34" charset="0"/>
              <a:ea typeface="+mn-ea"/>
              <a:cs typeface="+mn-cs"/>
            </a:rPr>
            <a:t> disk)</a:t>
          </a:r>
          <a:endParaRPr lang="en-US" sz="3600" kern="1200" dirty="0">
            <a:solidFill>
              <a:sysClr val="windowText" lastClr="000000"/>
            </a:solidFill>
            <a:latin typeface="Aptos" panose="020B0004020202020204" pitchFamily="34" charset="0"/>
            <a:ea typeface="+mn-ea"/>
            <a:cs typeface="+mn-cs"/>
          </a:endParaRPr>
        </a:p>
      </dsp:txBody>
      <dsp:txXfrm>
        <a:off x="10749703" y="69460"/>
        <a:ext cx="4363891" cy="2116110"/>
      </dsp:txXfrm>
    </dsp:sp>
    <dsp:sp modelId="{6B6E02F7-EF8A-014D-B232-4B4AF36796C0}">
      <dsp:nvSpPr>
        <dsp:cNvPr id="0" name=""/>
        <dsp:cNvSpPr/>
      </dsp:nvSpPr>
      <dsp:spPr>
        <a:xfrm>
          <a:off x="8885643" y="3685217"/>
          <a:ext cx="1798224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996553" y="27246"/>
              </a:lnTo>
            </a:path>
          </a:pathLst>
        </a:custGeom>
        <a:noFill/>
        <a:ln w="38100" cap="flat" cmpd="sng" algn="ctr">
          <a:solidFill>
            <a:srgbClr val="002060"/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</dsp:txBody>
      <dsp:txXfrm>
        <a:off x="9739800" y="3667508"/>
        <a:ext cx="0" cy="0"/>
      </dsp:txXfrm>
    </dsp:sp>
    <dsp:sp modelId="{0A4B2E8D-11E8-0B43-B8E6-B0FC31F8806C}">
      <dsp:nvSpPr>
        <dsp:cNvPr id="0" name=""/>
        <dsp:cNvSpPr/>
      </dsp:nvSpPr>
      <dsp:spPr>
        <a:xfrm>
          <a:off x="10683868" y="2588573"/>
          <a:ext cx="4495561" cy="2247780"/>
        </a:xfrm>
        <a:prstGeom prst="roundRect">
          <a:avLst>
            <a:gd name="adj" fmla="val 10000"/>
          </a:avLst>
        </a:prstGeom>
        <a:solidFill>
          <a:sysClr val="window" lastClr="FFFFFF"/>
        </a:solidFill>
        <a:ln w="38100">
          <a:solidFill>
            <a:srgbClr val="002060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1778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 err="1" smtClean="0">
              <a:solidFill>
                <a:sysClr val="windowText" lastClr="000000"/>
              </a:solidFill>
              <a:latin typeface="Aptos" panose="020B0004020202020204" pitchFamily="34" charset="0"/>
              <a:ea typeface="+mn-ea"/>
              <a:cs typeface="+mn-cs"/>
            </a:rPr>
            <a:t>Perlengkapan</a:t>
          </a:r>
          <a:r>
            <a:rPr lang="en-US" sz="4000" kern="1200" dirty="0" smtClean="0">
              <a:solidFill>
                <a:sysClr val="windowText" lastClr="000000"/>
              </a:solidFill>
              <a:latin typeface="Aptos" panose="020B0004020202020204" pitchFamily="34" charset="0"/>
              <a:ea typeface="+mn-ea"/>
              <a:cs typeface="+mn-cs"/>
            </a:rPr>
            <a:t> </a:t>
          </a:r>
          <a:r>
            <a:rPr lang="en-US" sz="4000" kern="1200" dirty="0" err="1" smtClean="0">
              <a:solidFill>
                <a:sysClr val="windowText" lastClr="000000"/>
              </a:solidFill>
              <a:latin typeface="Aptos" panose="020B0004020202020204" pitchFamily="34" charset="0"/>
              <a:ea typeface="+mn-ea"/>
              <a:cs typeface="+mn-cs"/>
            </a:rPr>
            <a:t>komunikasi</a:t>
          </a:r>
          <a:endParaRPr lang="en-US" sz="4000" kern="1200" dirty="0">
            <a:solidFill>
              <a:sysClr val="windowText" lastClr="000000"/>
            </a:solidFill>
            <a:latin typeface="Aptos" panose="020B0004020202020204" pitchFamily="34" charset="0"/>
            <a:ea typeface="+mn-ea"/>
            <a:cs typeface="+mn-cs"/>
          </a:endParaRPr>
        </a:p>
      </dsp:txBody>
      <dsp:txXfrm>
        <a:off x="10749703" y="2654408"/>
        <a:ext cx="4363891" cy="2116110"/>
      </dsp:txXfrm>
    </dsp:sp>
    <dsp:sp modelId="{6BEF47CA-0CBD-2B44-96A6-C027A82559FD}">
      <dsp:nvSpPr>
        <dsp:cNvPr id="0" name=""/>
        <dsp:cNvSpPr/>
      </dsp:nvSpPr>
      <dsp:spPr>
        <a:xfrm rot="3312789">
          <a:off x="8208817" y="4979504"/>
          <a:ext cx="3151876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1745079" y="27246"/>
              </a:lnTo>
            </a:path>
          </a:pathLst>
        </a:custGeom>
        <a:noFill/>
        <a:ln w="38100" cap="flat" cmpd="sng" algn="ctr">
          <a:solidFill>
            <a:srgbClr val="002060"/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</dsp:txBody>
      <dsp:txXfrm>
        <a:off x="9804513" y="4897080"/>
        <a:ext cx="0" cy="0"/>
      </dsp:txXfrm>
    </dsp:sp>
    <dsp:sp modelId="{71F696A8-4BBA-284A-A6A9-6E6BB10325F2}">
      <dsp:nvSpPr>
        <dsp:cNvPr id="0" name=""/>
        <dsp:cNvSpPr/>
      </dsp:nvSpPr>
      <dsp:spPr>
        <a:xfrm>
          <a:off x="10683868" y="5177147"/>
          <a:ext cx="4495561" cy="2247780"/>
        </a:xfrm>
        <a:prstGeom prst="roundRect">
          <a:avLst>
            <a:gd name="adj" fmla="val 10000"/>
          </a:avLst>
        </a:prstGeom>
        <a:solidFill>
          <a:sysClr val="window" lastClr="FFFFFF"/>
        </a:solidFill>
        <a:ln w="38100">
          <a:solidFill>
            <a:srgbClr val="002060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1778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 smtClean="0">
              <a:solidFill>
                <a:sysClr val="windowText" lastClr="000000"/>
              </a:solidFill>
              <a:latin typeface="Aptos" panose="020B0004020202020204" pitchFamily="34" charset="0"/>
              <a:ea typeface="+mn-ea"/>
              <a:cs typeface="+mn-cs"/>
            </a:rPr>
            <a:t>Terminal</a:t>
          </a:r>
          <a:endParaRPr lang="en-US" sz="4000" kern="1200" dirty="0">
            <a:solidFill>
              <a:sysClr val="windowText" lastClr="000000"/>
            </a:solidFill>
            <a:latin typeface="Aptos" panose="020B0004020202020204" pitchFamily="34" charset="0"/>
            <a:ea typeface="+mn-ea"/>
            <a:cs typeface="+mn-cs"/>
          </a:endParaRPr>
        </a:p>
      </dsp:txBody>
      <dsp:txXfrm>
        <a:off x="10749703" y="5242982"/>
        <a:ext cx="4363891" cy="211611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DB873E-21A1-144A-9AD7-E6EBFB71C30C}">
      <dsp:nvSpPr>
        <dsp:cNvPr id="0" name=""/>
        <dsp:cNvSpPr/>
      </dsp:nvSpPr>
      <dsp:spPr>
        <a:xfrm>
          <a:off x="395166" y="0"/>
          <a:ext cx="12118802" cy="6082748"/>
        </a:xfrm>
        <a:prstGeom prst="rightArrow">
          <a:avLst/>
        </a:prstGeom>
        <a:solidFill>
          <a:sysClr val="window" lastClr="FFFFFF"/>
        </a:solidFill>
        <a:ln>
          <a:solidFill>
            <a:srgbClr val="4F81BD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0F1619-2A2E-4440-879E-1CD49AE3B62E}">
      <dsp:nvSpPr>
        <dsp:cNvPr id="0" name=""/>
        <dsp:cNvSpPr/>
      </dsp:nvSpPr>
      <dsp:spPr>
        <a:xfrm>
          <a:off x="82" y="3295484"/>
          <a:ext cx="7926146" cy="3170458"/>
        </a:xfrm>
        <a:prstGeom prst="rect">
          <a:avLst/>
        </a:prstGeom>
        <a:gradFill rotWithShape="0">
          <a:gsLst>
            <a:gs pos="0">
              <a:srgbClr val="4F81BD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4F81BD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4F81BD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 w="9525" cap="flat" cmpd="sng" algn="ctr">
          <a:solidFill>
            <a:srgbClr val="4F81BD">
              <a:hueOff val="0"/>
              <a:satOff val="0"/>
              <a:lumOff val="0"/>
              <a:alphaOff val="0"/>
            </a:srgb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48056" tIns="256032" rIns="448056" bIns="256032" numCol="1" spcCol="1270" anchor="ctr" anchorCtr="0">
          <a:noAutofit/>
        </a:bodyPr>
        <a:lstStyle/>
        <a:p>
          <a:pPr lvl="0" algn="ctr" defTabSz="2800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300" kern="1200" dirty="0" err="1" smtClean="0">
              <a:solidFill>
                <a:sysClr val="window" lastClr="FFFFFF"/>
              </a:solidFill>
              <a:latin typeface="Aptos" panose="020B0004020202020204" pitchFamily="34" charset="0"/>
              <a:ea typeface="+mn-ea"/>
              <a:cs typeface="+mn-cs"/>
            </a:rPr>
            <a:t>Interupsi</a:t>
          </a:r>
          <a:r>
            <a:rPr lang="en-US" sz="6300" kern="1200" dirty="0" smtClean="0">
              <a:solidFill>
                <a:sysClr val="window" lastClr="FFFFFF"/>
              </a:solidFill>
              <a:latin typeface="Aptos" panose="020B0004020202020204" pitchFamily="34" charset="0"/>
              <a:ea typeface="+mn-ea"/>
              <a:cs typeface="+mn-cs"/>
            </a:rPr>
            <a:t> </a:t>
          </a:r>
          <a:r>
            <a:rPr lang="en-US" sz="6300" kern="1200" dirty="0" err="1" smtClean="0">
              <a:solidFill>
                <a:sysClr val="window" lastClr="FFFFFF"/>
              </a:solidFill>
              <a:latin typeface="Aptos" panose="020B0004020202020204" pitchFamily="34" charset="0"/>
              <a:ea typeface="+mn-ea"/>
              <a:cs typeface="+mn-cs"/>
            </a:rPr>
            <a:t>terjadi</a:t>
          </a:r>
          <a:r>
            <a:rPr lang="en-US" sz="6300" kern="1200" dirty="0" smtClean="0">
              <a:solidFill>
                <a:sysClr val="window" lastClr="FFFFFF"/>
              </a:solidFill>
              <a:latin typeface="Aptos" panose="020B0004020202020204" pitchFamily="34" charset="0"/>
              <a:ea typeface="+mn-ea"/>
              <a:cs typeface="+mn-cs"/>
            </a:rPr>
            <a:t> </a:t>
          </a:r>
          <a:r>
            <a:rPr lang="en-US" sz="6300" kern="1200" dirty="0" err="1" smtClean="0">
              <a:solidFill>
                <a:sysClr val="window" lastClr="FFFFFF"/>
              </a:solidFill>
              <a:latin typeface="Aptos" panose="020B0004020202020204" pitchFamily="34" charset="0"/>
              <a:ea typeface="+mn-ea"/>
              <a:cs typeface="+mn-cs"/>
            </a:rPr>
            <a:t>saat</a:t>
          </a:r>
          <a:r>
            <a:rPr lang="en-US" sz="6300" kern="1200" dirty="0" smtClean="0">
              <a:solidFill>
                <a:sysClr val="window" lastClr="FFFFFF"/>
              </a:solidFill>
              <a:latin typeface="Aptos" panose="020B0004020202020204" pitchFamily="34" charset="0"/>
              <a:ea typeface="+mn-ea"/>
              <a:cs typeface="+mn-cs"/>
            </a:rPr>
            <a:t> </a:t>
          </a:r>
          <a:r>
            <a:rPr lang="en-US" sz="6300" kern="1200" dirty="0" err="1" smtClean="0">
              <a:solidFill>
                <a:sysClr val="window" lastClr="FFFFFF"/>
              </a:solidFill>
              <a:latin typeface="Aptos" panose="020B0004020202020204" pitchFamily="34" charset="0"/>
              <a:ea typeface="+mn-ea"/>
              <a:cs typeface="+mn-cs"/>
            </a:rPr>
            <a:t>interupsi</a:t>
          </a:r>
          <a:r>
            <a:rPr lang="en-US" sz="6300" kern="1200" dirty="0" smtClean="0">
              <a:solidFill>
                <a:sysClr val="window" lastClr="FFFFFF"/>
              </a:solidFill>
              <a:latin typeface="Aptos" panose="020B0004020202020204" pitchFamily="34" charset="0"/>
              <a:ea typeface="+mn-ea"/>
              <a:cs typeface="+mn-cs"/>
            </a:rPr>
            <a:t> lain </a:t>
          </a:r>
          <a:r>
            <a:rPr lang="en-US" sz="6300" kern="1200" dirty="0" err="1" smtClean="0">
              <a:solidFill>
                <a:sysClr val="window" lastClr="FFFFFF"/>
              </a:solidFill>
              <a:latin typeface="Aptos" panose="020B0004020202020204" pitchFamily="34" charset="0"/>
              <a:ea typeface="+mn-ea"/>
              <a:cs typeface="+mn-cs"/>
            </a:rPr>
            <a:t>sedang</a:t>
          </a:r>
          <a:r>
            <a:rPr lang="en-US" sz="6300" kern="1200" dirty="0" smtClean="0">
              <a:solidFill>
                <a:sysClr val="window" lastClr="FFFFFF"/>
              </a:solidFill>
              <a:latin typeface="Aptos" panose="020B0004020202020204" pitchFamily="34" charset="0"/>
              <a:ea typeface="+mn-ea"/>
              <a:cs typeface="+mn-cs"/>
            </a:rPr>
            <a:t> </a:t>
          </a:r>
          <a:r>
            <a:rPr lang="en-US" sz="6300" kern="1200" dirty="0" err="1" smtClean="0">
              <a:solidFill>
                <a:sysClr val="window" lastClr="FFFFFF"/>
              </a:solidFill>
              <a:latin typeface="Aptos" panose="020B0004020202020204" pitchFamily="34" charset="0"/>
              <a:ea typeface="+mn-ea"/>
              <a:cs typeface="+mn-cs"/>
            </a:rPr>
            <a:t>diproses</a:t>
          </a:r>
          <a:endParaRPr lang="en-NZ" sz="6300" kern="1200" dirty="0">
            <a:solidFill>
              <a:sysClr val="window" lastClr="FFFFFF"/>
            </a:solidFill>
            <a:latin typeface="Aptos" panose="020B0004020202020204" pitchFamily="34" charset="0"/>
            <a:ea typeface="+mn-ea"/>
            <a:cs typeface="+mn-cs"/>
          </a:endParaRPr>
        </a:p>
      </dsp:txBody>
      <dsp:txXfrm>
        <a:off x="82" y="3295484"/>
        <a:ext cx="7926146" cy="3170458"/>
      </dsp:txXfrm>
    </dsp:sp>
    <dsp:sp modelId="{EAEBF06E-CDBA-5D42-ACA0-CDB013F15D32}">
      <dsp:nvSpPr>
        <dsp:cNvPr id="0" name=""/>
        <dsp:cNvSpPr/>
      </dsp:nvSpPr>
      <dsp:spPr>
        <a:xfrm>
          <a:off x="3" y="6495438"/>
          <a:ext cx="7926146" cy="2766960"/>
        </a:xfrm>
        <a:prstGeom prst="rect">
          <a:avLst/>
        </a:prstGeom>
        <a:solidFill>
          <a:sysClr val="window" lastClr="FFFFFF"/>
        </a:solidFill>
        <a:ln w="9525" cap="flat" cmpd="sng" algn="ctr">
          <a:solidFill>
            <a:srgbClr val="4F81BD"/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192024" rIns="256032" bIns="288036" numCol="1" spcCol="1270" anchor="t" anchorCtr="0">
          <a:noAutofit/>
        </a:bodyPr>
        <a:lstStyle/>
        <a:p>
          <a:pPr marL="285750" lvl="1" indent="-285750" algn="l" defTabSz="1600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600" kern="1200" dirty="0" err="1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ptos" panose="020B0004020202020204" pitchFamily="34" charset="0"/>
              <a:ea typeface="+mn-ea"/>
              <a:cs typeface="+mn-cs"/>
            </a:rPr>
            <a:t>Contoh</a:t>
          </a:r>
          <a:r>
            <a:rPr lang="en-US" sz="3600" kern="12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ptos" panose="020B0004020202020204" pitchFamily="34" charset="0"/>
              <a:ea typeface="+mn-ea"/>
              <a:cs typeface="+mn-cs"/>
            </a:rPr>
            <a:t>: </a:t>
          </a:r>
          <a:r>
            <a:rPr lang="en-US" sz="3600" b="1" kern="1200" dirty="0" err="1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ptos" panose="020B0004020202020204" pitchFamily="34" charset="0"/>
              <a:ea typeface="+mn-ea"/>
              <a:cs typeface="+mn-cs"/>
            </a:rPr>
            <a:t>Perangkat</a:t>
          </a:r>
          <a:r>
            <a:rPr lang="en-US" sz="3600" b="1" kern="12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ptos" panose="020B0004020202020204" pitchFamily="34" charset="0"/>
              <a:ea typeface="+mn-ea"/>
              <a:cs typeface="+mn-cs"/>
            </a:rPr>
            <a:t> Printer </a:t>
          </a:r>
          <a:r>
            <a:rPr lang="en-US" sz="3600" kern="12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ptos" panose="020B0004020202020204" pitchFamily="34" charset="0"/>
              <a:ea typeface="+mn-ea"/>
              <a:cs typeface="+mn-cs"/>
            </a:rPr>
            <a:t>yang </a:t>
          </a:r>
          <a:r>
            <a:rPr lang="en-US" sz="3600" kern="1200" dirty="0" err="1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ptos" panose="020B0004020202020204" pitchFamily="34" charset="0"/>
              <a:ea typeface="+mn-ea"/>
              <a:cs typeface="+mn-cs"/>
            </a:rPr>
            <a:t>menerima</a:t>
          </a:r>
          <a:r>
            <a:rPr lang="en-US" sz="3600" kern="12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ptos" panose="020B0004020202020204" pitchFamily="34" charset="0"/>
              <a:ea typeface="+mn-ea"/>
              <a:cs typeface="+mn-cs"/>
            </a:rPr>
            <a:t> data </a:t>
          </a:r>
          <a:r>
            <a:rPr lang="en-US" sz="3600" kern="1200" dirty="0" err="1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ptos" panose="020B0004020202020204" pitchFamily="34" charset="0"/>
              <a:ea typeface="+mn-ea"/>
              <a:cs typeface="+mn-cs"/>
            </a:rPr>
            <a:t>dari</a:t>
          </a:r>
          <a:r>
            <a:rPr lang="en-US" sz="3600" kern="12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ptos" panose="020B0004020202020204" pitchFamily="34" charset="0"/>
              <a:ea typeface="+mn-ea"/>
              <a:cs typeface="+mn-cs"/>
            </a:rPr>
            <a:t> </a:t>
          </a:r>
          <a:r>
            <a:rPr lang="en-US" sz="3600" kern="1200" dirty="0" err="1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ptos" panose="020B0004020202020204" pitchFamily="34" charset="0"/>
              <a:ea typeface="+mn-ea"/>
              <a:cs typeface="+mn-cs"/>
            </a:rPr>
            <a:t>jalur</a:t>
          </a:r>
          <a:r>
            <a:rPr lang="en-US" sz="3600" kern="12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ptos" panose="020B0004020202020204" pitchFamily="34" charset="0"/>
              <a:ea typeface="+mn-ea"/>
              <a:cs typeface="+mn-cs"/>
            </a:rPr>
            <a:t> </a:t>
          </a:r>
          <a:r>
            <a:rPr lang="en-US" sz="3600" kern="1200" dirty="0" err="1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ptos" panose="020B0004020202020204" pitchFamily="34" charset="0"/>
              <a:ea typeface="+mn-ea"/>
              <a:cs typeface="+mn-cs"/>
            </a:rPr>
            <a:t>komunikasi</a:t>
          </a:r>
          <a:r>
            <a:rPr lang="en-US" sz="3600" kern="12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ptos" panose="020B0004020202020204" pitchFamily="34" charset="0"/>
              <a:ea typeface="+mn-ea"/>
              <a:cs typeface="+mn-cs"/>
            </a:rPr>
            <a:t> </a:t>
          </a:r>
          <a:r>
            <a:rPr lang="en-US" sz="3600" kern="1200" dirty="0" err="1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ptos" panose="020B0004020202020204" pitchFamily="34" charset="0"/>
              <a:ea typeface="+mn-ea"/>
              <a:cs typeface="+mn-cs"/>
            </a:rPr>
            <a:t>berbeda</a:t>
          </a:r>
          <a:r>
            <a:rPr lang="en-US" sz="3600" kern="12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ptos" panose="020B0004020202020204" pitchFamily="34" charset="0"/>
              <a:ea typeface="+mn-ea"/>
              <a:cs typeface="+mn-cs"/>
            </a:rPr>
            <a:t> </a:t>
          </a:r>
          <a:r>
            <a:rPr lang="en-US" sz="3600" kern="1200" dirty="0" err="1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ptos" panose="020B0004020202020204" pitchFamily="34" charset="0"/>
              <a:ea typeface="+mn-ea"/>
              <a:cs typeface="+mn-cs"/>
            </a:rPr>
            <a:t>dan</a:t>
          </a:r>
          <a:r>
            <a:rPr lang="en-US" sz="3600" kern="12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ptos" panose="020B0004020202020204" pitchFamily="34" charset="0"/>
              <a:ea typeface="+mn-ea"/>
              <a:cs typeface="+mn-cs"/>
            </a:rPr>
            <a:t> </a:t>
          </a:r>
          <a:r>
            <a:rPr lang="en-US" sz="3600" kern="1200" dirty="0" err="1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ptos" panose="020B0004020202020204" pitchFamily="34" charset="0"/>
              <a:ea typeface="+mn-ea"/>
              <a:cs typeface="+mn-cs"/>
            </a:rPr>
            <a:t>mencetak</a:t>
          </a:r>
          <a:r>
            <a:rPr lang="en-US" sz="3600" kern="12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ptos" panose="020B0004020202020204" pitchFamily="34" charset="0"/>
              <a:ea typeface="+mn-ea"/>
              <a:cs typeface="+mn-cs"/>
            </a:rPr>
            <a:t> </a:t>
          </a:r>
          <a:r>
            <a:rPr lang="en-US" sz="3600" kern="1200" dirty="0" err="1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ptos" panose="020B0004020202020204" pitchFamily="34" charset="0"/>
              <a:ea typeface="+mn-ea"/>
              <a:cs typeface="+mn-cs"/>
            </a:rPr>
            <a:t>hasil</a:t>
          </a:r>
          <a:r>
            <a:rPr lang="en-US" sz="3600" kern="12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ptos" panose="020B0004020202020204" pitchFamily="34" charset="0"/>
              <a:ea typeface="+mn-ea"/>
              <a:cs typeface="+mn-cs"/>
            </a:rPr>
            <a:t> </a:t>
          </a:r>
          <a:r>
            <a:rPr lang="en-US" sz="3600" kern="1200" dirty="0" err="1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ptos" panose="020B0004020202020204" pitchFamily="34" charset="0"/>
              <a:ea typeface="+mn-ea"/>
              <a:cs typeface="+mn-cs"/>
            </a:rPr>
            <a:t>pada</a:t>
          </a:r>
          <a:r>
            <a:rPr lang="en-US" sz="3600" kern="12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ptos" panose="020B0004020202020204" pitchFamily="34" charset="0"/>
              <a:ea typeface="+mn-ea"/>
              <a:cs typeface="+mn-cs"/>
            </a:rPr>
            <a:t> </a:t>
          </a:r>
          <a:r>
            <a:rPr lang="en-US" sz="3600" kern="1200" dirty="0" err="1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ptos" panose="020B0004020202020204" pitchFamily="34" charset="0"/>
              <a:ea typeface="+mn-ea"/>
              <a:cs typeface="+mn-cs"/>
            </a:rPr>
            <a:t>saat</a:t>
          </a:r>
          <a:r>
            <a:rPr lang="en-US" sz="3600" kern="12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ptos" panose="020B0004020202020204" pitchFamily="34" charset="0"/>
              <a:ea typeface="+mn-ea"/>
              <a:cs typeface="+mn-cs"/>
            </a:rPr>
            <a:t> yang </a:t>
          </a:r>
          <a:r>
            <a:rPr lang="en-US" sz="3600" kern="1200" dirty="0" err="1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ptos" panose="020B0004020202020204" pitchFamily="34" charset="0"/>
              <a:ea typeface="+mn-ea"/>
              <a:cs typeface="+mn-cs"/>
            </a:rPr>
            <a:t>bersamaan</a:t>
          </a:r>
          <a:endParaRPr lang="en-US" sz="36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Aptos" panose="020B0004020202020204" pitchFamily="34" charset="0"/>
            <a:ea typeface="+mn-ea"/>
            <a:cs typeface="+mn-cs"/>
          </a:endParaRPr>
        </a:p>
      </dsp:txBody>
      <dsp:txXfrm>
        <a:off x="3" y="6495438"/>
        <a:ext cx="7926146" cy="2766960"/>
      </dsp:txXfrm>
    </dsp:sp>
    <dsp:sp modelId="{05EE9C55-7598-D34F-BE05-E40A82C0CF1B}">
      <dsp:nvSpPr>
        <dsp:cNvPr id="0" name=""/>
        <dsp:cNvSpPr/>
      </dsp:nvSpPr>
      <dsp:spPr>
        <a:xfrm>
          <a:off x="9035890" y="3295484"/>
          <a:ext cx="7926146" cy="3170458"/>
        </a:xfrm>
        <a:prstGeom prst="rect">
          <a:avLst/>
        </a:prstGeom>
        <a:gradFill rotWithShape="0">
          <a:gsLst>
            <a:gs pos="0">
              <a:srgbClr val="4F81BD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4F81BD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4F81BD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 w="9525" cap="flat" cmpd="sng" algn="ctr">
          <a:solidFill>
            <a:srgbClr val="4F81BD">
              <a:hueOff val="0"/>
              <a:satOff val="0"/>
              <a:lumOff val="0"/>
              <a:alphaOff val="0"/>
            </a:srgb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48056" tIns="256032" rIns="448056" bIns="256032" numCol="1" spcCol="1270" anchor="ctr" anchorCtr="0">
          <a:noAutofit/>
        </a:bodyPr>
        <a:lstStyle/>
        <a:p>
          <a:pPr lvl="0" algn="ctr" defTabSz="2800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6300" kern="1200" dirty="0" err="1" smtClean="0">
              <a:solidFill>
                <a:sysClr val="window" lastClr="FFFFFF"/>
              </a:solidFill>
              <a:latin typeface="Aptos" panose="020B0004020202020204" pitchFamily="34" charset="0"/>
              <a:ea typeface="+mn-ea"/>
              <a:cs typeface="+mn-cs"/>
            </a:rPr>
            <a:t>Terdapat</a:t>
          </a:r>
          <a:r>
            <a:rPr lang="en-NZ" sz="6300" kern="1200" dirty="0" smtClean="0">
              <a:solidFill>
                <a:sysClr val="window" lastClr="FFFFFF"/>
              </a:solidFill>
              <a:latin typeface="Aptos" panose="020B0004020202020204" pitchFamily="34" charset="0"/>
              <a:ea typeface="+mn-ea"/>
              <a:cs typeface="+mn-cs"/>
            </a:rPr>
            <a:t> 2 </a:t>
          </a:r>
          <a:r>
            <a:rPr lang="en-NZ" sz="6300" kern="1200" dirty="0" err="1" smtClean="0">
              <a:solidFill>
                <a:sysClr val="window" lastClr="FFFFFF"/>
              </a:solidFill>
              <a:latin typeface="Aptos" panose="020B0004020202020204" pitchFamily="34" charset="0"/>
              <a:ea typeface="+mn-ea"/>
              <a:cs typeface="+mn-cs"/>
            </a:rPr>
            <a:t>pendekatan</a:t>
          </a:r>
          <a:r>
            <a:rPr lang="en-NZ" sz="6300" kern="1200" dirty="0" smtClean="0">
              <a:solidFill>
                <a:sysClr val="window" lastClr="FFFFFF"/>
              </a:solidFill>
              <a:latin typeface="Aptos" panose="020B0004020202020204" pitchFamily="34" charset="0"/>
              <a:ea typeface="+mn-ea"/>
              <a:cs typeface="+mn-cs"/>
            </a:rPr>
            <a:t>:</a:t>
          </a:r>
          <a:endParaRPr lang="en-NZ" sz="6300" kern="1200" dirty="0">
            <a:solidFill>
              <a:sysClr val="window" lastClr="FFFFFF"/>
            </a:solidFill>
            <a:latin typeface="Aptos" panose="020B0004020202020204" pitchFamily="34" charset="0"/>
            <a:ea typeface="+mn-ea"/>
            <a:cs typeface="+mn-cs"/>
          </a:endParaRPr>
        </a:p>
      </dsp:txBody>
      <dsp:txXfrm>
        <a:off x="9035890" y="3295484"/>
        <a:ext cx="7926146" cy="3170458"/>
      </dsp:txXfrm>
    </dsp:sp>
    <dsp:sp modelId="{2584F76F-3CB1-A44A-BC5D-6B2AE9488314}">
      <dsp:nvSpPr>
        <dsp:cNvPr id="0" name=""/>
        <dsp:cNvSpPr/>
      </dsp:nvSpPr>
      <dsp:spPr>
        <a:xfrm>
          <a:off x="9035890" y="6465942"/>
          <a:ext cx="7926146" cy="2766960"/>
        </a:xfrm>
        <a:prstGeom prst="rect">
          <a:avLst/>
        </a:prstGeom>
        <a:solidFill>
          <a:sysClr val="window" lastClr="FFFFFF"/>
        </a:solidFill>
        <a:ln w="9525" cap="flat" cmpd="sng" algn="ctr">
          <a:solidFill>
            <a:srgbClr val="4F81BD"/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192024" rIns="256032" bIns="288036" numCol="1" spcCol="1270" anchor="t" anchorCtr="0">
          <a:noAutofit/>
        </a:bodyPr>
        <a:lstStyle/>
        <a:p>
          <a:pPr marL="285750" lvl="1" indent="-285750" algn="l" defTabSz="1600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600" kern="1200" dirty="0" err="1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ptos" panose="020B0004020202020204" pitchFamily="34" charset="0"/>
              <a:ea typeface="+mn-ea"/>
              <a:cs typeface="+mn-cs"/>
            </a:rPr>
            <a:t>Nonaktifkan</a:t>
          </a:r>
          <a:r>
            <a:rPr lang="en-US" sz="3600" kern="12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ptos" panose="020B0004020202020204" pitchFamily="34" charset="0"/>
              <a:ea typeface="+mn-ea"/>
              <a:cs typeface="+mn-cs"/>
            </a:rPr>
            <a:t> </a:t>
          </a:r>
          <a:r>
            <a:rPr lang="en-US" sz="3600" kern="1200" dirty="0" err="1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ptos" panose="020B0004020202020204" pitchFamily="34" charset="0"/>
              <a:ea typeface="+mn-ea"/>
              <a:cs typeface="+mn-cs"/>
            </a:rPr>
            <a:t>interupsi</a:t>
          </a:r>
          <a:r>
            <a:rPr lang="en-US" sz="3600" kern="12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ptos" panose="020B0004020202020204" pitchFamily="34" charset="0"/>
              <a:ea typeface="+mn-ea"/>
              <a:cs typeface="+mn-cs"/>
            </a:rPr>
            <a:t> </a:t>
          </a:r>
          <a:r>
            <a:rPr lang="en-US" sz="3600" kern="1200" dirty="0" err="1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ptos" panose="020B0004020202020204" pitchFamily="34" charset="0"/>
              <a:ea typeface="+mn-ea"/>
              <a:cs typeface="+mn-cs"/>
            </a:rPr>
            <a:t>saat</a:t>
          </a:r>
          <a:r>
            <a:rPr lang="en-US" sz="3600" kern="12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ptos" panose="020B0004020202020204" pitchFamily="34" charset="0"/>
              <a:ea typeface="+mn-ea"/>
              <a:cs typeface="+mn-cs"/>
            </a:rPr>
            <a:t> </a:t>
          </a:r>
          <a:r>
            <a:rPr lang="en-US" sz="3600" kern="1200" dirty="0" err="1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ptos" panose="020B0004020202020204" pitchFamily="34" charset="0"/>
              <a:ea typeface="+mn-ea"/>
              <a:cs typeface="+mn-cs"/>
            </a:rPr>
            <a:t>interupsi</a:t>
          </a:r>
          <a:r>
            <a:rPr lang="en-US" sz="3600" kern="12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ptos" panose="020B0004020202020204" pitchFamily="34" charset="0"/>
              <a:ea typeface="+mn-ea"/>
              <a:cs typeface="+mn-cs"/>
            </a:rPr>
            <a:t> </a:t>
          </a:r>
          <a:r>
            <a:rPr lang="en-US" sz="3600" kern="1200" dirty="0" err="1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ptos" panose="020B0004020202020204" pitchFamily="34" charset="0"/>
              <a:ea typeface="+mn-ea"/>
              <a:cs typeface="+mn-cs"/>
            </a:rPr>
            <a:t>sedang</a:t>
          </a:r>
          <a:r>
            <a:rPr lang="en-US" sz="3600" kern="12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ptos" panose="020B0004020202020204" pitchFamily="34" charset="0"/>
              <a:ea typeface="+mn-ea"/>
              <a:cs typeface="+mn-cs"/>
            </a:rPr>
            <a:t> </a:t>
          </a:r>
          <a:r>
            <a:rPr lang="en-US" sz="3600" kern="1200" dirty="0" err="1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ptos" panose="020B0004020202020204" pitchFamily="34" charset="0"/>
              <a:ea typeface="+mn-ea"/>
              <a:cs typeface="+mn-cs"/>
            </a:rPr>
            <a:t>diproses</a:t>
          </a:r>
          <a:endParaRPr lang="en-NZ" sz="36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Aptos" panose="020B0004020202020204" pitchFamily="34" charset="0"/>
            <a:ea typeface="+mn-ea"/>
            <a:cs typeface="+mn-cs"/>
          </a:endParaRPr>
        </a:p>
        <a:p>
          <a:pPr marL="285750" lvl="1" indent="-285750" algn="l" defTabSz="1600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600" kern="1200" dirty="0" err="1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ptos" panose="020B0004020202020204" pitchFamily="34" charset="0"/>
              <a:ea typeface="+mn-ea"/>
              <a:cs typeface="+mn-cs"/>
            </a:rPr>
            <a:t>Gunakan</a:t>
          </a:r>
          <a:r>
            <a:rPr lang="en-US" sz="3600" kern="12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ptos" panose="020B0004020202020204" pitchFamily="34" charset="0"/>
              <a:ea typeface="+mn-ea"/>
              <a:cs typeface="+mn-cs"/>
            </a:rPr>
            <a:t> </a:t>
          </a:r>
          <a:r>
            <a:rPr lang="en-US" sz="3600" kern="1200" dirty="0" err="1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ptos" panose="020B0004020202020204" pitchFamily="34" charset="0"/>
              <a:ea typeface="+mn-ea"/>
              <a:cs typeface="+mn-cs"/>
            </a:rPr>
            <a:t>skema</a:t>
          </a:r>
          <a:r>
            <a:rPr lang="en-US" sz="3600" kern="12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ptos" panose="020B0004020202020204" pitchFamily="34" charset="0"/>
              <a:ea typeface="+mn-ea"/>
              <a:cs typeface="+mn-cs"/>
            </a:rPr>
            <a:t> </a:t>
          </a:r>
          <a:r>
            <a:rPr lang="en-US" sz="3600" kern="1200" dirty="0" err="1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ptos" panose="020B0004020202020204" pitchFamily="34" charset="0"/>
              <a:ea typeface="+mn-ea"/>
              <a:cs typeface="+mn-cs"/>
            </a:rPr>
            <a:t>prioritas</a:t>
          </a:r>
          <a:endParaRPr lang="en-US" sz="36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Aptos" panose="020B0004020202020204" pitchFamily="34" charset="0"/>
            <a:ea typeface="+mn-ea"/>
            <a:cs typeface="+mn-cs"/>
          </a:endParaRPr>
        </a:p>
      </dsp:txBody>
      <dsp:txXfrm>
        <a:off x="9035890" y="6465942"/>
        <a:ext cx="7926146" cy="27669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#2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5">
  <dgm:title val=""/>
  <dgm:desc val=""/>
  <dgm:catLst>
    <dgm:cat type="hierarchy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/>
    <dgm:presOf/>
    <dgm:shape xmlns:r="http://schemas.openxmlformats.org/officeDocument/2006/relationships" r:blip="">
      <dgm:adjLst/>
    </dgm:shape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/>
              <dgm:constr type="t" for="ch" forName="hierFlow" refType="h" fact="0.3"/>
              <dgm:constr type="r" for="ch" forName="hierFlow" refType="w" fact="0.98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 refType="h" fact="0.3"/>
              <dgm:constr type="r" for="ch" forName="hierFlow" refType="w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h" for="des" forName="level1Shape" refType="h"/>
          <dgm:constr type="w" for="des" forName="level1Shape" refType="h" refFor="des" refForName="level1Shape" fact="2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w" refFor="des" refForName="level1Shape" op="equ" fact="0.4"/>
          <dgm:constr type="sibSp" for="des" forName="hierChild1" refType="h" refFor="des" refForName="level1Shape" op="equ" fact="0.15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w" refFor="des" refForName="level1Shape" op="equ"/>
          <dgm:constr type="userB" for="des" refType="sp" refFor="des" op="equ"/>
          <dgm:constr type="w" for="des" forName="firstBuf" refType="w" refFor="des" refForName="level1Shape" fact="0.1"/>
        </dgm:constrLst>
      </dgm:else>
    </dgm:choose>
    <dgm:ruleLst/>
    <dgm:layoutNode name="hierFlow">
      <dgm:choose name="Name6">
        <dgm:if name="Name7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  <dgm:param type="fallback" val="2D"/>
          </dgm:alg>
        </dgm:if>
        <dgm:else name="Name8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  <dgm:param type="fallback" val="2D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ptType="node" op="equ" val="65"/>
        <dgm:constr type="primFontSz" for="des" forName="connTx" op="equ" val="55"/>
        <dgm:constr type="primFontSz" for="des" forName="connTx" refType="primFontSz" refFor="des" refPtType="node" op="lte" fact="0.8"/>
      </dgm:constrLst>
      <dgm:ruleLst/>
      <dgm:choose name="Name9">
        <dgm:if name="Name10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1"/>
      </dgm:choose>
      <dgm:layoutNode name="hierChild1">
        <dgm:varLst>
          <dgm:chPref val="1"/>
          <dgm:animOne val="branch"/>
          <dgm:animLvl val="lvl"/>
        </dgm:varLst>
        <dgm:choose name="Name12">
          <dgm:if name="Name13" func="var" arg="dir" op="equ" val="norm">
            <dgm:alg type="hierChild">
              <dgm:param type="linDir" val="fromT"/>
              <dgm:param type="chAlign" val="l"/>
            </dgm:alg>
          </dgm:if>
          <dgm:else name="Name14">
            <dgm:alg type="hierChild">
              <dgm:param type="linDir" val="fromT"/>
              <dgm:param type="ch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forEach name="Name15" axis="ch" cnt="3">
          <dgm:forEach name="Name16" axis="self" ptType="node">
            <dgm:layoutNode name="Name17">
              <dgm:choose name="Name18">
                <dgm:if name="Name19" func="var" arg="dir" op="equ" val="norm">
                  <dgm:alg type="hierRoot">
                    <dgm:param type="hierAlign" val="lCtrCh"/>
                  </dgm:alg>
                </dgm:if>
                <dgm:else name="Name20">
                  <dgm:alg type="hierRoot">
                    <dgm:param type="hierAlign" val="rCtrCh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tMarg" refType="primFontSz" fact="0.05"/>
                  <dgm:constr type="bMarg" refType="primFontSz" fact="0.05"/>
                  <dgm:constr type="lMarg" refType="primFontSz" fact="0.05"/>
                  <dgm:constr type="rMarg" refType="primFontSz" fact="0.05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21">
                  <dgm:if name="Name2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23">
                    <dgm:alg type="hierChild">
                      <dgm:param type="linDir" val="fromT"/>
                      <dgm:param type="ch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24" axis="self" ptType="parTrans" cnt="1">
                    <dgm:layoutNode name="Name25">
                      <dgm:choose name="Name26">
                        <dgm:if name="Name27" func="var" arg="dir" op="equ" val="norm">
                          <dgm:alg type="conn">
                            <dgm:param type="dim" val="1D"/>
                            <dgm:param type="begPts" val="midR"/>
                            <dgm:param type="endPts" val="midL"/>
                            <dgm:param type="endSty" val="noArr"/>
                          </dgm:alg>
                        </dgm:if>
                        <dgm:else name="Name28">
                          <dgm:alg type="conn">
                            <dgm:param type="dim" val="1D"/>
                            <dgm:param type="begPts" val="midL"/>
                            <dgm:param type="endPts" val="midR"/>
                            <dgm:param type="endSty" val="noArr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5"/>
                        <dgm:constr type="connDist"/>
                        <dgm:constr type="begPad"/>
                        <dgm:constr type="endPad"/>
                        <dgm:constr type="userA" for="ch" refType="connDist"/>
                      </dgm:constrLst>
                      <dgm:ruleLst/>
                      <dgm:layoutNode name="connTx">
                        <dgm:alg type="tx">
                          <dgm:param type="autoTxRot" val="grav"/>
                        </dgm:alg>
                        <dgm:shape xmlns:r="http://schemas.openxmlformats.org/officeDocument/2006/relationships" type="rect" r:blip="" hideGeom="1">
                          <dgm:adjLst/>
                        </dgm:shape>
                        <dgm:presOf axis="self"/>
                        <dgm:constrLst>
                          <dgm:constr type="userA"/>
                          <dgm:constr type="w" refType="userA" fact="0.05"/>
                          <dgm:constr type="h" refType="userA" fact="0.05"/>
                          <dgm:constr type="lMarg" val="1"/>
                          <dgm:constr type="rMarg" val="1"/>
                          <dgm:constr type="tMarg"/>
                          <dgm:constr type="bMarg"/>
                        </dgm:constrLst>
                        <dgm:ruleLst>
                          <dgm:rule type="h" val="NaN" fact="0.25" max="NaN"/>
                          <dgm:rule type="w" val="NaN" fact="0.8" max="NaN"/>
                          <dgm:rule type="primFontSz" val="5" fact="NaN" max="NaN"/>
                        </dgm:ruleLst>
                      </dgm:layoutNode>
                    </dgm:layoutNode>
                  </dgm:forEach>
                  <dgm:forEach name="Name29" axis="self" ptType="node">
                    <dgm:layoutNode name="Name30">
                      <dgm:choose name="Name31">
                        <dgm:if name="Name32" func="var" arg="dir" op="equ" val="norm">
                          <dgm:alg type="hierRoot">
                            <dgm:param type="hierAlign" val="lCtrCh"/>
                          </dgm:alg>
                        </dgm:if>
                        <dgm:else name="Name33">
                          <dgm:alg type="hierRoot">
                            <dgm:param type="hierAlign" val="rCtrCh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tMarg" refType="primFontSz" fact="0.05"/>
                          <dgm:constr type="bMarg" refType="primFontSz" fact="0.05"/>
                          <dgm:constr type="lMarg" refType="primFontSz" fact="0.05"/>
                          <dgm:constr type="rMarg" refType="primFontSz" fact="0.05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34">
                          <dgm:if name="Name35" func="var" arg="dir" op="equ" val="norm">
                            <dgm:alg type="hierChild">
                              <dgm:param type="linDir" val="fromT"/>
                              <dgm:param type="chAlign" val="l"/>
                            </dgm:alg>
                          </dgm:if>
                          <dgm:else name="Name36">
                            <dgm:alg type="hierChild">
                              <dgm:param type="linDir" val="fromT"/>
                              <dgm:param type="chAlign" val="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37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choose name="Name38">
        <dgm:if name="Name39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</dgm:alg>
        </dgm:if>
        <dgm:else name="Name40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rectComp" refType="w"/>
        <dgm:constr type="h" for="ch" forName="rectComp" refType="h"/>
        <dgm:constr type="h" for="des" forName="bgRect" refType="h"/>
        <dgm:constr type="primFontSz" for="des" forName="bgRectTx" op="equ" val="65"/>
      </dgm:constrLst>
      <dgm:ruleLst/>
      <dgm:forEach name="Name41" axis="ch" ptType="node" st="2">
        <dgm:layoutNode name="rectComp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userA"/>
            <dgm:constr type="l" for="ch" forName="bgRect"/>
            <dgm:constr type="t" for="ch" forName="bgRect"/>
            <dgm:constr type="w" for="ch" forName="bgRect" refType="userA" fact="1.2"/>
            <dgm:constr type="l" for="ch" forName="bgRectTx"/>
            <dgm:constr type="t" for="ch" forName="bgRectTx"/>
            <dgm:constr type="h" for="ch" forName="bgRectTx" refType="h" refFor="ch" refForName="bgRect" fact="0.3"/>
            <dgm:constr type="w" for="ch" forName="bgRectTx" refType="w" refFor="ch" refForName="bgRect" op="equ"/>
          </dgm:constrLst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shape xmlns:r="http://schemas.openxmlformats.org/officeDocument/2006/relationships" type="rect" r:blip="" zOrderOff="-999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</dgm:layoutNode>
        <dgm:choose name="Name42">
          <dgm:if name="Name43" axis="self" ptType="node" func="revPos" op="gte" val="2">
            <dgm:layoutNode name="spComp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hSp"/>
                <dgm:constr type="t" for="ch" forName="hSp"/>
                <dgm:constr type="w" for="ch" forName="hSp" refType="userB"/>
                <dgm:constr type="wOff" for="ch" forName="hSp" refType="userA" fact="-0.2"/>
              </dgm:constrLst>
              <dgm:ruleLst/>
              <dgm:layoutNode name="h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44"/>
        </dgm:choose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b="1" dirty="0" err="1" smtClean="0">
                <a:solidFill>
                  <a:srgbClr val="000000"/>
                </a:solidFill>
              </a:rPr>
              <a:t>Contoh</a:t>
            </a:r>
            <a:r>
              <a:rPr lang="en-US" b="1" dirty="0" smtClean="0">
                <a:solidFill>
                  <a:srgbClr val="000000"/>
                </a:solidFill>
              </a:rPr>
              <a:t> </a:t>
            </a:r>
            <a:r>
              <a:rPr lang="en-US" b="1" dirty="0" err="1" smtClean="0">
                <a:solidFill>
                  <a:srgbClr val="000000"/>
                </a:solidFill>
              </a:rPr>
              <a:t>dalam</a:t>
            </a:r>
            <a:r>
              <a:rPr lang="en-US" b="1" dirty="0" smtClean="0">
                <a:solidFill>
                  <a:srgbClr val="000000"/>
                </a:solidFill>
              </a:rPr>
              <a:t> </a:t>
            </a:r>
            <a:r>
              <a:rPr lang="en-US" b="1" dirty="0" err="1" smtClean="0">
                <a:solidFill>
                  <a:srgbClr val="000000"/>
                </a:solidFill>
              </a:rPr>
              <a:t>Praktek</a:t>
            </a:r>
            <a:r>
              <a:rPr lang="en-US" b="1" dirty="0" smtClean="0">
                <a:solidFill>
                  <a:srgbClr val="000000"/>
                </a:solidFill>
              </a:rPr>
              <a:t>:</a:t>
            </a:r>
          </a:p>
          <a:p>
            <a:pPr>
              <a:lnSpc>
                <a:spcPct val="200000"/>
              </a:lnSpc>
            </a:pPr>
            <a:r>
              <a:rPr lang="en-US" b="1" dirty="0" smtClean="0">
                <a:solidFill>
                  <a:srgbClr val="000000"/>
                </a:solidFill>
              </a:rPr>
              <a:t>Program Loop</a:t>
            </a:r>
            <a:r>
              <a:rPr lang="en-US" dirty="0" smtClean="0">
                <a:solidFill>
                  <a:srgbClr val="000000"/>
                </a:solidFill>
              </a:rPr>
              <a:t>: </a:t>
            </a:r>
            <a:r>
              <a:rPr lang="en-US" dirty="0" err="1" smtClean="0">
                <a:solidFill>
                  <a:srgbClr val="000000"/>
                </a:solidFill>
              </a:rPr>
              <a:t>Ketika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 err="1" smtClean="0">
                <a:solidFill>
                  <a:srgbClr val="000000"/>
                </a:solidFill>
              </a:rPr>
              <a:t>sebuah</a:t>
            </a:r>
            <a:r>
              <a:rPr lang="en-US" dirty="0" smtClean="0">
                <a:solidFill>
                  <a:srgbClr val="000000"/>
                </a:solidFill>
              </a:rPr>
              <a:t> loop </a:t>
            </a:r>
            <a:r>
              <a:rPr lang="en-US" dirty="0" err="1" smtClean="0">
                <a:solidFill>
                  <a:srgbClr val="000000"/>
                </a:solidFill>
              </a:rPr>
              <a:t>dalam</a:t>
            </a:r>
            <a:r>
              <a:rPr lang="en-US" dirty="0" smtClean="0">
                <a:solidFill>
                  <a:srgbClr val="000000"/>
                </a:solidFill>
              </a:rPr>
              <a:t> program </a:t>
            </a:r>
            <a:r>
              <a:rPr lang="en-US" dirty="0" err="1" smtClean="0">
                <a:solidFill>
                  <a:srgbClr val="000000"/>
                </a:solidFill>
              </a:rPr>
              <a:t>mengakses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 err="1" smtClean="0">
                <a:solidFill>
                  <a:srgbClr val="000000"/>
                </a:solidFill>
              </a:rPr>
              <a:t>variabel</a:t>
            </a:r>
            <a:r>
              <a:rPr lang="en-US" dirty="0" smtClean="0">
                <a:solidFill>
                  <a:srgbClr val="000000"/>
                </a:solidFill>
              </a:rPr>
              <a:t> yang </a:t>
            </a:r>
            <a:r>
              <a:rPr lang="en-US" dirty="0" err="1" smtClean="0">
                <a:solidFill>
                  <a:srgbClr val="000000"/>
                </a:solidFill>
              </a:rPr>
              <a:t>sama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 err="1" smtClean="0">
                <a:solidFill>
                  <a:srgbClr val="000000"/>
                </a:solidFill>
              </a:rPr>
              <a:t>atau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 err="1" smtClean="0">
                <a:solidFill>
                  <a:srgbClr val="000000"/>
                </a:solidFill>
              </a:rPr>
              <a:t>sekelompok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 err="1" smtClean="0">
                <a:solidFill>
                  <a:srgbClr val="000000"/>
                </a:solidFill>
              </a:rPr>
              <a:t>variabel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 err="1" smtClean="0">
                <a:solidFill>
                  <a:srgbClr val="000000"/>
                </a:solidFill>
              </a:rPr>
              <a:t>dalam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 err="1" smtClean="0">
                <a:solidFill>
                  <a:srgbClr val="000000"/>
                </a:solidFill>
              </a:rPr>
              <a:t>urutan</a:t>
            </a:r>
            <a:r>
              <a:rPr lang="en-US" dirty="0" smtClean="0">
                <a:solidFill>
                  <a:srgbClr val="000000"/>
                </a:solidFill>
              </a:rPr>
              <a:t> yang </a:t>
            </a:r>
            <a:r>
              <a:rPr lang="en-US" dirty="0" err="1" smtClean="0">
                <a:solidFill>
                  <a:srgbClr val="000000"/>
                </a:solidFill>
              </a:rPr>
              <a:t>sama</a:t>
            </a:r>
            <a:r>
              <a:rPr lang="en-US" dirty="0" smtClean="0">
                <a:solidFill>
                  <a:srgbClr val="000000"/>
                </a:solidFill>
              </a:rPr>
              <a:t>, </a:t>
            </a:r>
            <a:r>
              <a:rPr lang="en-US" dirty="0" err="1" smtClean="0">
                <a:solidFill>
                  <a:srgbClr val="000000"/>
                </a:solidFill>
              </a:rPr>
              <a:t>lokalitas</a:t>
            </a:r>
            <a:r>
              <a:rPr lang="en-US" dirty="0" smtClean="0">
                <a:solidFill>
                  <a:srgbClr val="000000"/>
                </a:solidFill>
              </a:rPr>
              <a:t> temporal </a:t>
            </a:r>
            <a:r>
              <a:rPr lang="en-US" dirty="0" err="1" smtClean="0">
                <a:solidFill>
                  <a:srgbClr val="000000"/>
                </a:solidFill>
              </a:rPr>
              <a:t>sangat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 err="1" smtClean="0">
                <a:solidFill>
                  <a:srgbClr val="000000"/>
                </a:solidFill>
              </a:rPr>
              <a:t>jelas</a:t>
            </a:r>
            <a:r>
              <a:rPr lang="en-US" dirty="0" smtClean="0">
                <a:solidFill>
                  <a:srgbClr val="000000"/>
                </a:solidFill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b="1" dirty="0" smtClean="0">
                <a:solidFill>
                  <a:srgbClr val="000000"/>
                </a:solidFill>
              </a:rPr>
              <a:t>Array Traversal</a:t>
            </a:r>
            <a:r>
              <a:rPr lang="en-US" dirty="0" smtClean="0">
                <a:solidFill>
                  <a:srgbClr val="000000"/>
                </a:solidFill>
              </a:rPr>
              <a:t>: </a:t>
            </a:r>
            <a:r>
              <a:rPr lang="en-US" dirty="0" err="1" smtClean="0">
                <a:solidFill>
                  <a:srgbClr val="000000"/>
                </a:solidFill>
              </a:rPr>
              <a:t>Saat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 err="1" smtClean="0">
                <a:solidFill>
                  <a:srgbClr val="000000"/>
                </a:solidFill>
              </a:rPr>
              <a:t>mengakses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 err="1" smtClean="0">
                <a:solidFill>
                  <a:srgbClr val="000000"/>
                </a:solidFill>
              </a:rPr>
              <a:t>elemen</a:t>
            </a:r>
            <a:r>
              <a:rPr lang="en-US" dirty="0" smtClean="0">
                <a:solidFill>
                  <a:srgbClr val="000000"/>
                </a:solidFill>
              </a:rPr>
              <a:t> array </a:t>
            </a:r>
            <a:r>
              <a:rPr lang="en-US" dirty="0" err="1" smtClean="0">
                <a:solidFill>
                  <a:srgbClr val="000000"/>
                </a:solidFill>
              </a:rPr>
              <a:t>secara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 err="1" smtClean="0">
                <a:solidFill>
                  <a:srgbClr val="000000"/>
                </a:solidFill>
              </a:rPr>
              <a:t>berurutan</a:t>
            </a:r>
            <a:r>
              <a:rPr lang="en-US" dirty="0" smtClean="0">
                <a:solidFill>
                  <a:srgbClr val="000000"/>
                </a:solidFill>
              </a:rPr>
              <a:t>, </a:t>
            </a:r>
            <a:r>
              <a:rPr lang="en-US" dirty="0" err="1" smtClean="0">
                <a:solidFill>
                  <a:srgbClr val="000000"/>
                </a:solidFill>
              </a:rPr>
              <a:t>lokalitas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 err="1" smtClean="0">
                <a:solidFill>
                  <a:srgbClr val="000000"/>
                </a:solidFill>
              </a:rPr>
              <a:t>spasial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 err="1" smtClean="0">
                <a:solidFill>
                  <a:srgbClr val="000000"/>
                </a:solidFill>
              </a:rPr>
              <a:t>berlaku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 err="1" smtClean="0">
                <a:solidFill>
                  <a:srgbClr val="000000"/>
                </a:solidFill>
              </a:rPr>
              <a:t>karena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 err="1" smtClean="0">
                <a:solidFill>
                  <a:srgbClr val="000000"/>
                </a:solidFill>
              </a:rPr>
              <a:t>elemen-elemen</a:t>
            </a:r>
            <a:r>
              <a:rPr lang="en-US" dirty="0" smtClean="0">
                <a:solidFill>
                  <a:srgbClr val="000000"/>
                </a:solidFill>
              </a:rPr>
              <a:t> array </a:t>
            </a:r>
            <a:r>
              <a:rPr lang="en-US" dirty="0" err="1" smtClean="0">
                <a:solidFill>
                  <a:srgbClr val="000000"/>
                </a:solidFill>
              </a:rPr>
              <a:t>biasanya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 err="1" smtClean="0">
                <a:solidFill>
                  <a:srgbClr val="000000"/>
                </a:solidFill>
              </a:rPr>
              <a:t>disimpan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 err="1" smtClean="0">
                <a:solidFill>
                  <a:srgbClr val="000000"/>
                </a:solidFill>
              </a:rPr>
              <a:t>dalam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 err="1" smtClean="0">
                <a:solidFill>
                  <a:srgbClr val="000000"/>
                </a:solidFill>
              </a:rPr>
              <a:t>lokasi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 err="1" smtClean="0">
                <a:solidFill>
                  <a:srgbClr val="000000"/>
                </a:solidFill>
              </a:rPr>
              <a:t>memori</a:t>
            </a:r>
            <a:r>
              <a:rPr lang="en-US" dirty="0" smtClean="0">
                <a:solidFill>
                  <a:srgbClr val="000000"/>
                </a:solidFill>
              </a:rPr>
              <a:t> yang </a:t>
            </a:r>
            <a:r>
              <a:rPr lang="en-US" dirty="0" err="1" smtClean="0">
                <a:solidFill>
                  <a:srgbClr val="000000"/>
                </a:solidFill>
              </a:rPr>
              <a:t>berdekatan</a:t>
            </a:r>
            <a:r>
              <a:rPr lang="en-US" dirty="0" smtClean="0">
                <a:solidFill>
                  <a:srgbClr val="00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641749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endParaRPr lang="en-US" dirty="0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02992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endParaRPr lang="en-US" dirty="0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37083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endParaRPr lang="en-US" dirty="0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12125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endParaRPr lang="en-US" dirty="0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97602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err="1" smtClean="0"/>
              <a:t>Efisiensi</a:t>
            </a:r>
            <a:r>
              <a:rPr lang="en-US" b="1" dirty="0" smtClean="0"/>
              <a:t> </a:t>
            </a:r>
            <a:r>
              <a:rPr lang="en-US" b="1" dirty="0" err="1" smtClean="0"/>
              <a:t>Sumber</a:t>
            </a:r>
            <a:r>
              <a:rPr lang="en-US" b="1" dirty="0" smtClean="0"/>
              <a:t> </a:t>
            </a:r>
            <a:r>
              <a:rPr lang="en-US" b="1" dirty="0" err="1" smtClean="0"/>
              <a:t>Daya</a:t>
            </a:r>
            <a:r>
              <a:rPr lang="en-US" dirty="0" smtClean="0"/>
              <a:t>: </a:t>
            </a:r>
            <a:r>
              <a:rPr lang="en-US" dirty="0" err="1" smtClean="0"/>
              <a:t>Dengan</a:t>
            </a:r>
            <a:r>
              <a:rPr lang="en-US" dirty="0" smtClean="0"/>
              <a:t> interrupts, </a:t>
            </a:r>
            <a:r>
              <a:rPr lang="en-US" dirty="0" err="1" smtClean="0"/>
              <a:t>prosesor</a:t>
            </a:r>
            <a:r>
              <a:rPr lang="en-US" dirty="0" smtClean="0"/>
              <a:t> </a:t>
            </a:r>
            <a:r>
              <a:rPr lang="en-US" dirty="0" err="1" smtClean="0"/>
              <a:t>tidak</a:t>
            </a:r>
            <a:r>
              <a:rPr lang="en-US" dirty="0" smtClean="0"/>
              <a:t> </a:t>
            </a:r>
            <a:r>
              <a:rPr lang="en-US" dirty="0" err="1" smtClean="0"/>
              <a:t>perlu</a:t>
            </a:r>
            <a:r>
              <a:rPr lang="en-US" dirty="0" smtClean="0"/>
              <a:t> </a:t>
            </a:r>
            <a:r>
              <a:rPr lang="en-US" dirty="0" err="1" smtClean="0"/>
              <a:t>terus-menerus</a:t>
            </a:r>
            <a:r>
              <a:rPr lang="en-US" dirty="0" smtClean="0"/>
              <a:t> </a:t>
            </a:r>
            <a:r>
              <a:rPr lang="en-US" dirty="0" err="1" smtClean="0"/>
              <a:t>memeriksa</a:t>
            </a:r>
            <a:r>
              <a:rPr lang="en-US" dirty="0" smtClean="0"/>
              <a:t> status </a:t>
            </a:r>
            <a:r>
              <a:rPr lang="en-US" dirty="0" err="1" smtClean="0"/>
              <a:t>perangkat</a:t>
            </a:r>
            <a:r>
              <a:rPr lang="en-US" dirty="0" smtClean="0"/>
              <a:t> </a:t>
            </a:r>
            <a:r>
              <a:rPr lang="en-US" dirty="0" err="1" smtClean="0"/>
              <a:t>atau</a:t>
            </a:r>
            <a:r>
              <a:rPr lang="en-US" dirty="0" smtClean="0"/>
              <a:t> </a:t>
            </a:r>
            <a:r>
              <a:rPr lang="en-US" dirty="0" err="1" smtClean="0"/>
              <a:t>kondisi</a:t>
            </a:r>
            <a:r>
              <a:rPr lang="en-US" dirty="0" smtClean="0"/>
              <a:t> </a:t>
            </a:r>
            <a:r>
              <a:rPr lang="en-US" dirty="0" err="1" smtClean="0"/>
              <a:t>sistem</a:t>
            </a:r>
            <a:r>
              <a:rPr lang="en-US" dirty="0" smtClean="0"/>
              <a:t>, yang </a:t>
            </a:r>
            <a:r>
              <a:rPr lang="en-US" dirty="0" err="1" smtClean="0"/>
              <a:t>menghemat</a:t>
            </a:r>
            <a:r>
              <a:rPr lang="en-US" dirty="0" smtClean="0"/>
              <a:t> </a:t>
            </a:r>
            <a:r>
              <a:rPr lang="en-US" dirty="0" err="1" smtClean="0"/>
              <a:t>waktu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siklus</a:t>
            </a:r>
            <a:r>
              <a:rPr lang="en-US" dirty="0" smtClean="0"/>
              <a:t> CPU. </a:t>
            </a:r>
            <a:r>
              <a:rPr lang="en-US" dirty="0" err="1" smtClean="0"/>
              <a:t>Ini</a:t>
            </a:r>
            <a:r>
              <a:rPr lang="en-US" dirty="0" smtClean="0"/>
              <a:t> </a:t>
            </a:r>
            <a:r>
              <a:rPr lang="en-US" dirty="0" err="1" smtClean="0"/>
              <a:t>membuat</a:t>
            </a:r>
            <a:r>
              <a:rPr lang="en-US" dirty="0" smtClean="0"/>
              <a:t> </a:t>
            </a:r>
            <a:r>
              <a:rPr lang="en-US" dirty="0" err="1" smtClean="0"/>
              <a:t>penggunaan</a:t>
            </a:r>
            <a:r>
              <a:rPr lang="en-US" dirty="0" smtClean="0"/>
              <a:t> </a:t>
            </a:r>
            <a:r>
              <a:rPr lang="en-US" dirty="0" err="1" smtClean="0"/>
              <a:t>sumber</a:t>
            </a:r>
            <a:r>
              <a:rPr lang="en-US" dirty="0" smtClean="0"/>
              <a:t> </a:t>
            </a:r>
            <a:r>
              <a:rPr lang="en-US" dirty="0" err="1" smtClean="0"/>
              <a:t>daya</a:t>
            </a:r>
            <a:r>
              <a:rPr lang="en-US" dirty="0" smtClean="0"/>
              <a:t> </a:t>
            </a:r>
            <a:r>
              <a:rPr lang="en-US" dirty="0" err="1" smtClean="0"/>
              <a:t>sistem</a:t>
            </a:r>
            <a:r>
              <a:rPr lang="en-US" dirty="0" smtClean="0"/>
              <a:t> </a:t>
            </a:r>
            <a:r>
              <a:rPr lang="en-US" dirty="0" err="1" smtClean="0"/>
              <a:t>lebih</a:t>
            </a:r>
            <a:r>
              <a:rPr lang="en-US" dirty="0" smtClean="0"/>
              <a:t> </a:t>
            </a:r>
            <a:r>
              <a:rPr lang="en-US" dirty="0" err="1" smtClean="0"/>
              <a:t>efisien</a:t>
            </a:r>
            <a:r>
              <a:rPr lang="en-US" dirty="0" smtClean="0"/>
              <a:t> </a:t>
            </a:r>
            <a:r>
              <a:rPr lang="en-US" dirty="0" err="1" smtClean="0"/>
              <a:t>karena</a:t>
            </a:r>
            <a:r>
              <a:rPr lang="en-US" dirty="0" smtClean="0"/>
              <a:t> </a:t>
            </a:r>
            <a:r>
              <a:rPr lang="en-US" dirty="0" err="1" smtClean="0"/>
              <a:t>prosesor</a:t>
            </a:r>
            <a:r>
              <a:rPr lang="en-US" dirty="0" smtClean="0"/>
              <a:t> </a:t>
            </a:r>
            <a:r>
              <a:rPr lang="en-US" dirty="0" err="1" smtClean="0"/>
              <a:t>hanya</a:t>
            </a:r>
            <a:r>
              <a:rPr lang="en-US" dirty="0" smtClean="0"/>
              <a:t> </a:t>
            </a:r>
            <a:r>
              <a:rPr lang="en-US" dirty="0" err="1" smtClean="0"/>
              <a:t>menangani</a:t>
            </a:r>
            <a:r>
              <a:rPr lang="en-US" dirty="0" smtClean="0"/>
              <a:t> </a:t>
            </a:r>
            <a:r>
              <a:rPr lang="en-US" dirty="0" err="1" smtClean="0"/>
              <a:t>tugas-tugas</a:t>
            </a:r>
            <a:r>
              <a:rPr lang="en-US" dirty="0" smtClean="0"/>
              <a:t> </a:t>
            </a:r>
            <a:r>
              <a:rPr lang="en-US" dirty="0" err="1" smtClean="0"/>
              <a:t>saat</a:t>
            </a:r>
            <a:r>
              <a:rPr lang="en-US" dirty="0" smtClean="0"/>
              <a:t> </a:t>
            </a:r>
            <a:r>
              <a:rPr lang="en-US" dirty="0" err="1" smtClean="0"/>
              <a:t>diperlukan</a:t>
            </a:r>
            <a:r>
              <a:rPr lang="en-US" dirty="0" smtClean="0"/>
              <a:t>.</a:t>
            </a:r>
          </a:p>
          <a:p>
            <a:r>
              <a:rPr lang="en-US" b="1" dirty="0" err="1" smtClean="0"/>
              <a:t>Peningkatan</a:t>
            </a:r>
            <a:r>
              <a:rPr lang="en-US" b="1" dirty="0" smtClean="0"/>
              <a:t> Multitasking</a:t>
            </a:r>
            <a:r>
              <a:rPr lang="en-US" dirty="0" smtClean="0"/>
              <a:t>: </a:t>
            </a:r>
            <a:r>
              <a:rPr lang="en-US" dirty="0" err="1" smtClean="0"/>
              <a:t>Dengan</a:t>
            </a:r>
            <a:r>
              <a:rPr lang="en-US" dirty="0" smtClean="0"/>
              <a:t> interrupts, </a:t>
            </a:r>
            <a:r>
              <a:rPr lang="en-US" dirty="0" err="1" smtClean="0"/>
              <a:t>sistem</a:t>
            </a:r>
            <a:r>
              <a:rPr lang="en-US" dirty="0" smtClean="0"/>
              <a:t> </a:t>
            </a:r>
            <a:r>
              <a:rPr lang="en-US" dirty="0" err="1" smtClean="0"/>
              <a:t>operasi</a:t>
            </a:r>
            <a:r>
              <a:rPr lang="en-US" dirty="0" smtClean="0"/>
              <a:t> </a:t>
            </a:r>
            <a:r>
              <a:rPr lang="en-US" dirty="0" err="1" smtClean="0"/>
              <a:t>dapat</a:t>
            </a:r>
            <a:r>
              <a:rPr lang="en-US" dirty="0" smtClean="0"/>
              <a:t> </a:t>
            </a:r>
            <a:r>
              <a:rPr lang="en-US" dirty="0" err="1" smtClean="0"/>
              <a:t>mengimplementasikan</a:t>
            </a:r>
            <a:r>
              <a:rPr lang="en-US" dirty="0" smtClean="0"/>
              <a:t> </a:t>
            </a:r>
            <a:r>
              <a:rPr lang="en-US" dirty="0" err="1" smtClean="0"/>
              <a:t>teknik</a:t>
            </a:r>
            <a:r>
              <a:rPr lang="en-US" dirty="0" smtClean="0"/>
              <a:t> multitasking, di mana </a:t>
            </a:r>
            <a:r>
              <a:rPr lang="en-US" dirty="0" err="1" smtClean="0"/>
              <a:t>beberapa</a:t>
            </a:r>
            <a:r>
              <a:rPr lang="en-US" dirty="0" smtClean="0"/>
              <a:t> proses </a:t>
            </a:r>
            <a:r>
              <a:rPr lang="en-US" dirty="0" err="1" smtClean="0"/>
              <a:t>dapat</a:t>
            </a:r>
            <a:r>
              <a:rPr lang="en-US" dirty="0" smtClean="0"/>
              <a:t> </a:t>
            </a:r>
            <a:r>
              <a:rPr lang="en-US" dirty="0" err="1" smtClean="0"/>
              <a:t>dijadwalkan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dijalankan</a:t>
            </a:r>
            <a:r>
              <a:rPr lang="en-US" dirty="0" smtClean="0"/>
              <a:t> </a:t>
            </a:r>
            <a:r>
              <a:rPr lang="en-US" dirty="0" err="1" smtClean="0"/>
              <a:t>secara</a:t>
            </a:r>
            <a:r>
              <a:rPr lang="en-US" dirty="0" smtClean="0"/>
              <a:t> </a:t>
            </a:r>
            <a:r>
              <a:rPr lang="en-US" dirty="0" err="1" smtClean="0"/>
              <a:t>bersamaan</a:t>
            </a:r>
            <a:r>
              <a:rPr lang="en-US" dirty="0" smtClean="0"/>
              <a:t>. Timer interrupts </a:t>
            </a:r>
            <a:r>
              <a:rPr lang="en-US" dirty="0" err="1" smtClean="0"/>
              <a:t>digunakan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mengalokasikan</a:t>
            </a:r>
            <a:r>
              <a:rPr lang="en-US" dirty="0" smtClean="0"/>
              <a:t> </a:t>
            </a:r>
            <a:r>
              <a:rPr lang="en-US" dirty="0" err="1" smtClean="0"/>
              <a:t>waktu</a:t>
            </a:r>
            <a:r>
              <a:rPr lang="en-US" dirty="0" smtClean="0"/>
              <a:t> CPU </a:t>
            </a:r>
            <a:r>
              <a:rPr lang="en-US" dirty="0" err="1" smtClean="0"/>
              <a:t>secara</a:t>
            </a:r>
            <a:r>
              <a:rPr lang="en-US" dirty="0" smtClean="0"/>
              <a:t> </a:t>
            </a:r>
            <a:r>
              <a:rPr lang="en-US" dirty="0" err="1" smtClean="0"/>
              <a:t>adil</a:t>
            </a:r>
            <a:r>
              <a:rPr lang="en-US" dirty="0" smtClean="0"/>
              <a:t> </a:t>
            </a:r>
            <a:r>
              <a:rPr lang="en-US" dirty="0" err="1" smtClean="0"/>
              <a:t>antara</a:t>
            </a:r>
            <a:r>
              <a:rPr lang="en-US" dirty="0" smtClean="0"/>
              <a:t> </a:t>
            </a:r>
            <a:r>
              <a:rPr lang="en-US" dirty="0" err="1" smtClean="0"/>
              <a:t>berbagai</a:t>
            </a:r>
            <a:r>
              <a:rPr lang="en-US" dirty="0" smtClean="0"/>
              <a:t> proses </a:t>
            </a:r>
            <a:r>
              <a:rPr lang="en-US" dirty="0" err="1" smtClean="0"/>
              <a:t>atau</a:t>
            </a:r>
            <a:r>
              <a:rPr lang="en-US" dirty="0" smtClean="0"/>
              <a:t> thread.</a:t>
            </a:r>
            <a:endParaRPr lang="en-US" b="1" dirty="0" smtClean="0"/>
          </a:p>
          <a:p>
            <a:r>
              <a:rPr lang="en-US" b="1" dirty="0" err="1" smtClean="0"/>
              <a:t>Pengelolaan</a:t>
            </a:r>
            <a:r>
              <a:rPr lang="en-US" b="1" dirty="0" smtClean="0"/>
              <a:t> </a:t>
            </a:r>
            <a:r>
              <a:rPr lang="en-US" b="1" dirty="0" err="1" smtClean="0"/>
              <a:t>Input/Output</a:t>
            </a:r>
            <a:r>
              <a:rPr lang="en-US" b="1" dirty="0" smtClean="0"/>
              <a:t> yang </a:t>
            </a:r>
            <a:r>
              <a:rPr lang="en-US" b="1" dirty="0" err="1" smtClean="0"/>
              <a:t>Lebih</a:t>
            </a:r>
            <a:r>
              <a:rPr lang="en-US" b="1" dirty="0" smtClean="0"/>
              <a:t> </a:t>
            </a:r>
            <a:r>
              <a:rPr lang="en-US" b="1" dirty="0" err="1" smtClean="0"/>
              <a:t>Baik</a:t>
            </a:r>
            <a:r>
              <a:rPr lang="en-US" dirty="0" smtClean="0"/>
              <a:t>: Interrupts </a:t>
            </a:r>
            <a:r>
              <a:rPr lang="en-US" dirty="0" err="1" smtClean="0"/>
              <a:t>memungkinkan</a:t>
            </a:r>
            <a:r>
              <a:rPr lang="en-US" dirty="0" smtClean="0"/>
              <a:t> </a:t>
            </a:r>
            <a:r>
              <a:rPr lang="en-US" dirty="0" err="1" smtClean="0"/>
              <a:t>pengelolaan</a:t>
            </a:r>
            <a:r>
              <a:rPr lang="en-US" dirty="0" smtClean="0"/>
              <a:t> </a:t>
            </a:r>
            <a:r>
              <a:rPr lang="en-US" dirty="0" err="1" smtClean="0"/>
              <a:t>perangkat</a:t>
            </a:r>
            <a:r>
              <a:rPr lang="en-US" dirty="0" smtClean="0"/>
              <a:t> I/O yang </a:t>
            </a:r>
            <a:r>
              <a:rPr lang="en-US" dirty="0" err="1" smtClean="0"/>
              <a:t>lebih</a:t>
            </a:r>
            <a:r>
              <a:rPr lang="en-US" dirty="0" smtClean="0"/>
              <a:t> </a:t>
            </a:r>
            <a:r>
              <a:rPr lang="en-US" dirty="0" err="1" smtClean="0"/>
              <a:t>baik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memberi</a:t>
            </a:r>
            <a:r>
              <a:rPr lang="en-US" dirty="0" smtClean="0"/>
              <a:t> </a:t>
            </a:r>
            <a:r>
              <a:rPr lang="en-US" dirty="0" err="1" smtClean="0"/>
              <a:t>tahu</a:t>
            </a:r>
            <a:r>
              <a:rPr lang="en-US" dirty="0" smtClean="0"/>
              <a:t> </a:t>
            </a:r>
            <a:r>
              <a:rPr lang="en-US" dirty="0" err="1" smtClean="0"/>
              <a:t>prosesor</a:t>
            </a:r>
            <a:r>
              <a:rPr lang="en-US" dirty="0" smtClean="0"/>
              <a:t> </a:t>
            </a:r>
            <a:r>
              <a:rPr lang="en-US" dirty="0" err="1" smtClean="0"/>
              <a:t>tentang</a:t>
            </a:r>
            <a:r>
              <a:rPr lang="en-US" dirty="0" smtClean="0"/>
              <a:t> </a:t>
            </a:r>
            <a:r>
              <a:rPr lang="en-US" dirty="0" err="1" smtClean="0"/>
              <a:t>ketersediaan</a:t>
            </a:r>
            <a:r>
              <a:rPr lang="en-US" dirty="0" smtClean="0"/>
              <a:t> data </a:t>
            </a:r>
            <a:r>
              <a:rPr lang="en-US" dirty="0" err="1" smtClean="0"/>
              <a:t>atau</a:t>
            </a:r>
            <a:r>
              <a:rPr lang="en-US" dirty="0" smtClean="0"/>
              <a:t> </a:t>
            </a:r>
            <a:r>
              <a:rPr lang="en-US" dirty="0" err="1" smtClean="0"/>
              <a:t>kebutuhan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tindakan</a:t>
            </a:r>
            <a:r>
              <a:rPr lang="en-US" dirty="0" smtClean="0"/>
              <a:t>, </a:t>
            </a:r>
            <a:r>
              <a:rPr lang="en-US" dirty="0" err="1" smtClean="0"/>
              <a:t>alih-alih</a:t>
            </a:r>
            <a:r>
              <a:rPr lang="en-US" dirty="0" smtClean="0"/>
              <a:t> </a:t>
            </a:r>
            <a:r>
              <a:rPr lang="en-US" dirty="0" err="1" smtClean="0"/>
              <a:t>melakukan</a:t>
            </a:r>
            <a:r>
              <a:rPr lang="en-US" dirty="0" smtClean="0"/>
              <a:t> polling </a:t>
            </a:r>
            <a:r>
              <a:rPr lang="en-US" dirty="0" err="1" smtClean="0"/>
              <a:t>secara</a:t>
            </a:r>
            <a:r>
              <a:rPr lang="en-US" dirty="0" smtClean="0"/>
              <a:t> </a:t>
            </a:r>
            <a:r>
              <a:rPr lang="en-US" dirty="0" err="1" smtClean="0"/>
              <a:t>aktif</a:t>
            </a:r>
            <a:r>
              <a:rPr lang="en-US" dirty="0" smtClean="0"/>
              <a:t>. </a:t>
            </a:r>
            <a:r>
              <a:rPr lang="en-US" dirty="0" err="1" smtClean="0"/>
              <a:t>Ini</a:t>
            </a:r>
            <a:r>
              <a:rPr lang="en-US" dirty="0" smtClean="0"/>
              <a:t> </a:t>
            </a:r>
            <a:r>
              <a:rPr lang="en-US" dirty="0" err="1" smtClean="0"/>
              <a:t>meningkatkan</a:t>
            </a:r>
            <a:r>
              <a:rPr lang="en-US" dirty="0" smtClean="0"/>
              <a:t> </a:t>
            </a:r>
            <a:r>
              <a:rPr lang="en-US" dirty="0" err="1" smtClean="0"/>
              <a:t>kinerja</a:t>
            </a:r>
            <a:r>
              <a:rPr lang="en-US" dirty="0" smtClean="0"/>
              <a:t> </a:t>
            </a:r>
            <a:r>
              <a:rPr lang="en-US" dirty="0" err="1" smtClean="0"/>
              <a:t>sistem</a:t>
            </a:r>
            <a:r>
              <a:rPr lang="en-US" dirty="0" smtClean="0"/>
              <a:t> </a:t>
            </a:r>
            <a:r>
              <a:rPr lang="en-US" dirty="0" err="1" smtClean="0"/>
              <a:t>secara</a:t>
            </a:r>
            <a:r>
              <a:rPr lang="en-US" dirty="0" smtClean="0"/>
              <a:t> </a:t>
            </a:r>
            <a:r>
              <a:rPr lang="en-US" dirty="0" err="1" smtClean="0"/>
              <a:t>keseluruhan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mengurangi</a:t>
            </a:r>
            <a:r>
              <a:rPr lang="en-US" dirty="0" smtClean="0"/>
              <a:t> </a:t>
            </a:r>
            <a:r>
              <a:rPr lang="en-US" dirty="0" err="1" smtClean="0"/>
              <a:t>latensi</a:t>
            </a:r>
            <a:r>
              <a:rPr lang="en-US" dirty="0" smtClean="0"/>
              <a:t>.</a:t>
            </a:r>
          </a:p>
          <a:p>
            <a:r>
              <a:rPr lang="en-US" b="1" dirty="0" err="1" smtClean="0"/>
              <a:t>Respons</a:t>
            </a:r>
            <a:r>
              <a:rPr lang="en-US" b="1" dirty="0" smtClean="0"/>
              <a:t> </a:t>
            </a:r>
            <a:r>
              <a:rPr lang="en-US" b="1" dirty="0" err="1" smtClean="0"/>
              <a:t>Cepat</a:t>
            </a:r>
            <a:r>
              <a:rPr lang="en-US" b="1" dirty="0" smtClean="0"/>
              <a:t> </a:t>
            </a:r>
            <a:r>
              <a:rPr lang="en-US" b="1" dirty="0" err="1" smtClean="0"/>
              <a:t>terhadap</a:t>
            </a:r>
            <a:r>
              <a:rPr lang="en-US" b="1" dirty="0" smtClean="0"/>
              <a:t> </a:t>
            </a:r>
            <a:r>
              <a:rPr lang="en-US" b="1" dirty="0" err="1" smtClean="0"/>
              <a:t>Peristiwa</a:t>
            </a:r>
            <a:r>
              <a:rPr lang="en-US" dirty="0" smtClean="0"/>
              <a:t>: Interrupts </a:t>
            </a:r>
            <a:r>
              <a:rPr lang="en-US" dirty="0" err="1" smtClean="0"/>
              <a:t>memungkinkan</a:t>
            </a:r>
            <a:r>
              <a:rPr lang="en-US" dirty="0" smtClean="0"/>
              <a:t> </a:t>
            </a:r>
            <a:r>
              <a:rPr lang="en-US" dirty="0" err="1" smtClean="0"/>
              <a:t>sistem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merespons</a:t>
            </a:r>
            <a:r>
              <a:rPr lang="en-US" dirty="0" smtClean="0"/>
              <a:t> </a:t>
            </a:r>
            <a:r>
              <a:rPr lang="en-US" dirty="0" err="1" smtClean="0"/>
              <a:t>peristiwa</a:t>
            </a:r>
            <a:r>
              <a:rPr lang="en-US" dirty="0" smtClean="0"/>
              <a:t> </a:t>
            </a:r>
            <a:r>
              <a:rPr lang="en-US" dirty="0" err="1" smtClean="0"/>
              <a:t>mendesak</a:t>
            </a:r>
            <a:r>
              <a:rPr lang="en-US" dirty="0" smtClean="0"/>
              <a:t>, </a:t>
            </a:r>
            <a:r>
              <a:rPr lang="en-US" dirty="0" err="1" smtClean="0"/>
              <a:t>seperti</a:t>
            </a:r>
            <a:r>
              <a:rPr lang="en-US" dirty="0" smtClean="0"/>
              <a:t> </a:t>
            </a:r>
            <a:r>
              <a:rPr lang="en-US" dirty="0" err="1" smtClean="0"/>
              <a:t>kegagalan</a:t>
            </a:r>
            <a:r>
              <a:rPr lang="en-US" dirty="0" smtClean="0"/>
              <a:t> </a:t>
            </a:r>
            <a:r>
              <a:rPr lang="en-US" dirty="0" err="1" smtClean="0"/>
              <a:t>perangkat</a:t>
            </a:r>
            <a:r>
              <a:rPr lang="en-US" dirty="0" smtClean="0"/>
              <a:t> </a:t>
            </a:r>
            <a:r>
              <a:rPr lang="en-US" dirty="0" err="1" smtClean="0"/>
              <a:t>keras</a:t>
            </a:r>
            <a:r>
              <a:rPr lang="en-US" dirty="0" smtClean="0"/>
              <a:t> </a:t>
            </a:r>
            <a:r>
              <a:rPr lang="en-US" dirty="0" err="1" smtClean="0"/>
              <a:t>atau</a:t>
            </a:r>
            <a:r>
              <a:rPr lang="en-US" dirty="0" smtClean="0"/>
              <a:t> </a:t>
            </a:r>
            <a:r>
              <a:rPr lang="en-US" dirty="0" err="1" smtClean="0"/>
              <a:t>peringatan</a:t>
            </a:r>
            <a:r>
              <a:rPr lang="en-US" dirty="0" smtClean="0"/>
              <a:t> </a:t>
            </a:r>
            <a:r>
              <a:rPr lang="en-US" dirty="0" err="1" smtClean="0"/>
              <a:t>kritis</a:t>
            </a:r>
            <a:r>
              <a:rPr lang="en-US" dirty="0" smtClean="0"/>
              <a:t>, </a:t>
            </a:r>
            <a:r>
              <a:rPr lang="en-US" dirty="0" err="1" smtClean="0"/>
              <a:t>secara</a:t>
            </a:r>
            <a:r>
              <a:rPr lang="en-US" dirty="0" smtClean="0"/>
              <a:t> </a:t>
            </a:r>
            <a:r>
              <a:rPr lang="en-US" dirty="0" err="1" smtClean="0"/>
              <a:t>cepat</a:t>
            </a:r>
            <a:r>
              <a:rPr lang="en-US" dirty="0" smtClean="0"/>
              <a:t>. </a:t>
            </a:r>
            <a:r>
              <a:rPr lang="en-US" dirty="0" err="1" smtClean="0"/>
              <a:t>Ini</a:t>
            </a:r>
            <a:r>
              <a:rPr lang="en-US" dirty="0" smtClean="0"/>
              <a:t> </a:t>
            </a:r>
            <a:r>
              <a:rPr lang="en-US" dirty="0" err="1" smtClean="0"/>
              <a:t>penting</a:t>
            </a:r>
            <a:r>
              <a:rPr lang="en-US" dirty="0" smtClean="0"/>
              <a:t> </a:t>
            </a:r>
            <a:r>
              <a:rPr lang="en-US" dirty="0" err="1" smtClean="0"/>
              <a:t>dalam</a:t>
            </a:r>
            <a:r>
              <a:rPr lang="en-US" dirty="0" smtClean="0"/>
              <a:t> </a:t>
            </a:r>
            <a:r>
              <a:rPr lang="en-US" dirty="0" err="1" smtClean="0"/>
              <a:t>aplikasi</a:t>
            </a:r>
            <a:r>
              <a:rPr lang="en-US" dirty="0" smtClean="0"/>
              <a:t> real-time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sistem</a:t>
            </a:r>
            <a:r>
              <a:rPr lang="en-US" dirty="0" smtClean="0"/>
              <a:t> yang </a:t>
            </a:r>
            <a:r>
              <a:rPr lang="en-US" dirty="0" err="1" smtClean="0"/>
              <a:t>memerlukan</a:t>
            </a:r>
            <a:r>
              <a:rPr lang="en-US" dirty="0" smtClean="0"/>
              <a:t> </a:t>
            </a:r>
            <a:r>
              <a:rPr lang="en-US" dirty="0" err="1" smtClean="0"/>
              <a:t>respons</a:t>
            </a:r>
            <a:r>
              <a:rPr lang="en-US" dirty="0" smtClean="0"/>
              <a:t> </a:t>
            </a:r>
            <a:r>
              <a:rPr lang="en-US" dirty="0" err="1" smtClean="0"/>
              <a:t>cepat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30280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11" Type="http://schemas.openxmlformats.org/officeDocument/2006/relationships/image" Target="../media/image5.png"/><Relationship Id="rId5" Type="http://schemas.openxmlformats.org/officeDocument/2006/relationships/image" Target="../media/image11.svg"/><Relationship Id="rId10" Type="http://schemas.openxmlformats.org/officeDocument/2006/relationships/image" Target="../media/image4.png"/><Relationship Id="rId4" Type="http://schemas.openxmlformats.org/officeDocument/2006/relationships/image" Target="../media/image9.png"/><Relationship Id="rId9" Type="http://schemas.openxmlformats.org/officeDocument/2006/relationships/image" Target="../media/image15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9.svg"/><Relationship Id="rId7" Type="http://schemas.openxmlformats.org/officeDocument/2006/relationships/image" Target="../media/image5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21.svg"/><Relationship Id="rId4" Type="http://schemas.openxmlformats.org/officeDocument/2006/relationships/image" Target="../media/image14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2B8CD-2B60-168D-460C-3FFD38B69D8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7" y="758208"/>
            <a:ext cx="2698754" cy="1143002"/>
          </a:xfrm>
          <a:prstGeom prst="rect">
            <a:avLst/>
          </a:prstGeom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69A49E29-524D-6392-0485-9DF63C0D6D3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39841-01E8-3B46-1169-9D75B18B74D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2" name="Group">
            <a:extLst>
              <a:ext uri="{FF2B5EF4-FFF2-40B4-BE49-F238E27FC236}">
                <a16:creationId xmlns:a16="http://schemas.microsoft.com/office/drawing/2014/main" id="{AC8C371E-C0F6-4081-3D3F-D6E3528C4285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4" name="Image" descr="Image">
              <a:extLst>
                <a:ext uri="{FF2B5EF4-FFF2-40B4-BE49-F238E27FC236}">
                  <a16:creationId xmlns:a16="http://schemas.microsoft.com/office/drawing/2014/main" id="{521B05C9-D576-5C9F-B6FD-5FB48D1A7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BAAB4BAE-E916-72F8-967D-ECE287538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4B27BB17-04E8-65DD-1C87-6ECA478DD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ID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12E04-E7E5-6907-9DD0-CE975EF3839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8" y="758208"/>
            <a:ext cx="2698754" cy="1143002"/>
          </a:xfrm>
          <a:prstGeom prst="rect">
            <a:avLst/>
          </a:prstGeom>
        </p:spPr>
      </p:pic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26A66CA-CC36-3D53-1A6D-2BBE35B859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493109-42AD-F678-F34A-9DA73287D10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01451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B64D7030-BF7A-6737-0471-B16F6A5E914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37568-0478-FF67-A2F0-B1647C1EC99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97B52BDB-6F34-5E38-95B5-002D2E4627E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174CAF-8FC8-EDAE-768D-30BF9014380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023E32AF-B055-2D80-60DC-AD951FFC6EC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3F9842-C644-B204-B6FB-F1DB2194706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171C5759-0A99-760B-64A0-C6156603CAC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FBCE66-A5E8-A158-9B31-BA9AFC1032C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F25DF897-C0D1-81DA-05D2-9D6EC69E200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3DC583-F6CD-401E-7E06-373CCF95240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B18B5FE2-77F7-8983-B96D-E39C876C98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53EC82-39FF-16C4-642C-2070D4989D3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79D2E17-CD2E-3750-65DE-315E0C44F51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947DDD-26C7-6643-F78E-7D846EE6166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7ECEA5DF-6E18-3A6E-8D5B-83F815F6641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7091168A-CF21-90B0-E317-4D5837F67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" name="Image" descr="Image">
              <a:extLst>
                <a:ext uri="{FF2B5EF4-FFF2-40B4-BE49-F238E27FC236}">
                  <a16:creationId xmlns:a16="http://schemas.microsoft.com/office/drawing/2014/main" id="{66F1D347-8887-50E1-404D-81CA8EA95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" name="Image" descr="Image">
              <a:extLst>
                <a:ext uri="{FF2B5EF4-FFF2-40B4-BE49-F238E27FC236}">
                  <a16:creationId xmlns:a16="http://schemas.microsoft.com/office/drawing/2014/main" id="{31815DE4-517D-1DFD-DEB0-EFAEBDA0E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04" name="Content Placeholder 7">
            <a:extLst>
              <a:ext uri="{FF2B5EF4-FFF2-40B4-BE49-F238E27FC236}">
                <a16:creationId xmlns:a16="http://schemas.microsoft.com/office/drawing/2014/main" id="{A238D5AC-1068-5240-9AFA-91BA1250D94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A99AE5-3E66-BB3F-4028-3D48CC999F2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394FDA65-5E81-1098-0941-1FB18BED14DD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38BA09D8-F8B2-19A8-B70A-1A73ACE24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C8189981-CA8D-3F41-4C71-452D07E52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F2CA1978-1D7F-9FBC-1610-A6CA7FFAA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B8984F-75C1-9D5B-FF38-2151D771412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4440FB6-864F-EC32-9C12-F5781DD839A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FD2AEEAF-7ADA-0233-2FB3-A724EEF03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27230D68-4A71-B42E-9C59-8EFE95EE5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6FA4D137-12D3-04A4-6F7D-A965125F6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C48672-F1E2-A230-B095-57E67183FCA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8D3FDAF8-012C-4D3A-C949-6317F6E219D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56EB9265-9B68-78E9-B5B8-F2C39D913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E445F39B-125D-DE62-15D6-B4FE5E3C4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Image" descr="Image">
              <a:extLst>
                <a:ext uri="{FF2B5EF4-FFF2-40B4-BE49-F238E27FC236}">
                  <a16:creationId xmlns:a16="http://schemas.microsoft.com/office/drawing/2014/main" id="{CC8E73D5-72F6-77A3-C650-62976C858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CD14E8-DE1C-14FC-FEA7-30EAAA9BB93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E62B7B4A-4960-D224-2BB3-BD1A6C05E12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6F2D1DB1-7918-B846-534B-BCACC7908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A33628EC-398A-85C8-EA60-202449B36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4EE2131F-630C-FF89-05AC-61DFC8071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7FCB3B-92B7-9A04-09DB-5667129A353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805F1785-290C-1641-A96F-184692C7298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DE051A88-BFBF-58FB-0D20-AA66E50B9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FF606EC9-F598-701C-CF2B-AC339348B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1DD6A07B-1CB5-B903-09DB-950559FCE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1F61AE-0C1A-636C-687E-207E2A2A70F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A734540B-EB64-130D-3523-93575103ED02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953221E-8F74-C3B9-7C70-CFB02A3B7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49A2096B-323B-F3EF-7CC9-DF562AC8C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B7EE6C9-8BC7-CD09-089B-BA35D919D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210B6C-2009-3AB9-2B36-C9C111BD1FB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6BFD5909-E19C-D820-5C51-280C15B09CB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8B08C927-B7A0-43BA-4100-83612BFB5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6AFC5A1D-896A-4BE5-A25A-A01721372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8C85CFC-A584-60C9-398C-FC5F3B10C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C22165-28E5-078B-D527-EB85E34E9D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8" name="Group">
            <a:extLst>
              <a:ext uri="{FF2B5EF4-FFF2-40B4-BE49-F238E27FC236}">
                <a16:creationId xmlns:a16="http://schemas.microsoft.com/office/drawing/2014/main" id="{1AB01AB1-EADC-77A2-A940-2DE69B7ABE8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3B174F11-D671-E0EF-C5C9-332FF7B22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B2D60E6B-CEFB-1201-1ABC-A47A5C6DE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" name="Image" descr="Image">
              <a:extLst>
                <a:ext uri="{FF2B5EF4-FFF2-40B4-BE49-F238E27FC236}">
                  <a16:creationId xmlns:a16="http://schemas.microsoft.com/office/drawing/2014/main" id="{3ECE39F8-02C5-64A7-9AC5-4BDC8C44E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9C9F5-AAFF-0002-246E-C6EBF2351B3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9954499-52C9-37B8-CE68-E31F97D9B97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1827E7EE-F7D7-B912-1873-48F271C754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97CC2254-DB2F-2222-3ACB-0F4D49DF2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1DEA3358-B0D8-2D88-2DDF-CD2824CEA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570897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270476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949262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628048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306834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9AF533-B5F6-1F4C-DB2A-D5C619F6972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CACAE48A-1410-60E4-FCE8-EBA95AD9A7D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35D3321-F5AB-7B39-240A-709C3EABC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9A5045C5-E6D9-0C02-A60D-808D1A46D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5C378790-9194-7CF7-64F2-DCDC541DE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BE46FE-17DA-131C-25CA-513E1EB2D6D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9D08008-1FC5-26A6-E9A3-34742000683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851190-1E16-8731-05F7-9E415A2E72A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16478055-4CD9-7AD2-1E0C-062019F0D61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muhammad.ihsan008@binus.ac.id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2" Type="http://schemas.openxmlformats.org/officeDocument/2006/relationships/image" Target="../media/image23.png"/><Relationship Id="rId16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5" Type="http://schemas.openxmlformats.org/officeDocument/2006/relationships/image" Target="../media/image3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e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e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e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F9371B-F92F-AED8-457A-F4BAE6779B8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1201342" y="7888704"/>
            <a:ext cx="21971001" cy="1905001"/>
          </a:xfrm>
        </p:spPr>
        <p:txBody>
          <a:bodyPr/>
          <a:lstStyle/>
          <a:p>
            <a:r>
              <a:rPr lang="en-US"/>
              <a:t>COMP6697001-Operating </a:t>
            </a:r>
            <a:r>
              <a:rPr lang="en-US" smtClean="0"/>
              <a:t>Systems </a:t>
            </a:r>
          </a:p>
          <a:p>
            <a:r>
              <a:rPr lang="en-US" sz="3600" b="1" smtClean="0">
                <a:solidFill>
                  <a:schemeClr val="accent4"/>
                </a:solidFill>
              </a:rPr>
              <a:t>Session </a:t>
            </a:r>
            <a:r>
              <a:rPr lang="en-US" sz="3600" b="1" dirty="0">
                <a:solidFill>
                  <a:schemeClr val="accent4"/>
                </a:solidFill>
              </a:rPr>
              <a:t>1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C0E2BF-BBBC-BF27-4255-C5149D193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9600" b="1" dirty="0"/>
              <a:t>Computer and Operating Systems Overview</a:t>
            </a:r>
          </a:p>
        </p:txBody>
      </p:sp>
    </p:spTree>
    <p:extLst>
      <p:ext uri="{BB962C8B-B14F-4D97-AF65-F5344CB8AC3E}">
        <p14:creationId xmlns:p14="http://schemas.microsoft.com/office/powerpoint/2010/main" val="380756458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13C48D5-03CE-6CDC-F193-7A0A730E230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29365" y="4693800"/>
            <a:ext cx="9768875" cy="5849630"/>
          </a:xfrm>
        </p:spPr>
        <p:txBody>
          <a:bodyPr>
            <a:normAutofit/>
          </a:bodyPr>
          <a:lstStyle/>
          <a:p>
            <a:r>
              <a:rPr lang="en-US" sz="6000" smtClean="0"/>
              <a:t>M Ihsan Arief </a:t>
            </a:r>
            <a:r>
              <a:rPr lang="en-US" sz="6000"/>
              <a:t> </a:t>
            </a:r>
            <a:r>
              <a:rPr lang="en-US" sz="6000" smtClean="0"/>
              <a:t>(d6429)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E452698-67FA-E5D3-5555-CEBC48B4F65C}"/>
              </a:ext>
            </a:extLst>
          </p:cNvPr>
          <p:cNvSpPr txBox="1">
            <a:spLocks/>
          </p:cNvSpPr>
          <p:nvPr/>
        </p:nvSpPr>
        <p:spPr>
          <a:xfrm>
            <a:off x="6629365" y="5999068"/>
            <a:ext cx="10780811" cy="10609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5000"/>
              <a:buFont typeface="Arial" pitchFamily="34" charset="0"/>
              <a:buNone/>
              <a:tabLst/>
              <a:defRPr/>
            </a:pPr>
            <a:r>
              <a:rPr lang="en-NZ" sz="4400" b="1" smtClean="0">
                <a:solidFill>
                  <a:prstClr val="black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muhammad.ihsan008@binus.ac.id</a:t>
            </a:r>
            <a:endParaRPr lang="en-NZ" sz="4400" b="1" smtClean="0">
              <a:solidFill>
                <a:prstClr val="black"/>
              </a:solidFill>
              <a:latin typeface="Aptos" panose="020B00040202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5000"/>
              <a:buFont typeface="Arial" pitchFamily="34" charset="0"/>
              <a:buNone/>
              <a:tabLst/>
              <a:defRPr/>
            </a:pPr>
            <a:r>
              <a:rPr kumimoji="0" lang="en-NZ" sz="4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0812 9650 5450</a:t>
            </a:r>
            <a:endParaRPr kumimoji="0" lang="en-US" sz="4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Calibri" panose="020F0502020204030204" pitchFamily="34" charset="0"/>
              <a:cs typeface="Calibri" panose="020F0502020204030204" pitchFamily="34" charset="0"/>
              <a:sym typeface="Helvetica Neue"/>
            </a:endParaRPr>
          </a:p>
        </p:txBody>
      </p:sp>
      <p:sp>
        <p:nvSpPr>
          <p:cNvPr id="7" name="Diamond 6"/>
          <p:cNvSpPr/>
          <p:nvPr/>
        </p:nvSpPr>
        <p:spPr>
          <a:xfrm rot="828089">
            <a:off x="1883664" y="4041648"/>
            <a:ext cx="4224528" cy="3706248"/>
          </a:xfrm>
          <a:prstGeom prst="diamond">
            <a:avLst/>
          </a:prstGeom>
          <a:solidFill>
            <a:srgbClr val="0070C0"/>
          </a:solidFill>
          <a:ln w="12700" cap="flat">
            <a:noFill/>
            <a:miter lim="400000"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81691583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D9B38-047A-8D82-4E64-63C84FB76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b="1" dirty="0"/>
              <a:t>Acknowledgement</a:t>
            </a:r>
            <a:br>
              <a:rPr lang="en-US" sz="3600" b="1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ED6962-EEBC-671A-7193-94836A9E682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3773040"/>
            <a:ext cx="11768079" cy="4932048"/>
          </a:xfrm>
        </p:spPr>
        <p:txBody>
          <a:bodyPr>
            <a:normAutofit/>
          </a:bodyPr>
          <a:lstStyle/>
          <a:p>
            <a:r>
              <a:rPr lang="en-US" dirty="0"/>
              <a:t>These slides have been adapted from: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Stallings, W. (2018). Operating Systems: Internals and Design Principles. 9th. </a:t>
            </a:r>
            <a:br>
              <a:rPr lang="en-US" dirty="0"/>
            </a:br>
            <a:r>
              <a:rPr lang="en-US" dirty="0"/>
              <a:t>ISBN: 978-1-292-21429-0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Chapter 1 and 2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030248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F3BD4-D0D0-FE79-710A-DA37F3C95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39116"/>
            <a:ext cx="14950191" cy="1236902"/>
          </a:xfrm>
        </p:spPr>
        <p:txBody>
          <a:bodyPr>
            <a:normAutofit fontScale="90000"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Learning Objectives</a:t>
            </a:r>
            <a:b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8FAA0F-F03B-77D2-AEE0-EEFAE1EDB9A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49922" y="4102224"/>
            <a:ext cx="18122910" cy="6139056"/>
          </a:xfrm>
        </p:spPr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altLang="en-US" dirty="0">
                <a:solidFill>
                  <a:schemeClr val="tx1">
                    <a:lumMod val="50000"/>
                  </a:schemeClr>
                </a:solidFill>
              </a:rPr>
              <a:t>At the end of this lecture, students are able to:</a:t>
            </a:r>
          </a:p>
          <a:p>
            <a:pPr>
              <a:buFontTx/>
              <a:buNone/>
            </a:pPr>
            <a:r>
              <a:rPr lang="en-US" altLang="en-US" dirty="0">
                <a:solidFill>
                  <a:schemeClr val="tx1">
                    <a:lumMod val="50000"/>
                  </a:schemeClr>
                </a:solidFill>
              </a:rPr>
              <a:t>LO1 :  Describe each and every  component of the Operating systems</a:t>
            </a:r>
          </a:p>
          <a:p>
            <a:pPr>
              <a:buFontTx/>
              <a:buNone/>
            </a:pPr>
            <a:r>
              <a:rPr lang="en-US" altLang="en-US" dirty="0">
                <a:solidFill>
                  <a:schemeClr val="tx1">
                    <a:lumMod val="50000"/>
                  </a:schemeClr>
                </a:solidFill>
              </a:rPr>
              <a:t>LO2 :  Explain the instruction cycle</a:t>
            </a:r>
          </a:p>
          <a:p>
            <a:pPr>
              <a:buFontTx/>
              <a:buNone/>
            </a:pPr>
            <a:r>
              <a:rPr lang="en-US" altLang="en-US" dirty="0">
                <a:solidFill>
                  <a:schemeClr val="tx1">
                    <a:lumMod val="50000"/>
                  </a:schemeClr>
                </a:solidFill>
              </a:rPr>
              <a:t>LO2 :  Explain the needs of interrupts</a:t>
            </a:r>
          </a:p>
          <a:p>
            <a:endParaRPr lang="en-US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6637637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Operating System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645694-0245-B02B-B721-7DE4A9FEA7B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9245" y="2507527"/>
            <a:ext cx="21583649" cy="1804038"/>
          </a:xfrm>
        </p:spPr>
        <p:txBody>
          <a:bodyPr>
            <a:noAutofit/>
          </a:bodyPr>
          <a:lstStyle/>
          <a:p>
            <a:pPr lvl="0" defTabSz="914400">
              <a:lnSpc>
                <a:spcPct val="150000"/>
              </a:lnSpc>
              <a:spcBef>
                <a:spcPts val="0"/>
              </a:spcBef>
              <a:buSzTx/>
              <a:defRPr/>
            </a:pPr>
            <a:r>
              <a:rPr lang="en-US" sz="6600" kern="1200" cap="none">
                <a:solidFill>
                  <a:srgbClr val="FF0000"/>
                </a:solidFill>
                <a:uFillTx/>
                <a:latin typeface="Aptos" panose="020B0004020202020204" pitchFamily="34" charset="0"/>
                <a:ea typeface="+mn-ea"/>
                <a:cs typeface="+mn-cs"/>
              </a:rPr>
              <a:t>Why Do We Need to Learn Operating Systems?</a:t>
            </a:r>
            <a:endParaRPr kumimoji="0" lang="en-US" sz="660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C1645694-0245-B02B-B721-7DE4A9FEA7BE}"/>
              </a:ext>
            </a:extLst>
          </p:cNvPr>
          <p:cNvSpPr txBox="1">
            <a:spLocks/>
          </p:cNvSpPr>
          <p:nvPr/>
        </p:nvSpPr>
        <p:spPr>
          <a:xfrm>
            <a:off x="1211581" y="4252298"/>
            <a:ext cx="22270211" cy="18040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571500" lvl="0" indent="-5715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  <a:buFont typeface="Arial" panose="020B0604020202020204" pitchFamily="34" charset="0"/>
              <a:buChar char="•"/>
            </a:pPr>
            <a:r>
              <a:rPr lang="en-US" altLang="en-US" sz="4000" b="0" cap="none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Operating System atau sistem operasi merupakan perangkat lunak </a:t>
            </a:r>
            <a:r>
              <a:rPr lang="en-US" altLang="en-US" sz="4000" cap="none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utama</a:t>
            </a:r>
            <a:r>
              <a:rPr lang="en-US" altLang="en-US" sz="4000" b="0" cap="none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 yang menjadi penghubung antara pengguna, aplikasi, dan perangkat keras komputer.</a:t>
            </a:r>
          </a:p>
          <a:p>
            <a:pPr marL="571500" lvl="0" indent="-5715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  <a:buFont typeface="Arial" panose="020B0604020202020204" pitchFamily="34" charset="0"/>
              <a:buChar char="•"/>
            </a:pPr>
            <a:endParaRPr lang="en-US" altLang="en-US" sz="4000" b="0" cap="none">
              <a:solidFill>
                <a:schemeClr val="tx1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4497" y="6858000"/>
            <a:ext cx="17990820" cy="17373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211580" y="9183916"/>
            <a:ext cx="22270211" cy="18502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Tanpa memahami OS, kita hanya mengetahui cara menggunakan komputer, tetapi belum memahami bagaimana komputer mengelola berbagai aktivitas di belakang layar.</a:t>
            </a:r>
          </a:p>
        </p:txBody>
      </p:sp>
    </p:spTree>
    <p:extLst>
      <p:ext uri="{BB962C8B-B14F-4D97-AF65-F5344CB8AC3E}">
        <p14:creationId xmlns:p14="http://schemas.microsoft.com/office/powerpoint/2010/main" val="38120608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Operating System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645694-0245-B02B-B721-7DE4A9FEA7B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85901" y="4541898"/>
            <a:ext cx="21583649" cy="6541392"/>
          </a:xfrm>
        </p:spPr>
        <p:txBody>
          <a:bodyPr>
            <a:noAutofit/>
          </a:bodyPr>
          <a:lstStyle/>
          <a:p>
            <a:pPr marL="914400" lvl="0" indent="-914400" defTabSz="914400">
              <a:lnSpc>
                <a:spcPct val="150000"/>
              </a:lnSpc>
              <a:spcBef>
                <a:spcPts val="0"/>
              </a:spcBef>
              <a:buSzTx/>
              <a:buFont typeface="+mj-lt"/>
              <a:buAutoNum type="arabicPeriod"/>
              <a:defRPr/>
            </a:pPr>
            <a:r>
              <a:rPr lang="en-US" sz="4800" b="0" kern="1200" cap="none" smtClean="0">
                <a:solidFill>
                  <a:prstClr val="black"/>
                </a:solidFill>
                <a:uFillTx/>
                <a:latin typeface="Aptos" panose="020B0004020202020204" pitchFamily="34" charset="0"/>
                <a:ea typeface="+mn-ea"/>
                <a:cs typeface="+mn-cs"/>
              </a:rPr>
              <a:t>Memanfaatkan sumber daya perangkat keras dari satu atau lebih prosesor.</a:t>
            </a:r>
          </a:p>
          <a:p>
            <a:pPr marL="914400" lvl="0" indent="-914400" defTabSz="914400">
              <a:lnSpc>
                <a:spcPct val="150000"/>
              </a:lnSpc>
              <a:spcBef>
                <a:spcPts val="0"/>
              </a:spcBef>
              <a:buSzTx/>
              <a:buFont typeface="+mj-lt"/>
              <a:buAutoNum type="arabicPeriod"/>
              <a:defRPr/>
            </a:pPr>
            <a:r>
              <a:rPr lang="en-US" sz="4800" b="0" kern="1200" cap="none" smtClean="0">
                <a:solidFill>
                  <a:prstClr val="black"/>
                </a:solidFill>
                <a:uFillTx/>
                <a:latin typeface="Aptos" panose="020B0004020202020204" pitchFamily="34" charset="0"/>
                <a:ea typeface="+mn-ea"/>
                <a:cs typeface="+mn-cs"/>
              </a:rPr>
              <a:t>Menyediakan </a:t>
            </a:r>
            <a:r>
              <a:rPr lang="en-US" sz="4800" b="0" kern="1200" cap="none" dirty="0" err="1">
                <a:solidFill>
                  <a:prstClr val="black"/>
                </a:solidFill>
                <a:uFillTx/>
                <a:latin typeface="Aptos" panose="020B0004020202020204" pitchFamily="34" charset="0"/>
                <a:ea typeface="+mn-ea"/>
                <a:cs typeface="+mn-cs"/>
              </a:rPr>
              <a:t>sekumpulan</a:t>
            </a:r>
            <a:r>
              <a:rPr lang="en-US" sz="4800" b="0" kern="1200" cap="none" dirty="0">
                <a:solidFill>
                  <a:prstClr val="black"/>
                </a:solidFill>
                <a:uFillTx/>
                <a:latin typeface="Aptos" panose="020B0004020202020204" pitchFamily="34" charset="0"/>
                <a:ea typeface="+mn-ea"/>
                <a:cs typeface="+mn-cs"/>
              </a:rPr>
              <a:t> </a:t>
            </a:r>
            <a:r>
              <a:rPr lang="en-US" sz="4800" b="0" kern="1200" cap="none" dirty="0" err="1">
                <a:solidFill>
                  <a:prstClr val="black"/>
                </a:solidFill>
                <a:uFillTx/>
                <a:latin typeface="Aptos" panose="020B0004020202020204" pitchFamily="34" charset="0"/>
                <a:ea typeface="+mn-ea"/>
                <a:cs typeface="+mn-cs"/>
              </a:rPr>
              <a:t>layanan</a:t>
            </a:r>
            <a:r>
              <a:rPr lang="en-US" sz="4800" b="0" kern="1200" cap="none" dirty="0">
                <a:solidFill>
                  <a:prstClr val="black"/>
                </a:solidFill>
                <a:uFillTx/>
                <a:latin typeface="Aptos" panose="020B0004020202020204" pitchFamily="34" charset="0"/>
                <a:ea typeface="+mn-ea"/>
                <a:cs typeface="+mn-cs"/>
              </a:rPr>
              <a:t> </a:t>
            </a:r>
            <a:r>
              <a:rPr lang="en-US" sz="4800" b="0" kern="1200" cap="none" dirty="0" err="1">
                <a:solidFill>
                  <a:prstClr val="black"/>
                </a:solidFill>
                <a:uFillTx/>
                <a:latin typeface="Aptos" panose="020B0004020202020204" pitchFamily="34" charset="0"/>
                <a:ea typeface="+mn-ea"/>
                <a:cs typeface="+mn-cs"/>
              </a:rPr>
              <a:t>kepada</a:t>
            </a:r>
            <a:r>
              <a:rPr lang="en-US" sz="4800" b="0" kern="1200" cap="none" dirty="0">
                <a:solidFill>
                  <a:prstClr val="black"/>
                </a:solidFill>
                <a:uFillTx/>
                <a:latin typeface="Aptos" panose="020B0004020202020204" pitchFamily="34" charset="0"/>
                <a:ea typeface="+mn-ea"/>
                <a:cs typeface="+mn-cs"/>
              </a:rPr>
              <a:t> </a:t>
            </a:r>
            <a:r>
              <a:rPr lang="en-US" sz="4800" b="0" kern="1200" cap="none" dirty="0" err="1">
                <a:solidFill>
                  <a:prstClr val="black"/>
                </a:solidFill>
                <a:uFillTx/>
                <a:latin typeface="Aptos" panose="020B0004020202020204" pitchFamily="34" charset="0"/>
                <a:ea typeface="+mn-ea"/>
                <a:cs typeface="+mn-cs"/>
              </a:rPr>
              <a:t>pengguna</a:t>
            </a:r>
            <a:r>
              <a:rPr lang="en-US" sz="4800" b="0" kern="1200" cap="none" dirty="0">
                <a:solidFill>
                  <a:prstClr val="black"/>
                </a:solidFill>
                <a:uFillTx/>
                <a:latin typeface="Aptos" panose="020B0004020202020204" pitchFamily="34" charset="0"/>
                <a:ea typeface="+mn-ea"/>
                <a:cs typeface="+mn-cs"/>
              </a:rPr>
              <a:t> </a:t>
            </a:r>
            <a:r>
              <a:rPr lang="en-US" sz="4800" b="0" kern="1200" cap="none" dirty="0" err="1" smtClean="0">
                <a:solidFill>
                  <a:prstClr val="black"/>
                </a:solidFill>
                <a:uFillTx/>
                <a:latin typeface="Aptos" panose="020B0004020202020204" pitchFamily="34" charset="0"/>
                <a:ea typeface="+mn-ea"/>
                <a:cs typeface="+mn-cs"/>
              </a:rPr>
              <a:t>sistem</a:t>
            </a:r>
            <a:r>
              <a:rPr lang="en-US" sz="4800" b="0" kern="1200" cap="none" dirty="0" smtClean="0">
                <a:solidFill>
                  <a:prstClr val="black"/>
                </a:solidFill>
                <a:uFillTx/>
                <a:latin typeface="Aptos" panose="020B0004020202020204" pitchFamily="34" charset="0"/>
                <a:ea typeface="+mn-ea"/>
                <a:cs typeface="+mn-cs"/>
              </a:rPr>
              <a:t>.</a:t>
            </a:r>
          </a:p>
          <a:p>
            <a:pPr marL="914400" lvl="0" indent="-914400" defTabSz="914400">
              <a:lnSpc>
                <a:spcPct val="150000"/>
              </a:lnSpc>
              <a:spcBef>
                <a:spcPts val="0"/>
              </a:spcBef>
              <a:buSzTx/>
              <a:buFont typeface="+mj-lt"/>
              <a:buAutoNum type="arabicPeriod"/>
              <a:defRPr/>
            </a:pPr>
            <a:r>
              <a:rPr lang="en-US" sz="4800" b="0" kern="1200" cap="none" dirty="0" err="1" smtClean="0">
                <a:solidFill>
                  <a:prstClr val="black"/>
                </a:solidFill>
                <a:uFillTx/>
                <a:latin typeface="Aptos" panose="020B0004020202020204" pitchFamily="34" charset="0"/>
                <a:ea typeface="+mn-ea"/>
                <a:cs typeface="+mn-cs"/>
              </a:rPr>
              <a:t>Mengelola</a:t>
            </a:r>
            <a:r>
              <a:rPr lang="en-US" sz="4800" b="0" kern="1200" cap="none" dirty="0" smtClean="0">
                <a:solidFill>
                  <a:prstClr val="black"/>
                </a:solidFill>
                <a:uFillTx/>
                <a:latin typeface="Aptos" panose="020B0004020202020204" pitchFamily="34" charset="0"/>
                <a:ea typeface="+mn-ea"/>
                <a:cs typeface="+mn-cs"/>
              </a:rPr>
              <a:t> </a:t>
            </a:r>
            <a:r>
              <a:rPr lang="en-US" sz="4800" b="0" kern="1200" cap="none" dirty="0" err="1">
                <a:solidFill>
                  <a:prstClr val="black"/>
                </a:solidFill>
                <a:uFillTx/>
                <a:latin typeface="Aptos" panose="020B0004020202020204" pitchFamily="34" charset="0"/>
                <a:ea typeface="+mn-ea"/>
                <a:cs typeface="+mn-cs"/>
              </a:rPr>
              <a:t>memori</a:t>
            </a:r>
            <a:r>
              <a:rPr lang="en-US" sz="4800" b="0" kern="1200" cap="none" dirty="0">
                <a:solidFill>
                  <a:prstClr val="black"/>
                </a:solidFill>
                <a:uFillTx/>
                <a:latin typeface="Aptos" panose="020B0004020202020204" pitchFamily="34" charset="0"/>
                <a:ea typeface="+mn-ea"/>
                <a:cs typeface="+mn-cs"/>
              </a:rPr>
              <a:t> </a:t>
            </a:r>
            <a:r>
              <a:rPr lang="en-US" sz="4800" b="0" kern="1200" cap="none" dirty="0" err="1">
                <a:solidFill>
                  <a:prstClr val="black"/>
                </a:solidFill>
                <a:uFillTx/>
                <a:latin typeface="Aptos" panose="020B0004020202020204" pitchFamily="34" charset="0"/>
                <a:ea typeface="+mn-ea"/>
                <a:cs typeface="+mn-cs"/>
              </a:rPr>
              <a:t>sekunder</a:t>
            </a:r>
            <a:r>
              <a:rPr lang="en-US" sz="4800" b="0" kern="1200" cap="none" dirty="0">
                <a:solidFill>
                  <a:prstClr val="black"/>
                </a:solidFill>
                <a:uFillTx/>
                <a:latin typeface="Aptos" panose="020B0004020202020204" pitchFamily="34" charset="0"/>
                <a:ea typeface="+mn-ea"/>
                <a:cs typeface="+mn-cs"/>
              </a:rPr>
              <a:t> </a:t>
            </a:r>
            <a:r>
              <a:rPr lang="en-US" sz="4800" b="0" kern="1200" cap="none" dirty="0" err="1">
                <a:solidFill>
                  <a:prstClr val="black"/>
                </a:solidFill>
                <a:uFillTx/>
                <a:latin typeface="Aptos" panose="020B0004020202020204" pitchFamily="34" charset="0"/>
                <a:ea typeface="+mn-ea"/>
                <a:cs typeface="+mn-cs"/>
              </a:rPr>
              <a:t>dan</a:t>
            </a:r>
            <a:r>
              <a:rPr lang="en-US" sz="4800" b="0" kern="1200" cap="none" dirty="0">
                <a:solidFill>
                  <a:prstClr val="black"/>
                </a:solidFill>
                <a:uFillTx/>
                <a:latin typeface="Aptos" panose="020B0004020202020204" pitchFamily="34" charset="0"/>
                <a:ea typeface="+mn-ea"/>
                <a:cs typeface="+mn-cs"/>
              </a:rPr>
              <a:t> </a:t>
            </a:r>
            <a:r>
              <a:rPr lang="en-US" sz="4800" b="0" kern="1200" cap="none" dirty="0" err="1">
                <a:solidFill>
                  <a:prstClr val="black"/>
                </a:solidFill>
                <a:uFillTx/>
                <a:latin typeface="Aptos" panose="020B0004020202020204" pitchFamily="34" charset="0"/>
                <a:ea typeface="+mn-ea"/>
                <a:cs typeface="+mn-cs"/>
              </a:rPr>
              <a:t>perangkat</a:t>
            </a:r>
            <a:r>
              <a:rPr lang="en-US" sz="4800" b="0" kern="1200" cap="none" dirty="0">
                <a:solidFill>
                  <a:prstClr val="black"/>
                </a:solidFill>
                <a:uFillTx/>
                <a:latin typeface="Aptos" panose="020B0004020202020204" pitchFamily="34" charset="0"/>
                <a:ea typeface="+mn-ea"/>
                <a:cs typeface="+mn-cs"/>
              </a:rPr>
              <a:t> I/O.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407441" y="3288497"/>
            <a:ext cx="1087028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5400" b="1">
                <a:solidFill>
                  <a:schemeClr val="accent5"/>
                </a:solidFill>
                <a:latin typeface="Aptos" panose="020B0004020202020204" pitchFamily="34" charset="0"/>
              </a:rPr>
              <a:t>Functions of the operating system</a:t>
            </a:r>
          </a:p>
        </p:txBody>
      </p:sp>
    </p:spTree>
    <p:extLst>
      <p:ext uri="{BB962C8B-B14F-4D97-AF65-F5344CB8AC3E}">
        <p14:creationId xmlns:p14="http://schemas.microsoft.com/office/powerpoint/2010/main" val="218772547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Operating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1362967" y="3341569"/>
            <a:ext cx="21706583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7200" b="1">
                <a:solidFill>
                  <a:srgbClr val="002060"/>
                </a:solidFill>
                <a:latin typeface="Aptos" panose="020B0004020202020204" pitchFamily="34" charset="0"/>
              </a:rPr>
              <a:t>Can a computer work without an operating system?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19504" y="4322064"/>
            <a:ext cx="9906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54539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Operating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1362967" y="3341569"/>
            <a:ext cx="21706583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7200" b="1">
                <a:solidFill>
                  <a:srgbClr val="002060"/>
                </a:solidFill>
                <a:latin typeface="Aptos" panose="020B0004020202020204" pitchFamily="34" charset="0"/>
              </a:rPr>
              <a:t>Can a computer work without an operating system?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81120" y="6309360"/>
            <a:ext cx="7644384" cy="764438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524000" y="4793914"/>
            <a:ext cx="14788896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b="1" smtClean="0">
                <a:solidFill>
                  <a:srgbClr val="FF0000"/>
                </a:solidFill>
                <a:latin typeface="Aptos" panose="020B0004020202020204" pitchFamily="34" charset="0"/>
              </a:rPr>
              <a:t>Bisa</a:t>
            </a:r>
            <a:r>
              <a:rPr lang="en-US" sz="3200" b="1">
                <a:solidFill>
                  <a:srgbClr val="FF0000"/>
                </a:solidFill>
                <a:latin typeface="Aptos" panose="020B0004020202020204" pitchFamily="34" charset="0"/>
              </a:rPr>
              <a:t>, </a:t>
            </a:r>
            <a:r>
              <a:rPr lang="en-US" sz="3200" b="1">
                <a:solidFill>
                  <a:srgbClr val="000000"/>
                </a:solidFill>
                <a:latin typeface="Aptos" panose="020B0004020202020204" pitchFamily="34" charset="0"/>
              </a:rPr>
              <a:t>tetapi sangat terbatas dan program harus berinteraksi langsung dengan perangkat </a:t>
            </a:r>
            <a:r>
              <a:rPr lang="en-US" sz="3200" b="1">
                <a:solidFill>
                  <a:srgbClr val="000000"/>
                </a:solidFill>
                <a:latin typeface="Aptos" panose="020B0004020202020204" pitchFamily="34" charset="0"/>
              </a:rPr>
              <a:t>keras</a:t>
            </a:r>
            <a:r>
              <a:rPr lang="en-US" sz="3200" b="1" smtClean="0">
                <a:solidFill>
                  <a:srgbClr val="000000"/>
                </a:solidFill>
                <a:latin typeface="Aptos" panose="020B0004020202020204" pitchFamily="34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smtClean="0">
                <a:solidFill>
                  <a:srgbClr val="000000"/>
                </a:solidFill>
                <a:latin typeface="Aptos" panose="020B0004020202020204" pitchFamily="34" charset="0"/>
              </a:rPr>
              <a:t>Komputer </a:t>
            </a:r>
            <a:r>
              <a:rPr lang="en-US" sz="3200">
                <a:solidFill>
                  <a:srgbClr val="000000"/>
                </a:solidFill>
                <a:latin typeface="Aptos" panose="020B0004020202020204" pitchFamily="34" charset="0"/>
              </a:rPr>
              <a:t>tidak selalu memerlukan OS untuk mengeksekusi instruksi. Setelah dinyalakan, komputer dapat menjalankan firmware atau satu program khusus </a:t>
            </a:r>
            <a:r>
              <a:rPr lang="en-US" sz="3200">
                <a:solidFill>
                  <a:srgbClr val="000000"/>
                </a:solidFill>
                <a:latin typeface="Aptos" panose="020B0004020202020204" pitchFamily="34" charset="0"/>
              </a:rPr>
              <a:t>secara </a:t>
            </a:r>
            <a:r>
              <a:rPr lang="en-US" sz="3200" smtClean="0">
                <a:solidFill>
                  <a:srgbClr val="000000"/>
                </a:solidFill>
                <a:latin typeface="Aptos" panose="020B0004020202020204" pitchFamily="34" charset="0"/>
              </a:rPr>
              <a:t>langsung.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5794248" y="8045198"/>
            <a:ext cx="7101840" cy="26776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b="1" u="sng">
                <a:solidFill>
                  <a:srgbClr val="000000"/>
                </a:solidFill>
                <a:latin typeface="Aptos" panose="020B0004020202020204" pitchFamily="34" charset="0"/>
              </a:rPr>
              <a:t>Contohnya: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800" smtClean="0">
                <a:solidFill>
                  <a:srgbClr val="000000"/>
                </a:solidFill>
                <a:latin typeface="Aptos" panose="020B0004020202020204" pitchFamily="34" charset="0"/>
              </a:rPr>
              <a:t>Mikrokontroler </a:t>
            </a:r>
            <a:r>
              <a:rPr lang="en-US" sz="2800">
                <a:solidFill>
                  <a:srgbClr val="000000"/>
                </a:solidFill>
                <a:latin typeface="Aptos" panose="020B0004020202020204" pitchFamily="34" charset="0"/>
              </a:rPr>
              <a:t>pada lampu </a:t>
            </a:r>
            <a:r>
              <a:rPr lang="en-US" sz="2800">
                <a:solidFill>
                  <a:srgbClr val="000000"/>
                </a:solidFill>
                <a:latin typeface="Aptos" panose="020B0004020202020204" pitchFamily="34" charset="0"/>
              </a:rPr>
              <a:t>lalu </a:t>
            </a:r>
            <a:r>
              <a:rPr lang="en-US" sz="2800" smtClean="0">
                <a:solidFill>
                  <a:srgbClr val="000000"/>
                </a:solidFill>
                <a:latin typeface="Aptos" panose="020B0004020202020204" pitchFamily="34" charset="0"/>
              </a:rPr>
              <a:t>lintas</a:t>
            </a:r>
            <a:endParaRPr lang="en-US" sz="280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800" smtClean="0">
                <a:solidFill>
                  <a:srgbClr val="000000"/>
                </a:solidFill>
                <a:latin typeface="Aptos" panose="020B0004020202020204" pitchFamily="34" charset="0"/>
              </a:rPr>
              <a:t>Mesin </a:t>
            </a:r>
            <a:r>
              <a:rPr lang="en-US" sz="2800">
                <a:solidFill>
                  <a:srgbClr val="000000"/>
                </a:solidFill>
                <a:latin typeface="Aptos" panose="020B0004020202020204" pitchFamily="34" charset="0"/>
              </a:rPr>
              <a:t>cuci </a:t>
            </a:r>
            <a:r>
              <a:rPr lang="en-US" sz="2800" smtClean="0">
                <a:solidFill>
                  <a:srgbClr val="000000"/>
                </a:solidFill>
                <a:latin typeface="Aptos" panose="020B0004020202020204" pitchFamily="34" charset="0"/>
              </a:rPr>
              <a:t>digital </a:t>
            </a:r>
            <a:endParaRPr lang="en-US" sz="280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800" smtClean="0">
                <a:solidFill>
                  <a:srgbClr val="000000"/>
                </a:solidFill>
                <a:latin typeface="Aptos" panose="020B0004020202020204" pitchFamily="34" charset="0"/>
              </a:rPr>
              <a:t>Kalkulator</a:t>
            </a:r>
            <a:endParaRPr lang="en-US" sz="280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4000" y="11060204"/>
            <a:ext cx="1478889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>
                <a:solidFill>
                  <a:srgbClr val="000000"/>
                </a:solidFill>
                <a:latin typeface="Aptos" panose="020B0004020202020204" pitchFamily="34" charset="0"/>
              </a:rPr>
              <a:t>Tapi, untuk komputer seperti laptop, PC, dan smartphone, OS dibutuhkan agar perangkat dapat digunakan dengan mudah, aman, efisien, serta mampu menjalankan banyak aplikasi.</a:t>
            </a:r>
            <a:endParaRPr lang="en-US" sz="320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633720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NZ" dirty="0"/>
              <a:t>Evolution of operating Systems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452698-67FA-E5D3-5555-CEBC48B4F65C}"/>
              </a:ext>
            </a:extLst>
          </p:cNvPr>
          <p:cNvSpPr txBox="1">
            <a:spLocks/>
          </p:cNvSpPr>
          <p:nvPr/>
        </p:nvSpPr>
        <p:spPr>
          <a:xfrm>
            <a:off x="1504951" y="2620121"/>
            <a:ext cx="20509743" cy="10609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5000"/>
              <a:buFont typeface="Arial" pitchFamily="34" charset="0"/>
              <a:buNone/>
              <a:tabLst/>
              <a:defRPr/>
            </a:pPr>
            <a:r>
              <a:rPr kumimoji="0" lang="en-NZ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OS </a:t>
            </a:r>
            <a:r>
              <a:rPr kumimoji="0" lang="en-NZ" sz="4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akan</a:t>
            </a:r>
            <a:r>
              <a:rPr kumimoji="0" lang="en-NZ" sz="4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 </a:t>
            </a:r>
            <a:r>
              <a:rPr kumimoji="0" lang="en-NZ" sz="4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berkembang</a:t>
            </a:r>
            <a:r>
              <a:rPr kumimoji="0" lang="en-NZ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 </a:t>
            </a:r>
            <a:r>
              <a:rPr kumimoji="0" lang="en-NZ" sz="4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seiring</a:t>
            </a:r>
            <a:r>
              <a:rPr kumimoji="0" lang="en-NZ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 </a:t>
            </a:r>
            <a:r>
              <a:rPr kumimoji="0" lang="en-NZ" sz="4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waktu</a:t>
            </a:r>
            <a:r>
              <a:rPr kumimoji="0" lang="en-NZ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 </a:t>
            </a:r>
            <a:r>
              <a:rPr kumimoji="0" lang="en-NZ" sz="4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karena</a:t>
            </a:r>
            <a:r>
              <a:rPr kumimoji="0" lang="en-NZ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 </a:t>
            </a:r>
            <a:r>
              <a:rPr kumimoji="0" lang="en-NZ" sz="4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sejumlah</a:t>
            </a:r>
            <a:r>
              <a:rPr kumimoji="0" lang="en-NZ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 </a:t>
            </a:r>
            <a:r>
              <a:rPr kumimoji="0" lang="en-NZ" sz="4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alasan</a:t>
            </a:r>
            <a:r>
              <a:rPr kumimoji="0" lang="en-NZ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 :</a:t>
            </a:r>
            <a:endParaRPr kumimoji="0" lang="en-US" sz="4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Calibri" panose="020F0502020204030204" pitchFamily="34" charset="0"/>
              <a:cs typeface="Calibri" panose="020F0502020204030204" pitchFamily="34" charset="0"/>
              <a:sym typeface="Helvetica Neue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1431" y="8707733"/>
            <a:ext cx="11126471" cy="4663697"/>
          </a:xfrm>
          <a:prstGeom prst="rect">
            <a:avLst/>
          </a:prstGeom>
        </p:spPr>
      </p:pic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504950" y="8198169"/>
            <a:ext cx="15136481" cy="43858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lvl="0" indent="-514350" algn="l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 startAt="3"/>
            </a:pPr>
            <a:r>
              <a:rPr lang="en-US" altLang="en-US" sz="3100" b="1" smtClean="0">
                <a:solidFill>
                  <a:srgbClr val="C00000"/>
                </a:solidFill>
                <a:latin typeface="Aptos" panose="020B0004020202020204" pitchFamily="34" charset="0"/>
              </a:rPr>
              <a:t>New </a:t>
            </a:r>
            <a:r>
              <a:rPr lang="en-US" altLang="en-US" sz="3100" b="1">
                <a:solidFill>
                  <a:srgbClr val="C00000"/>
                </a:solidFill>
                <a:latin typeface="Aptos" panose="020B0004020202020204" pitchFamily="34" charset="0"/>
              </a:rPr>
              <a:t>Services</a:t>
            </a:r>
            <a:r>
              <a:rPr lang="en-US" altLang="en-US" sz="3100">
                <a:solidFill>
                  <a:srgbClr val="000000"/>
                </a:solidFill>
                <a:latin typeface="Aptos" panose="020B0004020202020204" pitchFamily="34" charset="0"/>
              </a:rPr>
              <a:t/>
            </a:r>
            <a:br>
              <a:rPr lang="en-US" altLang="en-US" sz="3100">
                <a:solidFill>
                  <a:srgbClr val="000000"/>
                </a:solidFill>
                <a:latin typeface="Aptos" panose="020B0004020202020204" pitchFamily="34" charset="0"/>
              </a:rPr>
            </a:br>
            <a:r>
              <a:rPr lang="en-US" altLang="en-US" sz="3100">
                <a:solidFill>
                  <a:srgbClr val="000000"/>
                </a:solidFill>
                <a:latin typeface="Aptos" panose="020B0004020202020204" pitchFamily="34" charset="0"/>
              </a:rPr>
              <a:t>OS </a:t>
            </a:r>
            <a:r>
              <a:rPr lang="en-US" altLang="en-US" sz="3100" b="1">
                <a:solidFill>
                  <a:srgbClr val="000000"/>
                </a:solidFill>
                <a:latin typeface="Aptos" panose="020B0004020202020204" pitchFamily="34" charset="0"/>
              </a:rPr>
              <a:t>menambahkan layanan baru </a:t>
            </a:r>
            <a:r>
              <a:rPr lang="en-US" altLang="en-US" sz="3100">
                <a:solidFill>
                  <a:srgbClr val="000000"/>
                </a:solidFill>
                <a:latin typeface="Aptos" panose="020B0004020202020204" pitchFamily="34" charset="0"/>
              </a:rPr>
              <a:t>sesuai kebutuhan pengguna</a:t>
            </a:r>
            <a:r>
              <a:rPr lang="en-US" altLang="en-US" sz="3100">
                <a:solidFill>
                  <a:srgbClr val="000000"/>
                </a:solidFill>
                <a:latin typeface="Aptos" panose="020B0004020202020204" pitchFamily="34" charset="0"/>
              </a:rPr>
              <a:t>, </a:t>
            </a:r>
            <a:r>
              <a:rPr lang="en-US" altLang="en-US" sz="3100" smtClean="0">
                <a:solidFill>
                  <a:srgbClr val="000000"/>
                </a:solidFill>
                <a:latin typeface="Aptos" panose="020B0004020202020204" pitchFamily="34" charset="0"/>
              </a:rPr>
              <a:t>seperti </a:t>
            </a:r>
            <a:r>
              <a:rPr lang="en-US" altLang="en-US" sz="3100">
                <a:solidFill>
                  <a:srgbClr val="000000"/>
                </a:solidFill>
                <a:latin typeface="Aptos" panose="020B0004020202020204" pitchFamily="34" charset="0"/>
              </a:rPr>
              <a:t>koneksi internet</a:t>
            </a:r>
            <a:r>
              <a:rPr lang="en-US" altLang="en-US" sz="3100">
                <a:solidFill>
                  <a:srgbClr val="000000"/>
                </a:solidFill>
                <a:latin typeface="Aptos" panose="020B0004020202020204" pitchFamily="34" charset="0"/>
              </a:rPr>
              <a:t>, </a:t>
            </a:r>
            <a:r>
              <a:rPr lang="en-US" altLang="en-US" sz="3100" smtClean="0">
                <a:solidFill>
                  <a:srgbClr val="000000"/>
                </a:solidFill>
                <a:latin typeface="Aptos" panose="020B0004020202020204" pitchFamily="34" charset="0"/>
              </a:rPr>
              <a:t>cloud, </a:t>
            </a:r>
            <a:r>
              <a:rPr lang="en-US" altLang="en-US" sz="3100">
                <a:solidFill>
                  <a:srgbClr val="000000"/>
                </a:solidFill>
                <a:latin typeface="Aptos" panose="020B0004020202020204" pitchFamily="34" charset="0"/>
              </a:rPr>
              <a:t>virtualisasi, dan keamanan biometrik. </a:t>
            </a:r>
          </a:p>
          <a:p>
            <a:pPr marL="514350" lvl="0" indent="-514350" algn="l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 startAt="3"/>
            </a:pPr>
            <a:r>
              <a:rPr lang="en-US" altLang="en-US" sz="3100" b="1">
                <a:solidFill>
                  <a:srgbClr val="F79646"/>
                </a:solidFill>
                <a:latin typeface="Aptos" panose="020B0004020202020204" pitchFamily="34" charset="0"/>
              </a:rPr>
              <a:t>Fixes</a:t>
            </a:r>
            <a:r>
              <a:rPr lang="en-US" altLang="en-US" sz="3100">
                <a:solidFill>
                  <a:srgbClr val="000000"/>
                </a:solidFill>
                <a:latin typeface="Aptos" panose="020B0004020202020204" pitchFamily="34" charset="0"/>
              </a:rPr>
              <a:t/>
            </a:r>
            <a:br>
              <a:rPr lang="en-US" altLang="en-US" sz="3100">
                <a:solidFill>
                  <a:srgbClr val="000000"/>
                </a:solidFill>
                <a:latin typeface="Aptos" panose="020B0004020202020204" pitchFamily="34" charset="0"/>
              </a:rPr>
            </a:br>
            <a:r>
              <a:rPr lang="en-US" altLang="en-US" sz="3100">
                <a:solidFill>
                  <a:srgbClr val="000000"/>
                </a:solidFill>
                <a:latin typeface="Aptos" panose="020B0004020202020204" pitchFamily="34" charset="0"/>
              </a:rPr>
              <a:t>OS </a:t>
            </a:r>
            <a:r>
              <a:rPr lang="en-US" altLang="en-US" sz="3100" b="1">
                <a:solidFill>
                  <a:srgbClr val="000000"/>
                </a:solidFill>
                <a:latin typeface="Aptos" panose="020B0004020202020204" pitchFamily="34" charset="0"/>
              </a:rPr>
              <a:t>diperbarui untuk memperbaiki bug</a:t>
            </a:r>
            <a:r>
              <a:rPr lang="en-US" altLang="en-US" sz="3100">
                <a:solidFill>
                  <a:srgbClr val="000000"/>
                </a:solidFill>
                <a:latin typeface="Aptos" panose="020B0004020202020204" pitchFamily="34" charset="0"/>
              </a:rPr>
              <a:t>, menutup celah keamanan, meningkatkan stabilitas, dan menjaga kompatibilitas sistem.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04950" y="3838886"/>
            <a:ext cx="21970870" cy="43858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lvl="0" indent="-514350" algn="l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3100" b="1">
                <a:solidFill>
                  <a:schemeClr val="accent3">
                    <a:lumMod val="50000"/>
                  </a:schemeClr>
                </a:solidFill>
                <a:latin typeface="Aptos" panose="020B0004020202020204" pitchFamily="34" charset="0"/>
              </a:rPr>
              <a:t>Hardware Upgrades</a:t>
            </a:r>
            <a:r>
              <a:rPr lang="en-US" altLang="en-US" sz="3100">
                <a:solidFill>
                  <a:srgbClr val="000000"/>
                </a:solidFill>
                <a:latin typeface="Aptos" panose="020B0004020202020204" pitchFamily="34" charset="0"/>
              </a:rPr>
              <a:t/>
            </a:r>
            <a:br>
              <a:rPr lang="en-US" altLang="en-US" sz="3100">
                <a:solidFill>
                  <a:srgbClr val="000000"/>
                </a:solidFill>
                <a:latin typeface="Aptos" panose="020B0004020202020204" pitchFamily="34" charset="0"/>
              </a:rPr>
            </a:br>
            <a:r>
              <a:rPr lang="en-US" altLang="en-US" sz="3100">
                <a:solidFill>
                  <a:srgbClr val="000000"/>
                </a:solidFill>
                <a:latin typeface="Aptos" panose="020B0004020202020204" pitchFamily="34" charset="0"/>
              </a:rPr>
              <a:t>OS berkembang untuk </a:t>
            </a:r>
            <a:r>
              <a:rPr lang="en-US" altLang="en-US" sz="3100" b="1">
                <a:solidFill>
                  <a:srgbClr val="000000"/>
                </a:solidFill>
                <a:latin typeface="Aptos" panose="020B0004020202020204" pitchFamily="34" charset="0"/>
              </a:rPr>
              <a:t>mengoptimalkan peningkatan kemampuan hardware</a:t>
            </a:r>
            <a:r>
              <a:rPr lang="en-US" altLang="en-US" sz="3100">
                <a:solidFill>
                  <a:srgbClr val="000000"/>
                </a:solidFill>
                <a:latin typeface="Aptos" panose="020B0004020202020204" pitchFamily="34" charset="0"/>
              </a:rPr>
              <a:t>, seperti prosesor yang lebih cepat, RAM lebih besar, dan penyimpanan berkecepatan tinggi. </a:t>
            </a:r>
          </a:p>
          <a:p>
            <a:pPr marL="514350" lvl="0" indent="-514350" algn="l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3100" b="1">
                <a:solidFill>
                  <a:srgbClr val="0070C0"/>
                </a:solidFill>
                <a:latin typeface="Aptos" panose="020B0004020202020204" pitchFamily="34" charset="0"/>
              </a:rPr>
              <a:t>New Types of Hardware</a:t>
            </a:r>
            <a:r>
              <a:rPr lang="en-US" altLang="en-US" sz="3100">
                <a:solidFill>
                  <a:srgbClr val="000000"/>
                </a:solidFill>
                <a:latin typeface="Aptos" panose="020B0004020202020204" pitchFamily="34" charset="0"/>
              </a:rPr>
              <a:t/>
            </a:r>
            <a:br>
              <a:rPr lang="en-US" altLang="en-US" sz="3100">
                <a:solidFill>
                  <a:srgbClr val="000000"/>
                </a:solidFill>
                <a:latin typeface="Aptos" panose="020B0004020202020204" pitchFamily="34" charset="0"/>
              </a:rPr>
            </a:br>
            <a:r>
              <a:rPr lang="en-US" altLang="en-US" sz="3100">
                <a:solidFill>
                  <a:srgbClr val="000000"/>
                </a:solidFill>
                <a:latin typeface="Aptos" panose="020B0004020202020204" pitchFamily="34" charset="0"/>
              </a:rPr>
              <a:t>OS harus </a:t>
            </a:r>
            <a:r>
              <a:rPr lang="en-US" altLang="en-US" sz="3100" b="1">
                <a:solidFill>
                  <a:srgbClr val="000000"/>
                </a:solidFill>
                <a:latin typeface="Aptos" panose="020B0004020202020204" pitchFamily="34" charset="0"/>
              </a:rPr>
              <a:t>mendukung perangkat keras baru </a:t>
            </a:r>
            <a:r>
              <a:rPr lang="en-US" altLang="en-US" sz="3100">
                <a:solidFill>
                  <a:srgbClr val="000000"/>
                </a:solidFill>
                <a:latin typeface="Aptos" panose="020B0004020202020204" pitchFamily="34" charset="0"/>
              </a:rPr>
              <a:t>melalui driver dan mekanisme pengelolaan yang sesuai, </a:t>
            </a:r>
            <a:r>
              <a:rPr lang="en-US" altLang="en-US" sz="3100" b="1">
                <a:solidFill>
                  <a:srgbClr val="000000"/>
                </a:solidFill>
                <a:latin typeface="Aptos" panose="020B0004020202020204" pitchFamily="34" charset="0"/>
              </a:rPr>
              <a:t>misalnya GPU, SSD, layar sentuh, dan perangkat IoT. </a:t>
            </a:r>
            <a:endParaRPr lang="en-US" altLang="en-US" sz="3100" b="1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588075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NZ" dirty="0"/>
              <a:t>Evolution of operating Systems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1A5557-EB1E-762C-9F1C-E919CECBECFA}"/>
              </a:ext>
            </a:extLst>
          </p:cNvPr>
          <p:cNvSpPr txBox="1"/>
          <p:nvPr/>
        </p:nvSpPr>
        <p:spPr>
          <a:xfrm>
            <a:off x="1280073" y="2848529"/>
            <a:ext cx="6445674" cy="110799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tabLst/>
              <a:defRPr/>
            </a:pPr>
            <a:r>
              <a:rPr kumimoji="0" lang="en-NZ" sz="6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sym typeface="Helvetica Neue"/>
              </a:rPr>
              <a:t> Stages include: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956218" y="2848529"/>
            <a:ext cx="25048377" cy="914973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2876235" y="9650172"/>
            <a:ext cx="1085325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3600" b="1" u="sng" smtClean="0">
                <a:solidFill>
                  <a:srgbClr val="000000"/>
                </a:solidFill>
                <a:latin typeface="Aptos" panose="020B0004020202020204" pitchFamily="34" charset="0"/>
              </a:rPr>
              <a:t>Evolusi </a:t>
            </a:r>
            <a:r>
              <a:rPr lang="en-US" sz="3600" b="1" u="sng">
                <a:solidFill>
                  <a:srgbClr val="000000"/>
                </a:solidFill>
                <a:latin typeface="Aptos" panose="020B0004020202020204" pitchFamily="34" charset="0"/>
              </a:rPr>
              <a:t>sistem operasi </a:t>
            </a:r>
            <a:r>
              <a:rPr lang="en-US" sz="3600">
                <a:solidFill>
                  <a:srgbClr val="000000"/>
                </a:solidFill>
                <a:latin typeface="Aptos" panose="020B0004020202020204" pitchFamily="34" charset="0"/>
              </a:rPr>
              <a:t>bergerak dari pemrosesan satu pekerjaan secara manual, menuju pemrosesan sekumpulan pekerjaan secara otomatis, menjalankan beberapa program dalam satu waktu, hingga memungkinkan banyak pengguna berinteraksi dengan sistem secara bersamaan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111122" y="9728610"/>
            <a:ext cx="615820" cy="951723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2250583" y="10753485"/>
            <a:ext cx="336897" cy="341669"/>
          </a:xfrm>
          <a:prstGeom prst="ellipse">
            <a:avLst/>
          </a:prstGeom>
          <a:solidFill>
            <a:schemeClr val="accent5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44554639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NZ" dirty="0"/>
              <a:t>operating System</a:t>
            </a:r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2979480C-34A9-1022-5BF2-32F8C1166FF0}"/>
              </a:ext>
            </a:extLst>
          </p:cNvPr>
          <p:cNvSpPr txBox="1">
            <a:spLocks/>
          </p:cNvSpPr>
          <p:nvPr/>
        </p:nvSpPr>
        <p:spPr>
          <a:xfrm>
            <a:off x="1463991" y="2719754"/>
            <a:ext cx="21944649" cy="4648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60000"/>
              </a:lnSpc>
              <a:buNone/>
              <a:defRPr/>
            </a:pPr>
            <a:r>
              <a:rPr lang="en-US" sz="3600" b="1" dirty="0" smtClean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 </a:t>
            </a:r>
            <a:r>
              <a:rPr lang="en-US" sz="3600" b="1" dirty="0" err="1" smtClean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Definisi</a:t>
            </a:r>
            <a:r>
              <a:rPr lang="en-US" sz="3600" b="1" dirty="0" smtClean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:</a:t>
            </a:r>
          </a:p>
          <a:p>
            <a:pPr algn="just">
              <a:lnSpc>
                <a:spcPct val="160000"/>
              </a:lnSpc>
              <a:defRPr/>
            </a:pPr>
            <a:r>
              <a:rPr lang="en-US" sz="3600" dirty="0" err="1" smtClean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Perangkat</a:t>
            </a:r>
            <a:r>
              <a:rPr lang="en-US" sz="3600" dirty="0" smtClean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lunak</a:t>
            </a:r>
            <a:r>
              <a:rPr lang="en-US" sz="36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utama</a:t>
            </a:r>
            <a:r>
              <a:rPr lang="en-US" sz="36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36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mengelola</a:t>
            </a:r>
            <a:r>
              <a:rPr lang="en-US" sz="36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perangkat</a:t>
            </a:r>
            <a:r>
              <a:rPr lang="en-US" sz="36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keras</a:t>
            </a:r>
            <a:r>
              <a:rPr lang="en-US" sz="36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komputer</a:t>
            </a:r>
            <a:r>
              <a:rPr lang="en-US" sz="36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dan</a:t>
            </a:r>
            <a:r>
              <a:rPr lang="en-US" sz="36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menyediakan</a:t>
            </a:r>
            <a:r>
              <a:rPr lang="en-US" sz="36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layanan</a:t>
            </a:r>
            <a:r>
              <a:rPr lang="en-US" sz="36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36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perangkat</a:t>
            </a:r>
            <a:r>
              <a:rPr lang="en-US" sz="36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lunak</a:t>
            </a:r>
            <a:r>
              <a:rPr lang="en-US" sz="36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smtClean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3600" dirty="0" err="1" smtClean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aplikasi</a:t>
            </a:r>
            <a:r>
              <a:rPr lang="en-US" sz="3600" dirty="0" smtClean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 </a:t>
            </a:r>
          </a:p>
          <a:p>
            <a:pPr algn="just">
              <a:lnSpc>
                <a:spcPct val="160000"/>
              </a:lnSpc>
              <a:defRPr/>
            </a:pPr>
            <a:r>
              <a:rPr lang="en-US" sz="3600" dirty="0" err="1" smtClean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Sistem</a:t>
            </a:r>
            <a:r>
              <a:rPr lang="en-US" sz="3600" dirty="0" smtClean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operasi</a:t>
            </a:r>
            <a:r>
              <a:rPr lang="en-US" sz="36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bertindak</a:t>
            </a:r>
            <a:r>
              <a:rPr lang="en-US" sz="36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sebagai</a:t>
            </a:r>
            <a:r>
              <a:rPr lang="en-US" sz="36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perantara</a:t>
            </a:r>
            <a:r>
              <a:rPr lang="en-US" sz="36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antara</a:t>
            </a:r>
            <a:r>
              <a:rPr lang="en-US" sz="36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pengguna</a:t>
            </a:r>
            <a:r>
              <a:rPr lang="en-US" sz="36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dan</a:t>
            </a:r>
            <a:r>
              <a:rPr lang="en-US" sz="36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perangkat</a:t>
            </a:r>
            <a:r>
              <a:rPr lang="en-US" sz="36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keras</a:t>
            </a:r>
            <a:r>
              <a:rPr lang="en-US" sz="36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komputer</a:t>
            </a:r>
            <a:r>
              <a:rPr lang="en-US" sz="36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36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memastikan</a:t>
            </a:r>
            <a:r>
              <a:rPr lang="en-US" sz="36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bahwa</a:t>
            </a:r>
            <a:r>
              <a:rPr lang="en-US" sz="36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semua</a:t>
            </a:r>
            <a:r>
              <a:rPr lang="en-US" sz="36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komponen</a:t>
            </a:r>
            <a:r>
              <a:rPr lang="en-US" sz="36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perangkat</a:t>
            </a:r>
            <a:r>
              <a:rPr lang="en-US" sz="36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keras</a:t>
            </a:r>
            <a:r>
              <a:rPr lang="en-US" sz="36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berfungsi</a:t>
            </a:r>
            <a:r>
              <a:rPr lang="en-US" sz="36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US" sz="36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baik</a:t>
            </a:r>
            <a:r>
              <a:rPr lang="en-US" sz="36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dan</a:t>
            </a:r>
            <a:r>
              <a:rPr lang="en-US" sz="36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aplikasi</a:t>
            </a:r>
            <a:r>
              <a:rPr lang="en-US" sz="36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dapat</a:t>
            </a:r>
            <a:r>
              <a:rPr lang="en-US" sz="36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berjalan</a:t>
            </a:r>
            <a:r>
              <a:rPr lang="en-US" sz="36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US" sz="36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lancar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2979480C-34A9-1022-5BF2-32F8C1166FF0}"/>
              </a:ext>
            </a:extLst>
          </p:cNvPr>
          <p:cNvSpPr txBox="1">
            <a:spLocks/>
          </p:cNvSpPr>
          <p:nvPr/>
        </p:nvSpPr>
        <p:spPr>
          <a:xfrm>
            <a:off x="1463991" y="7705369"/>
            <a:ext cx="8711641" cy="4648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  <a:defRPr/>
            </a:pPr>
            <a:r>
              <a:rPr lang="en-US" sz="4000" b="1" dirty="0" err="1" smtClean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Tujuan</a:t>
            </a:r>
            <a:r>
              <a:rPr lang="en-US" sz="4000" b="1" dirty="0" smtClean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OS:</a:t>
            </a:r>
          </a:p>
          <a:p>
            <a:pPr marL="914400" indent="-914400" algn="just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sz="40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Manajemen</a:t>
            </a:r>
            <a:r>
              <a:rPr lang="en-US" sz="40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Sumber</a:t>
            </a:r>
            <a:r>
              <a:rPr lang="en-US" sz="40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dirty="0" err="1" smtClean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Daya</a:t>
            </a:r>
            <a:endParaRPr lang="en-US" sz="4000" dirty="0" smtClean="0">
              <a:solidFill>
                <a:srgbClr val="000000"/>
              </a:solidFill>
              <a:latin typeface="Aptos" panose="020B00040202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indent="-914400" algn="just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sz="40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Manajemen</a:t>
            </a:r>
            <a:r>
              <a:rPr lang="en-US" sz="40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dirty="0" smtClean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Proses</a:t>
            </a:r>
          </a:p>
          <a:p>
            <a:pPr marL="914400" indent="-914400" algn="just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sz="40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Manajemen</a:t>
            </a:r>
            <a:r>
              <a:rPr lang="en-US" sz="40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dirty="0" err="1" smtClean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Memori</a:t>
            </a:r>
            <a:endParaRPr lang="en-US" sz="4000" dirty="0" smtClean="0">
              <a:solidFill>
                <a:srgbClr val="000000"/>
              </a:solidFill>
              <a:latin typeface="Aptos" panose="020B00040202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284678" y="8873211"/>
            <a:ext cx="12192000" cy="2766911"/>
          </a:xfrm>
          <a:prstGeom prst="rect">
            <a:avLst/>
          </a:prstGeom>
        </p:spPr>
        <p:txBody>
          <a:bodyPr>
            <a:spAutoFit/>
          </a:bodyPr>
          <a:lstStyle/>
          <a:p>
            <a:pPr marL="914400" indent="-914400" algn="just">
              <a:lnSpc>
                <a:spcPct val="150000"/>
              </a:lnSpc>
              <a:buFont typeface="+mj-lt"/>
              <a:buAutoNum type="arabicPeriod" startAt="4"/>
              <a:defRPr/>
            </a:pPr>
            <a:r>
              <a:rPr lang="en-US" sz="40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Manajemen</a:t>
            </a:r>
            <a:r>
              <a:rPr lang="en-US" sz="40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Berkas</a:t>
            </a:r>
            <a:r>
              <a:rPr lang="en-US" sz="40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(File)</a:t>
            </a:r>
          </a:p>
          <a:p>
            <a:pPr marL="914400" indent="-914400" algn="just">
              <a:lnSpc>
                <a:spcPct val="150000"/>
              </a:lnSpc>
              <a:buFont typeface="+mj-lt"/>
              <a:buAutoNum type="arabicPeriod" startAt="4"/>
              <a:defRPr/>
            </a:pPr>
            <a:r>
              <a:rPr lang="en-US" sz="40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Manajemen</a:t>
            </a:r>
            <a:r>
              <a:rPr lang="en-US" sz="40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Perangkat</a:t>
            </a:r>
            <a:r>
              <a:rPr lang="en-US" sz="40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I/O</a:t>
            </a:r>
          </a:p>
          <a:p>
            <a:pPr marL="914400" indent="-914400" algn="just">
              <a:lnSpc>
                <a:spcPct val="150000"/>
              </a:lnSpc>
              <a:buFont typeface="+mj-lt"/>
              <a:buAutoNum type="arabicPeriod" startAt="4"/>
              <a:defRPr/>
            </a:pPr>
            <a:r>
              <a:rPr lang="en-US" sz="40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Keamanan</a:t>
            </a:r>
            <a:r>
              <a:rPr lang="en-US" sz="40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dan</a:t>
            </a:r>
            <a:r>
              <a:rPr lang="en-US" sz="40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Akses</a:t>
            </a:r>
            <a:endParaRPr lang="en-US" sz="4000" b="1" dirty="0">
              <a:solidFill>
                <a:srgbClr val="000000"/>
              </a:solidFill>
              <a:latin typeface="Aptos" panose="020B00040202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87798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NZ" dirty="0"/>
              <a:t>operating System Structure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973" y="2916936"/>
            <a:ext cx="12150731" cy="723497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0704" y="6382512"/>
            <a:ext cx="11690505" cy="6466897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3356336" y="4739650"/>
            <a:ext cx="1060704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l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>
                <a:solidFill>
                  <a:srgbClr val="000000"/>
                </a:solidFill>
                <a:latin typeface="Aptos" panose="020B0004020202020204" pitchFamily="34" charset="0"/>
              </a:rPr>
              <a:t>User mode:</a:t>
            </a:r>
            <a:r>
              <a:rPr lang="en-US" altLang="en-US" sz="2800">
                <a:solidFill>
                  <a:srgbClr val="000000"/>
                </a:solidFill>
                <a:latin typeface="Aptos" panose="020B0004020202020204" pitchFamily="34" charset="0"/>
              </a:rPr>
              <a:t> tempat </a:t>
            </a:r>
            <a:r>
              <a:rPr lang="en-US" altLang="en-US" sz="2800">
                <a:solidFill>
                  <a:srgbClr val="000000"/>
                </a:solidFill>
                <a:latin typeface="Aptos" panose="020B0004020202020204" pitchFamily="34" charset="0"/>
              </a:rPr>
              <a:t>aplikasi </a:t>
            </a:r>
            <a:r>
              <a:rPr lang="en-US" altLang="en-US" sz="2800" smtClean="0">
                <a:solidFill>
                  <a:srgbClr val="000000"/>
                </a:solidFill>
                <a:latin typeface="Aptos" panose="020B0004020202020204" pitchFamily="34" charset="0"/>
              </a:rPr>
              <a:t>berjalan. </a:t>
            </a:r>
            <a:endParaRPr lang="en-US" altLang="en-US" sz="280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pPr marL="342900" lvl="0" indent="-342900" algn="l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>
                <a:solidFill>
                  <a:srgbClr val="000000"/>
                </a:solidFill>
                <a:latin typeface="Aptos" panose="020B0004020202020204" pitchFamily="34" charset="0"/>
              </a:rPr>
              <a:t>Kernel mode:</a:t>
            </a:r>
            <a:r>
              <a:rPr lang="en-US" altLang="en-US" sz="2800">
                <a:solidFill>
                  <a:srgbClr val="000000"/>
                </a:solidFill>
                <a:latin typeface="Aptos" panose="020B0004020202020204" pitchFamily="34" charset="0"/>
              </a:rPr>
              <a:t> tempat inti OS bekerja </a:t>
            </a:r>
            <a:r>
              <a:rPr lang="en-US" altLang="en-US" sz="2800">
                <a:solidFill>
                  <a:srgbClr val="000000"/>
                </a:solidFill>
                <a:latin typeface="Aptos" panose="020B0004020202020204" pitchFamily="34" charset="0"/>
              </a:rPr>
              <a:t>dengan </a:t>
            </a:r>
            <a:r>
              <a:rPr lang="en-US" altLang="en-US" sz="2800" smtClean="0">
                <a:solidFill>
                  <a:srgbClr val="000000"/>
                </a:solidFill>
                <a:latin typeface="Aptos" panose="020B0004020202020204" pitchFamily="34" charset="0"/>
              </a:rPr>
              <a:t>akses </a:t>
            </a:r>
            <a:r>
              <a:rPr lang="en-US" altLang="en-US" sz="2800">
                <a:solidFill>
                  <a:srgbClr val="000000"/>
                </a:solidFill>
                <a:latin typeface="Aptos" panose="020B0004020202020204" pitchFamily="34" charset="0"/>
              </a:rPr>
              <a:t>ke hardware</a:t>
            </a:r>
            <a:r>
              <a:rPr lang="en-US" altLang="en-US" sz="2800">
                <a:solidFill>
                  <a:srgbClr val="000000"/>
                </a:solidFill>
                <a:latin typeface="Aptos" panose="020B0004020202020204" pitchFamily="34" charset="0"/>
              </a:rPr>
              <a:t>. </a:t>
            </a:r>
            <a:r>
              <a:rPr lang="en-US" altLang="en-US" sz="2800" smtClean="0">
                <a:solidFill>
                  <a:srgbClr val="000000"/>
                </a:solidFill>
                <a:latin typeface="Aptos" panose="020B0004020202020204" pitchFamily="34" charset="0"/>
              </a:rPr>
              <a:t> </a:t>
            </a:r>
            <a:endParaRPr lang="en-US" altLang="en-US" sz="280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46814" y="10481659"/>
            <a:ext cx="11515344" cy="147732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en-US" sz="3000" b="1">
                <a:solidFill>
                  <a:srgbClr val="000000"/>
                </a:solidFill>
                <a:latin typeface="Aptos" panose="020B0004020202020204" pitchFamily="34" charset="0"/>
              </a:rPr>
              <a:t>OS</a:t>
            </a:r>
            <a:r>
              <a:rPr lang="en-US" sz="3000">
                <a:solidFill>
                  <a:srgbClr val="000000"/>
                </a:solidFill>
                <a:latin typeface="Aptos" panose="020B0004020202020204" pitchFamily="34" charset="0"/>
              </a:rPr>
              <a:t> menjadi penghubung antara aplikasi dan hardware, sekaligus menyediakan antarmuka yang lebih </a:t>
            </a:r>
            <a:r>
              <a:rPr lang="en-US" sz="3000">
                <a:solidFill>
                  <a:srgbClr val="000000"/>
                </a:solidFill>
                <a:latin typeface="Aptos" panose="020B0004020202020204" pitchFamily="34" charset="0"/>
              </a:rPr>
              <a:t>mudah</a:t>
            </a:r>
            <a:r>
              <a:rPr lang="en-US" sz="3000" smtClean="0">
                <a:solidFill>
                  <a:srgbClr val="000000"/>
                </a:solidFill>
                <a:latin typeface="Aptos" panose="020B0004020202020204" pitchFamily="34" charset="0"/>
              </a:rPr>
              <a:t>, </a:t>
            </a:r>
            <a:r>
              <a:rPr lang="en-US" sz="3000">
                <a:solidFill>
                  <a:srgbClr val="000000"/>
                </a:solidFill>
                <a:latin typeface="Aptos" panose="020B0004020202020204" pitchFamily="34" charset="0"/>
              </a:rPr>
              <a:t>dan terkontrol bagi pengguna.</a:t>
            </a:r>
          </a:p>
        </p:txBody>
      </p:sp>
    </p:spTree>
    <p:extLst>
      <p:ext uri="{BB962C8B-B14F-4D97-AF65-F5344CB8AC3E}">
        <p14:creationId xmlns:p14="http://schemas.microsoft.com/office/powerpoint/2010/main" val="318496728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NZ" dirty="0"/>
              <a:t>operating System as Resources Manager</a:t>
            </a:r>
            <a:endParaRPr lang="en-US" dirty="0"/>
          </a:p>
        </p:txBody>
      </p:sp>
      <p:pic>
        <p:nvPicPr>
          <p:cNvPr id="4" name="Picture 3" descr="f2.pdf">
            <a:extLst>
              <a:ext uri="{FF2B5EF4-FFF2-40B4-BE49-F238E27FC236}">
                <a16:creationId xmlns:a16="http://schemas.microsoft.com/office/drawing/2014/main" id="{1D1B21AA-4DC4-B36A-CB76-72852C5AC7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3616" y="2316987"/>
            <a:ext cx="14751662" cy="1139901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82498" y="2863949"/>
            <a:ext cx="10885246" cy="76328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2438338" rtl="0" eaLnBrk="1" fontAlgn="auto" latinLnBrk="0" hangingPunct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Sistem</a:t>
            </a: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 </a:t>
            </a: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Operasi</a:t>
            </a: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 </a:t>
            </a: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sebagai</a:t>
            </a: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 </a:t>
            </a: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Manajer</a:t>
            </a: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 </a:t>
            </a: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Sumber</a:t>
            </a: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 </a:t>
            </a:r>
            <a:r>
              <a:rPr kumimoji="0" lang="en-US" sz="3600" b="1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Daya</a:t>
            </a:r>
            <a:r>
              <a:rPr kumimoji="0" lang="en-US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 </a:t>
            </a:r>
            <a:endParaRPr kumimoji="0" lang="en-US" sz="36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ea typeface="Calibri" panose="020F0502020204030204" pitchFamily="34" charset="0"/>
              <a:cs typeface="Calibri" panose="020F0502020204030204" pitchFamily="34" charset="0"/>
              <a:sym typeface="Helvetica Neue"/>
            </a:endParaRPr>
          </a:p>
          <a:p>
            <a:pPr marL="457200" marR="0" lvl="0" indent="-457200" algn="just" defTabSz="2438338" rtl="0" eaLnBrk="1" fontAlgn="auto" latinLnBrk="0" hangingPunct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Perangkat </a:t>
            </a:r>
            <a:r>
              <a:rPr kumimoji="0" 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lunak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 yang </a:t>
            </a:r>
            <a:r>
              <a:rPr kumimoji="0" 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bertugas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 </a:t>
            </a:r>
            <a:r>
              <a:rPr kumimoji="0" 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mengatur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, </a:t>
            </a:r>
            <a:r>
              <a:rPr kumimoji="0" 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mengendalikan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, </a:t>
            </a:r>
            <a:r>
              <a:rPr kumimoji="0" 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dan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 </a:t>
            </a:r>
            <a:r>
              <a:rPr kumimoji="0" 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mengalokasikan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 </a:t>
            </a:r>
            <a:r>
              <a:rPr kumimoji="0" 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berbagai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 </a:t>
            </a:r>
            <a:r>
              <a:rPr kumimoji="0" 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sumber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 </a:t>
            </a:r>
            <a:r>
              <a:rPr kumimoji="0" 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daya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 </a:t>
            </a:r>
            <a:r>
              <a:rPr kumimoji="0" 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perangkat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 </a:t>
            </a:r>
            <a:r>
              <a:rPr kumimoji="0" 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keras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 </a:t>
            </a:r>
            <a:r>
              <a:rPr kumimoji="0" 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komputer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 </a:t>
            </a:r>
            <a:r>
              <a:rPr kumimoji="0" 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seperti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 CPU, </a:t>
            </a:r>
            <a:r>
              <a:rPr kumimoji="0" 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memori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, </a:t>
            </a:r>
            <a:r>
              <a:rPr kumimoji="0" 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penyimpanan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, </a:t>
            </a:r>
            <a:r>
              <a:rPr kumimoji="0" 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dan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 </a:t>
            </a:r>
            <a:r>
              <a:rPr kumimoji="0" 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perangkat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 I/O </a:t>
            </a:r>
            <a:r>
              <a:rPr kumimoji="0" 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untuk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 </a:t>
            </a:r>
            <a:r>
              <a:rPr kumimoji="0" 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memastikan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 </a:t>
            </a:r>
            <a:r>
              <a:rPr kumimoji="0" 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kinerja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 </a:t>
            </a:r>
            <a:r>
              <a:rPr kumimoji="0" 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sistem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 yang optimal </a:t>
            </a:r>
            <a:r>
              <a:rPr kumimoji="0" 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dan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 </a:t>
            </a:r>
            <a:r>
              <a:rPr kumimoji="0" 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penggunaan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 </a:t>
            </a:r>
            <a:r>
              <a:rPr kumimoji="0" 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sumber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 </a:t>
            </a:r>
            <a:r>
              <a:rPr kumimoji="0" 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daya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 yang </a:t>
            </a:r>
            <a:r>
              <a:rPr kumimoji="0" 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efisien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2805399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NZ"/>
              <a:t>Types of operating systems</a:t>
            </a:r>
            <a:endParaRPr lang="en-US" dirty="0"/>
          </a:p>
        </p:txBody>
      </p:sp>
      <p:pic>
        <p:nvPicPr>
          <p:cNvPr id="5122" name="Picture 2" descr="Download Microsoft Windows Logo in SVG Vector or PNG File Format - Logo.win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915" y="1015768"/>
            <a:ext cx="9064625" cy="6043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Linux Logo PNG image 594x720 #26982 | PNGim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14277" y="2505579"/>
            <a:ext cx="3649091" cy="4423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ounded Rectangle 6"/>
          <p:cNvSpPr/>
          <p:nvPr/>
        </p:nvSpPr>
        <p:spPr>
          <a:xfrm>
            <a:off x="2619134" y="5085279"/>
            <a:ext cx="5564657" cy="190070"/>
          </a:xfrm>
          <a:prstGeom prst="roundRect">
            <a:avLst>
              <a:gd name="adj" fmla="val 50000"/>
            </a:avLst>
          </a:prstGeom>
          <a:solidFill>
            <a:srgbClr val="0078D6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7316001" y="7223235"/>
            <a:ext cx="5564657" cy="190070"/>
          </a:xfrm>
          <a:prstGeom prst="roundRect">
            <a:avLst>
              <a:gd name="adj" fmla="val 50000"/>
            </a:avLst>
          </a:prstGeom>
          <a:solidFill>
            <a:srgbClr val="FFBC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687" y="5628183"/>
            <a:ext cx="3997660" cy="257661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8501" y="5628183"/>
            <a:ext cx="3576660" cy="172817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7420" y="7958346"/>
            <a:ext cx="3761250" cy="376125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0502" y="7993786"/>
            <a:ext cx="3216119" cy="2290329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39869" y="11469842"/>
            <a:ext cx="3161593" cy="199328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37929" y="11460113"/>
            <a:ext cx="5313204" cy="97763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39302" y="5482910"/>
            <a:ext cx="3656041" cy="3656041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82660" y="7120237"/>
            <a:ext cx="2956626" cy="2956626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605946" y="7548099"/>
            <a:ext cx="1920580" cy="2528764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519933" y="8925788"/>
            <a:ext cx="4042069" cy="2694712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977262" y="11598585"/>
            <a:ext cx="3649091" cy="962448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7902999" y="9491970"/>
            <a:ext cx="3496566" cy="1966818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9330802" y="11167842"/>
            <a:ext cx="4550288" cy="1544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80676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NZ" dirty="0"/>
              <a:t>Main Structural Elements in a Computer System</a:t>
            </a:r>
            <a:endParaRPr lang="en-US" dirty="0"/>
          </a:p>
        </p:txBody>
      </p:sp>
      <p:graphicFrame>
        <p:nvGraphicFramePr>
          <p:cNvPr id="6" name="Content Placeholder 6">
            <a:extLst>
              <a:ext uri="{FF2B5EF4-FFF2-40B4-BE49-F238E27FC236}">
                <a16:creationId xmlns:a16="http://schemas.microsoft.com/office/drawing/2014/main" id="{EC8D6998-D728-5FE3-E6C3-DE44C911AEF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28657910"/>
              </p:ext>
            </p:extLst>
          </p:nvPr>
        </p:nvGraphicFramePr>
        <p:xfrm>
          <a:off x="3679059" y="4378100"/>
          <a:ext cx="16514385" cy="73688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4502340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NZ" dirty="0"/>
              <a:t>Processor</a:t>
            </a:r>
            <a:endParaRPr lang="en-US" dirty="0"/>
          </a:p>
        </p:txBody>
      </p:sp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id="{84A97E0F-EFB8-3EDD-BEBD-E613721FF23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45720573"/>
              </p:ext>
            </p:extLst>
          </p:nvPr>
        </p:nvGraphicFramePr>
        <p:xfrm>
          <a:off x="9737665" y="4034459"/>
          <a:ext cx="13794884" cy="76626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36000" y="6110355"/>
            <a:ext cx="3454473" cy="2193590"/>
          </a:xfrm>
          <a:prstGeom prst="roundRect">
            <a:avLst>
              <a:gd name="adj" fmla="val 10000"/>
            </a:avLst>
          </a:prstGeom>
          <a:gradFill rotWithShape="0">
            <a:gsLst>
              <a:gs pos="0">
                <a:srgbClr val="4F81BD">
                  <a:hueOff val="0"/>
                  <a:satOff val="0"/>
                  <a:lumOff val="0"/>
                  <a:alphaOff val="0"/>
                  <a:shade val="51000"/>
                  <a:satMod val="130000"/>
                </a:srgbClr>
              </a:gs>
              <a:gs pos="80000">
                <a:srgbClr val="4F81BD">
                  <a:hueOff val="0"/>
                  <a:satOff val="0"/>
                  <a:lumOff val="0"/>
                  <a:alphaOff val="0"/>
                  <a:shade val="93000"/>
                  <a:satMod val="130000"/>
                </a:srgbClr>
              </a:gs>
              <a:gs pos="100000">
                <a:srgbClr val="4F81BD">
                  <a:hueOff val="0"/>
                  <a:satOff val="0"/>
                  <a:lumOff val="0"/>
                  <a:alphaOff val="0"/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</p:sp>
      <p:grpSp>
        <p:nvGrpSpPr>
          <p:cNvPr id="7" name="Group 6"/>
          <p:cNvGrpSpPr/>
          <p:nvPr/>
        </p:nvGrpSpPr>
        <p:grpSpPr>
          <a:xfrm>
            <a:off x="1219830" y="6474993"/>
            <a:ext cx="3454473" cy="2193590"/>
            <a:chOff x="2466741" y="552797"/>
            <a:chExt cx="3454473" cy="2193590"/>
          </a:xfrm>
        </p:grpSpPr>
        <p:sp>
          <p:nvSpPr>
            <p:cNvPr id="8" name="Rounded Rectangle 7"/>
            <p:cNvSpPr/>
            <p:nvPr/>
          </p:nvSpPr>
          <p:spPr>
            <a:xfrm>
              <a:off x="2466741" y="552797"/>
              <a:ext cx="3454473" cy="2193590"/>
            </a:xfrm>
            <a:prstGeom prst="roundRect">
              <a:avLst>
                <a:gd name="adj" fmla="val 10000"/>
              </a:avLst>
            </a:prstGeom>
            <a:solidFill>
              <a:sysClr val="window" lastClr="FFFFFF">
                <a:alpha val="90000"/>
                <a:hueOff val="0"/>
                <a:satOff val="0"/>
                <a:lumOff val="0"/>
                <a:alphaOff val="0"/>
              </a:sysClr>
            </a:solidFill>
            <a:ln w="9525" cap="flat" cmpd="sng" algn="ctr">
              <a:solidFill>
                <a:srgbClr val="4F81BD">
                  <a:hueOff val="0"/>
                  <a:satOff val="0"/>
                  <a:lumOff val="0"/>
                  <a:alphaOff val="0"/>
                </a:srgbClr>
              </a:solidFill>
              <a:prstDash val="solid"/>
            </a:ln>
            <a:effectLst/>
          </p:spPr>
          <p:style>
            <a:lnRef idx="1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9" name="Rounded Rectangle 5"/>
            <p:cNvSpPr txBox="1"/>
            <p:nvPr/>
          </p:nvSpPr>
          <p:spPr>
            <a:xfrm>
              <a:off x="2530989" y="617045"/>
              <a:ext cx="3325977" cy="206509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13360" tIns="213360" rIns="213360" bIns="213360" numCol="1" spcCol="1270" anchor="ctr" anchorCtr="0">
              <a:noAutofit/>
            </a:bodyPr>
            <a:lstStyle/>
            <a:p>
              <a:pPr lvl="0" algn="ctr" defTabSz="24892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4800" b="1" i="0" kern="1200" dirty="0">
                  <a:solidFill>
                    <a:sysClr val="windowText" lastClr="000000"/>
                  </a:solidFill>
                  <a:latin typeface="Aptos" panose="020B0004020202020204" pitchFamily="34" charset="0"/>
                </a:rPr>
                <a:t>Processor</a:t>
              </a:r>
            </a:p>
          </p:txBody>
        </p:sp>
      </p:grpSp>
      <p:sp>
        <p:nvSpPr>
          <p:cNvPr id="10" name="Chevron 9"/>
          <p:cNvSpPr/>
          <p:nvPr/>
        </p:nvSpPr>
        <p:spPr>
          <a:xfrm>
            <a:off x="6210300" y="6853731"/>
            <a:ext cx="2257044" cy="1436113"/>
          </a:xfrm>
          <a:prstGeom prst="chevron">
            <a:avLst>
              <a:gd name="adj" fmla="val 48920"/>
            </a:avLst>
          </a:prstGeom>
          <a:solidFill>
            <a:srgbClr val="0070C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Aptos" panose="020B0004020202020204" pitchFamily="34" charset="0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401849464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NZ" dirty="0"/>
              <a:t>I/O Modules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7FE42DF-EED0-06EB-8487-FA9491E7A93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09692143"/>
              </p:ext>
            </p:extLst>
          </p:nvPr>
        </p:nvGraphicFramePr>
        <p:xfrm>
          <a:off x="6594131" y="2577575"/>
          <a:ext cx="18478978" cy="74249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56197" y="7853353"/>
            <a:ext cx="3454473" cy="2193590"/>
          </a:xfrm>
          <a:prstGeom prst="roundRect">
            <a:avLst>
              <a:gd name="adj" fmla="val 10000"/>
            </a:avLst>
          </a:prstGeom>
          <a:gradFill rotWithShape="0">
            <a:gsLst>
              <a:gs pos="0">
                <a:srgbClr val="4F81BD">
                  <a:hueOff val="0"/>
                  <a:satOff val="0"/>
                  <a:lumOff val="0"/>
                  <a:alphaOff val="0"/>
                  <a:shade val="51000"/>
                  <a:satMod val="130000"/>
                </a:srgbClr>
              </a:gs>
              <a:gs pos="80000">
                <a:srgbClr val="4F81BD">
                  <a:hueOff val="0"/>
                  <a:satOff val="0"/>
                  <a:lumOff val="0"/>
                  <a:alphaOff val="0"/>
                  <a:shade val="93000"/>
                  <a:satMod val="130000"/>
                </a:srgbClr>
              </a:gs>
              <a:gs pos="100000">
                <a:srgbClr val="4F81BD">
                  <a:hueOff val="0"/>
                  <a:satOff val="0"/>
                  <a:lumOff val="0"/>
                  <a:alphaOff val="0"/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</p:sp>
      <p:grpSp>
        <p:nvGrpSpPr>
          <p:cNvPr id="7" name="Group 6"/>
          <p:cNvGrpSpPr/>
          <p:nvPr/>
        </p:nvGrpSpPr>
        <p:grpSpPr>
          <a:xfrm>
            <a:off x="1440028" y="8217992"/>
            <a:ext cx="3454473" cy="2193590"/>
            <a:chOff x="10649542" y="404028"/>
            <a:chExt cx="3454473" cy="2193590"/>
          </a:xfrm>
        </p:grpSpPr>
        <p:sp>
          <p:nvSpPr>
            <p:cNvPr id="8" name="Rounded Rectangle 7"/>
            <p:cNvSpPr/>
            <p:nvPr/>
          </p:nvSpPr>
          <p:spPr>
            <a:xfrm>
              <a:off x="10649542" y="404028"/>
              <a:ext cx="3454473" cy="2193590"/>
            </a:xfrm>
            <a:prstGeom prst="roundRect">
              <a:avLst>
                <a:gd name="adj" fmla="val 10000"/>
              </a:avLst>
            </a:prstGeom>
            <a:solidFill>
              <a:sysClr val="window" lastClr="FFFFFF">
                <a:alpha val="90000"/>
                <a:hueOff val="0"/>
                <a:satOff val="0"/>
                <a:lumOff val="0"/>
                <a:alphaOff val="0"/>
              </a:sysClr>
            </a:solidFill>
            <a:ln w="9525" cap="flat" cmpd="sng" algn="ctr">
              <a:solidFill>
                <a:srgbClr val="4F81BD">
                  <a:hueOff val="0"/>
                  <a:satOff val="0"/>
                  <a:lumOff val="0"/>
                  <a:alphaOff val="0"/>
                </a:srgbClr>
              </a:solidFill>
              <a:prstDash val="solid"/>
            </a:ln>
            <a:effectLst/>
          </p:spPr>
          <p:style>
            <a:lnRef idx="1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9" name="Rounded Rectangle 5"/>
            <p:cNvSpPr txBox="1"/>
            <p:nvPr/>
          </p:nvSpPr>
          <p:spPr>
            <a:xfrm>
              <a:off x="10713790" y="468276"/>
              <a:ext cx="3325977" cy="206509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13360" tIns="213360" rIns="213360" bIns="213360" numCol="1" spcCol="1270" anchor="ctr" anchorCtr="0">
              <a:noAutofit/>
            </a:bodyPr>
            <a:lstStyle/>
            <a:p>
              <a:pPr lvl="0" algn="ctr" defTabSz="24892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5600" b="1" i="0" kern="1200" dirty="0">
                  <a:solidFill>
                    <a:sysClr val="windowText" lastClr="000000"/>
                  </a:solidFill>
                  <a:latin typeface="Aptos" panose="020B0004020202020204" pitchFamily="34" charset="0"/>
                </a:rPr>
                <a:t>I/O Modules</a:t>
              </a:r>
            </a:p>
          </p:txBody>
        </p:sp>
      </p:grpSp>
      <p:sp>
        <p:nvSpPr>
          <p:cNvPr id="10" name="Chevron 9"/>
          <p:cNvSpPr/>
          <p:nvPr/>
        </p:nvSpPr>
        <p:spPr>
          <a:xfrm>
            <a:off x="6210300" y="8084718"/>
            <a:ext cx="1828800" cy="1917785"/>
          </a:xfrm>
          <a:prstGeom prst="chevron">
            <a:avLst/>
          </a:prstGeom>
          <a:solidFill>
            <a:srgbClr val="0070C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9886950" y="10333946"/>
            <a:ext cx="5562600" cy="2565241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57150" cap="flat">
            <a:solidFill>
              <a:srgbClr val="00206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/>
            <a:r>
              <a:rPr lang="it-IT" sz="3600" dirty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 Medium"/>
              </a:rPr>
              <a:t>Menyediakan komunikasi di antara prosesor, memori utama, dan modul I/O</a:t>
            </a:r>
            <a:endParaRPr kumimoji="0" lang="en-US" sz="3600" b="0" i="0" u="none" strike="noStrike" cap="none" spc="0" normalizeH="0" baseline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FillTx/>
              <a:latin typeface="Aptos" panose="020B0004020202020204" pitchFamily="34" charset="0"/>
              <a:ea typeface="Calibri" panose="020F0502020204030204" pitchFamily="34" charset="0"/>
              <a:cs typeface="Calibri" panose="020F0502020204030204" pitchFamily="34" charset="0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4259312122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NZ" dirty="0"/>
              <a:t>Main Memory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7D5EA0-5BC9-2D4B-E477-1077E82C2713}"/>
              </a:ext>
            </a:extLst>
          </p:cNvPr>
          <p:cNvSpPr txBox="1">
            <a:spLocks/>
          </p:cNvSpPr>
          <p:nvPr/>
        </p:nvSpPr>
        <p:spPr>
          <a:xfrm>
            <a:off x="8789008" y="4704806"/>
            <a:ext cx="13376048" cy="59827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42950" indent="-742950" algn="just">
              <a:lnSpc>
                <a:spcPct val="200000"/>
              </a:lnSpc>
              <a:spcBef>
                <a:spcPts val="0"/>
              </a:spcBef>
              <a:buFont typeface="+mj-lt"/>
              <a:buAutoNum type="arabicPeriod"/>
              <a:defRPr/>
            </a:pPr>
            <a:r>
              <a:rPr lang="en-US" sz="3600" b="1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komponen penyimpanan utama</a:t>
            </a:r>
            <a:r>
              <a:rPr lang="en-US" sz="360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 dalam sistem komputer yang digunakan untuk </a:t>
            </a:r>
            <a:r>
              <a:rPr lang="en-US" sz="3600" b="1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menyimpan data dan instruksi yang sedang diproses oleh CPU secara </a:t>
            </a:r>
            <a:r>
              <a:rPr lang="en-US" sz="3600" b="1" smtClean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langsung</a:t>
            </a:r>
          </a:p>
          <a:p>
            <a:pPr marL="742950" indent="-742950" algn="just">
              <a:lnSpc>
                <a:spcPct val="200000"/>
              </a:lnSpc>
              <a:spcBef>
                <a:spcPts val="0"/>
              </a:spcBef>
              <a:buFont typeface="+mj-lt"/>
              <a:buAutoNum type="arabicPeriod"/>
              <a:defRPr/>
            </a:pPr>
            <a:r>
              <a:rPr lang="en-US" sz="360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Biasanya merujuk pada </a:t>
            </a:r>
            <a:r>
              <a:rPr lang="en-US" sz="3600" b="1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RAM (Random Access Memory</a:t>
            </a:r>
            <a:r>
              <a:rPr lang="en-US" sz="3600" b="1" smtClean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)</a:t>
            </a:r>
          </a:p>
          <a:p>
            <a:pPr marL="742950" indent="-742950" algn="just">
              <a:lnSpc>
                <a:spcPct val="200000"/>
              </a:lnSpc>
              <a:spcBef>
                <a:spcPts val="0"/>
              </a:spcBef>
              <a:buFont typeface="+mj-lt"/>
              <a:buAutoNum type="arabicPeriod"/>
              <a:defRPr/>
            </a:pPr>
            <a:r>
              <a:rPr lang="en-US" sz="360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Volatile &amp; Cepat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3807" y="6415934"/>
            <a:ext cx="3840813" cy="2560542"/>
          </a:xfrm>
          <a:prstGeom prst="rect">
            <a:avLst/>
          </a:prstGeom>
        </p:spPr>
      </p:pic>
      <p:sp>
        <p:nvSpPr>
          <p:cNvPr id="6" name="Chevron 5"/>
          <p:cNvSpPr/>
          <p:nvPr/>
        </p:nvSpPr>
        <p:spPr>
          <a:xfrm>
            <a:off x="6137414" y="6737312"/>
            <a:ext cx="1828800" cy="1917785"/>
          </a:xfrm>
          <a:prstGeom prst="chevron">
            <a:avLst/>
          </a:prstGeom>
          <a:solidFill>
            <a:srgbClr val="0070C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789008" y="12544328"/>
            <a:ext cx="1548384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b="1" smtClean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Volatile </a:t>
            </a:r>
            <a:r>
              <a:rPr lang="en-US" smtClean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: Penyimpanan </a:t>
            </a:r>
            <a:r>
              <a:rPr lang="en-US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sementara yang datanya </a:t>
            </a:r>
            <a:r>
              <a:rPr lang="en-US" b="1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hilang saat listrik dimatikan</a:t>
            </a:r>
            <a:r>
              <a:rPr lang="en-US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, contohnya </a:t>
            </a:r>
            <a:r>
              <a:rPr lang="en-US" b="1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RAM</a:t>
            </a:r>
            <a:endParaRPr lang="en-US">
              <a:solidFill>
                <a:schemeClr val="accent5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474010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NZ" dirty="0"/>
              <a:t>Main Memory</a:t>
            </a:r>
            <a:endParaRPr lang="en-US" dirty="0"/>
          </a:p>
        </p:txBody>
      </p:sp>
      <p:sp>
        <p:nvSpPr>
          <p:cNvPr id="5" name="AutoShape 2" descr="Illustration of spatio temporal locality | Download Scientific Diagra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375" y="2868168"/>
            <a:ext cx="10481945" cy="847720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1437272" y="2575749"/>
            <a:ext cx="11851801" cy="38993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3200" b="1" i="1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Principle of Locality</a:t>
            </a:r>
            <a:r>
              <a:rPr lang="en-US" sz="320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 (Prinsip Lokalitas) adalah prinsip dalam ilmu komputer yang menyatakan bahwa </a:t>
            </a:r>
            <a:r>
              <a:rPr lang="en-US" sz="3200" b="1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program komputer cenderung mengakses lokasi memori yang sama atau berdekatan dalam waktu yang berdekatan</a:t>
            </a:r>
            <a:r>
              <a:rPr lang="en-US" sz="320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437272" y="6726971"/>
            <a:ext cx="12192000" cy="291445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320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1. </a:t>
            </a:r>
            <a:r>
              <a:rPr lang="en-US" sz="3200" b="1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Temporal Locality</a:t>
            </a:r>
            <a:r>
              <a:rPr lang="en-US" sz="320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3200" smtClean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: Jika </a:t>
            </a:r>
            <a:r>
              <a:rPr lang="en-US" sz="320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suatu lokasi memori diakses, maka kemungkinan besar lokasi tersebut akan diakses lagi dalam waktu dekat.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7272" y="9888144"/>
            <a:ext cx="12192000" cy="291445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3200" smtClean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2. </a:t>
            </a:r>
            <a:r>
              <a:rPr lang="en-US" sz="3200" b="1" smtClean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Spatial Locality : </a:t>
            </a:r>
            <a:r>
              <a:rPr lang="en-US" sz="3200" smtClean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Jika </a:t>
            </a:r>
            <a:r>
              <a:rPr lang="en-US" sz="320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suatu lokasi memori diakses, maka kemungkinan besar lokasi-lokasi memori di sekitarnya juga akan diakses dalam waktu dekat.</a:t>
            </a:r>
          </a:p>
        </p:txBody>
      </p:sp>
    </p:spTree>
    <p:extLst>
      <p:ext uri="{BB962C8B-B14F-4D97-AF65-F5344CB8AC3E}">
        <p14:creationId xmlns:p14="http://schemas.microsoft.com/office/powerpoint/2010/main" val="131404927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NZ" dirty="0" smtClean="0"/>
              <a:t>Secondary </a:t>
            </a:r>
            <a:r>
              <a:rPr lang="en-NZ" dirty="0"/>
              <a:t>Memory</a:t>
            </a:r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1147637" y="7185444"/>
            <a:ext cx="3858703" cy="2575775"/>
          </a:xfrm>
          <a:prstGeom prst="roundRect">
            <a:avLst>
              <a:gd name="adj" fmla="val 10000"/>
            </a:avLst>
          </a:prstGeom>
          <a:gradFill rotWithShape="0">
            <a:gsLst>
              <a:gs pos="0">
                <a:srgbClr val="4F81BD">
                  <a:hueOff val="0"/>
                  <a:satOff val="0"/>
                  <a:lumOff val="0"/>
                  <a:alphaOff val="0"/>
                  <a:shade val="51000"/>
                  <a:satMod val="130000"/>
                </a:srgbClr>
              </a:gs>
              <a:gs pos="80000">
                <a:srgbClr val="4F81BD">
                  <a:hueOff val="0"/>
                  <a:satOff val="0"/>
                  <a:lumOff val="0"/>
                  <a:alphaOff val="0"/>
                  <a:shade val="93000"/>
                  <a:satMod val="130000"/>
                </a:srgbClr>
              </a:gs>
              <a:gs pos="100000">
                <a:srgbClr val="4F81BD">
                  <a:hueOff val="0"/>
                  <a:satOff val="0"/>
                  <a:lumOff val="0"/>
                  <a:alphaOff val="0"/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</p:sp>
      <p:grpSp>
        <p:nvGrpSpPr>
          <p:cNvPr id="11" name="Group 10"/>
          <p:cNvGrpSpPr/>
          <p:nvPr/>
        </p:nvGrpSpPr>
        <p:grpSpPr>
          <a:xfrm>
            <a:off x="1440028" y="7550084"/>
            <a:ext cx="3840632" cy="2645476"/>
            <a:chOff x="10649542" y="404028"/>
            <a:chExt cx="3454473" cy="2193590"/>
          </a:xfrm>
        </p:grpSpPr>
        <p:sp>
          <p:nvSpPr>
            <p:cNvPr id="12" name="Rounded Rectangle 11"/>
            <p:cNvSpPr/>
            <p:nvPr/>
          </p:nvSpPr>
          <p:spPr>
            <a:xfrm>
              <a:off x="10649542" y="404028"/>
              <a:ext cx="3454473" cy="2193590"/>
            </a:xfrm>
            <a:prstGeom prst="roundRect">
              <a:avLst>
                <a:gd name="adj" fmla="val 10000"/>
              </a:avLst>
            </a:prstGeom>
            <a:solidFill>
              <a:sysClr val="window" lastClr="FFFFFF">
                <a:alpha val="90000"/>
                <a:hueOff val="0"/>
                <a:satOff val="0"/>
                <a:lumOff val="0"/>
                <a:alphaOff val="0"/>
              </a:sysClr>
            </a:solidFill>
            <a:ln w="9525" cap="flat" cmpd="sng" algn="ctr">
              <a:solidFill>
                <a:srgbClr val="4F81BD">
                  <a:hueOff val="0"/>
                  <a:satOff val="0"/>
                  <a:lumOff val="0"/>
                  <a:alphaOff val="0"/>
                </a:srgbClr>
              </a:solidFill>
              <a:prstDash val="solid"/>
            </a:ln>
            <a:effectLst/>
          </p:spPr>
          <p:style>
            <a:lnRef idx="1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3" name="Rounded Rectangle 5"/>
            <p:cNvSpPr txBox="1"/>
            <p:nvPr/>
          </p:nvSpPr>
          <p:spPr>
            <a:xfrm>
              <a:off x="10713790" y="468276"/>
              <a:ext cx="3325977" cy="206509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13360" tIns="213360" rIns="213360" bIns="213360" numCol="1" spcCol="1270" anchor="ctr" anchorCtr="0">
              <a:noAutofit/>
            </a:bodyPr>
            <a:lstStyle/>
            <a:p>
              <a:pPr lvl="0" algn="ctr" defTabSz="24892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4800" b="1" i="0" kern="1200" dirty="0" smtClean="0">
                  <a:solidFill>
                    <a:sysClr val="windowText" lastClr="000000"/>
                  </a:solidFill>
                  <a:latin typeface="Aptos" panose="020B0004020202020204" pitchFamily="34" charset="0"/>
                </a:rPr>
                <a:t>Secondary Memory</a:t>
              </a:r>
              <a:endParaRPr lang="en-US" sz="4800" b="1" i="0" kern="1200" dirty="0">
                <a:solidFill>
                  <a:sysClr val="windowText" lastClr="000000"/>
                </a:solidFill>
                <a:latin typeface="Aptos" panose="020B0004020202020204" pitchFamily="34" charset="0"/>
              </a:endParaRPr>
            </a:p>
          </p:txBody>
        </p:sp>
      </p:grpSp>
      <p:sp>
        <p:nvSpPr>
          <p:cNvPr id="14" name="Chevron 13"/>
          <p:cNvSpPr/>
          <p:nvPr/>
        </p:nvSpPr>
        <p:spPr>
          <a:xfrm>
            <a:off x="6137414" y="7550084"/>
            <a:ext cx="1828800" cy="1917785"/>
          </a:xfrm>
          <a:prstGeom prst="chevron">
            <a:avLst/>
          </a:prstGeom>
          <a:solidFill>
            <a:srgbClr val="0070C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458200" y="3532408"/>
            <a:ext cx="15278100" cy="3979466"/>
          </a:xfrm>
          <a:prstGeom prst="roundRect">
            <a:avLst>
              <a:gd name="adj" fmla="val 8736"/>
            </a:avLst>
          </a:prstGeom>
          <a:solidFill>
            <a:schemeClr val="bg1"/>
          </a:solidFill>
          <a:ln w="12700" cap="flat">
            <a:solidFill>
              <a:srgbClr val="00206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US" sz="4000" b="1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Secondary Memory</a:t>
            </a:r>
            <a:r>
              <a:rPr lang="en-US" sz="40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4000" dirty="0" err="1" smtClean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perangkat</a:t>
            </a:r>
            <a:r>
              <a:rPr lang="en-US" sz="4000" dirty="0" smtClean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penyimpanan</a:t>
            </a:r>
            <a:r>
              <a:rPr lang="en-US" sz="40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data yang </a:t>
            </a:r>
            <a:r>
              <a:rPr lang="en-US" sz="40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digunakan</a:t>
            </a:r>
            <a:r>
              <a:rPr lang="en-US" sz="40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40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menyimpan</a:t>
            </a:r>
            <a:r>
              <a:rPr lang="en-US" sz="40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40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secara</a:t>
            </a:r>
            <a:r>
              <a:rPr lang="en-US" sz="40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permanen</a:t>
            </a:r>
            <a:r>
              <a:rPr lang="en-US" sz="40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40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semi-</a:t>
            </a:r>
            <a:r>
              <a:rPr lang="en-US" sz="40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permanen</a:t>
            </a:r>
            <a:r>
              <a:rPr lang="en-US" sz="40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40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berbeda</a:t>
            </a:r>
            <a:r>
              <a:rPr lang="en-US" sz="40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US" sz="40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memori</a:t>
            </a:r>
            <a:r>
              <a:rPr lang="en-US" sz="40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utama</a:t>
            </a:r>
            <a:r>
              <a:rPr lang="en-US" sz="40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40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bersifat</a:t>
            </a:r>
            <a:r>
              <a:rPr lang="en-US" sz="40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volatil</a:t>
            </a:r>
            <a:r>
              <a:rPr lang="en-US" sz="40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dan</a:t>
            </a:r>
            <a:r>
              <a:rPr lang="en-US" sz="40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hanya</a:t>
            </a:r>
            <a:r>
              <a:rPr lang="en-US" sz="40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menyimpan</a:t>
            </a:r>
            <a:r>
              <a:rPr lang="en-US" sz="40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data </a:t>
            </a:r>
            <a:r>
              <a:rPr lang="en-US" sz="40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sementara</a:t>
            </a:r>
            <a:endParaRPr lang="en-US" sz="3200" b="1" dirty="0">
              <a:solidFill>
                <a:srgbClr val="000000"/>
              </a:solidFill>
              <a:latin typeface="Aptos" panose="020B00040202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458200" y="7632609"/>
            <a:ext cx="15278100" cy="1717774"/>
          </a:xfrm>
          <a:prstGeom prst="roundRect">
            <a:avLst>
              <a:gd name="adj" fmla="val 18055"/>
            </a:avLst>
          </a:prstGeom>
          <a:solidFill>
            <a:schemeClr val="bg1"/>
          </a:solidFill>
          <a:ln w="12700" cap="flat">
            <a:solidFill>
              <a:srgbClr val="00206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571500" lvl="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b="1" smtClean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Non </a:t>
            </a:r>
            <a:r>
              <a:rPr lang="en-US" sz="4000" b="1" smtClean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Volatile</a:t>
            </a:r>
          </a:p>
          <a:p>
            <a:pPr lvl="0" algn="just">
              <a:lnSpc>
                <a:spcPct val="150000"/>
              </a:lnSpc>
            </a:pPr>
            <a:r>
              <a:rPr lang="en-US" sz="2000" b="1">
                <a:solidFill>
                  <a:srgbClr val="FF0000"/>
                </a:solidFill>
                <a:latin typeface="Aptos" panose="020B0004020202020204" pitchFamily="34" charset="0"/>
              </a:rPr>
              <a:t> </a:t>
            </a:r>
            <a:r>
              <a:rPr lang="en-US" sz="2000" b="1" smtClean="0">
                <a:solidFill>
                  <a:srgbClr val="FF0000"/>
                </a:solidFill>
                <a:latin typeface="Aptos" panose="020B0004020202020204" pitchFamily="34" charset="0"/>
              </a:rPr>
              <a:t>          Non Volatile </a:t>
            </a:r>
            <a:r>
              <a:rPr lang="en-US" sz="2000" b="1">
                <a:solidFill>
                  <a:srgbClr val="FF0000"/>
                </a:solidFill>
                <a:latin typeface="Aptos" panose="020B0004020202020204" pitchFamily="34" charset="0"/>
              </a:rPr>
              <a:t>memory:</a:t>
            </a:r>
            <a:r>
              <a:rPr lang="en-US" sz="2000">
                <a:solidFill>
                  <a:srgbClr val="FF0000"/>
                </a:solidFill>
                <a:latin typeface="Aptos" panose="020B0004020202020204" pitchFamily="34" charset="0"/>
              </a:rPr>
              <a:t> penyimpanan permanen yang datanya </a:t>
            </a:r>
            <a:r>
              <a:rPr lang="en-US" sz="2000" b="1">
                <a:solidFill>
                  <a:srgbClr val="FF0000"/>
                </a:solidFill>
                <a:latin typeface="Aptos" panose="020B0004020202020204" pitchFamily="34" charset="0"/>
              </a:rPr>
              <a:t>tetap tersimpan meskipun listrik dimatikan</a:t>
            </a:r>
            <a:endParaRPr lang="en-US" sz="2000" b="1" dirty="0" smtClean="0">
              <a:solidFill>
                <a:srgbClr val="FF0000"/>
              </a:solidFill>
              <a:latin typeface="Aptos" panose="020B00040202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458200" y="9498349"/>
            <a:ext cx="15278100" cy="3559135"/>
          </a:xfrm>
          <a:prstGeom prst="roundRect">
            <a:avLst>
              <a:gd name="adj" fmla="val 7369"/>
            </a:avLst>
          </a:prstGeom>
          <a:solidFill>
            <a:schemeClr val="bg1"/>
          </a:solidFill>
          <a:ln w="12700" cap="flat">
            <a:solidFill>
              <a:srgbClr val="00206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US" sz="3600" u="sng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Contoh</a:t>
            </a:r>
            <a:r>
              <a:rPr lang="en-US" sz="3600" u="sng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u="sng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memori</a:t>
            </a:r>
            <a:r>
              <a:rPr lang="en-US" sz="3600" u="sng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u="sng" dirty="0" err="1" smtClean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sekunder</a:t>
            </a:r>
            <a:r>
              <a:rPr lang="en-US" sz="3600" u="sng" dirty="0" smtClean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890588" lvl="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</a:t>
            </a:r>
            <a:r>
              <a:rPr lang="en-US" sz="3600" dirty="0" smtClean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ard </a:t>
            </a:r>
            <a:r>
              <a:rPr lang="en-US" sz="36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disk drive (</a:t>
            </a:r>
            <a:r>
              <a:rPr lang="en-US" sz="3600" dirty="0" smtClean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HDD)</a:t>
            </a:r>
          </a:p>
          <a:p>
            <a:pPr marL="890588" lvl="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en-US" sz="3600" dirty="0" smtClean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olid-state </a:t>
            </a:r>
            <a:r>
              <a:rPr lang="en-US" sz="36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drive (</a:t>
            </a:r>
            <a:r>
              <a:rPr lang="en-US" sz="3600" dirty="0" smtClean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SSD)</a:t>
            </a:r>
          </a:p>
          <a:p>
            <a:pPr marL="890588" lvl="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lang="en-US" sz="3600" dirty="0" smtClean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edia </a:t>
            </a:r>
            <a:r>
              <a:rPr lang="en-US" sz="36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penyimpanan</a:t>
            </a:r>
            <a:r>
              <a:rPr lang="en-US" sz="36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smtClean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lain : CD</a:t>
            </a:r>
            <a:r>
              <a:rPr lang="en-US" sz="36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DVD, </a:t>
            </a:r>
            <a:r>
              <a:rPr lang="en-US" sz="36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dan</a:t>
            </a:r>
            <a:r>
              <a:rPr lang="en-US" sz="36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 smtClean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Flash </a:t>
            </a:r>
            <a:r>
              <a:rPr lang="en-US" sz="36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drive</a:t>
            </a:r>
            <a:endParaRPr lang="en-US" sz="3600" b="1" dirty="0" smtClean="0">
              <a:solidFill>
                <a:srgbClr val="000000"/>
              </a:solidFill>
              <a:latin typeface="Aptos" panose="020B00040202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526795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NZ" dirty="0" smtClean="0"/>
              <a:t>System bus</a:t>
            </a:r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1147637" y="7185444"/>
            <a:ext cx="3858703" cy="2575775"/>
          </a:xfrm>
          <a:prstGeom prst="roundRect">
            <a:avLst>
              <a:gd name="adj" fmla="val 10000"/>
            </a:avLst>
          </a:prstGeom>
          <a:gradFill rotWithShape="0">
            <a:gsLst>
              <a:gs pos="0">
                <a:srgbClr val="4F81BD">
                  <a:hueOff val="0"/>
                  <a:satOff val="0"/>
                  <a:lumOff val="0"/>
                  <a:alphaOff val="0"/>
                  <a:shade val="51000"/>
                  <a:satMod val="130000"/>
                </a:srgbClr>
              </a:gs>
              <a:gs pos="80000">
                <a:srgbClr val="4F81BD">
                  <a:hueOff val="0"/>
                  <a:satOff val="0"/>
                  <a:lumOff val="0"/>
                  <a:alphaOff val="0"/>
                  <a:shade val="93000"/>
                  <a:satMod val="130000"/>
                </a:srgbClr>
              </a:gs>
              <a:gs pos="100000">
                <a:srgbClr val="4F81BD">
                  <a:hueOff val="0"/>
                  <a:satOff val="0"/>
                  <a:lumOff val="0"/>
                  <a:alphaOff val="0"/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</p:sp>
      <p:grpSp>
        <p:nvGrpSpPr>
          <p:cNvPr id="11" name="Group 10"/>
          <p:cNvGrpSpPr/>
          <p:nvPr/>
        </p:nvGrpSpPr>
        <p:grpSpPr>
          <a:xfrm>
            <a:off x="1440028" y="7550084"/>
            <a:ext cx="3840632" cy="2645476"/>
            <a:chOff x="10649542" y="404028"/>
            <a:chExt cx="3454473" cy="2193590"/>
          </a:xfrm>
        </p:grpSpPr>
        <p:sp>
          <p:nvSpPr>
            <p:cNvPr id="12" name="Rounded Rectangle 11"/>
            <p:cNvSpPr/>
            <p:nvPr/>
          </p:nvSpPr>
          <p:spPr>
            <a:xfrm>
              <a:off x="10649542" y="404028"/>
              <a:ext cx="3454473" cy="2193590"/>
            </a:xfrm>
            <a:prstGeom prst="roundRect">
              <a:avLst>
                <a:gd name="adj" fmla="val 10000"/>
              </a:avLst>
            </a:prstGeom>
            <a:solidFill>
              <a:sysClr val="window" lastClr="FFFFFF">
                <a:alpha val="90000"/>
                <a:hueOff val="0"/>
                <a:satOff val="0"/>
                <a:lumOff val="0"/>
                <a:alphaOff val="0"/>
              </a:sysClr>
            </a:solidFill>
            <a:ln w="9525" cap="flat" cmpd="sng" algn="ctr">
              <a:solidFill>
                <a:srgbClr val="4F81BD">
                  <a:hueOff val="0"/>
                  <a:satOff val="0"/>
                  <a:lumOff val="0"/>
                  <a:alphaOff val="0"/>
                </a:srgbClr>
              </a:solidFill>
              <a:prstDash val="solid"/>
            </a:ln>
            <a:effectLst/>
          </p:spPr>
          <p:style>
            <a:lnRef idx="1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3" name="Rounded Rectangle 5"/>
            <p:cNvSpPr txBox="1"/>
            <p:nvPr/>
          </p:nvSpPr>
          <p:spPr>
            <a:xfrm>
              <a:off x="10713790" y="468276"/>
              <a:ext cx="3325977" cy="206509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13360" tIns="213360" rIns="213360" bIns="213360" numCol="1" spcCol="1270" anchor="ctr" anchorCtr="0">
              <a:noAutofit/>
            </a:bodyPr>
            <a:lstStyle/>
            <a:p>
              <a:pPr lvl="0" algn="ctr" defTabSz="24892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4800" b="1" i="0" kern="1200" dirty="0" smtClean="0">
                  <a:solidFill>
                    <a:sysClr val="windowText" lastClr="000000"/>
                  </a:solidFill>
                  <a:latin typeface="Aptos" panose="020B0004020202020204" pitchFamily="34" charset="0"/>
                </a:rPr>
                <a:t>System Bus</a:t>
              </a:r>
              <a:endParaRPr lang="en-US" sz="4800" b="1" i="0" kern="1200" dirty="0">
                <a:solidFill>
                  <a:sysClr val="windowText" lastClr="000000"/>
                </a:solidFill>
                <a:latin typeface="Aptos" panose="020B0004020202020204" pitchFamily="34" charset="0"/>
              </a:endParaRPr>
            </a:p>
          </p:txBody>
        </p:sp>
      </p:grpSp>
      <p:sp>
        <p:nvSpPr>
          <p:cNvPr id="14" name="Chevron 13"/>
          <p:cNvSpPr/>
          <p:nvPr/>
        </p:nvSpPr>
        <p:spPr>
          <a:xfrm>
            <a:off x="6137414" y="7550084"/>
            <a:ext cx="1828800" cy="1917785"/>
          </a:xfrm>
          <a:prstGeom prst="chevron">
            <a:avLst/>
          </a:prstGeom>
          <a:solidFill>
            <a:srgbClr val="0070C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458200" y="4829107"/>
            <a:ext cx="15278100" cy="2770659"/>
          </a:xfrm>
          <a:prstGeom prst="roundRect">
            <a:avLst>
              <a:gd name="adj" fmla="val 16352"/>
            </a:avLst>
          </a:prstGeom>
          <a:solidFill>
            <a:schemeClr val="bg1"/>
          </a:solidFill>
          <a:ln w="12700" cap="flat">
            <a:solidFill>
              <a:srgbClr val="00206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US" sz="3500" b="1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 bus </a:t>
            </a:r>
            <a:r>
              <a:rPr lang="en-US" sz="35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dalam</a:t>
            </a:r>
            <a:r>
              <a:rPr lang="en-US" sz="35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sistem</a:t>
            </a:r>
            <a:r>
              <a:rPr lang="en-US" sz="35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operasi</a:t>
            </a:r>
            <a:r>
              <a:rPr lang="en-US" sz="35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35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jalur</a:t>
            </a:r>
            <a:r>
              <a:rPr lang="en-US" sz="35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komunikasi</a:t>
            </a:r>
            <a:r>
              <a:rPr lang="en-US" sz="35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utama</a:t>
            </a:r>
            <a:r>
              <a:rPr lang="en-US" sz="35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35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menghubungkan</a:t>
            </a:r>
            <a:r>
              <a:rPr lang="en-US" sz="35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berbagai</a:t>
            </a:r>
            <a:r>
              <a:rPr lang="en-US" sz="35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komponen</a:t>
            </a:r>
            <a:r>
              <a:rPr lang="en-US" sz="35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utama</a:t>
            </a:r>
            <a:r>
              <a:rPr lang="en-US" sz="35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komputer</a:t>
            </a:r>
            <a:r>
              <a:rPr lang="en-US" sz="35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35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seperti</a:t>
            </a:r>
            <a:r>
              <a:rPr lang="en-US" sz="35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prosesor</a:t>
            </a:r>
            <a:r>
              <a:rPr lang="en-US" sz="35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35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memori</a:t>
            </a:r>
            <a:r>
              <a:rPr lang="en-US" sz="35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35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dan</a:t>
            </a:r>
            <a:r>
              <a:rPr lang="en-US" sz="35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perangkat</a:t>
            </a:r>
            <a:r>
              <a:rPr lang="en-US" sz="35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input/output</a:t>
            </a:r>
            <a:endParaRPr lang="en-US" sz="3500" b="1" dirty="0">
              <a:solidFill>
                <a:srgbClr val="000000"/>
              </a:solidFill>
              <a:latin typeface="Aptos" panose="020B00040202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458200" y="8082539"/>
            <a:ext cx="15278100" cy="2770659"/>
          </a:xfrm>
          <a:prstGeom prst="roundRect">
            <a:avLst>
              <a:gd name="adj" fmla="val 15273"/>
            </a:avLst>
          </a:prstGeom>
          <a:solidFill>
            <a:schemeClr val="bg1"/>
          </a:solidFill>
          <a:ln w="12700" cap="flat">
            <a:solidFill>
              <a:srgbClr val="00206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US" sz="35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 bus </a:t>
            </a:r>
            <a:r>
              <a:rPr lang="en-US" sz="35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bertugas</a:t>
            </a:r>
            <a:r>
              <a:rPr lang="en-US" sz="35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35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mentransfer</a:t>
            </a:r>
            <a:r>
              <a:rPr lang="en-US" sz="35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data, </a:t>
            </a:r>
            <a:r>
              <a:rPr lang="en-US" sz="35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alamat</a:t>
            </a:r>
            <a:r>
              <a:rPr lang="en-US" sz="35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35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dan</a:t>
            </a:r>
            <a:r>
              <a:rPr lang="en-US" sz="35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sinyal</a:t>
            </a:r>
            <a:r>
              <a:rPr lang="en-US" sz="35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kontrol</a:t>
            </a:r>
            <a:r>
              <a:rPr lang="en-US" sz="35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antara</a:t>
            </a:r>
            <a:r>
              <a:rPr lang="en-US" sz="35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500" dirty="0" smtClean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unit-unit, </a:t>
            </a:r>
            <a:r>
              <a:rPr lang="en-US" sz="35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memastikan</a:t>
            </a:r>
            <a:r>
              <a:rPr lang="en-US" sz="35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bahwa</a:t>
            </a:r>
            <a:r>
              <a:rPr lang="en-US" sz="35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35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dapat</a:t>
            </a:r>
            <a:r>
              <a:rPr lang="en-US" sz="35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berpindah</a:t>
            </a:r>
            <a:r>
              <a:rPr lang="en-US" sz="35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US" sz="35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efisien</a:t>
            </a:r>
            <a:r>
              <a:rPr lang="en-US" sz="35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dan</a:t>
            </a:r>
            <a:r>
              <a:rPr lang="en-US" sz="35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akurat</a:t>
            </a:r>
            <a:endParaRPr lang="en-US" sz="3500" b="1" dirty="0" smtClean="0">
              <a:solidFill>
                <a:srgbClr val="000000"/>
              </a:solidFill>
              <a:latin typeface="Aptos" panose="020B00040202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224703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NZ" dirty="0" smtClean="0"/>
              <a:t>System bus</a:t>
            </a:r>
            <a:endParaRPr lang="en-US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4865" y="2736475"/>
            <a:ext cx="7828864" cy="5225767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2896" y="8316376"/>
            <a:ext cx="10005348" cy="486927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56335" y="2736474"/>
            <a:ext cx="8619822" cy="5225767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9716295" y="3067424"/>
            <a:ext cx="317747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800" b="1" smtClean="0">
                <a:solidFill>
                  <a:srgbClr val="FF0000"/>
                </a:solidFill>
                <a:latin typeface="Aptos" panose="020B0004020202020204" pitchFamily="34" charset="0"/>
              </a:rPr>
              <a:t>Direct Connection</a:t>
            </a:r>
            <a:endParaRPr lang="en-US" sz="2800" b="1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506618" y="8054766"/>
            <a:ext cx="178446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800" b="1" smtClean="0">
                <a:solidFill>
                  <a:srgbClr val="0070C0"/>
                </a:solidFill>
                <a:latin typeface="Aptos" panose="020B0004020202020204" pitchFamily="34" charset="0"/>
              </a:rPr>
              <a:t>SATA Port</a:t>
            </a:r>
            <a:endParaRPr lang="en-US" sz="2800" b="1">
              <a:solidFill>
                <a:srgbClr val="0070C0"/>
              </a:solidFill>
              <a:latin typeface="Aptos" panose="020B0004020202020204" pitchFamily="34" charset="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4246081" y="12395118"/>
            <a:ext cx="16578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800" b="1" smtClean="0">
                <a:solidFill>
                  <a:srgbClr val="0070C0"/>
                </a:solidFill>
                <a:latin typeface="Aptos" panose="020B0004020202020204" pitchFamily="34" charset="0"/>
              </a:rPr>
              <a:t>RAM Slot</a:t>
            </a:r>
            <a:endParaRPr lang="en-US" sz="2800" b="1">
              <a:solidFill>
                <a:srgbClr val="0070C0"/>
              </a:solidFill>
              <a:latin typeface="Aptos" panose="020B0004020202020204" pitchFamily="34" charset="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20044703" y="8067872"/>
            <a:ext cx="174759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800" b="1" smtClean="0">
                <a:solidFill>
                  <a:srgbClr val="0070C0"/>
                </a:solidFill>
                <a:latin typeface="Aptos" panose="020B0004020202020204" pitchFamily="34" charset="0"/>
              </a:rPr>
              <a:t>PCIe Slot</a:t>
            </a:r>
            <a:endParaRPr lang="en-US" sz="2800" b="1">
              <a:solidFill>
                <a:srgbClr val="0070C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156421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NZ" dirty="0" smtClean="0"/>
              <a:t>System bus</a:t>
            </a:r>
            <a:endParaRPr lang="en-US" dirty="0"/>
          </a:p>
        </p:txBody>
      </p:sp>
      <p:grpSp>
        <p:nvGrpSpPr>
          <p:cNvPr id="26" name="Group 25"/>
          <p:cNvGrpSpPr/>
          <p:nvPr/>
        </p:nvGrpSpPr>
        <p:grpSpPr>
          <a:xfrm>
            <a:off x="4066698" y="2668903"/>
            <a:ext cx="16050102" cy="4613830"/>
            <a:chOff x="489013" y="2668904"/>
            <a:chExt cx="12703584" cy="4243959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9013" y="2668904"/>
              <a:ext cx="12703584" cy="4243959"/>
            </a:xfrm>
            <a:prstGeom prst="rect">
              <a:avLst/>
            </a:prstGeom>
          </p:spPr>
        </p:pic>
        <p:sp>
          <p:nvSpPr>
            <p:cNvPr id="4" name="Rounded Rectangle 3"/>
            <p:cNvSpPr/>
            <p:nvPr/>
          </p:nvSpPr>
          <p:spPr>
            <a:xfrm>
              <a:off x="4791456" y="4790883"/>
              <a:ext cx="2468880" cy="1427037"/>
            </a:xfrm>
            <a:prstGeom prst="roundRect">
              <a:avLst/>
            </a:prstGeom>
            <a:noFill/>
            <a:ln w="57150" cap="flat">
              <a:solidFill>
                <a:srgbClr val="FF0000"/>
              </a:solidFill>
              <a:prstDash val="sysDash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7260336" y="3730752"/>
              <a:ext cx="1481328" cy="2487168"/>
            </a:xfrm>
            <a:prstGeom prst="roundRect">
              <a:avLst>
                <a:gd name="adj" fmla="val 11729"/>
              </a:avLst>
            </a:prstGeom>
            <a:noFill/>
            <a:ln w="57150" cap="flat">
              <a:solidFill>
                <a:srgbClr val="FF0000"/>
              </a:solidFill>
              <a:prstDash val="sysDash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8787810" y="3730752"/>
              <a:ext cx="1481328" cy="2487168"/>
            </a:xfrm>
            <a:prstGeom prst="roundRect">
              <a:avLst>
                <a:gd name="adj" fmla="val 11729"/>
              </a:avLst>
            </a:prstGeom>
            <a:noFill/>
            <a:ln w="57150" cap="flat">
              <a:solidFill>
                <a:srgbClr val="FF0000"/>
              </a:solidFill>
              <a:prstDash val="sysDash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0269138" y="2980944"/>
              <a:ext cx="2166702" cy="3236976"/>
            </a:xfrm>
            <a:prstGeom prst="roundRect">
              <a:avLst/>
            </a:prstGeom>
            <a:noFill/>
            <a:ln w="57150" cap="flat">
              <a:solidFill>
                <a:srgbClr val="FF0000"/>
              </a:solidFill>
              <a:prstDash val="sysDash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sp>
        <p:nvSpPr>
          <p:cNvPr id="21" name="Rectangle 20"/>
          <p:cNvSpPr/>
          <p:nvPr/>
        </p:nvSpPr>
        <p:spPr>
          <a:xfrm>
            <a:off x="1347549" y="7839506"/>
            <a:ext cx="21488400" cy="51469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 algn="just">
              <a:lnSpc>
                <a:spcPct val="200000"/>
              </a:lnSpc>
              <a:buFont typeface="+mj-lt"/>
              <a:buAutoNum type="arabicPeriod"/>
            </a:pPr>
            <a:r>
              <a:rPr lang="en-US" sz="2800" b="1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VGA </a:t>
            </a:r>
            <a:r>
              <a:rPr lang="en-US" sz="2800" b="1" smtClean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Port  : </a:t>
            </a:r>
            <a:r>
              <a:rPr lang="en-US" sz="280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Menyalurkan sinyal video ke monitor</a:t>
            </a:r>
            <a:r>
              <a:rPr lang="en-US" sz="2800" smtClean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. Port terkait transfer </a:t>
            </a:r>
            <a:r>
              <a:rPr lang="en-US" sz="280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data grafis dari memori/CPU ke display</a:t>
            </a:r>
            <a:r>
              <a:rPr lang="en-US" sz="2800" smtClean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.</a:t>
            </a:r>
          </a:p>
          <a:p>
            <a:pPr marL="514350" lvl="0" indent="-514350" algn="just" defTabSz="914400" eaLnBrk="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2800" b="1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USB Ports</a:t>
            </a:r>
            <a:r>
              <a:rPr lang="en-US" sz="2800" b="1" smtClean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 : </a:t>
            </a:r>
            <a:r>
              <a:rPr lang="en-US" altLang="en-US" sz="280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Menghubungkan perangkat seperti flashdisk, printer, keyboard </a:t>
            </a:r>
            <a:r>
              <a:rPr lang="en-US" altLang="en-US" sz="2800" smtClean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modern. Port terkait transfer </a:t>
            </a:r>
            <a:r>
              <a:rPr lang="en-US" altLang="en-US" sz="280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data dari/ke CPU lewat USB controller.</a:t>
            </a:r>
          </a:p>
          <a:p>
            <a:pPr marL="514350" indent="-514350" algn="just">
              <a:lnSpc>
                <a:spcPct val="200000"/>
              </a:lnSpc>
              <a:buFont typeface="+mj-lt"/>
              <a:buAutoNum type="arabicPeriod"/>
            </a:pPr>
            <a:r>
              <a:rPr lang="en-US" sz="2800" b="1" smtClean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2800" b="1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LAN Port </a:t>
            </a:r>
            <a:r>
              <a:rPr lang="en-US" sz="280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: Untuk </a:t>
            </a:r>
            <a:r>
              <a:rPr lang="en-US" sz="2800" smtClean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koneksi jaringan/internet. Transfer </a:t>
            </a:r>
            <a:r>
              <a:rPr lang="nn-NO" sz="280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data jaringan </a:t>
            </a:r>
            <a:r>
              <a:rPr lang="nn-NO" sz="2800" smtClean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yang dikirim </a:t>
            </a:r>
            <a:r>
              <a:rPr lang="nn-NO" sz="280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ke CPU melalui </a:t>
            </a:r>
            <a:r>
              <a:rPr lang="nn-NO" sz="2800" smtClean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chipset.</a:t>
            </a:r>
          </a:p>
          <a:p>
            <a:pPr marL="514350" indent="-514350" algn="just">
              <a:lnSpc>
                <a:spcPct val="200000"/>
              </a:lnSpc>
              <a:buFont typeface="+mj-lt"/>
              <a:buAutoNum type="arabicPeriod"/>
            </a:pPr>
            <a:r>
              <a:rPr lang="en-US" sz="2800" b="1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1394 (FireWire) Port </a:t>
            </a:r>
            <a:r>
              <a:rPr lang="en-US" sz="280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: Transfer data berkecepatan tinggi (kamera, HDD</a:t>
            </a:r>
            <a:r>
              <a:rPr lang="en-US" sz="2800" smtClean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). </a:t>
            </a:r>
          </a:p>
          <a:p>
            <a:pPr marL="514350" indent="-514350" algn="just">
              <a:lnSpc>
                <a:spcPct val="200000"/>
              </a:lnSpc>
              <a:buFont typeface="+mj-lt"/>
              <a:buAutoNum type="arabicPeriod"/>
            </a:pPr>
            <a:r>
              <a:rPr lang="en-US" sz="2800" b="1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Audio Ports (Mic, Line-In, Line-Out, SPDIF) </a:t>
            </a:r>
            <a:r>
              <a:rPr lang="en-US" sz="280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: Input/output suara</a:t>
            </a:r>
            <a:endParaRPr lang="en-US" sz="2800" b="1">
              <a:solidFill>
                <a:schemeClr val="tx1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253773" y="7328528"/>
            <a:ext cx="404469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3200" b="1" smtClean="0">
                <a:solidFill>
                  <a:srgbClr val="FF0000"/>
                </a:solidFill>
                <a:latin typeface="Aptos" panose="020B0004020202020204" pitchFamily="34" charset="0"/>
              </a:rPr>
              <a:t>In Direct Connection</a:t>
            </a:r>
            <a:endParaRPr lang="en-US" sz="3200" b="1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346216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NZ" dirty="0"/>
              <a:t>Top-Level View </a:t>
            </a:r>
            <a:r>
              <a:rPr lang="en-NZ" dirty="0" smtClean="0"/>
              <a:t>of Computer </a:t>
            </a:r>
            <a:r>
              <a:rPr lang="en-NZ" dirty="0" err="1"/>
              <a:t>COmponents</a:t>
            </a:r>
            <a:endParaRPr lang="en-US" dirty="0"/>
          </a:p>
        </p:txBody>
      </p:sp>
      <p:pic>
        <p:nvPicPr>
          <p:cNvPr id="3" name="Picture 2" descr="f1.pdf">
            <a:extLst>
              <a:ext uri="{FF2B5EF4-FFF2-40B4-BE49-F238E27FC236}">
                <a16:creationId xmlns:a16="http://schemas.microsoft.com/office/drawing/2014/main" id="{080A6B54-AEBF-6C3A-8EF5-C4D2FC536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6441" y="662940"/>
            <a:ext cx="14584680" cy="14922540"/>
          </a:xfrm>
          <a:prstGeom prst="rect">
            <a:avLst/>
          </a:prstGeom>
        </p:spPr>
      </p:pic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0C0CEA4F-D0AE-B609-FE47-D63271DE6031}"/>
              </a:ext>
            </a:extLst>
          </p:cNvPr>
          <p:cNvSpPr txBox="1">
            <a:spLocks/>
          </p:cNvSpPr>
          <p:nvPr/>
        </p:nvSpPr>
        <p:spPr>
          <a:xfrm>
            <a:off x="2167377" y="13142267"/>
            <a:ext cx="20419551" cy="675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d-ID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3200" dirty="0">
                <a:solidFill>
                  <a:prstClr val="black">
                    <a:tint val="75000"/>
                  </a:prstClr>
                </a:solidFill>
                <a:latin typeface="Calibri"/>
              </a:rPr>
              <a:t>© 2017 Pearson Education, Inc., Hoboken, NJ.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39094355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NZ" dirty="0"/>
              <a:t>Instruction Execution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ADC73A-C6EF-9BC4-D84C-4B3D333070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28237" y="3323608"/>
            <a:ext cx="23824443" cy="1749936"/>
          </a:xfrm>
        </p:spPr>
        <p:txBody>
          <a:bodyPr>
            <a:normAutofit/>
          </a:bodyPr>
          <a:lstStyle/>
          <a:p>
            <a:pPr lvl="0" defTabSz="914400">
              <a:lnSpc>
                <a:spcPct val="100000"/>
              </a:lnSpc>
              <a:spcBef>
                <a:spcPts val="0"/>
              </a:spcBef>
              <a:buSzTx/>
              <a:defRPr/>
            </a:pPr>
            <a:r>
              <a:rPr lang="en-US" sz="4800" kern="1200" cap="none" dirty="0" err="1">
                <a:solidFill>
                  <a:srgbClr val="FF0000"/>
                </a:solidFill>
                <a:uFillTx/>
                <a:latin typeface="Aptos" panose="020B0004020202020204" pitchFamily="34" charset="0"/>
                <a:ea typeface="+mn-ea"/>
                <a:cs typeface="+mn-cs"/>
              </a:rPr>
              <a:t>Sebuah</a:t>
            </a:r>
            <a:r>
              <a:rPr lang="en-US" sz="4800" kern="1200" cap="none" dirty="0">
                <a:solidFill>
                  <a:srgbClr val="FF0000"/>
                </a:solidFill>
                <a:uFillTx/>
                <a:latin typeface="Aptos" panose="020B0004020202020204" pitchFamily="34" charset="0"/>
                <a:ea typeface="+mn-ea"/>
                <a:cs typeface="+mn-cs"/>
              </a:rPr>
              <a:t> program </a:t>
            </a:r>
            <a:r>
              <a:rPr lang="en-US" sz="4800" kern="1200" cap="none" dirty="0" err="1">
                <a:solidFill>
                  <a:srgbClr val="FF0000"/>
                </a:solidFill>
                <a:uFillTx/>
                <a:latin typeface="Aptos" panose="020B0004020202020204" pitchFamily="34" charset="0"/>
                <a:ea typeface="+mn-ea"/>
                <a:cs typeface="+mn-cs"/>
              </a:rPr>
              <a:t>terdiri</a:t>
            </a:r>
            <a:r>
              <a:rPr lang="en-US" sz="4800" kern="1200" cap="none" dirty="0">
                <a:solidFill>
                  <a:srgbClr val="FF0000"/>
                </a:solidFill>
                <a:uFillTx/>
                <a:latin typeface="Aptos" panose="020B0004020202020204" pitchFamily="34" charset="0"/>
                <a:ea typeface="+mn-ea"/>
                <a:cs typeface="+mn-cs"/>
              </a:rPr>
              <a:t> </a:t>
            </a:r>
            <a:r>
              <a:rPr lang="en-US" sz="4800" kern="1200" cap="none" dirty="0" err="1">
                <a:solidFill>
                  <a:srgbClr val="FF0000"/>
                </a:solidFill>
                <a:uFillTx/>
                <a:latin typeface="Aptos" panose="020B0004020202020204" pitchFamily="34" charset="0"/>
                <a:ea typeface="+mn-ea"/>
                <a:cs typeface="+mn-cs"/>
              </a:rPr>
              <a:t>dari</a:t>
            </a:r>
            <a:r>
              <a:rPr lang="en-US" sz="4800" kern="1200" cap="none" dirty="0">
                <a:solidFill>
                  <a:srgbClr val="FF0000"/>
                </a:solidFill>
                <a:uFillTx/>
                <a:latin typeface="Aptos" panose="020B0004020202020204" pitchFamily="34" charset="0"/>
                <a:ea typeface="+mn-ea"/>
                <a:cs typeface="+mn-cs"/>
              </a:rPr>
              <a:t> </a:t>
            </a:r>
            <a:r>
              <a:rPr lang="en-US" sz="4800" kern="1200" cap="none" dirty="0" err="1">
                <a:solidFill>
                  <a:srgbClr val="FF0000"/>
                </a:solidFill>
                <a:uFillTx/>
                <a:latin typeface="Aptos" panose="020B0004020202020204" pitchFamily="34" charset="0"/>
                <a:ea typeface="+mn-ea"/>
                <a:cs typeface="+mn-cs"/>
              </a:rPr>
              <a:t>sekumpulan</a:t>
            </a:r>
            <a:r>
              <a:rPr lang="en-US" sz="4800" kern="1200" cap="none" dirty="0">
                <a:solidFill>
                  <a:srgbClr val="FF0000"/>
                </a:solidFill>
                <a:uFillTx/>
                <a:latin typeface="Aptos" panose="020B0004020202020204" pitchFamily="34" charset="0"/>
                <a:ea typeface="+mn-ea"/>
                <a:cs typeface="+mn-cs"/>
              </a:rPr>
              <a:t> </a:t>
            </a:r>
            <a:r>
              <a:rPr lang="en-US" sz="4800" kern="1200" cap="none" dirty="0" err="1">
                <a:solidFill>
                  <a:srgbClr val="FF0000"/>
                </a:solidFill>
                <a:uFillTx/>
                <a:latin typeface="Aptos" panose="020B0004020202020204" pitchFamily="34" charset="0"/>
                <a:ea typeface="+mn-ea"/>
                <a:cs typeface="+mn-cs"/>
              </a:rPr>
              <a:t>instruksi</a:t>
            </a:r>
            <a:r>
              <a:rPr lang="en-US" sz="4800" kern="1200" cap="none" dirty="0">
                <a:solidFill>
                  <a:srgbClr val="FF0000"/>
                </a:solidFill>
                <a:uFillTx/>
                <a:latin typeface="Aptos" panose="020B0004020202020204" pitchFamily="34" charset="0"/>
                <a:ea typeface="+mn-ea"/>
                <a:cs typeface="+mn-cs"/>
              </a:rPr>
              <a:t> yang </a:t>
            </a:r>
            <a:r>
              <a:rPr lang="en-US" sz="4800" kern="1200" cap="none" dirty="0" err="1">
                <a:solidFill>
                  <a:srgbClr val="FF0000"/>
                </a:solidFill>
                <a:uFillTx/>
                <a:latin typeface="Aptos" panose="020B0004020202020204" pitchFamily="34" charset="0"/>
                <a:ea typeface="+mn-ea"/>
                <a:cs typeface="+mn-cs"/>
              </a:rPr>
              <a:t>disimpan</a:t>
            </a:r>
            <a:r>
              <a:rPr lang="en-US" sz="4800" kern="1200" cap="none" dirty="0">
                <a:solidFill>
                  <a:srgbClr val="FF0000"/>
                </a:solidFill>
                <a:uFillTx/>
                <a:latin typeface="Aptos" panose="020B0004020202020204" pitchFamily="34" charset="0"/>
                <a:ea typeface="+mn-ea"/>
                <a:cs typeface="+mn-cs"/>
              </a:rPr>
              <a:t> </a:t>
            </a:r>
            <a:r>
              <a:rPr lang="en-US" sz="4800" kern="1200" cap="none" dirty="0" err="1">
                <a:solidFill>
                  <a:srgbClr val="FF0000"/>
                </a:solidFill>
                <a:uFillTx/>
                <a:latin typeface="Aptos" panose="020B0004020202020204" pitchFamily="34" charset="0"/>
                <a:ea typeface="+mn-ea"/>
                <a:cs typeface="+mn-cs"/>
              </a:rPr>
              <a:t>dalam</a:t>
            </a:r>
            <a:r>
              <a:rPr lang="en-US" sz="4800" kern="1200" cap="none" dirty="0">
                <a:solidFill>
                  <a:srgbClr val="FF0000"/>
                </a:solidFill>
                <a:uFillTx/>
                <a:latin typeface="Aptos" panose="020B0004020202020204" pitchFamily="34" charset="0"/>
                <a:ea typeface="+mn-ea"/>
                <a:cs typeface="+mn-cs"/>
              </a:rPr>
              <a:t> </a:t>
            </a:r>
            <a:r>
              <a:rPr lang="en-US" sz="4800" kern="1200" cap="none" dirty="0" err="1">
                <a:solidFill>
                  <a:srgbClr val="FF0000"/>
                </a:solidFill>
                <a:uFillTx/>
                <a:latin typeface="Aptos" panose="020B0004020202020204" pitchFamily="34" charset="0"/>
                <a:ea typeface="+mn-ea"/>
                <a:cs typeface="+mn-cs"/>
              </a:rPr>
              <a:t>memori</a:t>
            </a:r>
            <a:endParaRPr kumimoji="0" lang="en-US" sz="480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F61CAFF0-1AD5-B93F-00CC-E702E08678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95420671"/>
              </p:ext>
            </p:extLst>
          </p:nvPr>
        </p:nvGraphicFramePr>
        <p:xfrm>
          <a:off x="5097375" y="4899594"/>
          <a:ext cx="12513969" cy="60827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40D49A5-5CF9-B1DB-C487-1675FE771EC1}"/>
              </a:ext>
            </a:extLst>
          </p:cNvPr>
          <p:cNvSpPr txBox="1"/>
          <p:nvPr/>
        </p:nvSpPr>
        <p:spPr>
          <a:xfrm>
            <a:off x="7296307" y="9566570"/>
            <a:ext cx="6077712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914400" hangingPunct="1"/>
            <a:r>
              <a:rPr lang="en-US" sz="4800" b="1" kern="1200" dirty="0">
                <a:solidFill>
                  <a:srgbClr val="FF0000"/>
                </a:solidFill>
                <a:latin typeface="Aptos" panose="020B0004020202020204" pitchFamily="34" charset="0"/>
              </a:rPr>
              <a:t>Two steps</a:t>
            </a:r>
          </a:p>
          <a:p>
            <a:pPr algn="l" defTabSz="914400" hangingPunct="1"/>
            <a:endParaRPr lang="en-US" sz="2800" b="1" kern="1200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801867" y="6722682"/>
            <a:ext cx="10346437" cy="2476182"/>
          </a:xfrm>
          <a:prstGeom prst="roundRect">
            <a:avLst>
              <a:gd name="adj" fmla="val 28468"/>
            </a:avLst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031064" y="7102791"/>
            <a:ext cx="10318408" cy="14546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3100" dirty="0" err="1">
                <a:solidFill>
                  <a:schemeClr val="bg1"/>
                </a:solidFill>
                <a:latin typeface="Aptos" panose="020B0004020202020204" pitchFamily="34" charset="0"/>
              </a:rPr>
              <a:t>Prosesor</a:t>
            </a:r>
            <a:r>
              <a:rPr lang="en-US" sz="31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sz="3100" dirty="0" err="1">
                <a:solidFill>
                  <a:schemeClr val="bg1"/>
                </a:solidFill>
                <a:latin typeface="Aptos" panose="020B0004020202020204" pitchFamily="34" charset="0"/>
              </a:rPr>
              <a:t>membaca</a:t>
            </a:r>
            <a:r>
              <a:rPr lang="en-US" sz="3100" dirty="0">
                <a:solidFill>
                  <a:schemeClr val="bg1"/>
                </a:solidFill>
                <a:latin typeface="Aptos" panose="020B0004020202020204" pitchFamily="34" charset="0"/>
              </a:rPr>
              <a:t> (</a:t>
            </a:r>
            <a:r>
              <a:rPr lang="en-US" sz="3100" dirty="0" err="1">
                <a:solidFill>
                  <a:schemeClr val="bg1"/>
                </a:solidFill>
                <a:latin typeface="Aptos" panose="020B0004020202020204" pitchFamily="34" charset="0"/>
              </a:rPr>
              <a:t>mengambil</a:t>
            </a:r>
            <a:r>
              <a:rPr lang="en-US" sz="3100" dirty="0">
                <a:solidFill>
                  <a:schemeClr val="bg1"/>
                </a:solidFill>
                <a:latin typeface="Aptos" panose="020B0004020202020204" pitchFamily="34" charset="0"/>
              </a:rPr>
              <a:t>) </a:t>
            </a:r>
            <a:r>
              <a:rPr lang="en-US" sz="3100" dirty="0" err="1">
                <a:solidFill>
                  <a:schemeClr val="bg1"/>
                </a:solidFill>
                <a:latin typeface="Aptos" panose="020B0004020202020204" pitchFamily="34" charset="0"/>
              </a:rPr>
              <a:t>instruksi</a:t>
            </a:r>
            <a:r>
              <a:rPr lang="en-US" sz="31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sz="3100" dirty="0" err="1">
                <a:solidFill>
                  <a:schemeClr val="bg1"/>
                </a:solidFill>
                <a:latin typeface="Aptos" panose="020B0004020202020204" pitchFamily="34" charset="0"/>
              </a:rPr>
              <a:t>dari</a:t>
            </a:r>
            <a:r>
              <a:rPr lang="en-US" sz="31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sz="3100" dirty="0" err="1">
                <a:solidFill>
                  <a:schemeClr val="bg1"/>
                </a:solidFill>
                <a:latin typeface="Aptos" panose="020B0004020202020204" pitchFamily="34" charset="0"/>
              </a:rPr>
              <a:t>memori</a:t>
            </a:r>
            <a:r>
              <a:rPr lang="en-US" sz="3100" dirty="0">
                <a:solidFill>
                  <a:schemeClr val="bg1"/>
                </a:solidFill>
                <a:latin typeface="Aptos" panose="020B0004020202020204" pitchFamily="34" charset="0"/>
              </a:rPr>
              <a:t>
</a:t>
            </a:r>
            <a:r>
              <a:rPr lang="en-US" sz="3100" dirty="0" err="1">
                <a:solidFill>
                  <a:schemeClr val="bg1"/>
                </a:solidFill>
                <a:latin typeface="Aptos" panose="020B0004020202020204" pitchFamily="34" charset="0"/>
              </a:rPr>
              <a:t>Prosesor</a:t>
            </a:r>
            <a:r>
              <a:rPr lang="en-US" sz="31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sz="3100" dirty="0" err="1">
                <a:solidFill>
                  <a:schemeClr val="bg1"/>
                </a:solidFill>
                <a:latin typeface="Aptos" panose="020B0004020202020204" pitchFamily="34" charset="0"/>
              </a:rPr>
              <a:t>menjalankan</a:t>
            </a:r>
            <a:r>
              <a:rPr lang="en-US" sz="31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sz="3100" dirty="0" err="1">
                <a:solidFill>
                  <a:schemeClr val="bg1"/>
                </a:solidFill>
                <a:latin typeface="Aptos" panose="020B0004020202020204" pitchFamily="34" charset="0"/>
              </a:rPr>
              <a:t>setiap</a:t>
            </a:r>
            <a:r>
              <a:rPr lang="en-US" sz="3100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US" sz="3100" dirty="0" err="1">
                <a:solidFill>
                  <a:schemeClr val="bg1"/>
                </a:solidFill>
                <a:latin typeface="Aptos" panose="020B0004020202020204" pitchFamily="34" charset="0"/>
              </a:rPr>
              <a:t>instruksi</a:t>
            </a:r>
            <a:endParaRPr lang="en-US" sz="31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768562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NZ" dirty="0"/>
              <a:t>Instruction Execution</a:t>
            </a:r>
            <a:endParaRPr lang="en-US" dirty="0"/>
          </a:p>
        </p:txBody>
      </p:sp>
      <p:pic>
        <p:nvPicPr>
          <p:cNvPr id="8" name="Picture 7" descr="f2.pdf">
            <a:extLst>
              <a:ext uri="{FF2B5EF4-FFF2-40B4-BE49-F238E27FC236}">
                <a16:creationId xmlns:a16="http://schemas.microsoft.com/office/drawing/2014/main" id="{C61E9319-C4DF-A8F1-496F-4255FA60B2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4426" y="1192186"/>
            <a:ext cx="19150472" cy="14798091"/>
          </a:xfrm>
          <a:prstGeom prst="rect">
            <a:avLst/>
          </a:prstGeom>
        </p:spPr>
      </p:pic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9497E71E-5985-17E2-529B-EEB53C73644F}"/>
              </a:ext>
            </a:extLst>
          </p:cNvPr>
          <p:cNvSpPr txBox="1">
            <a:spLocks/>
          </p:cNvSpPr>
          <p:nvPr/>
        </p:nvSpPr>
        <p:spPr>
          <a:xfrm>
            <a:off x="2167377" y="13142267"/>
            <a:ext cx="20419551" cy="675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d-ID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3200" dirty="0">
                <a:solidFill>
                  <a:prstClr val="black">
                    <a:tint val="75000"/>
                  </a:prstClr>
                </a:solidFill>
                <a:latin typeface="Calibri"/>
              </a:rPr>
              <a:t>© 2017 Pearson Education, Inc., Hoboken, NJ.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89964985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NZ" dirty="0"/>
              <a:t>Instruction Execution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1055077" y="3076527"/>
            <a:ext cx="22602092" cy="3903504"/>
          </a:xfrm>
          <a:prstGeom prst="rect">
            <a:avLst/>
          </a:prstGeom>
          <a:solidFill>
            <a:srgbClr val="C8F8E9"/>
          </a:solidFill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b="1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Fetch stage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tahap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pertama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dalam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siklus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instruksi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prosesor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Pada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tahap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instruksi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akan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dieksekusi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diambil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memori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dan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dibawa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register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instruksi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prosesor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Proses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melibatkan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beberapa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langkah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808038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Ambil</a:t>
            </a:r>
            <a:r>
              <a:rPr lang="en-US" sz="2800" b="1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b="1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Alamat</a:t>
            </a:r>
            <a:r>
              <a:rPr lang="en-US" sz="2800" b="1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b="1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Instruksi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Alamat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instruksi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berikutnya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diambil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program counter (PC), yang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menunjukkan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lokasi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memori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saat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 mana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instruksi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berikutnya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disimpan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808038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Ambil</a:t>
            </a:r>
            <a:r>
              <a:rPr lang="en-US" sz="2800" b="1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b="1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Instruksi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Instruksi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pada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alamat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ditunjukkan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oleh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program counter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diambil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memori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dan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disalin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register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instruksi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(IR).</a:t>
            </a:r>
          </a:p>
          <a:p>
            <a:pPr marL="808038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Increment Program Counter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Program counter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diperbarui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menunjukkan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lokasi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instruksi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berikutnya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dalam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urutan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eksekusi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5077" y="7674219"/>
            <a:ext cx="22602092" cy="52629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b="1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Execute stage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tahap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kedua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 mana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instruksi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telah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diambil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(fetch)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sekarang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dijalankan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dieksekusi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oleh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prosesor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Pada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tahap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beberapa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langkah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mungkin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terjadi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tergantung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pada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jenis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instruksi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796925" indent="-444500" algn="just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Decoding </a:t>
            </a:r>
            <a:r>
              <a:rPr lang="en-US" sz="2800" b="1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Instruksi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Instruksi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ada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 register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instruksi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smtClean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(IR) </a:t>
            </a:r>
            <a:r>
              <a:rPr lang="en-US" sz="2800" dirty="0" err="1" smtClean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didekodekan</a:t>
            </a:r>
            <a:r>
              <a:rPr lang="en-US" sz="2800" dirty="0" smtClean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menentukan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operasi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apa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harus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dilakukan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melibatkan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smtClean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opcode 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kode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operasi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dan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operand (data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alamat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diperlukan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pPr marL="796925" indent="-444500" algn="just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Operasi</a:t>
            </a:r>
            <a:r>
              <a:rPr lang="en-US" sz="2800" b="1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b="1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Eksekusi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Prosesor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melakukan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operasi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ditentukan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oleh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instruksi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bisa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termasuk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perhitungan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aritmatika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logika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pemindahan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data,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pengendalian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alur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program.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Operasi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mungkin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melibatkan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ALU (Arithmetic Logic Unit)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unit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pemrosesan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lainnya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796925" indent="-444500" algn="just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Akses</a:t>
            </a:r>
            <a:r>
              <a:rPr lang="en-US" sz="2800" b="1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b="1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Memori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Jika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instruksi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memerlukan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pembacaan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penulisan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data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memori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akses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memori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dilakukan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pada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tahap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796925" indent="-444500" algn="just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Menulis</a:t>
            </a:r>
            <a:r>
              <a:rPr lang="en-US" sz="2800" b="1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b="1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Kembali</a:t>
            </a:r>
            <a:r>
              <a:rPr lang="en-US" sz="2800" b="1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b="1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Jika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instruksi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menghasilkan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tersebut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ditulis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kembali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register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memori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sesuai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kebutuhan</a:t>
            </a:r>
            <a:r>
              <a:rPr lang="en-US" sz="28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0157993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NZ" dirty="0"/>
              <a:t>Interrupts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AB9FB3E-65AE-D861-4FEC-AE8AE2E00C31}"/>
              </a:ext>
            </a:extLst>
          </p:cNvPr>
          <p:cNvSpPr txBox="1">
            <a:spLocks/>
          </p:cNvSpPr>
          <p:nvPr/>
        </p:nvSpPr>
        <p:spPr>
          <a:xfrm>
            <a:off x="1100120" y="2913173"/>
            <a:ext cx="22183760" cy="90317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indent="-914400" algn="just">
              <a:lnSpc>
                <a:spcPct val="160000"/>
              </a:lnSpc>
              <a:buFont typeface="+mj-lt"/>
              <a:buAutoNum type="arabicPeriod"/>
              <a:defRPr/>
            </a:pPr>
            <a:r>
              <a:rPr lang="en-US" sz="4000" b="1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Interrupts </a:t>
            </a:r>
            <a:r>
              <a:rPr lang="en-US" sz="4000" b="1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4000" b="1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mekanisme</a:t>
            </a:r>
            <a:r>
              <a:rPr lang="en-US" sz="4000" b="1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dalam</a:t>
            </a:r>
            <a:r>
              <a:rPr lang="en-US" sz="4000" b="1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sistem</a:t>
            </a:r>
            <a:r>
              <a:rPr lang="en-US" sz="4000" b="1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komputer</a:t>
            </a:r>
            <a:r>
              <a:rPr lang="en-US" sz="4000" b="1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4000" b="1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memungkinkan</a:t>
            </a:r>
            <a:r>
              <a:rPr lang="en-US" sz="4000" b="1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perangkat</a:t>
            </a:r>
            <a:r>
              <a:rPr lang="en-US" sz="4000" b="1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keras</a:t>
            </a:r>
            <a:r>
              <a:rPr lang="en-US" sz="4000" b="1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4000" b="1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perangkat</a:t>
            </a:r>
            <a:r>
              <a:rPr lang="en-US" sz="4000" b="1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lunak</a:t>
            </a:r>
            <a:r>
              <a:rPr lang="en-US" sz="4000" b="1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4000" b="1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mengganggu</a:t>
            </a:r>
            <a:r>
              <a:rPr lang="en-US" sz="4000" b="1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eksekusi</a:t>
            </a:r>
            <a:r>
              <a:rPr lang="en-US" sz="4000" b="1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program </a:t>
            </a:r>
            <a:r>
              <a:rPr lang="en-US" sz="4000" b="1" dirty="0" smtClean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yang </a:t>
            </a:r>
            <a:r>
              <a:rPr lang="en-US" sz="4000" b="1" dirty="0" err="1" smtClean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berlangsung</a:t>
            </a:r>
            <a:r>
              <a:rPr lang="en-US" sz="4000" b="1" dirty="0" smtClean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4000" b="1" dirty="0" err="1" smtClean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4000" b="1" dirty="0" smtClean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memberikan</a:t>
            </a:r>
            <a:r>
              <a:rPr lang="en-US" sz="4000" b="1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perhatian</a:t>
            </a:r>
            <a:r>
              <a:rPr lang="en-US" sz="4000" b="1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kepada</a:t>
            </a:r>
            <a:r>
              <a:rPr lang="en-US" sz="4000" b="1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sesuatu</a:t>
            </a:r>
            <a:r>
              <a:rPr lang="en-US" sz="4000" b="1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4000" b="1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lebih</a:t>
            </a:r>
            <a:r>
              <a:rPr lang="en-US" sz="4000" b="1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penting</a:t>
            </a:r>
            <a:r>
              <a:rPr lang="en-US" sz="4000" b="1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4000" b="1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mendesak</a:t>
            </a:r>
            <a:r>
              <a:rPr lang="en-US" sz="400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endParaRPr lang="en-US" sz="4000" smtClean="0">
              <a:solidFill>
                <a:srgbClr val="000000"/>
              </a:solidFill>
              <a:latin typeface="Aptos" panose="020B00040202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indent="-914400" algn="just">
              <a:lnSpc>
                <a:spcPct val="160000"/>
              </a:lnSpc>
              <a:buFont typeface="+mj-lt"/>
              <a:buAutoNum type="arabicPeriod"/>
              <a:defRPr/>
            </a:pPr>
            <a:r>
              <a:rPr lang="en-US" sz="4000" smtClean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Interrupts </a:t>
            </a:r>
            <a:r>
              <a:rPr lang="en-US" sz="40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memainkan</a:t>
            </a:r>
            <a:r>
              <a:rPr lang="en-US" sz="40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peran</a:t>
            </a:r>
            <a:r>
              <a:rPr lang="en-US" sz="40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penting</a:t>
            </a:r>
            <a:r>
              <a:rPr lang="en-US" sz="40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dalam</a:t>
            </a:r>
            <a:r>
              <a:rPr lang="en-US" sz="40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manajemen</a:t>
            </a:r>
            <a:r>
              <a:rPr lang="en-US" sz="40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multitasking </a:t>
            </a:r>
            <a:r>
              <a:rPr lang="en-US" sz="4000" dirty="0" err="1" smtClean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dalam</a:t>
            </a:r>
            <a:r>
              <a:rPr lang="en-US" sz="4000" dirty="0" smtClean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sistem</a:t>
            </a:r>
            <a:r>
              <a:rPr lang="en-US" sz="40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dirty="0" err="1" smtClean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komputer</a:t>
            </a:r>
            <a:endParaRPr lang="en-US" sz="4000" dirty="0" smtClean="0">
              <a:solidFill>
                <a:srgbClr val="000000"/>
              </a:solidFill>
              <a:latin typeface="Aptos" panose="020B00040202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0" indent="-914400" algn="just">
              <a:lnSpc>
                <a:spcPct val="160000"/>
              </a:lnSpc>
              <a:buFont typeface="+mj-lt"/>
              <a:buAutoNum type="arabicPeriod"/>
              <a:defRPr/>
            </a:pPr>
            <a:r>
              <a:rPr lang="en-US" sz="4000" noProof="0" dirty="0" err="1" smtClean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Manfaat</a:t>
            </a:r>
            <a:r>
              <a:rPr lang="en-US" sz="4000" noProof="0" dirty="0" smtClean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lvl="3" indent="-430213" algn="just">
              <a:lnSpc>
                <a:spcPct val="160000"/>
              </a:lnSpc>
              <a:buFont typeface="Wingdings" panose="05000000000000000000" pitchFamily="2" charset="2"/>
              <a:buChar char="§"/>
              <a:defRPr/>
            </a:pPr>
            <a:r>
              <a:rPr lang="en-US" sz="40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Efisiensi</a:t>
            </a:r>
            <a:r>
              <a:rPr lang="en-US" sz="40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Sumber</a:t>
            </a:r>
            <a:r>
              <a:rPr lang="en-US" sz="40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dirty="0" err="1" smtClean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Daya</a:t>
            </a:r>
            <a:r>
              <a:rPr lang="en-US" sz="4000" dirty="0" smtClean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(OS)</a:t>
            </a:r>
          </a:p>
          <a:p>
            <a:pPr lvl="3" indent="-430213" algn="just">
              <a:lnSpc>
                <a:spcPct val="160000"/>
              </a:lnSpc>
              <a:buFont typeface="Wingdings" panose="05000000000000000000" pitchFamily="2" charset="2"/>
              <a:buChar char="§"/>
              <a:defRPr/>
            </a:pPr>
            <a:r>
              <a:rPr lang="en-US" sz="4000" dirty="0" err="1" smtClean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Peningkatan</a:t>
            </a:r>
            <a:r>
              <a:rPr lang="en-US" sz="4000" dirty="0" smtClean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Multitasking</a:t>
            </a:r>
          </a:p>
          <a:p>
            <a:pPr lvl="3" indent="-430213" algn="just">
              <a:lnSpc>
                <a:spcPct val="160000"/>
              </a:lnSpc>
              <a:buFont typeface="Wingdings" panose="05000000000000000000" pitchFamily="2" charset="2"/>
              <a:buChar char="§"/>
              <a:defRPr/>
            </a:pPr>
            <a:r>
              <a:rPr lang="en-US" sz="40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Pengelolaan</a:t>
            </a:r>
            <a:r>
              <a:rPr lang="en-US" sz="40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Input/Output</a:t>
            </a:r>
            <a:r>
              <a:rPr lang="en-US" sz="40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40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Lebih</a:t>
            </a:r>
            <a:r>
              <a:rPr lang="en-US" sz="40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dirty="0" err="1" smtClean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Baik</a:t>
            </a:r>
            <a:endParaRPr lang="en-US" sz="4000" dirty="0" smtClean="0">
              <a:solidFill>
                <a:srgbClr val="000000"/>
              </a:solidFill>
              <a:latin typeface="Aptos" panose="020B00040202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3" indent="-430213" algn="just">
              <a:lnSpc>
                <a:spcPct val="160000"/>
              </a:lnSpc>
              <a:buFont typeface="Wingdings" panose="05000000000000000000" pitchFamily="2" charset="2"/>
              <a:buChar char="§"/>
              <a:defRPr/>
            </a:pPr>
            <a:r>
              <a:rPr lang="en-US" sz="40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</a:t>
            </a:r>
            <a:r>
              <a:rPr lang="en-US" sz="40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Cepat</a:t>
            </a:r>
            <a:r>
              <a:rPr lang="en-US" sz="40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terhadap</a:t>
            </a:r>
            <a:r>
              <a:rPr lang="en-US" sz="4000" dirty="0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Peristiwa</a:t>
            </a:r>
            <a:endParaRPr kumimoji="0" lang="en-US" sz="40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534296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NZ" dirty="0"/>
              <a:t>Classes of Interrupts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865632" y="2740253"/>
            <a:ext cx="2296363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800" b="1">
                <a:solidFill>
                  <a:schemeClr val="accent5"/>
                </a:solidFill>
                <a:latin typeface="Aptos" panose="020B0004020202020204" pitchFamily="34" charset="0"/>
              </a:rPr>
              <a:t>Exception Interrupts </a:t>
            </a:r>
            <a:r>
              <a:rPr lang="en-US" sz="2800" b="1">
                <a:solidFill>
                  <a:schemeClr val="accent5"/>
                </a:solidFill>
                <a:latin typeface="Aptos" panose="020B0004020202020204" pitchFamily="34" charset="0"/>
              </a:rPr>
              <a:t>/ </a:t>
            </a:r>
            <a:r>
              <a:rPr lang="en-US" sz="2800" b="1" smtClean="0">
                <a:solidFill>
                  <a:schemeClr val="accent5"/>
                </a:solidFill>
                <a:latin typeface="Aptos" panose="020B0004020202020204" pitchFamily="34" charset="0"/>
              </a:rPr>
              <a:t>Program </a:t>
            </a:r>
            <a:r>
              <a:rPr lang="en-US" sz="2800" smtClean="0">
                <a:solidFill>
                  <a:srgbClr val="000000"/>
                </a:solidFill>
                <a:latin typeface="Aptos" panose="020B0004020202020204" pitchFamily="34" charset="0"/>
              </a:rPr>
              <a:t>: Interrupt </a:t>
            </a:r>
            <a:r>
              <a:rPr lang="en-US" sz="2800">
                <a:solidFill>
                  <a:srgbClr val="000000"/>
                </a:solidFill>
                <a:latin typeface="Aptos" panose="020B0004020202020204" pitchFamily="34" charset="0"/>
              </a:rPr>
              <a:t>yang muncul karena ada masalah atau kondisi khusus saat program dijalankan.</a:t>
            </a:r>
          </a:p>
          <a:p>
            <a:pPr marL="530225" lvl="2" indent="36512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>
                <a:solidFill>
                  <a:srgbClr val="000000"/>
                </a:solidFill>
                <a:latin typeface="Aptos" panose="020B0004020202020204" pitchFamily="34" charset="0"/>
              </a:rPr>
              <a:t>Arithmetic Exception</a:t>
            </a:r>
            <a:r>
              <a:rPr lang="en-US" sz="2800" b="1">
                <a:solidFill>
                  <a:srgbClr val="000000"/>
                </a:solidFill>
                <a:latin typeface="Aptos" panose="020B0004020202020204" pitchFamily="34" charset="0"/>
              </a:rPr>
              <a:t>:</a:t>
            </a:r>
            <a:r>
              <a:rPr lang="en-US" sz="2800">
                <a:solidFill>
                  <a:srgbClr val="000000"/>
                </a:solidFill>
                <a:latin typeface="Aptos" panose="020B0004020202020204" pitchFamily="34" charset="0"/>
              </a:rPr>
              <a:t> </a:t>
            </a:r>
            <a:r>
              <a:rPr lang="en-US" sz="2800" smtClean="0">
                <a:solidFill>
                  <a:srgbClr val="000000"/>
                </a:solidFill>
                <a:latin typeface="Aptos" panose="020B0004020202020204" pitchFamily="34" charset="0"/>
              </a:rPr>
              <a:t>Terjadi </a:t>
            </a:r>
            <a:r>
              <a:rPr lang="en-US" sz="2800">
                <a:solidFill>
                  <a:srgbClr val="000000"/>
                </a:solidFill>
                <a:latin typeface="Aptos" panose="020B0004020202020204" pitchFamily="34" charset="0"/>
              </a:rPr>
              <a:t>ketika program melakukan perhitungan yang </a:t>
            </a:r>
            <a:r>
              <a:rPr lang="en-US" sz="2800">
                <a:solidFill>
                  <a:srgbClr val="000000"/>
                </a:solidFill>
                <a:latin typeface="Aptos" panose="020B0004020202020204" pitchFamily="34" charset="0"/>
              </a:rPr>
              <a:t>tidak </a:t>
            </a:r>
            <a:r>
              <a:rPr lang="en-US" sz="2800" smtClean="0">
                <a:solidFill>
                  <a:srgbClr val="000000"/>
                </a:solidFill>
                <a:latin typeface="Aptos" panose="020B0004020202020204" pitchFamily="34" charset="0"/>
              </a:rPr>
              <a:t>valid </a:t>
            </a:r>
            <a:endParaRPr lang="en-US" sz="280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pPr marL="530225" lvl="2" indent="36512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>
                <a:solidFill>
                  <a:srgbClr val="000000"/>
                </a:solidFill>
                <a:latin typeface="Aptos" panose="020B0004020202020204" pitchFamily="34" charset="0"/>
              </a:rPr>
              <a:t>Page Fault</a:t>
            </a:r>
            <a:r>
              <a:rPr lang="en-US" sz="2800" b="1">
                <a:solidFill>
                  <a:srgbClr val="000000"/>
                </a:solidFill>
                <a:latin typeface="Aptos" panose="020B0004020202020204" pitchFamily="34" charset="0"/>
              </a:rPr>
              <a:t>:</a:t>
            </a:r>
            <a:r>
              <a:rPr lang="en-US" sz="2800">
                <a:solidFill>
                  <a:srgbClr val="000000"/>
                </a:solidFill>
                <a:latin typeface="Aptos" panose="020B0004020202020204" pitchFamily="34" charset="0"/>
              </a:rPr>
              <a:t> </a:t>
            </a:r>
            <a:r>
              <a:rPr lang="en-US" sz="2800" smtClean="0">
                <a:solidFill>
                  <a:srgbClr val="000000"/>
                </a:solidFill>
                <a:latin typeface="Aptos" panose="020B0004020202020204" pitchFamily="34" charset="0"/>
              </a:rPr>
              <a:t>Data </a:t>
            </a:r>
            <a:r>
              <a:rPr lang="en-US" sz="2800">
                <a:solidFill>
                  <a:srgbClr val="000000"/>
                </a:solidFill>
                <a:latin typeface="Aptos" panose="020B0004020202020204" pitchFamily="34" charset="0"/>
              </a:rPr>
              <a:t>yang dibutuhkan program belum tersedia di RAM, sehingga OS harus mengambilnya dari penyimpanan</a:t>
            </a:r>
            <a:r>
              <a:rPr lang="en-US" sz="2800">
                <a:solidFill>
                  <a:srgbClr val="000000"/>
                </a:solidFill>
                <a:latin typeface="Aptos" panose="020B0004020202020204" pitchFamily="34" charset="0"/>
              </a:rPr>
              <a:t>. </a:t>
            </a:r>
            <a:endParaRPr lang="en-US" sz="2800" smtClean="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65632" y="5129492"/>
            <a:ext cx="22963632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 algn="just">
              <a:lnSpc>
                <a:spcPct val="150000"/>
              </a:lnSpc>
              <a:buFont typeface="+mj-lt"/>
              <a:buAutoNum type="arabicPeriod" startAt="2"/>
            </a:pPr>
            <a:r>
              <a:rPr lang="en-US" sz="2800" b="1" smtClean="0">
                <a:solidFill>
                  <a:schemeClr val="accent5"/>
                </a:solidFill>
                <a:latin typeface="Aptos" panose="020B0004020202020204" pitchFamily="34" charset="0"/>
              </a:rPr>
              <a:t>Timer Interrupts </a:t>
            </a:r>
            <a:r>
              <a:rPr lang="en-US" sz="2800" smtClean="0">
                <a:solidFill>
                  <a:srgbClr val="000000"/>
                </a:solidFill>
                <a:latin typeface="Aptos" panose="020B0004020202020204" pitchFamily="34" charset="0"/>
              </a:rPr>
              <a:t>: Sinyal </a:t>
            </a:r>
            <a:r>
              <a:rPr lang="en-US" sz="2800">
                <a:solidFill>
                  <a:srgbClr val="000000"/>
                </a:solidFill>
                <a:latin typeface="Aptos" panose="020B0004020202020204" pitchFamily="34" charset="0"/>
              </a:rPr>
              <a:t>yang muncul secara berkala berdasarkan pengatur waktu di dalam komputer.</a:t>
            </a:r>
          </a:p>
          <a:p>
            <a:pPr marL="89535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smtClean="0">
                <a:solidFill>
                  <a:srgbClr val="000000"/>
                </a:solidFill>
                <a:latin typeface="Aptos" panose="020B0004020202020204" pitchFamily="34" charset="0"/>
              </a:rPr>
              <a:t>Time Slicing</a:t>
            </a:r>
            <a:r>
              <a:rPr lang="en-US" sz="2800" b="1">
                <a:solidFill>
                  <a:srgbClr val="000000"/>
                </a:solidFill>
                <a:latin typeface="Aptos" panose="020B0004020202020204" pitchFamily="34" charset="0"/>
              </a:rPr>
              <a:t>:</a:t>
            </a:r>
            <a:r>
              <a:rPr lang="en-US" sz="2800">
                <a:solidFill>
                  <a:srgbClr val="000000"/>
                </a:solidFill>
                <a:latin typeface="Aptos" panose="020B0004020202020204" pitchFamily="34" charset="0"/>
              </a:rPr>
              <a:t> OS membagi waktu CPU secara bergantian kepada beberapa program. </a:t>
            </a:r>
          </a:p>
          <a:p>
            <a:pPr marL="89535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>
                <a:solidFill>
                  <a:srgbClr val="000000"/>
                </a:solidFill>
                <a:latin typeface="Aptos" panose="020B0004020202020204" pitchFamily="34" charset="0"/>
              </a:rPr>
              <a:t>Scheduling:</a:t>
            </a:r>
            <a:r>
              <a:rPr lang="en-US" sz="2800">
                <a:solidFill>
                  <a:srgbClr val="000000"/>
                </a:solidFill>
                <a:latin typeface="Aptos" panose="020B0004020202020204" pitchFamily="34" charset="0"/>
              </a:rPr>
              <a:t> OS menentukan program atau tugas mana yang dijalankan berikutnya. </a:t>
            </a:r>
          </a:p>
          <a:p>
            <a:pPr marL="438150" algn="just">
              <a:lnSpc>
                <a:spcPct val="150000"/>
              </a:lnSpc>
            </a:pPr>
            <a:r>
              <a:rPr lang="en-US" sz="2800" b="1">
                <a:solidFill>
                  <a:srgbClr val="000000"/>
                </a:solidFill>
                <a:latin typeface="Aptos" panose="020B0004020202020204" pitchFamily="34" charset="0"/>
              </a:rPr>
              <a:t>Contoh sederhana:</a:t>
            </a:r>
            <a:r>
              <a:rPr lang="en-US" sz="2800">
                <a:solidFill>
                  <a:srgbClr val="000000"/>
                </a:solidFill>
                <a:latin typeface="Aptos" panose="020B0004020202020204" pitchFamily="34" charset="0"/>
              </a:rPr>
              <a:t> CPU menjalankan Word sebentar, lalu browser, lalu pemutar musik secara bergantian dengan sangat cepat.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5632" y="8165062"/>
            <a:ext cx="22963632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 algn="just">
              <a:buFont typeface="+mj-lt"/>
              <a:buAutoNum type="arabicPeriod" startAt="3"/>
            </a:pPr>
            <a:r>
              <a:rPr lang="en-US" sz="2800" b="1">
                <a:solidFill>
                  <a:schemeClr val="accent5"/>
                </a:solidFill>
                <a:latin typeface="Aptos" panose="020B0004020202020204" pitchFamily="34" charset="0"/>
              </a:rPr>
              <a:t>I/O </a:t>
            </a:r>
            <a:r>
              <a:rPr lang="en-US" sz="2800" b="1" smtClean="0">
                <a:solidFill>
                  <a:schemeClr val="accent5"/>
                </a:solidFill>
                <a:latin typeface="Aptos" panose="020B0004020202020204" pitchFamily="34" charset="0"/>
              </a:rPr>
              <a:t>Interrupts </a:t>
            </a:r>
            <a:r>
              <a:rPr lang="en-US" sz="2800" smtClean="0">
                <a:solidFill>
                  <a:schemeClr val="accent5"/>
                </a:solidFill>
                <a:latin typeface="Aptos" panose="020B0004020202020204" pitchFamily="34" charset="0"/>
              </a:rPr>
              <a:t>: </a:t>
            </a:r>
            <a:r>
              <a:rPr lang="en-US" sz="2800" smtClean="0">
                <a:solidFill>
                  <a:srgbClr val="000000"/>
                </a:solidFill>
                <a:latin typeface="Aptos" panose="020B0004020202020204" pitchFamily="34" charset="0"/>
              </a:rPr>
              <a:t>Sinyal </a:t>
            </a:r>
            <a:r>
              <a:rPr lang="en-US" sz="2800">
                <a:solidFill>
                  <a:srgbClr val="000000"/>
                </a:solidFill>
                <a:latin typeface="Aptos" panose="020B0004020202020204" pitchFamily="34" charset="0"/>
              </a:rPr>
              <a:t>yang berasal dari perangkat input/output ketika </a:t>
            </a:r>
            <a:r>
              <a:rPr lang="en-US" sz="2800">
                <a:solidFill>
                  <a:srgbClr val="000000"/>
                </a:solidFill>
                <a:latin typeface="Aptos" panose="020B0004020202020204" pitchFamily="34" charset="0"/>
              </a:rPr>
              <a:t>membutuhkan </a:t>
            </a:r>
            <a:r>
              <a:rPr lang="en-US" sz="2800" smtClean="0">
                <a:solidFill>
                  <a:srgbClr val="000000"/>
                </a:solidFill>
                <a:latin typeface="Aptos" panose="020B0004020202020204" pitchFamily="34" charset="0"/>
              </a:rPr>
              <a:t>perhatian CPU.</a:t>
            </a:r>
          </a:p>
          <a:p>
            <a:pPr marL="438150" algn="just">
              <a:lnSpc>
                <a:spcPct val="150000"/>
              </a:lnSpc>
            </a:pPr>
            <a:r>
              <a:rPr lang="en-US" sz="2800" b="1" smtClean="0">
                <a:solidFill>
                  <a:srgbClr val="000000"/>
                </a:solidFill>
                <a:latin typeface="Aptos" panose="020B0004020202020204" pitchFamily="34" charset="0"/>
              </a:rPr>
              <a:t> Contoh</a:t>
            </a:r>
            <a:r>
              <a:rPr lang="en-US" sz="2800" b="1">
                <a:solidFill>
                  <a:srgbClr val="000000"/>
                </a:solidFill>
                <a:latin typeface="Aptos" panose="020B0004020202020204" pitchFamily="34" charset="0"/>
              </a:rPr>
              <a:t>:</a:t>
            </a:r>
            <a:r>
              <a:rPr lang="en-US" sz="2800">
                <a:solidFill>
                  <a:srgbClr val="000000"/>
                </a:solidFill>
                <a:latin typeface="Aptos" panose="020B0004020202020204" pitchFamily="34" charset="0"/>
              </a:rPr>
              <a:t> tombol keyboard ditekan, mouse digerakkan, atau printer selesai mencetak.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5632" y="9692527"/>
            <a:ext cx="2296363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 algn="just">
              <a:lnSpc>
                <a:spcPct val="150000"/>
              </a:lnSpc>
              <a:buFont typeface="+mj-lt"/>
              <a:buAutoNum type="arabicPeriod" startAt="4"/>
            </a:pPr>
            <a:r>
              <a:rPr lang="en-US" sz="2800" b="1">
                <a:solidFill>
                  <a:schemeClr val="accent5"/>
                </a:solidFill>
                <a:latin typeface="Aptos" panose="020B0004020202020204" pitchFamily="34" charset="0"/>
              </a:rPr>
              <a:t>Hardware </a:t>
            </a:r>
            <a:r>
              <a:rPr lang="en-US" sz="2800" b="1" smtClean="0">
                <a:solidFill>
                  <a:schemeClr val="accent5"/>
                </a:solidFill>
                <a:latin typeface="Aptos" panose="020B0004020202020204" pitchFamily="34" charset="0"/>
              </a:rPr>
              <a:t>Failure</a:t>
            </a:r>
            <a:r>
              <a:rPr lang="en-US" sz="2800">
                <a:solidFill>
                  <a:srgbClr val="000000"/>
                </a:solidFill>
                <a:latin typeface="Aptos" panose="020B0004020202020204" pitchFamily="34" charset="0"/>
              </a:rPr>
              <a:t>: </a:t>
            </a:r>
            <a:r>
              <a:rPr lang="en-US" sz="2800" b="1" smtClean="0">
                <a:solidFill>
                  <a:srgbClr val="000000"/>
                </a:solidFill>
                <a:latin typeface="Aptos" panose="020B0004020202020204" pitchFamily="34" charset="0"/>
              </a:rPr>
              <a:t> </a:t>
            </a:r>
            <a:r>
              <a:rPr lang="en-US" sz="2800" smtClean="0">
                <a:solidFill>
                  <a:srgbClr val="000000"/>
                </a:solidFill>
                <a:latin typeface="Aptos" panose="020B0004020202020204" pitchFamily="34" charset="0"/>
              </a:rPr>
              <a:t>Interrupt </a:t>
            </a:r>
            <a:r>
              <a:rPr lang="en-US" sz="2800">
                <a:solidFill>
                  <a:srgbClr val="000000"/>
                </a:solidFill>
                <a:latin typeface="Aptos" panose="020B0004020202020204" pitchFamily="34" charset="0"/>
              </a:rPr>
              <a:t>yang muncul ketika terjadi masalah pada perangkat keras.</a:t>
            </a:r>
          </a:p>
          <a:p>
            <a:pPr marL="438150" algn="just">
              <a:lnSpc>
                <a:spcPct val="150000"/>
              </a:lnSpc>
            </a:pPr>
            <a:r>
              <a:rPr lang="en-US" sz="2800" b="1" smtClean="0">
                <a:solidFill>
                  <a:srgbClr val="000000"/>
                </a:solidFill>
                <a:latin typeface="Aptos" panose="020B0004020202020204" pitchFamily="34" charset="0"/>
              </a:rPr>
              <a:t> Contoh</a:t>
            </a:r>
            <a:r>
              <a:rPr lang="en-US" sz="2800" b="1">
                <a:solidFill>
                  <a:srgbClr val="000000"/>
                </a:solidFill>
                <a:latin typeface="Aptos" panose="020B0004020202020204" pitchFamily="34" charset="0"/>
              </a:rPr>
              <a:t>:</a:t>
            </a:r>
            <a:r>
              <a:rPr lang="en-US" sz="2800">
                <a:solidFill>
                  <a:srgbClr val="000000"/>
                </a:solidFill>
                <a:latin typeface="Aptos" panose="020B0004020202020204" pitchFamily="34" charset="0"/>
              </a:rPr>
              <a:t> listrik bermasalah, suhu prosesor terlalu tinggi, atau terdapat kesalahan pada memori.</a:t>
            </a:r>
          </a:p>
        </p:txBody>
      </p:sp>
      <p:sp>
        <p:nvSpPr>
          <p:cNvPr id="5" name="Rectangle 4"/>
          <p:cNvSpPr/>
          <p:nvPr/>
        </p:nvSpPr>
        <p:spPr>
          <a:xfrm>
            <a:off x="977008" y="12459253"/>
            <a:ext cx="22740879" cy="5847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3200" b="1">
                <a:solidFill>
                  <a:srgbClr val="000000"/>
                </a:solidFill>
                <a:latin typeface="Aptos" panose="020B0004020202020204" pitchFamily="34" charset="0"/>
              </a:rPr>
              <a:t>Interrupt </a:t>
            </a:r>
            <a:r>
              <a:rPr lang="en-US" sz="3200">
                <a:solidFill>
                  <a:srgbClr val="000000"/>
                </a:solidFill>
                <a:latin typeface="Aptos" panose="020B0004020202020204" pitchFamily="34" charset="0"/>
              </a:rPr>
              <a:t>adalah cara komponen komputer “</a:t>
            </a:r>
            <a:r>
              <a:rPr lang="en-US" sz="3200" b="1">
                <a:solidFill>
                  <a:srgbClr val="000000"/>
                </a:solidFill>
                <a:latin typeface="Aptos" panose="020B0004020202020204" pitchFamily="34" charset="0"/>
              </a:rPr>
              <a:t>memanggil</a:t>
            </a:r>
            <a:r>
              <a:rPr lang="en-US" sz="3200">
                <a:solidFill>
                  <a:srgbClr val="000000"/>
                </a:solidFill>
                <a:latin typeface="Aptos" panose="020B0004020202020204" pitchFamily="34" charset="0"/>
              </a:rPr>
              <a:t>” CPU ketika terdapat kejadian penting yang harus segera ditangani.</a:t>
            </a:r>
          </a:p>
        </p:txBody>
      </p:sp>
    </p:spTree>
    <p:extLst>
      <p:ext uri="{BB962C8B-B14F-4D97-AF65-F5344CB8AC3E}">
        <p14:creationId xmlns:p14="http://schemas.microsoft.com/office/powerpoint/2010/main" val="61873548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NZ" dirty="0"/>
              <a:t>Instruction Cycle with Interrupts</a:t>
            </a:r>
            <a:endParaRPr lang="en-US" dirty="0"/>
          </a:p>
        </p:txBody>
      </p:sp>
      <p:pic>
        <p:nvPicPr>
          <p:cNvPr id="4" name="Picture 3" descr="f7.pdf">
            <a:extLst>
              <a:ext uri="{FF2B5EF4-FFF2-40B4-BE49-F238E27FC236}">
                <a16:creationId xmlns:a16="http://schemas.microsoft.com/office/drawing/2014/main" id="{95021930-9465-0C00-D621-12AB1D0155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82" t="21176" r="6364" b="20000"/>
          <a:stretch>
            <a:fillRect/>
          </a:stretch>
        </p:blipFill>
        <p:spPr>
          <a:xfrm>
            <a:off x="3291734" y="3127581"/>
            <a:ext cx="17289036" cy="9196502"/>
          </a:xfrm>
          <a:prstGeom prst="rect">
            <a:avLst/>
          </a:prstGeom>
        </p:spPr>
      </p:pic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03A20BBB-5AC4-8257-86CD-7C58306D5ACA}"/>
              </a:ext>
            </a:extLst>
          </p:cNvPr>
          <p:cNvSpPr txBox="1">
            <a:spLocks/>
          </p:cNvSpPr>
          <p:nvPr/>
        </p:nvSpPr>
        <p:spPr>
          <a:xfrm>
            <a:off x="2167377" y="13142267"/>
            <a:ext cx="20419551" cy="675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d-ID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3200" dirty="0">
                <a:solidFill>
                  <a:prstClr val="black">
                    <a:tint val="75000"/>
                  </a:prstClr>
                </a:solidFill>
                <a:latin typeface="Calibri"/>
              </a:rPr>
              <a:t>© 2017 Pearson Education, Inc., Hoboken, NJ.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80255465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NZ" dirty="0"/>
              <a:t>Multiple Interrupts</a:t>
            </a:r>
            <a:endParaRPr lang="en-US" dirty="0"/>
          </a:p>
        </p:txBody>
      </p:sp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id="{983F8791-80FE-7C14-6A57-834D57A33B9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21705477"/>
              </p:ext>
            </p:extLst>
          </p:nvPr>
        </p:nvGraphicFramePr>
        <p:xfrm>
          <a:off x="3958085" y="390443"/>
          <a:ext cx="16962120" cy="125283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3414087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WINDOWS architecture</a:t>
            </a:r>
          </a:p>
        </p:txBody>
      </p:sp>
      <p:pic>
        <p:nvPicPr>
          <p:cNvPr id="4" name="Picture 3" descr="f14.pdf">
            <a:extLst>
              <a:ext uri="{FF2B5EF4-FFF2-40B4-BE49-F238E27FC236}">
                <a16:creationId xmlns:a16="http://schemas.microsoft.com/office/drawing/2014/main" id="{5F0E22C8-32BF-4DD1-7B57-2525FC84DB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364" b="17273"/>
          <a:stretch>
            <a:fillRect/>
          </a:stretch>
        </p:blipFill>
        <p:spPr>
          <a:xfrm>
            <a:off x="7091837" y="2219553"/>
            <a:ext cx="11430625" cy="11296046"/>
          </a:xfrm>
          <a:prstGeom prst="rect">
            <a:avLst/>
          </a:prstGeom>
        </p:spPr>
      </p:pic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418EAF35-C7B5-A6C9-D966-2758A2025BD1}"/>
              </a:ext>
            </a:extLst>
          </p:cNvPr>
          <p:cNvSpPr txBox="1">
            <a:spLocks/>
          </p:cNvSpPr>
          <p:nvPr/>
        </p:nvSpPr>
        <p:spPr>
          <a:xfrm>
            <a:off x="2167377" y="13142267"/>
            <a:ext cx="20419551" cy="675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d-ID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3200" dirty="0">
                <a:solidFill>
                  <a:prstClr val="black">
                    <a:tint val="75000"/>
                  </a:prstClr>
                </a:solidFill>
                <a:latin typeface="Calibri"/>
              </a:rPr>
              <a:t>© 2017 Pearson Education, Inc., Hoboken, NJ.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81785759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Traditional Unix</a:t>
            </a:r>
          </a:p>
        </p:txBody>
      </p:sp>
      <p:pic>
        <p:nvPicPr>
          <p:cNvPr id="3" name="Picture 2" descr="f15.pdf">
            <a:extLst>
              <a:ext uri="{FF2B5EF4-FFF2-40B4-BE49-F238E27FC236}">
                <a16:creationId xmlns:a16="http://schemas.microsoft.com/office/drawing/2014/main" id="{3F615EE2-3F85-6000-16E2-CE5B79896A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941" t="10909" r="12941" b="20909"/>
          <a:stretch>
            <a:fillRect/>
          </a:stretch>
        </p:blipFill>
        <p:spPr>
          <a:xfrm>
            <a:off x="6923713" y="2203937"/>
            <a:ext cx="10906878" cy="11276183"/>
          </a:xfrm>
          <a:prstGeom prst="rect">
            <a:avLst/>
          </a:prstGeom>
        </p:spPr>
      </p:pic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A75DF534-585B-B66B-8CE2-D798185B8D04}"/>
              </a:ext>
            </a:extLst>
          </p:cNvPr>
          <p:cNvSpPr txBox="1">
            <a:spLocks/>
          </p:cNvSpPr>
          <p:nvPr/>
        </p:nvSpPr>
        <p:spPr>
          <a:xfrm>
            <a:off x="2167377" y="13142267"/>
            <a:ext cx="20419551" cy="675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d-ID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3200" dirty="0">
                <a:solidFill>
                  <a:prstClr val="black">
                    <a:tint val="75000"/>
                  </a:prstClr>
                </a:solidFill>
                <a:latin typeface="Calibri"/>
              </a:rPr>
              <a:t>© 2017 Pearson Education, Inc., Hoboken, NJ.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95277745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Modern Unix</a:t>
            </a:r>
          </a:p>
        </p:txBody>
      </p:sp>
      <p:pic>
        <p:nvPicPr>
          <p:cNvPr id="4" name="Picture 3" descr="f17.pdf">
            <a:extLst>
              <a:ext uri="{FF2B5EF4-FFF2-40B4-BE49-F238E27FC236}">
                <a16:creationId xmlns:a16="http://schemas.microsoft.com/office/drawing/2014/main" id="{F1F9F234-1729-FD2C-8450-93F48E2B00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1765"/>
          <a:stretch>
            <a:fillRect/>
          </a:stretch>
        </p:blipFill>
        <p:spPr>
          <a:xfrm>
            <a:off x="4061620" y="1872058"/>
            <a:ext cx="16380014" cy="11168234"/>
          </a:xfrm>
          <a:prstGeom prst="rect">
            <a:avLst/>
          </a:prstGeom>
        </p:spPr>
      </p:pic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D0EAE0A1-7356-9D4E-C066-B905DA4AE112}"/>
              </a:ext>
            </a:extLst>
          </p:cNvPr>
          <p:cNvSpPr txBox="1">
            <a:spLocks/>
          </p:cNvSpPr>
          <p:nvPr/>
        </p:nvSpPr>
        <p:spPr>
          <a:xfrm>
            <a:off x="2659110" y="13040292"/>
            <a:ext cx="20419551" cy="675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d-ID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3200" dirty="0">
                <a:solidFill>
                  <a:prstClr val="black">
                    <a:tint val="75000"/>
                  </a:prstClr>
                </a:solidFill>
                <a:latin typeface="Calibri"/>
              </a:rPr>
              <a:t>© 2017 Pearson Education, Inc., Hoboken, NJ.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73253562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AndRoid</a:t>
            </a:r>
            <a:endParaRPr lang="en-US" dirty="0"/>
          </a:p>
        </p:txBody>
      </p:sp>
      <p:pic>
        <p:nvPicPr>
          <p:cNvPr id="3" name="Picture 2" descr="f20.pdf">
            <a:extLst>
              <a:ext uri="{FF2B5EF4-FFF2-40B4-BE49-F238E27FC236}">
                <a16:creationId xmlns:a16="http://schemas.microsoft.com/office/drawing/2014/main" id="{8C5A2AC9-0070-B1A7-C510-DFC0E2D608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27" b="20000"/>
          <a:stretch>
            <a:fillRect/>
          </a:stretch>
        </p:blipFill>
        <p:spPr>
          <a:xfrm>
            <a:off x="7179542" y="2419727"/>
            <a:ext cx="10733319" cy="10733319"/>
          </a:xfrm>
          <a:prstGeom prst="rect">
            <a:avLst/>
          </a:prstGeom>
        </p:spPr>
      </p:pic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CE753BE3-65C9-6871-D6BC-FDB366853969}"/>
              </a:ext>
            </a:extLst>
          </p:cNvPr>
          <p:cNvSpPr txBox="1">
            <a:spLocks/>
          </p:cNvSpPr>
          <p:nvPr/>
        </p:nvSpPr>
        <p:spPr>
          <a:xfrm>
            <a:off x="2167377" y="12835299"/>
            <a:ext cx="20419551" cy="675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d-ID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3200" dirty="0">
                <a:solidFill>
                  <a:prstClr val="black">
                    <a:tint val="75000"/>
                  </a:prstClr>
                </a:solidFill>
                <a:latin typeface="Calibri"/>
              </a:rPr>
              <a:t>© 2017 Pearson Education, Inc., Hoboken, NJ.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50799569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Exercise</a:t>
            </a: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450848" y="3993464"/>
            <a:ext cx="2097024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36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Seorang </a:t>
            </a:r>
            <a:r>
              <a:rPr lang="en-US" sz="36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mahasiswa sedang menjalankan program simulasi cuaca di komputernya. Program tersebut melakukan perhitungan kompleks dengan banyak data dari memori. Saat eksekusi berlangsung, tiba-tiba sistem mengalami </a:t>
            </a:r>
            <a:r>
              <a:rPr lang="en-US" sz="36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page fault</a:t>
            </a:r>
            <a:r>
              <a:rPr lang="en-US" sz="36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karena data yang dibutuhkan tidak tersedia di RAM dan harus diambil dari disk.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0848" y="3129232"/>
            <a:ext cx="627768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>
                <a:solidFill>
                  <a:schemeClr val="bg2">
                    <a:lumMod val="10000"/>
                  </a:schemeClr>
                </a:solidFill>
              </a:rPr>
              <a:t>Instruction Cycle &amp; Interrupts</a:t>
            </a:r>
            <a:endParaRPr lang="en-US" sz="3200"/>
          </a:p>
        </p:txBody>
      </p:sp>
      <p:sp>
        <p:nvSpPr>
          <p:cNvPr id="7" name="Rectangle 6"/>
          <p:cNvSpPr/>
          <p:nvPr/>
        </p:nvSpPr>
        <p:spPr>
          <a:xfrm>
            <a:off x="1450848" y="8931915"/>
            <a:ext cx="20970240" cy="230832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3600" b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[Pertanyaan] </a:t>
            </a:r>
            <a:r>
              <a:rPr lang="en-US" sz="36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Jelaskan </a:t>
            </a:r>
            <a:r>
              <a:rPr lang="en-US" sz="36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bagaimana siklus instruksi (fetch–decode–execute) terganggu oleh interrupt ini, serta apa </a:t>
            </a:r>
            <a:r>
              <a:rPr lang="en-US" sz="36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peran dari </a:t>
            </a:r>
            <a:r>
              <a:rPr lang="en-US" sz="36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sistem operasi dalam menangani page fault agar program bisa tetap berjalan.</a:t>
            </a:r>
          </a:p>
        </p:txBody>
      </p:sp>
    </p:spTree>
    <p:extLst>
      <p:ext uri="{BB962C8B-B14F-4D97-AF65-F5344CB8AC3E}">
        <p14:creationId xmlns:p14="http://schemas.microsoft.com/office/powerpoint/2010/main" val="268588931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Answer</a:t>
            </a: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289552" y="2529299"/>
            <a:ext cx="22283680" cy="109260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algn="l" defTabSz="914400" eaLnBrk="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3200" u="sng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Diketahui</a:t>
            </a:r>
            <a:r>
              <a:rPr lang="en-US" altLang="en-US" sz="32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: </a:t>
            </a:r>
          </a:p>
          <a:p>
            <a:pPr marL="1079500" lvl="0" indent="-457200" algn="l" defTabSz="914400" eaLnBrk="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2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Siklus </a:t>
            </a:r>
            <a:r>
              <a:rPr lang="en-US" alt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instruksi normal terdiri dari </a:t>
            </a:r>
            <a:r>
              <a:rPr lang="en-US" altLang="en-US" sz="32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fetch → decode → execute</a:t>
            </a:r>
            <a:r>
              <a:rPr lang="en-US" alt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.</a:t>
            </a:r>
          </a:p>
          <a:p>
            <a:pPr marL="1079500" lvl="0" indent="-457200" algn="l" defTabSz="914400" eaLnBrk="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Ketika terjadi </a:t>
            </a:r>
            <a:r>
              <a:rPr lang="en-US" altLang="en-US" sz="32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page fault</a:t>
            </a:r>
            <a:r>
              <a:rPr lang="en-US" alt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, CPU tidak bisa melanjutkan eksekusi karena data yang diminta tidak ada di memori utama.</a:t>
            </a:r>
          </a:p>
          <a:p>
            <a:pPr marL="1079500" lvl="0" indent="-457200" algn="l" defTabSz="914400" eaLnBrk="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Terjadi </a:t>
            </a:r>
            <a:r>
              <a:rPr lang="en-US" altLang="en-US" sz="32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interrupt</a:t>
            </a:r>
            <a:r>
              <a:rPr lang="en-US" alt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: CPU menghentikan sementara proses, kemudian sistem operasi mengambil alih.</a:t>
            </a:r>
          </a:p>
          <a:p>
            <a:pPr marL="514350" lvl="0" indent="-514350" algn="l" defTabSz="914400" eaLnBrk="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 startAt="2"/>
            </a:pPr>
            <a:r>
              <a:rPr lang="en-US" alt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OS melakukan langkah berikut:</a:t>
            </a:r>
          </a:p>
          <a:p>
            <a:pPr marL="1079500" lvl="0" indent="-457200" algn="l" defTabSz="914400" eaLnBrk="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Menyimpan status proses (context saving).</a:t>
            </a:r>
          </a:p>
          <a:p>
            <a:pPr marL="1079500" lvl="0" indent="-457200" algn="l" defTabSz="914400" eaLnBrk="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Memuat data yang hilang dari secondary storage </a:t>
            </a:r>
            <a:r>
              <a:rPr lang="en-US" altLang="en-US" sz="32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ke </a:t>
            </a:r>
            <a:r>
              <a:rPr lang="en-US" alt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RAM.</a:t>
            </a:r>
          </a:p>
          <a:p>
            <a:pPr marL="1079500" lvl="0" indent="-457200" algn="l" defTabSz="914400" eaLnBrk="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Memperbarui tabel </a:t>
            </a:r>
            <a:r>
              <a:rPr lang="en-US" altLang="en-US" sz="32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memori.</a:t>
            </a:r>
            <a:endParaRPr lang="en-US" altLang="en-US" sz="320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  <a:p>
            <a:pPr marL="1079500" lvl="0" indent="-457200" algn="l" defTabSz="914400" eaLnBrk="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Mengembalikan kontrol ke CPU agar instruksi </a:t>
            </a:r>
            <a:r>
              <a:rPr lang="en-US" altLang="en-US" sz="32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dilanjutkan</a:t>
            </a:r>
            <a:r>
              <a:rPr lang="en-US" alt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.</a:t>
            </a:r>
          </a:p>
          <a:p>
            <a:pPr marL="514350" lvl="0" indent="-514350" algn="l" defTabSz="914400" eaLnBrk="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 startAt="3"/>
            </a:pPr>
            <a:r>
              <a:rPr lang="en-US" alt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Dengan demikian, peran OS adalah sebagai </a:t>
            </a:r>
            <a:r>
              <a:rPr lang="en-US" altLang="en-US" sz="32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manajer memori dan pengendali interrupt</a:t>
            </a:r>
            <a:r>
              <a:rPr lang="en-US" alt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agar eksekusi program bisa berlanjut tanpa kehilangan data.</a:t>
            </a:r>
          </a:p>
        </p:txBody>
      </p:sp>
    </p:spTree>
    <p:extLst>
      <p:ext uri="{BB962C8B-B14F-4D97-AF65-F5344CB8AC3E}">
        <p14:creationId xmlns:p14="http://schemas.microsoft.com/office/powerpoint/2010/main" val="1880438062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References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B98FC85-AB76-CFC5-D4ED-B50A93C39C06}"/>
              </a:ext>
            </a:extLst>
          </p:cNvPr>
          <p:cNvSpPr txBox="1">
            <a:spLocks/>
          </p:cNvSpPr>
          <p:nvPr/>
        </p:nvSpPr>
        <p:spPr>
          <a:xfrm>
            <a:off x="2720937" y="3989490"/>
            <a:ext cx="17556480" cy="97865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Stallings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W. (201</a:t>
            </a: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 </a:t>
            </a:r>
            <a:r>
              <a:rPr kumimoji="0" lang="id-ID" sz="36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Operating Systems: Internals and Design Principles</a:t>
            </a: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8</a:t>
            </a:r>
            <a:r>
              <a:rPr kumimoji="0" lang="id-ID" sz="3600" b="0" i="0" u="none" strike="noStrike" kern="1200" cap="none" spc="0" normalizeH="0" baseline="30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th. </a:t>
            </a:r>
            <a:br>
              <a:rPr kumimoji="0" lang="id-ID" sz="3600" b="0" i="0" u="none" strike="noStrike" kern="1200" cap="none" spc="0" normalizeH="0" baseline="30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ISBN: </a:t>
            </a: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978-0-13-380591-8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Abraham Silberschatz, Peter B. Galvin, Greg Gagne (201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</a:t>
            </a: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 Operating System Concepts 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</a:t>
            </a: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 ed.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ISBN: 978-1-119-32091-3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A. Tanenbaum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H. Bos </a:t>
            </a: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(20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15</a:t>
            </a: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), Modern Operating System, 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4th</a:t>
            </a:r>
            <a:endParaRPr kumimoji="0" lang="id-ID" sz="3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ISBN: 978-0-13-359162-0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	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id-ID" sz="3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264977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BINUS Learning Object Slide Template 2023  -  Read-Only" id="{0B9ADDDE-C7FD-42D8-83B7-6621693F3C5D}" vid="{472DF894-1FEC-4319-A5F3-1F8BDBEC1F3D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890</TotalTime>
  <Words>1980</Words>
  <Application>Microsoft Office PowerPoint</Application>
  <PresentationFormat>Custom</PresentationFormat>
  <Paragraphs>196</Paragraphs>
  <Slides>38</Slides>
  <Notes>6</Notes>
  <HiddenSlides>2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50" baseType="lpstr">
      <vt:lpstr>Aptos</vt:lpstr>
      <vt:lpstr>Open Sans Semibold</vt:lpstr>
      <vt:lpstr>Open Sans</vt:lpstr>
      <vt:lpstr>Open Sans Light</vt:lpstr>
      <vt:lpstr>Wingdings</vt:lpstr>
      <vt:lpstr>Helvetica Neue</vt:lpstr>
      <vt:lpstr>Calibri</vt:lpstr>
      <vt:lpstr>Arial</vt:lpstr>
      <vt:lpstr>OCRB</vt:lpstr>
      <vt:lpstr>Open Sans ExtraBold</vt:lpstr>
      <vt:lpstr>Helvetica Neue Medium</vt:lpstr>
      <vt:lpstr>21_BasicWhite</vt:lpstr>
      <vt:lpstr>Computer and Operating Systems Overview</vt:lpstr>
      <vt:lpstr>PowerPoint Presentation</vt:lpstr>
      <vt:lpstr>Acknowledgement </vt:lpstr>
      <vt:lpstr>Learning Objectives </vt:lpstr>
      <vt:lpstr>Operating System</vt:lpstr>
      <vt:lpstr>Operating System</vt:lpstr>
      <vt:lpstr>Operating System</vt:lpstr>
      <vt:lpstr>Operating System</vt:lpstr>
      <vt:lpstr>Evolution of operating Systems</vt:lpstr>
      <vt:lpstr>Evolution of operating Systems</vt:lpstr>
      <vt:lpstr>operating System</vt:lpstr>
      <vt:lpstr>operating System Structure</vt:lpstr>
      <vt:lpstr>operating System as Resources Manager</vt:lpstr>
      <vt:lpstr>Types of operating systems</vt:lpstr>
      <vt:lpstr>Main Structural Elements in a Computer System</vt:lpstr>
      <vt:lpstr>Processor</vt:lpstr>
      <vt:lpstr>I/O Modules</vt:lpstr>
      <vt:lpstr>Main Memory</vt:lpstr>
      <vt:lpstr>Main Memory</vt:lpstr>
      <vt:lpstr>Secondary Memory</vt:lpstr>
      <vt:lpstr>System bus</vt:lpstr>
      <vt:lpstr>System bus</vt:lpstr>
      <vt:lpstr>System bus</vt:lpstr>
      <vt:lpstr>Top-Level View of Computer COmponents</vt:lpstr>
      <vt:lpstr>Instruction Execution</vt:lpstr>
      <vt:lpstr>Instruction Execution</vt:lpstr>
      <vt:lpstr>Instruction Execution</vt:lpstr>
      <vt:lpstr>Interrupts</vt:lpstr>
      <vt:lpstr>Classes of Interrupts</vt:lpstr>
      <vt:lpstr>Instruction Cycle with Interrupts</vt:lpstr>
      <vt:lpstr>Multiple Interrupts</vt:lpstr>
      <vt:lpstr>WINDOWS architecture</vt:lpstr>
      <vt:lpstr>Traditional Unix</vt:lpstr>
      <vt:lpstr>Modern Unix</vt:lpstr>
      <vt:lpstr>AndRoid</vt:lpstr>
      <vt:lpstr>Exercise</vt:lpstr>
      <vt:lpstr>Answer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Fachri Riyanto</dc:creator>
  <cp:lastModifiedBy>Muhammad Ihsan Arief Nurhakim</cp:lastModifiedBy>
  <cp:revision>29</cp:revision>
  <dcterms:created xsi:type="dcterms:W3CDTF">2023-03-03T09:44:40Z</dcterms:created>
  <dcterms:modified xsi:type="dcterms:W3CDTF">2026-09-11T16:43:36Z</dcterms:modified>
</cp:coreProperties>
</file>