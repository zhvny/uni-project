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15"/>
  </p:notesMasterIdLst>
  <p:sldIdLst>
    <p:sldId id="256" r:id="rId6"/>
    <p:sldId id="300" r:id="rId7"/>
    <p:sldId id="263" r:id="rId8"/>
    <p:sldId id="257" r:id="rId9"/>
    <p:sldId id="272" r:id="rId10"/>
    <p:sldId id="269" r:id="rId11"/>
    <p:sldId id="301" r:id="rId12"/>
    <p:sldId id="270" r:id="rId13"/>
    <p:sldId id="283" r:id="rId14"/>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300"/>
            <p14:sldId id="263"/>
            <p14:sldId id="257"/>
            <p14:sldId id="272"/>
            <p14:sldId id="269"/>
            <p14:sldId id="301"/>
            <p14:sldId id="270"/>
          </p14:sldIdLst>
        </p14:section>
        <p14:section name="REFERENCES" id="{11ED6803-A38C-4226-8496-86D05012E7E0}">
          <p14:sldIdLst>
            <p14:sldId id="283"/>
          </p14:sldIdLst>
        </p14:section>
      </p14:sectionLst>
    </p:ext>
    <p:ext uri="{EFAFB233-063F-42B5-8137-9DF3F51BA10A}">
      <p15:sldGuideLst xmlns:p15="http://schemas.microsoft.com/office/powerpoint/2012/main">
        <p15:guide id="1" orient="horz" pos="2382" userDrawn="1">
          <p15:clr>
            <a:srgbClr val="A4A3A4"/>
          </p15:clr>
        </p15:guide>
        <p15:guide id="2" pos="33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06ABD-9294-408D-9654-1E18CD648961}" v="125" dt="2022-09-05T17:36:29.0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70"/>
    <p:restoredTop sz="75641" autoAdjust="0"/>
  </p:normalViewPr>
  <p:slideViewPr>
    <p:cSldViewPr snapToGrid="0" snapToObjects="1">
      <p:cViewPr varScale="1">
        <p:scale>
          <a:sx n="40" d="100"/>
          <a:sy n="40" d="100"/>
        </p:scale>
        <p:origin x="2044" y="52"/>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ki Sadekh" userId="b15e8503-bfd0-4da6-add0-4a5f50c7c7cc" providerId="ADAL" clId="{7A406ABD-9294-408D-9654-1E18CD648961}"/>
    <pc:docChg chg="undo custSel modSld modMainMaster modNotesMaster">
      <pc:chgData name="Melki Sadekh" userId="b15e8503-bfd0-4da6-add0-4a5f50c7c7cc" providerId="ADAL" clId="{7A406ABD-9294-408D-9654-1E18CD648961}" dt="2022-09-05T17:36:41.950" v="512" actId="242"/>
      <pc:docMkLst>
        <pc:docMk/>
      </pc:docMkLst>
      <pc:sldChg chg="addSp delSp modSp mod chgLayout">
        <pc:chgData name="Melki Sadekh" userId="b15e8503-bfd0-4da6-add0-4a5f50c7c7cc" providerId="ADAL" clId="{7A406ABD-9294-408D-9654-1E18CD648961}" dt="2022-09-05T17:34:16.911" v="503" actId="20577"/>
        <pc:sldMkLst>
          <pc:docMk/>
          <pc:sldMk cId="0" sldId="256"/>
        </pc:sldMkLst>
        <pc:spChg chg="add del mod ord">
          <ac:chgData name="Melki Sadekh" userId="b15e8503-bfd0-4da6-add0-4a5f50c7c7cc" providerId="ADAL" clId="{7A406ABD-9294-408D-9654-1E18CD648961}" dt="2022-09-05T17:18:07.416" v="163" actId="700"/>
          <ac:spMkLst>
            <pc:docMk/>
            <pc:sldMk cId="0" sldId="256"/>
            <ac:spMk id="2" creationId="{3C3955F9-70BA-B310-DE94-3479BEFC7AD4}"/>
          </ac:spMkLst>
        </pc:spChg>
        <pc:spChg chg="add del mod ord">
          <ac:chgData name="Melki Sadekh" userId="b15e8503-bfd0-4da6-add0-4a5f50c7c7cc" providerId="ADAL" clId="{7A406ABD-9294-408D-9654-1E18CD648961}" dt="2022-09-05T17:24:16.223" v="228" actId="700"/>
          <ac:spMkLst>
            <pc:docMk/>
            <pc:sldMk cId="0" sldId="256"/>
            <ac:spMk id="3" creationId="{7FA8C5E2-58EF-6780-CA47-2E061788505B}"/>
          </ac:spMkLst>
        </pc:spChg>
        <pc:spChg chg="add del mod ord">
          <ac:chgData name="Melki Sadekh" userId="b15e8503-bfd0-4da6-add0-4a5f50c7c7cc" providerId="ADAL" clId="{7A406ABD-9294-408D-9654-1E18CD648961}" dt="2022-09-05T17:24:16.223" v="228" actId="700"/>
          <ac:spMkLst>
            <pc:docMk/>
            <pc:sldMk cId="0" sldId="256"/>
            <ac:spMk id="4" creationId="{C186A370-C71E-651E-ED93-2E0AE1D303DC}"/>
          </ac:spMkLst>
        </pc:spChg>
        <pc:spChg chg="add del mod ord">
          <ac:chgData name="Melki Sadekh" userId="b15e8503-bfd0-4da6-add0-4a5f50c7c7cc" providerId="ADAL" clId="{7A406ABD-9294-408D-9654-1E18CD648961}" dt="2022-09-05T17:24:16.223" v="228" actId="700"/>
          <ac:spMkLst>
            <pc:docMk/>
            <pc:sldMk cId="0" sldId="256"/>
            <ac:spMk id="5" creationId="{723AB480-49D7-23F5-75B4-8CA002A71305}"/>
          </ac:spMkLst>
        </pc:spChg>
        <pc:spChg chg="add mod ord">
          <ac:chgData name="Melki Sadekh" userId="b15e8503-bfd0-4da6-add0-4a5f50c7c7cc" providerId="ADAL" clId="{7A406ABD-9294-408D-9654-1E18CD648961}" dt="2022-09-05T17:34:16.911" v="503" actId="20577"/>
          <ac:spMkLst>
            <pc:docMk/>
            <pc:sldMk cId="0" sldId="256"/>
            <ac:spMk id="6" creationId="{0A06AC66-8F8F-AE18-BEF4-9B3C75D6072A}"/>
          </ac:spMkLst>
        </pc:spChg>
        <pc:spChg chg="add mod ord">
          <ac:chgData name="Melki Sadekh" userId="b15e8503-bfd0-4da6-add0-4a5f50c7c7cc" providerId="ADAL" clId="{7A406ABD-9294-408D-9654-1E18CD648961}" dt="2022-09-05T17:30:53.503" v="437" actId="20577"/>
          <ac:spMkLst>
            <pc:docMk/>
            <pc:sldMk cId="0" sldId="256"/>
            <ac:spMk id="7" creationId="{0B6EC62A-27C2-091D-EB52-B027A4D21F65}"/>
          </ac:spMkLst>
        </pc:spChg>
        <pc:spChg chg="add del mod ord">
          <ac:chgData name="Melki Sadekh" userId="b15e8503-bfd0-4da6-add0-4a5f50c7c7cc" providerId="ADAL" clId="{7A406ABD-9294-408D-9654-1E18CD648961}" dt="2022-09-05T17:28:37.556" v="350" actId="700"/>
          <ac:spMkLst>
            <pc:docMk/>
            <pc:sldMk cId="0" sldId="256"/>
            <ac:spMk id="8" creationId="{69B7264D-82D5-CDB0-1942-D007A8D9C934}"/>
          </ac:spMkLst>
        </pc:spChg>
        <pc:spChg chg="add mod ord">
          <ac:chgData name="Melki Sadekh" userId="b15e8503-bfd0-4da6-add0-4a5f50c7c7cc" providerId="ADAL" clId="{7A406ABD-9294-408D-9654-1E18CD648961}" dt="2022-09-05T17:31:12.791" v="448" actId="1076"/>
          <ac:spMkLst>
            <pc:docMk/>
            <pc:sldMk cId="0" sldId="256"/>
            <ac:spMk id="9" creationId="{005996A7-AF79-38BF-09FD-195669101DF2}"/>
          </ac:spMkLst>
        </pc:spChg>
        <pc:spChg chg="add mod ord">
          <ac:chgData name="Melki Sadekh" userId="b15e8503-bfd0-4da6-add0-4a5f50c7c7cc" providerId="ADAL" clId="{7A406ABD-9294-408D-9654-1E18CD648961}" dt="2022-09-05T17:30:43.061" v="418" actId="20577"/>
          <ac:spMkLst>
            <pc:docMk/>
            <pc:sldMk cId="0" sldId="256"/>
            <ac:spMk id="10" creationId="{31EC31AE-8EDA-FF91-CB1A-43328D9DED3C}"/>
          </ac:spMkLst>
        </pc:spChg>
        <pc:spChg chg="del mod">
          <ac:chgData name="Melki Sadekh" userId="b15e8503-bfd0-4da6-add0-4a5f50c7c7cc" providerId="ADAL" clId="{7A406ABD-9294-408D-9654-1E18CD648961}" dt="2022-09-05T17:01:15.663" v="61" actId="478"/>
          <ac:spMkLst>
            <pc:docMk/>
            <pc:sldMk cId="0" sldId="256"/>
            <ac:spMk id="17" creationId="{CE9AF79D-845E-461B-ADC4-7B9B51F04481}"/>
          </ac:spMkLst>
        </pc:spChg>
        <pc:spChg chg="del mod">
          <ac:chgData name="Melki Sadekh" userId="b15e8503-bfd0-4da6-add0-4a5f50c7c7cc" providerId="ADAL" clId="{7A406ABD-9294-408D-9654-1E18CD648961}" dt="2022-09-05T17:04:27.291" v="79" actId="478"/>
          <ac:spMkLst>
            <pc:docMk/>
            <pc:sldMk cId="0" sldId="256"/>
            <ac:spMk id="18" creationId="{32DB365E-C0A0-4B3F-B6B1-8D39827C09A3}"/>
          </ac:spMkLst>
        </pc:spChg>
      </pc:sldChg>
      <pc:sldChg chg="modSp">
        <pc:chgData name="Melki Sadekh" userId="b15e8503-bfd0-4da6-add0-4a5f50c7c7cc" providerId="ADAL" clId="{7A406ABD-9294-408D-9654-1E18CD648961}" dt="2022-09-05T16:52:17.125" v="11"/>
        <pc:sldMkLst>
          <pc:docMk/>
          <pc:sldMk cId="2516975436" sldId="259"/>
        </pc:sldMkLst>
        <pc:spChg chg="mod">
          <ac:chgData name="Melki Sadekh" userId="b15e8503-bfd0-4da6-add0-4a5f50c7c7cc" providerId="ADAL" clId="{7A406ABD-9294-408D-9654-1E18CD648961}" dt="2022-09-05T16:52:17.125" v="11"/>
          <ac:spMkLst>
            <pc:docMk/>
            <pc:sldMk cId="2516975436" sldId="259"/>
            <ac:spMk id="2" creationId="{00000000-0000-0000-0000-000000000000}"/>
          </ac:spMkLst>
        </pc:spChg>
        <pc:spChg chg="mod">
          <ac:chgData name="Melki Sadekh" userId="b15e8503-bfd0-4da6-add0-4a5f50c7c7cc" providerId="ADAL" clId="{7A406ABD-9294-408D-9654-1E18CD648961}" dt="2022-09-05T16:52:17.125" v="11"/>
          <ac:spMkLst>
            <pc:docMk/>
            <pc:sldMk cId="2516975436" sldId="259"/>
            <ac:spMk id="3" creationId="{00000000-0000-0000-0000-000000000000}"/>
          </ac:spMkLst>
        </pc:spChg>
        <pc:spChg chg="mod">
          <ac:chgData name="Melki Sadekh" userId="b15e8503-bfd0-4da6-add0-4a5f50c7c7cc" providerId="ADAL" clId="{7A406ABD-9294-408D-9654-1E18CD648961}" dt="2022-09-05T16:52:17.125" v="11"/>
          <ac:spMkLst>
            <pc:docMk/>
            <pc:sldMk cId="2516975436" sldId="259"/>
            <ac:spMk id="5" creationId="{00000000-0000-0000-0000-000000000000}"/>
          </ac:spMkLst>
        </pc:spChg>
      </pc:sldChg>
      <pc:sldChg chg="modSp mod">
        <pc:chgData name="Melki Sadekh" userId="b15e8503-bfd0-4da6-add0-4a5f50c7c7cc" providerId="ADAL" clId="{7A406ABD-9294-408D-9654-1E18CD648961}" dt="2022-09-05T17:08:05.999" v="113" actId="12788"/>
        <pc:sldMkLst>
          <pc:docMk/>
          <pc:sldMk cId="3205675800" sldId="271"/>
        </pc:sldMkLst>
        <pc:spChg chg="mod">
          <ac:chgData name="Melki Sadekh" userId="b15e8503-bfd0-4da6-add0-4a5f50c7c7cc" providerId="ADAL" clId="{7A406ABD-9294-408D-9654-1E18CD648961}" dt="2022-09-05T17:08:01.702" v="112" actId="12788"/>
          <ac:spMkLst>
            <pc:docMk/>
            <pc:sldMk cId="3205675800" sldId="271"/>
            <ac:spMk id="2" creationId="{00000000-0000-0000-0000-000000000000}"/>
          </ac:spMkLst>
        </pc:spChg>
        <pc:spChg chg="mod">
          <ac:chgData name="Melki Sadekh" userId="b15e8503-bfd0-4da6-add0-4a5f50c7c7cc" providerId="ADAL" clId="{7A406ABD-9294-408D-9654-1E18CD648961}" dt="2022-09-05T17:08:05.999" v="113" actId="12788"/>
          <ac:spMkLst>
            <pc:docMk/>
            <pc:sldMk cId="3205675800" sldId="271"/>
            <ac:spMk id="5" creationId="{00000000-0000-0000-0000-000000000000}"/>
          </ac:spMkLst>
        </pc:spChg>
      </pc:sldChg>
      <pc:sldMasterChg chg="modSp modSldLayout">
        <pc:chgData name="Melki Sadekh" userId="b15e8503-bfd0-4da6-add0-4a5f50c7c7cc" providerId="ADAL" clId="{7A406ABD-9294-408D-9654-1E18CD648961}" dt="2022-09-05T17:36:41.950" v="512" actId="242"/>
        <pc:sldMasterMkLst>
          <pc:docMk/>
          <pc:sldMasterMk cId="0" sldId="2147483648"/>
        </pc:sldMasterMkLst>
        <pc:spChg chg="mod">
          <ac:chgData name="Melki Sadekh" userId="b15e8503-bfd0-4da6-add0-4a5f50c7c7cc" providerId="ADAL" clId="{7A406ABD-9294-408D-9654-1E18CD648961}" dt="2022-09-05T16:52:17.125" v="11"/>
          <ac:spMkLst>
            <pc:docMk/>
            <pc:sldMasterMk cId="0" sldId="2147483648"/>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5"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7" creationId="{00000000-0000-0000-0000-000000000000}"/>
          </ac:spMkLst>
        </pc:spChg>
        <pc:picChg chg="mod">
          <ac:chgData name="Melki Sadekh" userId="b15e8503-bfd0-4da6-add0-4a5f50c7c7cc" providerId="ADAL" clId="{7A406ABD-9294-408D-9654-1E18CD648961}" dt="2022-09-05T16:52:17.125" v="11"/>
          <ac:picMkLst>
            <pc:docMk/>
            <pc:sldMasterMk cId="0" sldId="2147483648"/>
            <ac:picMk id="7" creationId="{00000000-0000-0000-0000-000000000000}"/>
          </ac:picMkLst>
        </pc:picChg>
        <pc:sldLayoutChg chg="addSp delSp modSp mod">
          <pc:chgData name="Melki Sadekh" userId="b15e8503-bfd0-4da6-add0-4a5f50c7c7cc" providerId="ADAL" clId="{7A406ABD-9294-408D-9654-1E18CD648961}" dt="2022-09-05T17:36:41.950" v="512" actId="242"/>
          <pc:sldLayoutMkLst>
            <pc:docMk/>
            <pc:sldMasterMk cId="0" sldId="2147483648"/>
            <pc:sldLayoutMk cId="0" sldId="2147483649"/>
          </pc:sldLayoutMkLst>
          <pc:spChg chg="add del mod">
            <ac:chgData name="Melki Sadekh" userId="b15e8503-bfd0-4da6-add0-4a5f50c7c7cc" providerId="ADAL" clId="{7A406ABD-9294-408D-9654-1E18CD648961}" dt="2022-09-05T16:57:34.307" v="15" actId="478"/>
            <ac:spMkLst>
              <pc:docMk/>
              <pc:sldMasterMk cId="0" sldId="2147483648"/>
              <pc:sldLayoutMk cId="0" sldId="2147483649"/>
              <ac:spMk id="2" creationId="{CD3B7000-5397-A28D-5FE7-07A2D1A50386}"/>
            </ac:spMkLst>
          </pc:spChg>
          <pc:spChg chg="add del">
            <ac:chgData name="Melki Sadekh" userId="b15e8503-bfd0-4da6-add0-4a5f50c7c7cc" providerId="ADAL" clId="{7A406ABD-9294-408D-9654-1E18CD648961}" dt="2022-09-05T16:58:38.928" v="19" actId="11529"/>
            <ac:spMkLst>
              <pc:docMk/>
              <pc:sldMasterMk cId="0" sldId="2147483648"/>
              <pc:sldLayoutMk cId="0" sldId="2147483649"/>
              <ac:spMk id="3" creationId="{FD75122C-7B91-D349-884F-EBD758C4BC3F}"/>
            </ac:spMkLst>
          </pc:spChg>
          <pc:spChg chg="add del mod">
            <ac:chgData name="Melki Sadekh" userId="b15e8503-bfd0-4da6-add0-4a5f50c7c7cc" providerId="ADAL" clId="{7A406ABD-9294-408D-9654-1E18CD648961}" dt="2022-09-05T16:58:38.928" v="19" actId="11529"/>
            <ac:spMkLst>
              <pc:docMk/>
              <pc:sldMasterMk cId="0" sldId="2147483648"/>
              <pc:sldLayoutMk cId="0" sldId="2147483649"/>
              <ac:spMk id="4" creationId="{F97D6384-5BD7-023B-0B85-A333438E8B82}"/>
            </ac:spMkLst>
          </pc:spChg>
          <pc:spChg chg="add del">
            <ac:chgData name="Melki Sadekh" userId="b15e8503-bfd0-4da6-add0-4a5f50c7c7cc" providerId="ADAL" clId="{7A406ABD-9294-408D-9654-1E18CD648961}" dt="2022-09-05T16:58:38.258" v="18" actId="11529"/>
            <ac:spMkLst>
              <pc:docMk/>
              <pc:sldMasterMk cId="0" sldId="2147483648"/>
              <pc:sldLayoutMk cId="0" sldId="2147483649"/>
              <ac:spMk id="5" creationId="{976AE189-93B7-0C81-340D-2700AA0269C9}"/>
            </ac:spMkLst>
          </pc:spChg>
          <pc:spChg chg="add del mod">
            <ac:chgData name="Melki Sadekh" userId="b15e8503-bfd0-4da6-add0-4a5f50c7c7cc" providerId="ADAL" clId="{7A406ABD-9294-408D-9654-1E18CD648961}" dt="2022-09-05T16:58:38.258" v="18" actId="11529"/>
            <ac:spMkLst>
              <pc:docMk/>
              <pc:sldMasterMk cId="0" sldId="2147483648"/>
              <pc:sldLayoutMk cId="0" sldId="2147483649"/>
              <ac:spMk id="6" creationId="{A9E4038A-3EBB-D7F8-2B31-3D62C7566B98}"/>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8" creationId="{0D8F372F-1EE1-458C-4248-6F4255BE2F94}"/>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9" creationId="{6E4C8F5B-1627-51DA-EB6B-F77C4594A75F}"/>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10" creationId="{86AF7980-0673-45F0-F535-194125650B0A}"/>
            </ac:spMkLst>
          </pc:spChg>
          <pc:spChg chg="add mod">
            <ac:chgData name="Melki Sadekh" userId="b15e8503-bfd0-4da6-add0-4a5f50c7c7cc" providerId="ADAL" clId="{7A406ABD-9294-408D-9654-1E18CD648961}" dt="2022-09-05T17:36:17.989" v="508" actId="404"/>
            <ac:spMkLst>
              <pc:docMk/>
              <pc:sldMasterMk cId="0" sldId="2147483648"/>
              <pc:sldLayoutMk cId="0" sldId="2147483649"/>
              <ac:spMk id="13" creationId="{FD933DC8-5F40-4DE1-1800-4555D43F04F4}"/>
            </ac:spMkLst>
          </pc:spChg>
          <pc:spChg chg="add del mod">
            <ac:chgData name="Melki Sadekh" userId="b15e8503-bfd0-4da6-add0-4a5f50c7c7cc" providerId="ADAL" clId="{7A406ABD-9294-408D-9654-1E18CD648961}" dt="2022-09-05T17:14:13.190" v="124" actId="478"/>
            <ac:spMkLst>
              <pc:docMk/>
              <pc:sldMasterMk cId="0" sldId="2147483648"/>
              <pc:sldLayoutMk cId="0" sldId="2147483649"/>
              <ac:spMk id="16" creationId="{DD5C0D8D-1877-C891-2896-9219D19CFFC6}"/>
            </ac:spMkLst>
          </pc:spChg>
          <pc:spChg chg="add del mod">
            <ac:chgData name="Melki Sadekh" userId="b15e8503-bfd0-4da6-add0-4a5f50c7c7cc" providerId="ADAL" clId="{7A406ABD-9294-408D-9654-1E18CD648961}" dt="2022-09-05T17:15:29.145" v="131" actId="478"/>
            <ac:spMkLst>
              <pc:docMk/>
              <pc:sldMasterMk cId="0" sldId="2147483648"/>
              <pc:sldLayoutMk cId="0" sldId="2147483649"/>
              <ac:spMk id="17" creationId="{1530A19B-7E4A-7831-6CD7-2661BA4B5248}"/>
            </ac:spMkLst>
          </pc:spChg>
          <pc:spChg chg="add del">
            <ac:chgData name="Melki Sadekh" userId="b15e8503-bfd0-4da6-add0-4a5f50c7c7cc" providerId="ADAL" clId="{7A406ABD-9294-408D-9654-1E18CD648961}" dt="2022-09-05T17:13:46.599" v="114" actId="11529"/>
            <ac:spMkLst>
              <pc:docMk/>
              <pc:sldMasterMk cId="0" sldId="2147483648"/>
              <pc:sldLayoutMk cId="0" sldId="2147483649"/>
              <ac:spMk id="18" creationId="{35646AAE-5990-C8BC-7F65-177582E9DD0D}"/>
            </ac:spMkLst>
          </pc:spChg>
          <pc:spChg chg="add mod">
            <ac:chgData name="Melki Sadekh" userId="b15e8503-bfd0-4da6-add0-4a5f50c7c7cc" providerId="ADAL" clId="{7A406ABD-9294-408D-9654-1E18CD648961}" dt="2022-09-05T17:36:41.950" v="512" actId="242"/>
            <ac:spMkLst>
              <pc:docMk/>
              <pc:sldMasterMk cId="0" sldId="2147483648"/>
              <pc:sldLayoutMk cId="0" sldId="2147483649"/>
              <ac:spMk id="19" creationId="{07BD9D23-A348-F595-B710-95E853784A1D}"/>
            </ac:spMkLst>
          </pc:spChg>
          <pc:spChg chg="add del">
            <ac:chgData name="Melki Sadekh" userId="b15e8503-bfd0-4da6-add0-4a5f50c7c7cc" providerId="ADAL" clId="{7A406ABD-9294-408D-9654-1E18CD648961}" dt="2022-09-05T17:15:41.142" v="132" actId="11529"/>
            <ac:spMkLst>
              <pc:docMk/>
              <pc:sldMasterMk cId="0" sldId="2147483648"/>
              <pc:sldLayoutMk cId="0" sldId="2147483649"/>
              <ac:spMk id="20" creationId="{18CAEB49-DCC2-C826-8C7C-969A3E6F6E4A}"/>
            </ac:spMkLst>
          </pc:spChg>
          <pc:spChg chg="add del mod">
            <ac:chgData name="Melki Sadekh" userId="b15e8503-bfd0-4da6-add0-4a5f50c7c7cc" providerId="ADAL" clId="{7A406ABD-9294-408D-9654-1E18CD648961}" dt="2022-09-05T17:15:53.084" v="135" actId="478"/>
            <ac:spMkLst>
              <pc:docMk/>
              <pc:sldMasterMk cId="0" sldId="2147483648"/>
              <pc:sldLayoutMk cId="0" sldId="2147483649"/>
              <ac:spMk id="21" creationId="{DE7986EB-C68C-7160-6E5D-C702D390BA8D}"/>
            </ac:spMkLst>
          </pc:spChg>
          <pc:spChg chg="add del">
            <ac:chgData name="Melki Sadekh" userId="b15e8503-bfd0-4da6-add0-4a5f50c7c7cc" providerId="ADAL" clId="{7A406ABD-9294-408D-9654-1E18CD648961}" dt="2022-09-05T17:15:59.719" v="136" actId="11529"/>
            <ac:spMkLst>
              <pc:docMk/>
              <pc:sldMasterMk cId="0" sldId="2147483648"/>
              <pc:sldLayoutMk cId="0" sldId="2147483649"/>
              <ac:spMk id="22" creationId="{144339EC-F3C2-6A6E-EE74-06A2B3497D97}"/>
            </ac:spMkLst>
          </pc:spChg>
          <pc:spChg chg="add del mod">
            <ac:chgData name="Melki Sadekh" userId="b15e8503-bfd0-4da6-add0-4a5f50c7c7cc" providerId="ADAL" clId="{7A406ABD-9294-408D-9654-1E18CD648961}" dt="2022-09-05T17:19:23.461" v="166" actId="478"/>
            <ac:spMkLst>
              <pc:docMk/>
              <pc:sldMasterMk cId="0" sldId="2147483648"/>
              <pc:sldLayoutMk cId="0" sldId="2147483649"/>
              <ac:spMk id="23" creationId="{743FCAE2-0914-1426-6667-6053B7EA6EC9}"/>
            </ac:spMkLst>
          </pc:spChg>
          <pc:spChg chg="add mod">
            <ac:chgData name="Melki Sadekh" userId="b15e8503-bfd0-4da6-add0-4a5f50c7c7cc" providerId="ADAL" clId="{7A406ABD-9294-408D-9654-1E18CD648961}" dt="2022-09-05T17:35:18.142" v="507" actId="14100"/>
            <ac:spMkLst>
              <pc:docMk/>
              <pc:sldMasterMk cId="0" sldId="2147483648"/>
              <pc:sldLayoutMk cId="0" sldId="2147483649"/>
              <ac:spMk id="24" creationId="{AF6EC7A6-1644-1988-E351-DCDA588E6A1F}"/>
            </ac:spMkLst>
          </pc:spChg>
          <pc:spChg chg="add mod">
            <ac:chgData name="Melki Sadekh" userId="b15e8503-bfd0-4da6-add0-4a5f50c7c7cc" providerId="ADAL" clId="{7A406ABD-9294-408D-9654-1E18CD648961}" dt="2022-09-05T17:36:38.722" v="511" actId="242"/>
            <ac:spMkLst>
              <pc:docMk/>
              <pc:sldMasterMk cId="0" sldId="2147483648"/>
              <pc:sldLayoutMk cId="0" sldId="2147483649"/>
              <ac:spMk id="25" creationId="{521841C5-28C7-B1B8-56E4-4193C600942A}"/>
            </ac:spMkLst>
          </pc:spChg>
          <pc:picChg chg="mod">
            <ac:chgData name="Melki Sadekh" userId="b15e8503-bfd0-4da6-add0-4a5f50c7c7cc" providerId="ADAL" clId="{7A406ABD-9294-408D-9654-1E18CD648961}" dt="2022-09-05T17:19:52.385" v="174" actId="34135"/>
            <ac:picMkLst>
              <pc:docMk/>
              <pc:sldMasterMk cId="0" sldId="2147483648"/>
              <pc:sldLayoutMk cId="0" sldId="2147483649"/>
              <ac:picMk id="7" creationId="{00000000-0000-0000-0000-000000000000}"/>
            </ac:picMkLst>
          </pc:picChg>
          <pc:picChg chg="del">
            <ac:chgData name="Melki Sadekh" userId="b15e8503-bfd0-4da6-add0-4a5f50c7c7cc" providerId="ADAL" clId="{7A406ABD-9294-408D-9654-1E18CD648961}" dt="2022-09-05T16:50:13.312" v="2" actId="478"/>
            <ac:picMkLst>
              <pc:docMk/>
              <pc:sldMasterMk cId="0" sldId="2147483648"/>
              <pc:sldLayoutMk cId="0" sldId="2147483649"/>
              <ac:picMk id="11" creationId="{0D00FE9A-5B56-CC4A-AE9A-C22895A4A65F}"/>
            </ac:picMkLst>
          </pc:picChg>
          <pc:picChg chg="del">
            <ac:chgData name="Melki Sadekh" userId="b15e8503-bfd0-4da6-add0-4a5f50c7c7cc" providerId="ADAL" clId="{7A406ABD-9294-408D-9654-1E18CD648961}" dt="2022-09-05T16:50:12.259" v="1" actId="478"/>
            <ac:picMkLst>
              <pc:docMk/>
              <pc:sldMasterMk cId="0" sldId="2147483648"/>
              <pc:sldLayoutMk cId="0" sldId="2147483649"/>
              <ac:picMk id="12" creationId="{9EA64FB5-AD3D-6B4E-9CDC-DAE578F5C07C}"/>
            </ac:picMkLst>
          </pc:picChg>
          <pc:picChg chg="add del">
            <ac:chgData name="Melki Sadekh" userId="b15e8503-bfd0-4da6-add0-4a5f50c7c7cc" providerId="ADAL" clId="{7A406ABD-9294-408D-9654-1E18CD648961}" dt="2022-09-05T17:03:03.153" v="65" actId="22"/>
            <ac:picMkLst>
              <pc:docMk/>
              <pc:sldMasterMk cId="0" sldId="2147483648"/>
              <pc:sldLayoutMk cId="0" sldId="2147483649"/>
              <ac:picMk id="15" creationId="{AEAD4078-E437-914A-3D5D-158FB4C1FFF2}"/>
            </ac:picMkLst>
          </pc:picChg>
        </pc:sldLayoutChg>
        <pc:sldLayoutChg chg="delSp modSp mod">
          <pc:chgData name="Melki Sadekh" userId="b15e8503-bfd0-4da6-add0-4a5f50c7c7cc" providerId="ADAL" clId="{7A406ABD-9294-408D-9654-1E18CD648961}" dt="2022-09-05T17:07:26.383" v="107" actId="478"/>
          <pc:sldLayoutMkLst>
            <pc:docMk/>
            <pc:sldMasterMk cId="0" sldId="2147483648"/>
            <pc:sldLayoutMk cId="0" sldId="2147483650"/>
          </pc:sldLayoutMkLst>
          <pc:spChg chg="mod">
            <ac:chgData name="Melki Sadekh" userId="b15e8503-bfd0-4da6-add0-4a5f50c7c7cc" providerId="ADAL" clId="{7A406ABD-9294-408D-9654-1E18CD648961}" dt="2022-09-05T16:52:17.125" v="11"/>
            <ac:spMkLst>
              <pc:docMk/>
              <pc:sldMasterMk cId="0" sldId="2147483648"/>
              <pc:sldLayoutMk cId="0" sldId="2147483650"/>
              <ac:spMk id="9"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0"/>
              <ac:spMk id="10"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0"/>
              <ac:picMk id="7" creationId="{00000000-0000-0000-0000-000000000000}"/>
            </ac:picMkLst>
          </pc:picChg>
          <pc:picChg chg="del mod">
            <ac:chgData name="Melki Sadekh" userId="b15e8503-bfd0-4da6-add0-4a5f50c7c7cc" providerId="ADAL" clId="{7A406ABD-9294-408D-9654-1E18CD648961}" dt="2022-09-05T17:07:26.383" v="107" actId="478"/>
            <ac:picMkLst>
              <pc:docMk/>
              <pc:sldMasterMk cId="0" sldId="2147483648"/>
              <pc:sldLayoutMk cId="0" sldId="2147483650"/>
              <ac:picMk id="11" creationId="{B629EBDB-E5DA-C246-981F-4C19F8FC4578}"/>
            </ac:picMkLst>
          </pc:picChg>
          <pc:picChg chg="del mod">
            <ac:chgData name="Melki Sadekh" userId="b15e8503-bfd0-4da6-add0-4a5f50c7c7cc" providerId="ADAL" clId="{7A406ABD-9294-408D-9654-1E18CD648961}" dt="2022-09-05T17:06:52.066" v="102" actId="478"/>
            <ac:picMkLst>
              <pc:docMk/>
              <pc:sldMasterMk cId="0" sldId="2147483648"/>
              <pc:sldLayoutMk cId="0" sldId="2147483650"/>
              <ac:picMk id="12" creationId="{5317F68B-01F1-E94A-99D3-3F09D8A936B7}"/>
            </ac:picMkLst>
          </pc:picChg>
        </pc:sldLayoutChg>
        <pc:sldLayoutChg chg="delSp modSp mod">
          <pc:chgData name="Melki Sadekh" userId="b15e8503-bfd0-4da6-add0-4a5f50c7c7cc" providerId="ADAL" clId="{7A406ABD-9294-408D-9654-1E18CD648961}" dt="2022-09-05T17:07:28.942" v="108" actId="478"/>
          <pc:sldLayoutMkLst>
            <pc:docMk/>
            <pc:sldMasterMk cId="0" sldId="2147483648"/>
            <pc:sldLayoutMk cId="0" sldId="2147483651"/>
          </pc:sldLayoutMkLst>
          <pc:spChg chg="mod">
            <ac:chgData name="Melki Sadekh" userId="b15e8503-bfd0-4da6-add0-4a5f50c7c7cc" providerId="ADAL" clId="{7A406ABD-9294-408D-9654-1E18CD648961}" dt="2022-09-05T16:52:17.125" v="11"/>
            <ac:spMkLst>
              <pc:docMk/>
              <pc:sldMasterMk cId="0" sldId="2147483648"/>
              <pc:sldLayoutMk cId="0" sldId="2147483651"/>
              <ac:spMk id="2"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1"/>
              <ac:spMk id="3" creationId="{00000000-0000-0000-0000-000000000000}"/>
            </ac:spMkLst>
          </pc:spChg>
          <pc:picChg chg="del mod">
            <ac:chgData name="Melki Sadekh" userId="b15e8503-bfd0-4da6-add0-4a5f50c7c7cc" providerId="ADAL" clId="{7A406ABD-9294-408D-9654-1E18CD648961}" dt="2022-09-05T17:07:28.942" v="108" actId="478"/>
            <ac:picMkLst>
              <pc:docMk/>
              <pc:sldMasterMk cId="0" sldId="2147483648"/>
              <pc:sldLayoutMk cId="0" sldId="2147483651"/>
              <ac:picMk id="7" creationId="{EB33BA03-3A39-B849-9650-5243CD565A8A}"/>
            </ac:picMkLst>
          </pc:picChg>
        </pc:sldLayoutChg>
        <pc:sldLayoutChg chg="delSp modSp mod">
          <pc:chgData name="Melki Sadekh" userId="b15e8503-bfd0-4da6-add0-4a5f50c7c7cc" providerId="ADAL" clId="{7A406ABD-9294-408D-9654-1E18CD648961}" dt="2022-09-05T17:07:30.839" v="109" actId="478"/>
          <pc:sldLayoutMkLst>
            <pc:docMk/>
            <pc:sldMasterMk cId="0" sldId="2147483648"/>
            <pc:sldLayoutMk cId="0" sldId="2147483652"/>
          </pc:sldLayoutMkLst>
          <pc:spChg chg="mod">
            <ac:chgData name="Melki Sadekh" userId="b15e8503-bfd0-4da6-add0-4a5f50c7c7cc" providerId="ADAL" clId="{7A406ABD-9294-408D-9654-1E18CD648961}" dt="2022-09-05T16:52:17.125" v="11"/>
            <ac:spMkLst>
              <pc:docMk/>
              <pc:sldMasterMk cId="0" sldId="2147483648"/>
              <pc:sldLayoutMk cId="0" sldId="2147483652"/>
              <ac:spMk id="3"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1"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2"/>
              <ac:picMk id="8" creationId="{00000000-0000-0000-0000-000000000000}"/>
            </ac:picMkLst>
          </pc:picChg>
          <pc:picChg chg="del mod">
            <ac:chgData name="Melki Sadekh" userId="b15e8503-bfd0-4da6-add0-4a5f50c7c7cc" providerId="ADAL" clId="{7A406ABD-9294-408D-9654-1E18CD648961}" dt="2022-09-05T17:07:30.839" v="109" actId="478"/>
            <ac:picMkLst>
              <pc:docMk/>
              <pc:sldMasterMk cId="0" sldId="2147483648"/>
              <pc:sldLayoutMk cId="0" sldId="2147483652"/>
              <ac:picMk id="12" creationId="{3DC9F73C-0878-E542-8513-409788190553}"/>
            </ac:picMkLst>
          </pc:picChg>
          <pc:picChg chg="del mod">
            <ac:chgData name="Melki Sadekh" userId="b15e8503-bfd0-4da6-add0-4a5f50c7c7cc" providerId="ADAL" clId="{7A406ABD-9294-408D-9654-1E18CD648961}" dt="2022-09-05T17:06:56.938" v="103" actId="478"/>
            <ac:picMkLst>
              <pc:docMk/>
              <pc:sldMasterMk cId="0" sldId="2147483648"/>
              <pc:sldLayoutMk cId="0" sldId="2147483652"/>
              <ac:picMk id="13" creationId="{E24EA1D8-E779-9B4C-A906-459512BC2D87}"/>
            </ac:picMkLst>
          </pc:picChg>
        </pc:sldLayoutChg>
        <pc:sldLayoutChg chg="delSp modSp mod">
          <pc:chgData name="Melki Sadekh" userId="b15e8503-bfd0-4da6-add0-4a5f50c7c7cc" providerId="ADAL" clId="{7A406ABD-9294-408D-9654-1E18CD648961}" dt="2022-09-05T17:07:32.784" v="110" actId="478"/>
          <pc:sldLayoutMkLst>
            <pc:docMk/>
            <pc:sldMasterMk cId="0" sldId="2147483648"/>
            <pc:sldLayoutMk cId="0" sldId="2147483653"/>
          </pc:sldLayoutMkLst>
          <pc:spChg chg="mod">
            <ac:chgData name="Melki Sadekh" userId="b15e8503-bfd0-4da6-add0-4a5f50c7c7cc" providerId="ADAL" clId="{7A406ABD-9294-408D-9654-1E18CD648961}" dt="2022-09-05T16:52:17.125" v="11"/>
            <ac:spMkLst>
              <pc:docMk/>
              <pc:sldMasterMk cId="0" sldId="2147483648"/>
              <pc:sldLayoutMk cId="0" sldId="2147483653"/>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3"/>
              <ac:spMk id="11" creationId="{00000000-0000-0000-0000-000000000000}"/>
            </ac:spMkLst>
          </pc:spChg>
          <pc:picChg chg="del mod">
            <ac:chgData name="Melki Sadekh" userId="b15e8503-bfd0-4da6-add0-4a5f50c7c7cc" providerId="ADAL" clId="{7A406ABD-9294-408D-9654-1E18CD648961}" dt="2022-09-05T17:06:59.897" v="105" actId="478"/>
            <ac:picMkLst>
              <pc:docMk/>
              <pc:sldMasterMk cId="0" sldId="2147483648"/>
              <pc:sldLayoutMk cId="0" sldId="2147483653"/>
              <ac:picMk id="12" creationId="{0859D3EC-5E23-3B41-9DA0-38316698BC36}"/>
            </ac:picMkLst>
          </pc:picChg>
          <pc:picChg chg="del mod">
            <ac:chgData name="Melki Sadekh" userId="b15e8503-bfd0-4da6-add0-4a5f50c7c7cc" providerId="ADAL" clId="{7A406ABD-9294-408D-9654-1E18CD648961}" dt="2022-09-05T17:07:32.784" v="110" actId="478"/>
            <ac:picMkLst>
              <pc:docMk/>
              <pc:sldMasterMk cId="0" sldId="2147483648"/>
              <pc:sldLayoutMk cId="0" sldId="2147483653"/>
              <ac:picMk id="13" creationId="{07D22DC1-2584-BA45-ADB4-CB64B76C9196}"/>
            </ac:picMkLst>
          </pc:picChg>
        </pc:sldLayoutChg>
        <pc:sldLayoutChg chg="delSp modSp mod">
          <pc:chgData name="Melki Sadekh" userId="b15e8503-bfd0-4da6-add0-4a5f50c7c7cc" providerId="ADAL" clId="{7A406ABD-9294-408D-9654-1E18CD648961}" dt="2022-09-05T17:07:34.904" v="111" actId="478"/>
          <pc:sldLayoutMkLst>
            <pc:docMk/>
            <pc:sldMasterMk cId="0" sldId="2147483648"/>
            <pc:sldLayoutMk cId="0" sldId="2147483654"/>
          </pc:sldLayoutMkLst>
          <pc:spChg chg="mod">
            <ac:chgData name="Melki Sadekh" userId="b15e8503-bfd0-4da6-add0-4a5f50c7c7cc" providerId="ADAL" clId="{7A406ABD-9294-408D-9654-1E18CD648961}" dt="2022-09-05T16:52:17.125" v="11"/>
            <ac:spMkLst>
              <pc:docMk/>
              <pc:sldMasterMk cId="0" sldId="2147483648"/>
              <pc:sldLayoutMk cId="0" sldId="2147483654"/>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4"/>
              <ac:spMk id="7" creationId="{00000000-0000-0000-0000-000000000000}"/>
            </ac:spMkLst>
          </pc:spChg>
          <pc:picChg chg="del mod">
            <ac:chgData name="Melki Sadekh" userId="b15e8503-bfd0-4da6-add0-4a5f50c7c7cc" providerId="ADAL" clId="{7A406ABD-9294-408D-9654-1E18CD648961}" dt="2022-09-05T17:07:34.904" v="111" actId="478"/>
            <ac:picMkLst>
              <pc:docMk/>
              <pc:sldMasterMk cId="0" sldId="2147483648"/>
              <pc:sldLayoutMk cId="0" sldId="2147483654"/>
              <ac:picMk id="8" creationId="{1A1711B1-0CB2-3642-B322-BB9057DC06A4}"/>
            </ac:picMkLst>
          </pc:picChg>
          <pc:picChg chg="del mod">
            <ac:chgData name="Melki Sadekh" userId="b15e8503-bfd0-4da6-add0-4a5f50c7c7cc" providerId="ADAL" clId="{7A406ABD-9294-408D-9654-1E18CD648961}" dt="2022-09-05T17:07:05.532" v="106" actId="478"/>
            <ac:picMkLst>
              <pc:docMk/>
              <pc:sldMasterMk cId="0" sldId="2147483648"/>
              <pc:sldLayoutMk cId="0" sldId="2147483654"/>
              <ac:picMk id="9" creationId="{EDE9ED95-923D-3548-823B-31E4248CF767}"/>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0" sldId="2147483655"/>
          </pc:sldLayoutMkLst>
          <pc:picChg chg="mod">
            <ac:chgData name="Melki Sadekh" userId="b15e8503-bfd0-4da6-add0-4a5f50c7c7cc" providerId="ADAL" clId="{7A406ABD-9294-408D-9654-1E18CD648961}" dt="2022-09-05T16:52:17.125" v="11"/>
            <ac:picMkLst>
              <pc:docMk/>
              <pc:sldMasterMk cId="0" sldId="2147483648"/>
              <pc:sldLayoutMk cId="0" sldId="2147483655"/>
              <ac:picMk id="5" creationId="{00000000-0000-0000-0000-000000000000}"/>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3329407852" sldId="2147483656"/>
          </pc:sldLayoutMkLst>
          <pc:spChg chg="mod">
            <ac:chgData name="Melki Sadekh" userId="b15e8503-bfd0-4da6-add0-4a5f50c7c7cc" providerId="ADAL" clId="{7A406ABD-9294-408D-9654-1E18CD648961}" dt="2022-09-05T16:52:17.125" v="11"/>
            <ac:spMkLst>
              <pc:docMk/>
              <pc:sldMasterMk cId="0" sldId="2147483648"/>
              <pc:sldLayoutMk cId="3329407852" sldId="2147483656"/>
              <ac:spMk id="6"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3329407852" sldId="2147483656"/>
              <ac:picMk id="5"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12/20/2022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4</a:t>
            </a:fld>
            <a:endParaRPr lang="en-US"/>
          </a:p>
        </p:txBody>
      </p:sp>
    </p:spTree>
    <p:extLst>
      <p:ext uri="{BB962C8B-B14F-4D97-AF65-F5344CB8AC3E}">
        <p14:creationId xmlns:p14="http://schemas.microsoft.com/office/powerpoint/2010/main" val="3272020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Crystal </a:t>
            </a:r>
            <a:r>
              <a:rPr lang="en-US" dirty="0" err="1"/>
              <a:t>Panek</a:t>
            </a:r>
            <a:r>
              <a:rPr lang="en-US" dirty="0"/>
              <a:t>, page 140-143</a:t>
            </a:r>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5</a:t>
            </a:fld>
            <a:endParaRPr lang="en-US"/>
          </a:p>
        </p:txBody>
      </p:sp>
    </p:spTree>
    <p:extLst>
      <p:ext uri="{BB962C8B-B14F-4D97-AF65-F5344CB8AC3E}">
        <p14:creationId xmlns:p14="http://schemas.microsoft.com/office/powerpoint/2010/main" val="3068732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9</a:t>
            </a:fld>
            <a:endParaRPr lang="en-US"/>
          </a:p>
        </p:txBody>
      </p:sp>
    </p:spTree>
    <p:extLst>
      <p:ext uri="{BB962C8B-B14F-4D97-AF65-F5344CB8AC3E}">
        <p14:creationId xmlns:p14="http://schemas.microsoft.com/office/powerpoint/2010/main" val="2193133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Grp="1" noRot="1" noChangeAspect="1" noMove="1" noResize="1" noEditPoints="1" noAdjustHandles="1" noChangeArrowheads="1" noChangeShapeType="1" noCrop="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sp>
        <p:nvSpPr>
          <p:cNvPr id="13" name="Title 12">
            <a:extLst>
              <a:ext uri="{FF2B5EF4-FFF2-40B4-BE49-F238E27FC236}">
                <a16:creationId xmlns:a16="http://schemas.microsoft.com/office/drawing/2014/main" id="{FD933DC8-5F40-4DE1-1800-4555D43F04F4}"/>
              </a:ext>
            </a:extLst>
          </p:cNvPr>
          <p:cNvSpPr>
            <a:spLocks noGrp="1"/>
          </p:cNvSpPr>
          <p:nvPr>
            <p:ph type="title" hasCustomPrompt="1"/>
          </p:nvPr>
        </p:nvSpPr>
        <p:spPr>
          <a:xfrm>
            <a:off x="2400300" y="2054347"/>
            <a:ext cx="8286748" cy="819237"/>
          </a:xfrm>
        </p:spPr>
        <p:txBody>
          <a:bodyPr anchor="b"/>
          <a:lstStyle>
            <a:lvl1pPr>
              <a:defRPr sz="3600" b="1">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COURSE NAME*</a:t>
            </a:r>
            <a:endParaRPr lang="id-ID"/>
          </a:p>
        </p:txBody>
      </p:sp>
      <p:sp>
        <p:nvSpPr>
          <p:cNvPr id="19" name="Text Placeholder 18">
            <a:extLst>
              <a:ext uri="{FF2B5EF4-FFF2-40B4-BE49-F238E27FC236}">
                <a16:creationId xmlns:a16="http://schemas.microsoft.com/office/drawing/2014/main" id="{07BD9D23-A348-F595-B710-95E853784A1D}"/>
              </a:ext>
            </a:extLst>
          </p:cNvPr>
          <p:cNvSpPr>
            <a:spLocks noGrp="1"/>
          </p:cNvSpPr>
          <p:nvPr>
            <p:ph type="body" sz="quarter" idx="10" hasCustomPrompt="1"/>
          </p:nvPr>
        </p:nvSpPr>
        <p:spPr>
          <a:xfrm>
            <a:off x="2400300" y="4462536"/>
            <a:ext cx="8286750" cy="642864"/>
          </a:xfrm>
        </p:spPr>
        <p:txBody>
          <a:bodyPr anchor="b"/>
          <a:lstStyle>
            <a:lvl1pPr marL="0" indent="0" algn="l">
              <a:buNone/>
              <a:defRPr sz="240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TOPIC*</a:t>
            </a:r>
          </a:p>
        </p:txBody>
      </p:sp>
      <p:sp>
        <p:nvSpPr>
          <p:cNvPr id="24" name="Text Placeholder 18">
            <a:extLst>
              <a:ext uri="{FF2B5EF4-FFF2-40B4-BE49-F238E27FC236}">
                <a16:creationId xmlns:a16="http://schemas.microsoft.com/office/drawing/2014/main" id="{AF6EC7A6-1644-1988-E351-DCDA588E6A1F}"/>
              </a:ext>
            </a:extLst>
          </p:cNvPr>
          <p:cNvSpPr>
            <a:spLocks noGrp="1"/>
          </p:cNvSpPr>
          <p:nvPr>
            <p:ph type="body" sz="quarter" idx="11" hasCustomPrompt="1"/>
          </p:nvPr>
        </p:nvSpPr>
        <p:spPr>
          <a:xfrm>
            <a:off x="2400300" y="2879439"/>
            <a:ext cx="8286748"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COURSE CODE</a:t>
            </a:r>
          </a:p>
        </p:txBody>
      </p:sp>
      <p:sp>
        <p:nvSpPr>
          <p:cNvPr id="25" name="Text Placeholder 18">
            <a:extLst>
              <a:ext uri="{FF2B5EF4-FFF2-40B4-BE49-F238E27FC236}">
                <a16:creationId xmlns:a16="http://schemas.microsoft.com/office/drawing/2014/main" id="{521841C5-28C7-B1B8-56E4-4193C600942A}"/>
              </a:ext>
            </a:extLst>
          </p:cNvPr>
          <p:cNvSpPr>
            <a:spLocks noGrp="1"/>
          </p:cNvSpPr>
          <p:nvPr>
            <p:ph type="body" sz="quarter" idx="12" hasCustomPrompt="1"/>
          </p:nvPr>
        </p:nvSpPr>
        <p:spPr>
          <a:xfrm>
            <a:off x="2400298" y="5105400"/>
            <a:ext cx="8286750"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SESSION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1" y="749309"/>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1" y="20097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3"/>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66"/>
            <a:ext cx="9085342" cy="1654373"/>
          </a:xfrm>
        </p:spPr>
        <p:txBody>
          <a:bodyPr anchor="b"/>
          <a:lstStyle>
            <a:lvl1pPr marL="0" indent="0">
              <a:buNone/>
              <a:defRPr sz="2300">
                <a:solidFill>
                  <a:schemeClr val="tx1">
                    <a:tint val="75000"/>
                  </a:schemeClr>
                </a:solidFill>
              </a:defRPr>
            </a:lvl1pPr>
            <a:lvl2pPr marL="521438" indent="0">
              <a:buNone/>
              <a:defRPr sz="2100">
                <a:solidFill>
                  <a:schemeClr val="tx1">
                    <a:tint val="75000"/>
                  </a:schemeClr>
                </a:solidFill>
              </a:defRPr>
            </a:lvl2pPr>
            <a:lvl3pPr marL="1042876" indent="0">
              <a:buNone/>
              <a:defRPr sz="1800">
                <a:solidFill>
                  <a:schemeClr val="tx1">
                    <a:tint val="75000"/>
                  </a:schemeClr>
                </a:solidFill>
              </a:defRPr>
            </a:lvl3pPr>
            <a:lvl4pPr marL="1564314" indent="0">
              <a:buNone/>
              <a:defRPr sz="1600">
                <a:solidFill>
                  <a:schemeClr val="tx1">
                    <a:tint val="75000"/>
                  </a:schemeClr>
                </a:solidFill>
              </a:defRPr>
            </a:lvl4pPr>
            <a:lvl5pPr marL="2085751" indent="0">
              <a:buNone/>
              <a:defRPr sz="1600">
                <a:solidFill>
                  <a:schemeClr val="tx1">
                    <a:tint val="75000"/>
                  </a:schemeClr>
                </a:solidFill>
              </a:defRPr>
            </a:lvl5pPr>
            <a:lvl6pPr marL="2607191" indent="0">
              <a:buNone/>
              <a:defRPr sz="1600">
                <a:solidFill>
                  <a:schemeClr val="tx1">
                    <a:tint val="75000"/>
                  </a:schemeClr>
                </a:solidFill>
              </a:defRPr>
            </a:lvl6pPr>
            <a:lvl7pPr marL="3128629" indent="0">
              <a:buNone/>
              <a:defRPr sz="1600">
                <a:solidFill>
                  <a:schemeClr val="tx1">
                    <a:tint val="75000"/>
                  </a:schemeClr>
                </a:solidFill>
              </a:defRPr>
            </a:lvl7pPr>
            <a:lvl8pPr marL="3650066" indent="0">
              <a:buNone/>
              <a:defRPr sz="1600">
                <a:solidFill>
                  <a:schemeClr val="tx1">
                    <a:tint val="75000"/>
                  </a:schemeClr>
                </a:solidFill>
              </a:defRPr>
            </a:lvl8pPr>
            <a:lvl9pPr marL="41715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4"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3"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12/20/2022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12/20/2022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12/20/2022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12/20/2022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20/12/2022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5257"/>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94" y="3153814"/>
            <a:ext cx="8260933" cy="1260475"/>
          </a:xfrm>
        </p:spPr>
        <p:txBody>
          <a:bodyPr>
            <a:normAutofit/>
          </a:bodyPr>
          <a:lstStyle>
            <a:lvl1pPr>
              <a:defRPr sz="353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32940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1"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1"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12/20/2022</a:t>
            </a:fld>
            <a:endParaRPr lang="en-US"/>
          </a:p>
        </p:txBody>
      </p:sp>
      <p:sp>
        <p:nvSpPr>
          <p:cNvPr id="5" name="Footer Placeholder 4"/>
          <p:cNvSpPr>
            <a:spLocks noGrp="1"/>
          </p:cNvSpPr>
          <p:nvPr>
            <p:ph type="ftr" sz="quarter" idx="3"/>
          </p:nvPr>
        </p:nvSpPr>
        <p:spPr>
          <a:xfrm>
            <a:off x="3651252" y="7010400"/>
            <a:ext cx="3386138" cy="401638"/>
          </a:xfrm>
          <a:prstGeom prst="rect">
            <a:avLst/>
          </a:prstGeom>
        </p:spPr>
        <p:txBody>
          <a:bodyPr vert="horz" lIns="104287" tIns="52144" rIns="104287" bIns="52144" rtlCol="0" anchor="ctr"/>
          <a:lstStyle>
            <a:lvl1pPr algn="ctr" defTabSz="521438"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9"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5pPr>
      <a:lvl6pPr marL="457201"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6pPr>
      <a:lvl7pPr marL="914402"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7pPr>
      <a:lvl8pPr marL="13716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8pPr>
      <a:lvl9pPr marL="18288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9pPr>
    </p:titleStyle>
    <p:bodyStyle>
      <a:lvl1pPr marL="390526" indent="-390526" algn="l" defTabSz="520700" rtl="0" eaLnBrk="0" fontAlgn="base" hangingPunct="0">
        <a:spcBef>
          <a:spcPct val="20000"/>
        </a:spcBef>
        <a:spcAft>
          <a:spcPct val="0"/>
        </a:spcAft>
        <a:buFont typeface="Arial" pitchFamily="34" charset="0"/>
        <a:buChar char="•"/>
        <a:defRPr sz="3601" kern="1200">
          <a:solidFill>
            <a:schemeClr val="tx1"/>
          </a:solidFill>
          <a:latin typeface="Open Sans"/>
          <a:ea typeface="MS PGothic" pitchFamily="34" charset="-128"/>
          <a:cs typeface="Open Sans"/>
        </a:defRPr>
      </a:lvl1pPr>
      <a:lvl2pPr marL="846141" indent="-325439"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42" indent="-260351"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42"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31"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9" indent="-260718" algn="l" defTabSz="521438" rtl="0" eaLnBrk="1" latinLnBrk="0" hangingPunct="1">
        <a:spcBef>
          <a:spcPct val="20000"/>
        </a:spcBef>
        <a:buFont typeface="Arial"/>
        <a:buChar char="•"/>
        <a:defRPr sz="2300" kern="1200">
          <a:solidFill>
            <a:schemeClr val="tx1"/>
          </a:solidFill>
          <a:latin typeface="+mn-lt"/>
          <a:ea typeface="+mn-ea"/>
          <a:cs typeface="+mn-cs"/>
        </a:defRPr>
      </a:lvl6pPr>
      <a:lvl7pPr marL="3389347" indent="-260718" algn="l" defTabSz="521438" rtl="0" eaLnBrk="1" latinLnBrk="0" hangingPunct="1">
        <a:spcBef>
          <a:spcPct val="20000"/>
        </a:spcBef>
        <a:buFont typeface="Arial"/>
        <a:buChar char="•"/>
        <a:defRPr sz="2300" kern="1200">
          <a:solidFill>
            <a:schemeClr val="tx1"/>
          </a:solidFill>
          <a:latin typeface="+mn-lt"/>
          <a:ea typeface="+mn-ea"/>
          <a:cs typeface="+mn-cs"/>
        </a:defRPr>
      </a:lvl7pPr>
      <a:lvl8pPr marL="3910785" indent="-260718" algn="l" defTabSz="521438" rtl="0" eaLnBrk="1" latinLnBrk="0" hangingPunct="1">
        <a:spcBef>
          <a:spcPct val="20000"/>
        </a:spcBef>
        <a:buFont typeface="Arial"/>
        <a:buChar char="•"/>
        <a:defRPr sz="2300" kern="1200">
          <a:solidFill>
            <a:schemeClr val="tx1"/>
          </a:solidFill>
          <a:latin typeface="+mn-lt"/>
          <a:ea typeface="+mn-ea"/>
          <a:cs typeface="+mn-cs"/>
        </a:defRPr>
      </a:lvl8pPr>
      <a:lvl9pPr marL="4432223" indent="-260718" algn="l" defTabSz="521438"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8" rtl="0" eaLnBrk="1" latinLnBrk="0" hangingPunct="1">
        <a:defRPr sz="2100" kern="1200">
          <a:solidFill>
            <a:schemeClr val="tx1"/>
          </a:solidFill>
          <a:latin typeface="+mn-lt"/>
          <a:ea typeface="+mn-ea"/>
          <a:cs typeface="+mn-cs"/>
        </a:defRPr>
      </a:lvl1pPr>
      <a:lvl2pPr marL="521438" algn="l" defTabSz="521438" rtl="0" eaLnBrk="1" latinLnBrk="0" hangingPunct="1">
        <a:defRPr sz="2100" kern="1200">
          <a:solidFill>
            <a:schemeClr val="tx1"/>
          </a:solidFill>
          <a:latin typeface="+mn-lt"/>
          <a:ea typeface="+mn-ea"/>
          <a:cs typeface="+mn-cs"/>
        </a:defRPr>
      </a:lvl2pPr>
      <a:lvl3pPr marL="1042876" algn="l" defTabSz="521438" rtl="0" eaLnBrk="1" latinLnBrk="0" hangingPunct="1">
        <a:defRPr sz="2100" kern="1200">
          <a:solidFill>
            <a:schemeClr val="tx1"/>
          </a:solidFill>
          <a:latin typeface="+mn-lt"/>
          <a:ea typeface="+mn-ea"/>
          <a:cs typeface="+mn-cs"/>
        </a:defRPr>
      </a:lvl3pPr>
      <a:lvl4pPr marL="1564314" algn="l" defTabSz="521438" rtl="0" eaLnBrk="1" latinLnBrk="0" hangingPunct="1">
        <a:defRPr sz="2100" kern="1200">
          <a:solidFill>
            <a:schemeClr val="tx1"/>
          </a:solidFill>
          <a:latin typeface="+mn-lt"/>
          <a:ea typeface="+mn-ea"/>
          <a:cs typeface="+mn-cs"/>
        </a:defRPr>
      </a:lvl4pPr>
      <a:lvl5pPr marL="2085751" algn="l" defTabSz="521438" rtl="0" eaLnBrk="1" latinLnBrk="0" hangingPunct="1">
        <a:defRPr sz="2100" kern="1200">
          <a:solidFill>
            <a:schemeClr val="tx1"/>
          </a:solidFill>
          <a:latin typeface="+mn-lt"/>
          <a:ea typeface="+mn-ea"/>
          <a:cs typeface="+mn-cs"/>
        </a:defRPr>
      </a:lvl5pPr>
      <a:lvl6pPr marL="2607191" algn="l" defTabSz="521438" rtl="0" eaLnBrk="1" latinLnBrk="0" hangingPunct="1">
        <a:defRPr sz="2100" kern="1200">
          <a:solidFill>
            <a:schemeClr val="tx1"/>
          </a:solidFill>
          <a:latin typeface="+mn-lt"/>
          <a:ea typeface="+mn-ea"/>
          <a:cs typeface="+mn-cs"/>
        </a:defRPr>
      </a:lvl6pPr>
      <a:lvl7pPr marL="3128629" algn="l" defTabSz="521438" rtl="0" eaLnBrk="1" latinLnBrk="0" hangingPunct="1">
        <a:defRPr sz="2100" kern="1200">
          <a:solidFill>
            <a:schemeClr val="tx1"/>
          </a:solidFill>
          <a:latin typeface="+mn-lt"/>
          <a:ea typeface="+mn-ea"/>
          <a:cs typeface="+mn-cs"/>
        </a:defRPr>
      </a:lvl7pPr>
      <a:lvl8pPr marL="3650066" algn="l" defTabSz="521438" rtl="0" eaLnBrk="1" latinLnBrk="0" hangingPunct="1">
        <a:defRPr sz="2100" kern="1200">
          <a:solidFill>
            <a:schemeClr val="tx1"/>
          </a:solidFill>
          <a:latin typeface="+mn-lt"/>
          <a:ea typeface="+mn-ea"/>
          <a:cs typeface="+mn-cs"/>
        </a:defRPr>
      </a:lvl8pPr>
      <a:lvl9pPr marL="4171505" algn="l" defTabSz="521438"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A8E11B89-3F7C-070B-9109-328EF6A2C774}"/>
              </a:ext>
            </a:extLst>
          </p:cNvPr>
          <p:cNvSpPr>
            <a:spLocks noGrp="1"/>
          </p:cNvSpPr>
          <p:nvPr>
            <p:ph type="title"/>
          </p:nvPr>
        </p:nvSpPr>
        <p:spPr>
          <a:xfrm>
            <a:off x="2149780" y="2015900"/>
            <a:ext cx="8286748" cy="819237"/>
          </a:xfrm>
        </p:spPr>
        <p:txBody>
          <a:bodyPr/>
          <a:lstStyle/>
          <a:p>
            <a:pPr marL="160020"/>
            <a:r>
              <a:rPr lang="en-US" sz="4000" dirty="0">
                <a:effectLst/>
                <a:latin typeface="Arial" panose="020B0604020202020204" pitchFamily="34" charset="0"/>
                <a:ea typeface="Times New Roman" panose="02020603050405020304" pitchFamily="18" charset="0"/>
                <a:cs typeface="Times New Roman" panose="02020603050405020304" pitchFamily="18" charset="0"/>
              </a:rPr>
              <a:t>Computer Security Principles</a:t>
            </a:r>
            <a:endParaRPr lang="en-ID" sz="40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15" name="Text Placeholder 6">
            <a:extLst>
              <a:ext uri="{FF2B5EF4-FFF2-40B4-BE49-F238E27FC236}">
                <a16:creationId xmlns:a16="http://schemas.microsoft.com/office/drawing/2014/main" id="{A9965367-0D54-1233-7100-E845F639A86A}"/>
              </a:ext>
            </a:extLst>
          </p:cNvPr>
          <p:cNvSpPr>
            <a:spLocks noGrp="1"/>
          </p:cNvSpPr>
          <p:nvPr>
            <p:ph type="body" sz="quarter" idx="10"/>
          </p:nvPr>
        </p:nvSpPr>
        <p:spPr>
          <a:xfrm>
            <a:off x="2400300" y="4462536"/>
            <a:ext cx="8036228" cy="642864"/>
          </a:xfrm>
        </p:spPr>
        <p:txBody>
          <a:bodyPr/>
          <a:lstStyle/>
          <a:p>
            <a:r>
              <a:rPr lang="en-US" sz="3200" dirty="0"/>
              <a:t>REVIEW</a:t>
            </a:r>
            <a:endParaRPr lang="id-ID" sz="3200" dirty="0"/>
          </a:p>
        </p:txBody>
      </p:sp>
      <p:sp>
        <p:nvSpPr>
          <p:cNvPr id="16" name="Text Placeholder 9">
            <a:extLst>
              <a:ext uri="{FF2B5EF4-FFF2-40B4-BE49-F238E27FC236}">
                <a16:creationId xmlns:a16="http://schemas.microsoft.com/office/drawing/2014/main" id="{3D0756CA-8A0F-B909-52F0-DD7F308A9220}"/>
              </a:ext>
            </a:extLst>
          </p:cNvPr>
          <p:cNvSpPr>
            <a:spLocks noGrp="1"/>
          </p:cNvSpPr>
          <p:nvPr>
            <p:ph type="body" sz="quarter" idx="11"/>
          </p:nvPr>
        </p:nvSpPr>
        <p:spPr>
          <a:xfrm>
            <a:off x="2400300" y="2879439"/>
            <a:ext cx="8286748" cy="453920"/>
          </a:xfrm>
        </p:spPr>
        <p:txBody>
          <a:bodyPr/>
          <a:lstStyle/>
          <a:p>
            <a:r>
              <a:rPr lang="en-US" dirty="0"/>
              <a:t>COMP6824001</a:t>
            </a:r>
            <a:endParaRPr lang="id-ID" dirty="0"/>
          </a:p>
        </p:txBody>
      </p:sp>
      <p:sp>
        <p:nvSpPr>
          <p:cNvPr id="17" name="Text Placeholder 8">
            <a:extLst>
              <a:ext uri="{FF2B5EF4-FFF2-40B4-BE49-F238E27FC236}">
                <a16:creationId xmlns:a16="http://schemas.microsoft.com/office/drawing/2014/main" id="{8552E864-4412-E90E-C4B7-1F07C9BCB08F}"/>
              </a:ext>
            </a:extLst>
          </p:cNvPr>
          <p:cNvSpPr>
            <a:spLocks noGrp="1"/>
          </p:cNvSpPr>
          <p:nvPr>
            <p:ph type="body" sz="quarter" idx="12"/>
          </p:nvPr>
        </p:nvSpPr>
        <p:spPr>
          <a:xfrm>
            <a:off x="2400298" y="5105400"/>
            <a:ext cx="8286750" cy="453920"/>
          </a:xfrm>
        </p:spPr>
        <p:txBody>
          <a:bodyPr/>
          <a:lstStyle/>
          <a:p>
            <a:r>
              <a:rPr lang="en-US" dirty="0"/>
              <a:t>Session 13</a:t>
            </a:r>
            <a:endParaRPr lang="id-ID"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782" y="1764336"/>
            <a:ext cx="8219073" cy="4954066"/>
          </a:xfrm>
        </p:spPr>
        <p:txBody>
          <a:bodyPr>
            <a:normAutofit/>
          </a:bodyPr>
          <a:lstStyle/>
          <a:p>
            <a:pPr algn="ctr"/>
            <a:r>
              <a:rPr lang="en-US" sz="2647" b="1" dirty="0">
                <a:solidFill>
                  <a:srgbClr val="0070C0"/>
                </a:solidFill>
              </a:rPr>
              <a:t>These slides have been adapted from:</a:t>
            </a:r>
            <a:br>
              <a:rPr lang="en-US" sz="2647" b="1" dirty="0">
                <a:solidFill>
                  <a:srgbClr val="0070C0"/>
                </a:solidFill>
              </a:rPr>
            </a:br>
            <a:br>
              <a:rPr lang="en-US" sz="2647" b="1" dirty="0">
                <a:solidFill>
                  <a:srgbClr val="0070C0"/>
                </a:solidFill>
              </a:rPr>
            </a:br>
            <a:r>
              <a:rPr lang="en-US" sz="2647" b="1" dirty="0" err="1">
                <a:solidFill>
                  <a:srgbClr val="0070C0"/>
                </a:solidFill>
              </a:rPr>
              <a:t>Panek</a:t>
            </a:r>
            <a:r>
              <a:rPr lang="en-US" sz="2647" b="1" dirty="0">
                <a:solidFill>
                  <a:srgbClr val="0070C0"/>
                </a:solidFill>
              </a:rPr>
              <a:t>, Crystal. (2019). Security Fundamental, John Wiley &amp; Sons, Inc. Indianapolis. ISBN: 978-1-119-65066-9</a:t>
            </a:r>
            <a:br>
              <a:rPr lang="en-US" sz="2647" b="1" dirty="0">
                <a:solidFill>
                  <a:srgbClr val="0070C0"/>
                </a:solidFill>
              </a:rPr>
            </a:br>
            <a:br>
              <a:rPr lang="en-US" sz="2647" b="1" dirty="0">
                <a:solidFill>
                  <a:srgbClr val="0070C0"/>
                </a:solidFill>
              </a:rPr>
            </a:br>
            <a:r>
              <a:rPr lang="en-US" sz="2647" b="1" dirty="0">
                <a:solidFill>
                  <a:srgbClr val="0070C0"/>
                </a:solidFill>
              </a:rPr>
              <a:t>Lesson 1-5</a:t>
            </a:r>
            <a:br>
              <a:rPr lang="en-US" sz="2647" b="1" dirty="0">
                <a:solidFill>
                  <a:srgbClr val="0070C0"/>
                </a:solidFill>
              </a:rPr>
            </a:br>
            <a:endParaRPr lang="id-ID" b="1" dirty="0">
              <a:solidFill>
                <a:srgbClr val="0070C0"/>
              </a:solidFill>
            </a:endParaRPr>
          </a:p>
        </p:txBody>
      </p:sp>
      <p:sp>
        <p:nvSpPr>
          <p:cNvPr id="5" name="TextBox 4"/>
          <p:cNvSpPr txBox="1"/>
          <p:nvPr/>
        </p:nvSpPr>
        <p:spPr>
          <a:xfrm>
            <a:off x="3055680" y="899999"/>
            <a:ext cx="4577279" cy="771109"/>
          </a:xfrm>
          <a:prstGeom prst="rect">
            <a:avLst/>
          </a:prstGeom>
          <a:noFill/>
        </p:spPr>
        <p:txBody>
          <a:bodyPr wrap="none" rtlCol="0">
            <a:spAutoFit/>
          </a:bodyPr>
          <a:lstStyle/>
          <a:p>
            <a:r>
              <a:rPr lang="en-US" sz="4411" b="1" dirty="0"/>
              <a:t>Acknowledgement</a:t>
            </a:r>
          </a:p>
        </p:txBody>
      </p:sp>
    </p:spTree>
    <p:extLst>
      <p:ext uri="{BB962C8B-B14F-4D97-AF65-F5344CB8AC3E}">
        <p14:creationId xmlns:p14="http://schemas.microsoft.com/office/powerpoint/2010/main" val="2193503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59729" y="2059772"/>
            <a:ext cx="9153544" cy="771109"/>
          </a:xfrm>
        </p:spPr>
        <p:txBody>
          <a:bodyPr>
            <a:noAutofit/>
          </a:bodyPr>
          <a:lstStyle/>
          <a:p>
            <a:r>
              <a:rPr lang="en-US" sz="2400" dirty="0"/>
              <a:t>-	Review Material from previous session</a:t>
            </a:r>
          </a:p>
        </p:txBody>
      </p:sp>
      <p:sp>
        <p:nvSpPr>
          <p:cNvPr id="2" name="TextBox 1">
            <a:extLst>
              <a:ext uri="{FF2B5EF4-FFF2-40B4-BE49-F238E27FC236}">
                <a16:creationId xmlns:a16="http://schemas.microsoft.com/office/drawing/2014/main" id="{E532C5C5-4B1F-03A1-1DA9-78BEE1D3BEB2}"/>
              </a:ext>
            </a:extLst>
          </p:cNvPr>
          <p:cNvSpPr txBox="1"/>
          <p:nvPr/>
        </p:nvSpPr>
        <p:spPr>
          <a:xfrm>
            <a:off x="4797628" y="264837"/>
            <a:ext cx="2628476" cy="771109"/>
          </a:xfrm>
          <a:prstGeom prst="rect">
            <a:avLst/>
          </a:prstGeom>
          <a:noFill/>
        </p:spPr>
        <p:txBody>
          <a:bodyPr wrap="none" rtlCol="0">
            <a:spAutoFit/>
          </a:bodyPr>
          <a:lstStyle/>
          <a:p>
            <a:pPr algn="ctr"/>
            <a:r>
              <a:rPr lang="en-US" sz="4411" b="1" dirty="0">
                <a:solidFill>
                  <a:schemeClr val="bg1"/>
                </a:solidFill>
              </a:rPr>
              <a:t>Sub Topics</a:t>
            </a:r>
          </a:p>
        </p:txBody>
      </p:sp>
    </p:spTree>
    <p:extLst>
      <p:ext uri="{BB962C8B-B14F-4D97-AF65-F5344CB8AC3E}">
        <p14:creationId xmlns:p14="http://schemas.microsoft.com/office/powerpoint/2010/main" val="75811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262" y="223216"/>
            <a:ext cx="8296167" cy="594824"/>
          </a:xfrm>
        </p:spPr>
        <p:txBody>
          <a:bodyPr/>
          <a:lstStyle/>
          <a:p>
            <a:pPr algn="ctr"/>
            <a:r>
              <a:rPr lang="en-US" b="1" dirty="0"/>
              <a:t>Case Study Lesson 1</a:t>
            </a:r>
            <a:endParaRPr lang="id-ID" b="1" dirty="0"/>
          </a:p>
        </p:txBody>
      </p:sp>
      <p:sp>
        <p:nvSpPr>
          <p:cNvPr id="3" name="Content Placeholder 2"/>
          <p:cNvSpPr>
            <a:spLocks noGrp="1"/>
          </p:cNvSpPr>
          <p:nvPr>
            <p:ph idx="1"/>
          </p:nvPr>
        </p:nvSpPr>
        <p:spPr>
          <a:xfrm>
            <a:off x="1965262" y="2329073"/>
            <a:ext cx="6994358" cy="2528720"/>
          </a:xfrm>
        </p:spPr>
        <p:txBody>
          <a:bodyPr/>
          <a:lstStyle/>
          <a:p>
            <a:pPr marL="0" indent="0" algn="just">
              <a:buNone/>
            </a:pPr>
            <a:r>
              <a:rPr lang="en-US" sz="2400" dirty="0"/>
              <a:t>As the Security Manager for a medium-sized bank, you have been asked to design a security solution to keep a bank robber out of the bank after hours. The three areas of the bank that need to be secured are the parking lot, the building perimeter, and the vault. List what technologies should be used in each area of the bank.</a:t>
            </a:r>
            <a:endParaRPr lang="id-ID" sz="1600" dirty="0"/>
          </a:p>
        </p:txBody>
      </p:sp>
    </p:spTree>
    <p:extLst>
      <p:ext uri="{BB962C8B-B14F-4D97-AF65-F5344CB8AC3E}">
        <p14:creationId xmlns:p14="http://schemas.microsoft.com/office/powerpoint/2010/main" val="3560658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F7B3B2-9E3C-E377-927D-4FADA0CA55DC}"/>
              </a:ext>
            </a:extLst>
          </p:cNvPr>
          <p:cNvSpPr>
            <a:spLocks noGrp="1"/>
          </p:cNvSpPr>
          <p:nvPr>
            <p:ph type="title"/>
          </p:nvPr>
        </p:nvSpPr>
        <p:spPr>
          <a:xfrm>
            <a:off x="2139696" y="346474"/>
            <a:ext cx="7579678" cy="1061203"/>
          </a:xfrm>
        </p:spPr>
        <p:txBody>
          <a:bodyPr/>
          <a:lstStyle/>
          <a:p>
            <a:pPr algn="ctr"/>
            <a:r>
              <a:rPr lang="en-US" b="1" dirty="0"/>
              <a:t>Case Study Lesson 2</a:t>
            </a:r>
            <a:endParaRPr lang="en-ID" dirty="0"/>
          </a:p>
        </p:txBody>
      </p:sp>
      <p:sp>
        <p:nvSpPr>
          <p:cNvPr id="4" name="TextBox 3">
            <a:extLst>
              <a:ext uri="{FF2B5EF4-FFF2-40B4-BE49-F238E27FC236}">
                <a16:creationId xmlns:a16="http://schemas.microsoft.com/office/drawing/2014/main" id="{378847C6-33C0-F73C-5B81-101C20092F32}"/>
              </a:ext>
            </a:extLst>
          </p:cNvPr>
          <p:cNvSpPr txBox="1"/>
          <p:nvPr/>
        </p:nvSpPr>
        <p:spPr>
          <a:xfrm>
            <a:off x="1163782" y="2098847"/>
            <a:ext cx="9006855" cy="2677656"/>
          </a:xfrm>
          <a:prstGeom prst="rect">
            <a:avLst/>
          </a:prstGeom>
          <a:noFill/>
        </p:spPr>
        <p:txBody>
          <a:bodyPr wrap="square">
            <a:spAutoFit/>
          </a:bodyPr>
          <a:lstStyle/>
          <a:p>
            <a:pPr algn="just"/>
            <a:r>
              <a:rPr lang="en-US" sz="2800" b="0" i="0" u="none" strike="noStrike" baseline="0" dirty="0">
                <a:latin typeface="Open Sans" panose="020B0606030504020204" pitchFamily="34" charset="0"/>
                <a:ea typeface="Open Sans" panose="020B0606030504020204" pitchFamily="34" charset="0"/>
                <a:cs typeface="Open Sans" panose="020B0606030504020204" pitchFamily="34" charset="0"/>
              </a:rPr>
              <a:t>As an IT administrator for the Contoso Corporation, your CIO wants you to investigate the corporation using biometrics. The CIO understands what biometrics is and how it can be used. But he does not understand the disadvantages of using biometrics. Describe your recommended solution.</a:t>
            </a:r>
            <a:endParaRPr lang="en-ID"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464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0072" y="383679"/>
            <a:ext cx="6927982" cy="681431"/>
          </a:xfrm>
        </p:spPr>
        <p:txBody>
          <a:bodyPr/>
          <a:lstStyle/>
          <a:p>
            <a:pPr algn="ctr"/>
            <a:r>
              <a:rPr lang="id-ID" b="1" dirty="0"/>
              <a:t>Case Study Lesson </a:t>
            </a:r>
            <a:r>
              <a:rPr lang="en-US" b="1" dirty="0"/>
              <a:t>3</a:t>
            </a:r>
            <a:endParaRPr lang="id-ID" b="1" dirty="0"/>
          </a:p>
        </p:txBody>
      </p:sp>
      <p:sp>
        <p:nvSpPr>
          <p:cNvPr id="7" name="Content Placeholder 6">
            <a:extLst>
              <a:ext uri="{FF2B5EF4-FFF2-40B4-BE49-F238E27FC236}">
                <a16:creationId xmlns:a16="http://schemas.microsoft.com/office/drawing/2014/main" id="{95D58BE2-AFFF-520B-B37C-9D919AE057A0}"/>
              </a:ext>
            </a:extLst>
          </p:cNvPr>
          <p:cNvSpPr>
            <a:spLocks noGrp="1"/>
          </p:cNvSpPr>
          <p:nvPr>
            <p:ph idx="1"/>
          </p:nvPr>
        </p:nvSpPr>
        <p:spPr>
          <a:xfrm>
            <a:off x="1069976" y="2455696"/>
            <a:ext cx="8952798" cy="2339642"/>
          </a:xfrm>
        </p:spPr>
        <p:txBody>
          <a:bodyPr/>
          <a:lstStyle/>
          <a:p>
            <a:pPr marL="0" indent="0" algn="just">
              <a:buNone/>
            </a:pPr>
            <a:r>
              <a:rPr lang="en-US" sz="2400" dirty="0"/>
              <a:t>As an administrator with the Contoso Corporation, you have been tasked with managing user accounts. Describe the steps necessary to creating a standard account for John Adams on a computer running Windows 10. You will then change John Adams (</a:t>
            </a:r>
            <a:r>
              <a:rPr lang="en-US" sz="2400" dirty="0" err="1"/>
              <a:t>JAdams</a:t>
            </a:r>
            <a:r>
              <a:rPr lang="en-US" sz="2400" dirty="0"/>
              <a:t>) to an administrator account and then set the password for John Adams to Pa$$w0rd.</a:t>
            </a:r>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15113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3600" b="1" dirty="0"/>
              <a:t>Case Study Lesson </a:t>
            </a:r>
            <a:r>
              <a:rPr lang="en-US" sz="3600" b="1" dirty="0"/>
              <a:t>4</a:t>
            </a:r>
            <a:endParaRPr lang="id-ID" sz="3600" b="1" dirty="0"/>
          </a:p>
        </p:txBody>
      </p:sp>
      <p:sp>
        <p:nvSpPr>
          <p:cNvPr id="3" name="Content Placeholder 2"/>
          <p:cNvSpPr>
            <a:spLocks noGrp="1"/>
          </p:cNvSpPr>
          <p:nvPr>
            <p:ph idx="1"/>
          </p:nvPr>
        </p:nvSpPr>
        <p:spPr>
          <a:xfrm>
            <a:off x="1295154" y="1251742"/>
            <a:ext cx="8693657" cy="4890887"/>
          </a:xfrm>
        </p:spPr>
        <p:txBody>
          <a:bodyPr/>
          <a:lstStyle/>
          <a:p>
            <a:pPr marL="0" indent="0" algn="just">
              <a:buNone/>
            </a:pPr>
            <a:r>
              <a:rPr lang="en-US" sz="2800" dirty="0">
                <a:latin typeface="Open Sans" panose="020B0606030504020204" pitchFamily="34" charset="0"/>
                <a:ea typeface="Open Sans" panose="020B0606030504020204" pitchFamily="34" charset="0"/>
                <a:cs typeface="Open Sans" panose="020B0606030504020204" pitchFamily="34" charset="0"/>
              </a:rPr>
              <a:t>One of your organization’s programs needs access to a server that is on the DMZ using the following protocols:</a:t>
            </a:r>
          </a:p>
          <a:p>
            <a:pPr lvl="1" algn="just"/>
            <a:r>
              <a:rPr lang="en-US" sz="2000" dirty="0">
                <a:latin typeface="Open Sans" panose="020B0606030504020204" pitchFamily="34" charset="0"/>
                <a:ea typeface="Open Sans" panose="020B0606030504020204" pitchFamily="34" charset="0"/>
                <a:cs typeface="Open Sans" panose="020B0606030504020204" pitchFamily="34" charset="0"/>
              </a:rPr>
              <a:t>Secure Shell (SSH)</a:t>
            </a:r>
          </a:p>
          <a:p>
            <a:pPr lvl="1" algn="just"/>
            <a:r>
              <a:rPr lang="en-US" sz="2000" dirty="0">
                <a:latin typeface="Open Sans" panose="020B0606030504020204" pitchFamily="34" charset="0"/>
                <a:ea typeface="Open Sans" panose="020B0606030504020204" pitchFamily="34" charset="0"/>
                <a:cs typeface="Open Sans" panose="020B0606030504020204" pitchFamily="34" charset="0"/>
              </a:rPr>
              <a:t>Network News Transfer Protocol</a:t>
            </a:r>
          </a:p>
          <a:p>
            <a:pPr lvl="1" algn="just"/>
            <a:r>
              <a:rPr lang="en-US" sz="2000" dirty="0">
                <a:latin typeface="Open Sans" panose="020B0606030504020204" pitchFamily="34" charset="0"/>
                <a:ea typeface="Open Sans" panose="020B0606030504020204" pitchFamily="34" charset="0"/>
                <a:cs typeface="Open Sans" panose="020B0606030504020204" pitchFamily="34" charset="0"/>
              </a:rPr>
              <a:t>Simple Network Management Protocol</a:t>
            </a:r>
          </a:p>
          <a:p>
            <a:pPr lvl="1" algn="just"/>
            <a:r>
              <a:rPr lang="en-US" sz="2000" dirty="0">
                <a:latin typeface="Open Sans" panose="020B0606030504020204" pitchFamily="34" charset="0"/>
                <a:ea typeface="Open Sans" panose="020B0606030504020204" pitchFamily="34" charset="0"/>
                <a:cs typeface="Open Sans" panose="020B0606030504020204" pitchFamily="34" charset="0"/>
              </a:rPr>
              <a:t>NetBIOS Session Service</a:t>
            </a:r>
          </a:p>
          <a:p>
            <a:pPr lvl="1" algn="just"/>
            <a:r>
              <a:rPr lang="en-US" sz="2000" dirty="0">
                <a:latin typeface="Open Sans" panose="020B0606030504020204" pitchFamily="34" charset="0"/>
                <a:ea typeface="Open Sans" panose="020B0606030504020204" pitchFamily="34" charset="0"/>
                <a:cs typeface="Open Sans" panose="020B0606030504020204" pitchFamily="34" charset="0"/>
              </a:rPr>
              <a:t>Network Time Protocol</a:t>
            </a:r>
          </a:p>
          <a:p>
            <a:pPr marL="0" indent="0" algn="just">
              <a:buNone/>
            </a:pPr>
            <a:r>
              <a:rPr lang="en-US" sz="2800" dirty="0">
                <a:latin typeface="Open Sans" panose="020B0606030504020204" pitchFamily="34" charset="0"/>
                <a:ea typeface="Open Sans" panose="020B0606030504020204" pitchFamily="34" charset="0"/>
                <a:cs typeface="Open Sans" panose="020B0606030504020204" pitchFamily="34" charset="0"/>
              </a:rPr>
              <a:t>Define a port and describe which ports are involved with these protocols.</a:t>
            </a:r>
            <a:endParaRPr lang="id-ID"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09338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213" y="261947"/>
            <a:ext cx="5187854" cy="759332"/>
          </a:xfrm>
        </p:spPr>
        <p:txBody>
          <a:bodyPr/>
          <a:lstStyle/>
          <a:p>
            <a:pPr algn="ctr"/>
            <a:r>
              <a:rPr lang="id-ID" sz="3600" b="1" dirty="0"/>
              <a:t>Case Study Lesson </a:t>
            </a:r>
            <a:r>
              <a:rPr lang="en-US" sz="3600" b="1" dirty="0"/>
              <a:t>5</a:t>
            </a:r>
            <a:endParaRPr lang="id-ID" sz="3600" b="1" dirty="0"/>
          </a:p>
        </p:txBody>
      </p:sp>
      <p:sp>
        <p:nvSpPr>
          <p:cNvPr id="4" name="TextBox 3">
            <a:extLst>
              <a:ext uri="{FF2B5EF4-FFF2-40B4-BE49-F238E27FC236}">
                <a16:creationId xmlns:a16="http://schemas.microsoft.com/office/drawing/2014/main" id="{8C3D998F-C72B-4AC2-43CB-6F097758A239}"/>
              </a:ext>
            </a:extLst>
          </p:cNvPr>
          <p:cNvSpPr txBox="1"/>
          <p:nvPr/>
        </p:nvSpPr>
        <p:spPr>
          <a:xfrm>
            <a:off x="1835109" y="1829489"/>
            <a:ext cx="7018420" cy="4524315"/>
          </a:xfrm>
          <a:prstGeom prst="rect">
            <a:avLst/>
          </a:prstGeom>
          <a:noFill/>
        </p:spPr>
        <p:txBody>
          <a:bodyPr wrap="square">
            <a:spAutoFit/>
          </a:bodyPr>
          <a:lstStyle/>
          <a:p>
            <a:pPr algn="just"/>
            <a:r>
              <a:rPr lang="en-US" sz="3200" dirty="0"/>
              <a:t>You were just hired as an IT administrator for the ABC Company. Across from your desk, there is a table with seven physical servers. You ask your supervisor why the servers aren’t locked up. He replies that they can be easily monitored and watched. Describe a more effective way to enforce security of these servers.</a:t>
            </a:r>
            <a:endParaRPr lang="en-ID" sz="3200" dirty="0"/>
          </a:p>
        </p:txBody>
      </p:sp>
    </p:spTree>
    <p:extLst>
      <p:ext uri="{BB962C8B-B14F-4D97-AF65-F5344CB8AC3E}">
        <p14:creationId xmlns:p14="http://schemas.microsoft.com/office/powerpoint/2010/main" val="602516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52832E-6647-AEAF-1272-014891FC7735}"/>
              </a:ext>
            </a:extLst>
          </p:cNvPr>
          <p:cNvSpPr>
            <a:spLocks noGrp="1"/>
          </p:cNvSpPr>
          <p:nvPr>
            <p:ph idx="1"/>
          </p:nvPr>
        </p:nvSpPr>
        <p:spPr>
          <a:xfrm>
            <a:off x="867642" y="1621857"/>
            <a:ext cx="9618662" cy="4991101"/>
          </a:xfrm>
        </p:spPr>
        <p:txBody>
          <a:bodyPr/>
          <a:lstStyle/>
          <a:p>
            <a:pPr algn="just"/>
            <a:r>
              <a:rPr lang="en-US" sz="2400" dirty="0" err="1"/>
              <a:t>Panek</a:t>
            </a:r>
            <a:r>
              <a:rPr lang="en-US" sz="2400" dirty="0"/>
              <a:t>, Crystal. (2019). Security Fundamental, John Wiley &amp;     	 Sons, Inc. Indianapolis. ISBN: 978-1-119-65066-9</a:t>
            </a:r>
          </a:p>
          <a:p>
            <a:r>
              <a:rPr lang="en-US" sz="2400" dirty="0"/>
              <a:t>Stallings, William and Lawrie Brown. 2018. Computer Security: Principles and Practice, 4th Edition. Global Edition, Pearson Education Limited</a:t>
            </a:r>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559CDB2E-CD11-5B75-97C6-A3ABA01F22D2}"/>
              </a:ext>
            </a:extLst>
          </p:cNvPr>
          <p:cNvSpPr>
            <a:spLocks noGrp="1"/>
          </p:cNvSpPr>
          <p:nvPr>
            <p:ph type="title"/>
          </p:nvPr>
        </p:nvSpPr>
        <p:spPr>
          <a:xfrm>
            <a:off x="2496995" y="119071"/>
            <a:ext cx="6605442" cy="1260475"/>
          </a:xfrm>
        </p:spPr>
        <p:txBody>
          <a:bodyPr/>
          <a:lstStyle/>
          <a:p>
            <a:pPr algn="ctr"/>
            <a:r>
              <a:rPr lang="en-US" sz="4000" b="1" dirty="0"/>
              <a:t>References</a:t>
            </a:r>
            <a:endParaRPr lang="en-ID" sz="4000" b="1" dirty="0"/>
          </a:p>
        </p:txBody>
      </p:sp>
    </p:spTree>
    <p:extLst>
      <p:ext uri="{BB962C8B-B14F-4D97-AF65-F5344CB8AC3E}">
        <p14:creationId xmlns:p14="http://schemas.microsoft.com/office/powerpoint/2010/main" val="661899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TaxCatchAll xmlns="9fdf624c-fedc-4f6c-b928-0c7bf4c9e100"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2.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3.xml><?xml version="1.0" encoding="utf-8"?>
<ds:datastoreItem xmlns:ds="http://schemas.openxmlformats.org/officeDocument/2006/customXml" ds:itemID="{3F313E50-9F1C-4EB2-8248-D1942A92381A}">
  <ds:schemaRefs>
    <ds:schemaRef ds:uri="http://schemas.microsoft.com/office/2006/documentManagement/types"/>
    <ds:schemaRef ds:uri="http://schemas.openxmlformats.org/package/2006/metadata/core-properties"/>
    <ds:schemaRef ds:uri="http://purl.org/dc/dcmitype/"/>
    <ds:schemaRef ds:uri="http://purl.org/dc/terms/"/>
    <ds:schemaRef ds:uri="47793baa-3cbb-486e-a055-4d42ce3882d7"/>
    <ds:schemaRef ds:uri="http://purl.org/dc/elements/1.1/"/>
    <ds:schemaRef ds:uri="http://schemas.microsoft.com/office/infopath/2007/PartnerControls"/>
    <ds:schemaRef ds:uri="http://www.w3.org/XML/1998/namespace"/>
    <ds:schemaRef ds:uri="http://schemas.microsoft.com/sharepoint/v3/fields"/>
    <ds:schemaRef ds:uri="9fdf624c-fedc-4f6c-b928-0c7bf4c9e100"/>
    <ds:schemaRef ds:uri="http://schemas.microsoft.com/office/2006/metadata/properties"/>
  </ds:schemaRefs>
</ds:datastoreItem>
</file>

<file path=customXml/itemProps4.xml><?xml version="1.0" encoding="utf-8"?>
<ds:datastoreItem xmlns:ds="http://schemas.openxmlformats.org/officeDocument/2006/customXml" ds:itemID="{CC9D0B23-B8ED-45C8-A14C-9C0889457D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979</TotalTime>
  <Words>422</Words>
  <Application>Microsoft Office PowerPoint</Application>
  <PresentationFormat>Custom</PresentationFormat>
  <Paragraphs>32</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Open Sans</vt:lpstr>
      <vt:lpstr>Open Sans Extrabold</vt:lpstr>
      <vt:lpstr>Open Sans Semibold</vt:lpstr>
      <vt:lpstr>Verdana</vt:lpstr>
      <vt:lpstr>Office Theme</vt:lpstr>
      <vt:lpstr>Computer Security Principles</vt:lpstr>
      <vt:lpstr>These slides have been adapted from:  Panek, Crystal. (2019). Security Fundamental, John Wiley &amp; Sons, Inc. Indianapolis. ISBN: 978-1-119-65066-9  Lesson 1-5 </vt:lpstr>
      <vt:lpstr>- Review Material from previous session</vt:lpstr>
      <vt:lpstr>Case Study Lesson 1</vt:lpstr>
      <vt:lpstr>Case Study Lesson 2</vt:lpstr>
      <vt:lpstr>Case Study Lesson 3</vt:lpstr>
      <vt:lpstr>Case Study Lesson 4</vt:lpstr>
      <vt:lpstr>Case Study Lesson 5</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danton sihombing</dc:creator>
  <cp:lastModifiedBy>Ika Dyah Agustia Rachmawati</cp:lastModifiedBy>
  <cp:revision>69</cp:revision>
  <dcterms:created xsi:type="dcterms:W3CDTF">2014-01-27T02:13:18Z</dcterms:created>
  <dcterms:modified xsi:type="dcterms:W3CDTF">2022-12-20T14:10:41Z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607fc7ea-bc95-4549-a0d4-b252b58b529e</vt:lpwstr>
  </property>
</Properties>
</file>