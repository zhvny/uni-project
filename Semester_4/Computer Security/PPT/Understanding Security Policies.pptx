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25"/>
  </p:notesMasterIdLst>
  <p:sldIdLst>
    <p:sldId id="256" r:id="rId6"/>
    <p:sldId id="300" r:id="rId7"/>
    <p:sldId id="257" r:id="rId8"/>
    <p:sldId id="263" r:id="rId9"/>
    <p:sldId id="287" r:id="rId10"/>
    <p:sldId id="350" r:id="rId11"/>
    <p:sldId id="351" r:id="rId12"/>
    <p:sldId id="352" r:id="rId13"/>
    <p:sldId id="346" r:id="rId14"/>
    <p:sldId id="353" r:id="rId15"/>
    <p:sldId id="354" r:id="rId16"/>
    <p:sldId id="347" r:id="rId17"/>
    <p:sldId id="355" r:id="rId18"/>
    <p:sldId id="356" r:id="rId19"/>
    <p:sldId id="348" r:id="rId20"/>
    <p:sldId id="357" r:id="rId21"/>
    <p:sldId id="349" r:id="rId22"/>
    <p:sldId id="358" r:id="rId23"/>
    <p:sldId id="259" r:id="rId24"/>
  </p:sldIdLst>
  <p:sldSz cx="10688638" cy="7562850"/>
  <p:notesSz cx="6858000" cy="9144000"/>
  <p:defaultTextStyle>
    <a:defPPr>
      <a:defRPr lang="en-US"/>
    </a:defPPr>
    <a:lvl1pPr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1pPr>
    <a:lvl2pPr marL="520700" indent="-63500"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2pPr>
    <a:lvl3pPr marL="1041400" indent="-127000"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3pPr>
    <a:lvl4pPr marL="1563688" indent="-192088"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4pPr>
    <a:lvl5pPr marL="2084388" indent="-255588"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5pPr>
    <a:lvl6pPr marL="2286000" algn="l" defTabSz="914400" rtl="0" eaLnBrk="1" latinLnBrk="0" hangingPunct="1">
      <a:defRPr sz="2100" kern="1200">
        <a:solidFill>
          <a:schemeClr val="tx1"/>
        </a:solidFill>
        <a:latin typeface="Calibri" pitchFamily="34" charset="0"/>
        <a:ea typeface="MS PGothic" pitchFamily="34" charset="-128"/>
        <a:cs typeface="+mn-cs"/>
      </a:defRPr>
    </a:lvl6pPr>
    <a:lvl7pPr marL="2743200" algn="l" defTabSz="914400" rtl="0" eaLnBrk="1" latinLnBrk="0" hangingPunct="1">
      <a:defRPr sz="2100" kern="1200">
        <a:solidFill>
          <a:schemeClr val="tx1"/>
        </a:solidFill>
        <a:latin typeface="Calibri" pitchFamily="34" charset="0"/>
        <a:ea typeface="MS PGothic" pitchFamily="34" charset="-128"/>
        <a:cs typeface="+mn-cs"/>
      </a:defRPr>
    </a:lvl7pPr>
    <a:lvl8pPr marL="3200400" algn="l" defTabSz="914400" rtl="0" eaLnBrk="1" latinLnBrk="0" hangingPunct="1">
      <a:defRPr sz="2100" kern="1200">
        <a:solidFill>
          <a:schemeClr val="tx1"/>
        </a:solidFill>
        <a:latin typeface="Calibri" pitchFamily="34" charset="0"/>
        <a:ea typeface="MS PGothic" pitchFamily="34" charset="-128"/>
        <a:cs typeface="+mn-cs"/>
      </a:defRPr>
    </a:lvl8pPr>
    <a:lvl9pPr marL="3657600" algn="l" defTabSz="914400" rtl="0" eaLnBrk="1" latinLnBrk="0" hangingPunct="1">
      <a:defRPr sz="2100" kern="1200">
        <a:solidFill>
          <a:schemeClr val="tx1"/>
        </a:solidFill>
        <a:latin typeface="Calibri" pitchFamily="34" charset="0"/>
        <a:ea typeface="MS PGothic" pitchFamily="34" charset="-128"/>
        <a:cs typeface="+mn-cs"/>
      </a:defRPr>
    </a:lvl9pPr>
  </p:defaultTextStyle>
  <p:extLst>
    <p:ext uri="{521415D9-36F7-43E2-AB2F-B90AF26B5E84}">
      <p14:sectionLst xmlns:p14="http://schemas.microsoft.com/office/powerpoint/2010/main">
        <p14:section name="COVER" id="{6D91671F-11EC-43A0-B0B5-6D80C965B915}">
          <p14:sldIdLst>
            <p14:sldId id="256"/>
          </p14:sldIdLst>
        </p14:section>
        <p14:section name="COURSE CONTENT" id="{6162E7E0-B512-4FEF-B619-C9187795397D}">
          <p14:sldIdLst>
            <p14:sldId id="300"/>
            <p14:sldId id="257"/>
            <p14:sldId id="263"/>
            <p14:sldId id="287"/>
            <p14:sldId id="350"/>
            <p14:sldId id="351"/>
            <p14:sldId id="352"/>
            <p14:sldId id="346"/>
            <p14:sldId id="353"/>
            <p14:sldId id="354"/>
            <p14:sldId id="347"/>
            <p14:sldId id="355"/>
            <p14:sldId id="356"/>
            <p14:sldId id="348"/>
            <p14:sldId id="357"/>
            <p14:sldId id="349"/>
            <p14:sldId id="358"/>
          </p14:sldIdLst>
        </p14:section>
        <p14:section name="REFERENCES" id="{11ED6803-A38C-4226-8496-86D05012E7E0}">
          <p14:sldIdLst>
            <p14:sldId id="259"/>
          </p14:sldIdLst>
        </p14:section>
      </p14:sectionLst>
    </p:ext>
    <p:ext uri="{EFAFB233-063F-42B5-8137-9DF3F51BA10A}">
      <p15:sldGuideLst xmlns:p15="http://schemas.microsoft.com/office/powerpoint/2012/main">
        <p15:guide id="1" orient="horz" pos="2382" userDrawn="1">
          <p15:clr>
            <a:srgbClr val="A4A3A4"/>
          </p15:clr>
        </p15:guide>
        <p15:guide id="2" pos="336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9B8"/>
    <a:srgbClr val="9465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406ABD-9294-408D-9654-1E18CD648961}" v="125" dt="2022-09-05T17:36:29.0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725" autoAdjust="0"/>
    <p:restoredTop sz="93484"/>
  </p:normalViewPr>
  <p:slideViewPr>
    <p:cSldViewPr snapToGrid="0" snapToObjects="1">
      <p:cViewPr varScale="1">
        <p:scale>
          <a:sx n="36" d="100"/>
          <a:sy n="36" d="100"/>
        </p:scale>
        <p:origin x="1156" y="36"/>
      </p:cViewPr>
      <p:guideLst>
        <p:guide orient="horz" pos="2382"/>
        <p:guide pos="3367"/>
      </p:guideLst>
    </p:cSldViewPr>
  </p:slid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microsoft.com/office/2015/10/relationships/revisionInfo" Target="revisionInfo.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lki Sadekh" userId="b15e8503-bfd0-4da6-add0-4a5f50c7c7cc" providerId="ADAL" clId="{7A406ABD-9294-408D-9654-1E18CD648961}"/>
    <pc:docChg chg="undo custSel modSld modMainMaster modNotesMaster">
      <pc:chgData name="Melki Sadekh" userId="b15e8503-bfd0-4da6-add0-4a5f50c7c7cc" providerId="ADAL" clId="{7A406ABD-9294-408D-9654-1E18CD648961}" dt="2022-09-05T17:36:41.950" v="512" actId="242"/>
      <pc:docMkLst>
        <pc:docMk/>
      </pc:docMkLst>
      <pc:sldChg chg="addSp delSp modSp mod chgLayout">
        <pc:chgData name="Melki Sadekh" userId="b15e8503-bfd0-4da6-add0-4a5f50c7c7cc" providerId="ADAL" clId="{7A406ABD-9294-408D-9654-1E18CD648961}" dt="2022-09-05T17:34:16.911" v="503" actId="20577"/>
        <pc:sldMkLst>
          <pc:docMk/>
          <pc:sldMk cId="0" sldId="256"/>
        </pc:sldMkLst>
        <pc:spChg chg="add del mod ord">
          <ac:chgData name="Melki Sadekh" userId="b15e8503-bfd0-4da6-add0-4a5f50c7c7cc" providerId="ADAL" clId="{7A406ABD-9294-408D-9654-1E18CD648961}" dt="2022-09-05T17:18:07.416" v="163" actId="700"/>
          <ac:spMkLst>
            <pc:docMk/>
            <pc:sldMk cId="0" sldId="256"/>
            <ac:spMk id="2" creationId="{3C3955F9-70BA-B310-DE94-3479BEFC7AD4}"/>
          </ac:spMkLst>
        </pc:spChg>
        <pc:spChg chg="add del mod ord">
          <ac:chgData name="Melki Sadekh" userId="b15e8503-bfd0-4da6-add0-4a5f50c7c7cc" providerId="ADAL" clId="{7A406ABD-9294-408D-9654-1E18CD648961}" dt="2022-09-05T17:24:16.223" v="228" actId="700"/>
          <ac:spMkLst>
            <pc:docMk/>
            <pc:sldMk cId="0" sldId="256"/>
            <ac:spMk id="3" creationId="{7FA8C5E2-58EF-6780-CA47-2E061788505B}"/>
          </ac:spMkLst>
        </pc:spChg>
        <pc:spChg chg="add del mod ord">
          <ac:chgData name="Melki Sadekh" userId="b15e8503-bfd0-4da6-add0-4a5f50c7c7cc" providerId="ADAL" clId="{7A406ABD-9294-408D-9654-1E18CD648961}" dt="2022-09-05T17:24:16.223" v="228" actId="700"/>
          <ac:spMkLst>
            <pc:docMk/>
            <pc:sldMk cId="0" sldId="256"/>
            <ac:spMk id="4" creationId="{C186A370-C71E-651E-ED93-2E0AE1D303DC}"/>
          </ac:spMkLst>
        </pc:spChg>
        <pc:spChg chg="add del mod ord">
          <ac:chgData name="Melki Sadekh" userId="b15e8503-bfd0-4da6-add0-4a5f50c7c7cc" providerId="ADAL" clId="{7A406ABD-9294-408D-9654-1E18CD648961}" dt="2022-09-05T17:24:16.223" v="228" actId="700"/>
          <ac:spMkLst>
            <pc:docMk/>
            <pc:sldMk cId="0" sldId="256"/>
            <ac:spMk id="5" creationId="{723AB480-49D7-23F5-75B4-8CA002A71305}"/>
          </ac:spMkLst>
        </pc:spChg>
        <pc:spChg chg="add mod ord">
          <ac:chgData name="Melki Sadekh" userId="b15e8503-bfd0-4da6-add0-4a5f50c7c7cc" providerId="ADAL" clId="{7A406ABD-9294-408D-9654-1E18CD648961}" dt="2022-09-05T17:34:16.911" v="503" actId="20577"/>
          <ac:spMkLst>
            <pc:docMk/>
            <pc:sldMk cId="0" sldId="256"/>
            <ac:spMk id="6" creationId="{0A06AC66-8F8F-AE18-BEF4-9B3C75D6072A}"/>
          </ac:spMkLst>
        </pc:spChg>
        <pc:spChg chg="add mod ord">
          <ac:chgData name="Melki Sadekh" userId="b15e8503-bfd0-4da6-add0-4a5f50c7c7cc" providerId="ADAL" clId="{7A406ABD-9294-408D-9654-1E18CD648961}" dt="2022-09-05T17:30:53.503" v="437" actId="20577"/>
          <ac:spMkLst>
            <pc:docMk/>
            <pc:sldMk cId="0" sldId="256"/>
            <ac:spMk id="7" creationId="{0B6EC62A-27C2-091D-EB52-B027A4D21F65}"/>
          </ac:spMkLst>
        </pc:spChg>
        <pc:spChg chg="add del mod ord">
          <ac:chgData name="Melki Sadekh" userId="b15e8503-bfd0-4da6-add0-4a5f50c7c7cc" providerId="ADAL" clId="{7A406ABD-9294-408D-9654-1E18CD648961}" dt="2022-09-05T17:28:37.556" v="350" actId="700"/>
          <ac:spMkLst>
            <pc:docMk/>
            <pc:sldMk cId="0" sldId="256"/>
            <ac:spMk id="8" creationId="{69B7264D-82D5-CDB0-1942-D007A8D9C934}"/>
          </ac:spMkLst>
        </pc:spChg>
        <pc:spChg chg="add mod ord">
          <ac:chgData name="Melki Sadekh" userId="b15e8503-bfd0-4da6-add0-4a5f50c7c7cc" providerId="ADAL" clId="{7A406ABD-9294-408D-9654-1E18CD648961}" dt="2022-09-05T17:31:12.791" v="448" actId="1076"/>
          <ac:spMkLst>
            <pc:docMk/>
            <pc:sldMk cId="0" sldId="256"/>
            <ac:spMk id="9" creationId="{005996A7-AF79-38BF-09FD-195669101DF2}"/>
          </ac:spMkLst>
        </pc:spChg>
        <pc:spChg chg="add mod ord">
          <ac:chgData name="Melki Sadekh" userId="b15e8503-bfd0-4da6-add0-4a5f50c7c7cc" providerId="ADAL" clId="{7A406ABD-9294-408D-9654-1E18CD648961}" dt="2022-09-05T17:30:43.061" v="418" actId="20577"/>
          <ac:spMkLst>
            <pc:docMk/>
            <pc:sldMk cId="0" sldId="256"/>
            <ac:spMk id="10" creationId="{31EC31AE-8EDA-FF91-CB1A-43328D9DED3C}"/>
          </ac:spMkLst>
        </pc:spChg>
        <pc:spChg chg="del mod">
          <ac:chgData name="Melki Sadekh" userId="b15e8503-bfd0-4da6-add0-4a5f50c7c7cc" providerId="ADAL" clId="{7A406ABD-9294-408D-9654-1E18CD648961}" dt="2022-09-05T17:01:15.663" v="61" actId="478"/>
          <ac:spMkLst>
            <pc:docMk/>
            <pc:sldMk cId="0" sldId="256"/>
            <ac:spMk id="17" creationId="{CE9AF79D-845E-461B-ADC4-7B9B51F04481}"/>
          </ac:spMkLst>
        </pc:spChg>
        <pc:spChg chg="del mod">
          <ac:chgData name="Melki Sadekh" userId="b15e8503-bfd0-4da6-add0-4a5f50c7c7cc" providerId="ADAL" clId="{7A406ABD-9294-408D-9654-1E18CD648961}" dt="2022-09-05T17:04:27.291" v="79" actId="478"/>
          <ac:spMkLst>
            <pc:docMk/>
            <pc:sldMk cId="0" sldId="256"/>
            <ac:spMk id="18" creationId="{32DB365E-C0A0-4B3F-B6B1-8D39827C09A3}"/>
          </ac:spMkLst>
        </pc:spChg>
      </pc:sldChg>
      <pc:sldChg chg="modSp">
        <pc:chgData name="Melki Sadekh" userId="b15e8503-bfd0-4da6-add0-4a5f50c7c7cc" providerId="ADAL" clId="{7A406ABD-9294-408D-9654-1E18CD648961}" dt="2022-09-05T16:52:17.125" v="11"/>
        <pc:sldMkLst>
          <pc:docMk/>
          <pc:sldMk cId="2516975436" sldId="259"/>
        </pc:sldMkLst>
        <pc:spChg chg="mod">
          <ac:chgData name="Melki Sadekh" userId="b15e8503-bfd0-4da6-add0-4a5f50c7c7cc" providerId="ADAL" clId="{7A406ABD-9294-408D-9654-1E18CD648961}" dt="2022-09-05T16:52:17.125" v="11"/>
          <ac:spMkLst>
            <pc:docMk/>
            <pc:sldMk cId="2516975436" sldId="259"/>
            <ac:spMk id="2" creationId="{00000000-0000-0000-0000-000000000000}"/>
          </ac:spMkLst>
        </pc:spChg>
        <pc:spChg chg="mod">
          <ac:chgData name="Melki Sadekh" userId="b15e8503-bfd0-4da6-add0-4a5f50c7c7cc" providerId="ADAL" clId="{7A406ABD-9294-408D-9654-1E18CD648961}" dt="2022-09-05T16:52:17.125" v="11"/>
          <ac:spMkLst>
            <pc:docMk/>
            <pc:sldMk cId="2516975436" sldId="259"/>
            <ac:spMk id="3" creationId="{00000000-0000-0000-0000-000000000000}"/>
          </ac:spMkLst>
        </pc:spChg>
        <pc:spChg chg="mod">
          <ac:chgData name="Melki Sadekh" userId="b15e8503-bfd0-4da6-add0-4a5f50c7c7cc" providerId="ADAL" clId="{7A406ABD-9294-408D-9654-1E18CD648961}" dt="2022-09-05T16:52:17.125" v="11"/>
          <ac:spMkLst>
            <pc:docMk/>
            <pc:sldMk cId="2516975436" sldId="259"/>
            <ac:spMk id="5" creationId="{00000000-0000-0000-0000-000000000000}"/>
          </ac:spMkLst>
        </pc:spChg>
      </pc:sldChg>
      <pc:sldChg chg="modSp mod">
        <pc:chgData name="Melki Sadekh" userId="b15e8503-bfd0-4da6-add0-4a5f50c7c7cc" providerId="ADAL" clId="{7A406ABD-9294-408D-9654-1E18CD648961}" dt="2022-09-05T17:08:05.999" v="113" actId="12788"/>
        <pc:sldMkLst>
          <pc:docMk/>
          <pc:sldMk cId="3205675800" sldId="271"/>
        </pc:sldMkLst>
        <pc:spChg chg="mod">
          <ac:chgData name="Melki Sadekh" userId="b15e8503-bfd0-4da6-add0-4a5f50c7c7cc" providerId="ADAL" clId="{7A406ABD-9294-408D-9654-1E18CD648961}" dt="2022-09-05T17:08:01.702" v="112" actId="12788"/>
          <ac:spMkLst>
            <pc:docMk/>
            <pc:sldMk cId="3205675800" sldId="271"/>
            <ac:spMk id="2" creationId="{00000000-0000-0000-0000-000000000000}"/>
          </ac:spMkLst>
        </pc:spChg>
        <pc:spChg chg="mod">
          <ac:chgData name="Melki Sadekh" userId="b15e8503-bfd0-4da6-add0-4a5f50c7c7cc" providerId="ADAL" clId="{7A406ABD-9294-408D-9654-1E18CD648961}" dt="2022-09-05T17:08:05.999" v="113" actId="12788"/>
          <ac:spMkLst>
            <pc:docMk/>
            <pc:sldMk cId="3205675800" sldId="271"/>
            <ac:spMk id="5" creationId="{00000000-0000-0000-0000-000000000000}"/>
          </ac:spMkLst>
        </pc:spChg>
      </pc:sldChg>
      <pc:sldMasterChg chg="modSp modSldLayout">
        <pc:chgData name="Melki Sadekh" userId="b15e8503-bfd0-4da6-add0-4a5f50c7c7cc" providerId="ADAL" clId="{7A406ABD-9294-408D-9654-1E18CD648961}" dt="2022-09-05T17:36:41.950" v="512" actId="242"/>
        <pc:sldMasterMkLst>
          <pc:docMk/>
          <pc:sldMasterMk cId="0" sldId="2147483648"/>
        </pc:sldMasterMkLst>
        <pc:spChg chg="mod">
          <ac:chgData name="Melki Sadekh" userId="b15e8503-bfd0-4da6-add0-4a5f50c7c7cc" providerId="ADAL" clId="{7A406ABD-9294-408D-9654-1E18CD648961}" dt="2022-09-05T16:52:17.125" v="11"/>
          <ac:spMkLst>
            <pc:docMk/>
            <pc:sldMasterMk cId="0" sldId="2147483648"/>
            <ac:spMk id="4" creationId="{00000000-0000-0000-0000-000000000000}"/>
          </ac:spMkLst>
        </pc:spChg>
        <pc:spChg chg="mod">
          <ac:chgData name="Melki Sadekh" userId="b15e8503-bfd0-4da6-add0-4a5f50c7c7cc" providerId="ADAL" clId="{7A406ABD-9294-408D-9654-1E18CD648961}" dt="2022-09-05T16:52:17.125" v="11"/>
          <ac:spMkLst>
            <pc:docMk/>
            <pc:sldMasterMk cId="0" sldId="2147483648"/>
            <ac:spMk id="5" creationId="{00000000-0000-0000-0000-000000000000}"/>
          </ac:spMkLst>
        </pc:spChg>
        <pc:spChg chg="mod">
          <ac:chgData name="Melki Sadekh" userId="b15e8503-bfd0-4da6-add0-4a5f50c7c7cc" providerId="ADAL" clId="{7A406ABD-9294-408D-9654-1E18CD648961}" dt="2022-09-05T16:52:17.125" v="11"/>
          <ac:spMkLst>
            <pc:docMk/>
            <pc:sldMasterMk cId="0" sldId="2147483648"/>
            <ac:spMk id="6" creationId="{00000000-0000-0000-0000-000000000000}"/>
          </ac:spMkLst>
        </pc:spChg>
        <pc:spChg chg="mod">
          <ac:chgData name="Melki Sadekh" userId="b15e8503-bfd0-4da6-add0-4a5f50c7c7cc" providerId="ADAL" clId="{7A406ABD-9294-408D-9654-1E18CD648961}" dt="2022-09-05T16:52:17.125" v="11"/>
          <ac:spMkLst>
            <pc:docMk/>
            <pc:sldMasterMk cId="0" sldId="2147483648"/>
            <ac:spMk id="1026" creationId="{00000000-0000-0000-0000-000000000000}"/>
          </ac:spMkLst>
        </pc:spChg>
        <pc:spChg chg="mod">
          <ac:chgData name="Melki Sadekh" userId="b15e8503-bfd0-4da6-add0-4a5f50c7c7cc" providerId="ADAL" clId="{7A406ABD-9294-408D-9654-1E18CD648961}" dt="2022-09-05T16:52:17.125" v="11"/>
          <ac:spMkLst>
            <pc:docMk/>
            <pc:sldMasterMk cId="0" sldId="2147483648"/>
            <ac:spMk id="1027" creationId="{00000000-0000-0000-0000-000000000000}"/>
          </ac:spMkLst>
        </pc:spChg>
        <pc:picChg chg="mod">
          <ac:chgData name="Melki Sadekh" userId="b15e8503-bfd0-4da6-add0-4a5f50c7c7cc" providerId="ADAL" clId="{7A406ABD-9294-408D-9654-1E18CD648961}" dt="2022-09-05T16:52:17.125" v="11"/>
          <ac:picMkLst>
            <pc:docMk/>
            <pc:sldMasterMk cId="0" sldId="2147483648"/>
            <ac:picMk id="7" creationId="{00000000-0000-0000-0000-000000000000}"/>
          </ac:picMkLst>
        </pc:picChg>
        <pc:sldLayoutChg chg="addSp delSp modSp mod">
          <pc:chgData name="Melki Sadekh" userId="b15e8503-bfd0-4da6-add0-4a5f50c7c7cc" providerId="ADAL" clId="{7A406ABD-9294-408D-9654-1E18CD648961}" dt="2022-09-05T17:36:41.950" v="512" actId="242"/>
          <pc:sldLayoutMkLst>
            <pc:docMk/>
            <pc:sldMasterMk cId="0" sldId="2147483648"/>
            <pc:sldLayoutMk cId="0" sldId="2147483649"/>
          </pc:sldLayoutMkLst>
          <pc:spChg chg="add del mod">
            <ac:chgData name="Melki Sadekh" userId="b15e8503-bfd0-4da6-add0-4a5f50c7c7cc" providerId="ADAL" clId="{7A406ABD-9294-408D-9654-1E18CD648961}" dt="2022-09-05T16:57:34.307" v="15" actId="478"/>
            <ac:spMkLst>
              <pc:docMk/>
              <pc:sldMasterMk cId="0" sldId="2147483648"/>
              <pc:sldLayoutMk cId="0" sldId="2147483649"/>
              <ac:spMk id="2" creationId="{CD3B7000-5397-A28D-5FE7-07A2D1A50386}"/>
            </ac:spMkLst>
          </pc:spChg>
          <pc:spChg chg="add del">
            <ac:chgData name="Melki Sadekh" userId="b15e8503-bfd0-4da6-add0-4a5f50c7c7cc" providerId="ADAL" clId="{7A406ABD-9294-408D-9654-1E18CD648961}" dt="2022-09-05T16:58:38.928" v="19" actId="11529"/>
            <ac:spMkLst>
              <pc:docMk/>
              <pc:sldMasterMk cId="0" sldId="2147483648"/>
              <pc:sldLayoutMk cId="0" sldId="2147483649"/>
              <ac:spMk id="3" creationId="{FD75122C-7B91-D349-884F-EBD758C4BC3F}"/>
            </ac:spMkLst>
          </pc:spChg>
          <pc:spChg chg="add del mod">
            <ac:chgData name="Melki Sadekh" userId="b15e8503-bfd0-4da6-add0-4a5f50c7c7cc" providerId="ADAL" clId="{7A406ABD-9294-408D-9654-1E18CD648961}" dt="2022-09-05T16:58:38.928" v="19" actId="11529"/>
            <ac:spMkLst>
              <pc:docMk/>
              <pc:sldMasterMk cId="0" sldId="2147483648"/>
              <pc:sldLayoutMk cId="0" sldId="2147483649"/>
              <ac:spMk id="4" creationId="{F97D6384-5BD7-023B-0B85-A333438E8B82}"/>
            </ac:spMkLst>
          </pc:spChg>
          <pc:spChg chg="add del">
            <ac:chgData name="Melki Sadekh" userId="b15e8503-bfd0-4da6-add0-4a5f50c7c7cc" providerId="ADAL" clId="{7A406ABD-9294-408D-9654-1E18CD648961}" dt="2022-09-05T16:58:38.258" v="18" actId="11529"/>
            <ac:spMkLst>
              <pc:docMk/>
              <pc:sldMasterMk cId="0" sldId="2147483648"/>
              <pc:sldLayoutMk cId="0" sldId="2147483649"/>
              <ac:spMk id="5" creationId="{976AE189-93B7-0C81-340D-2700AA0269C9}"/>
            </ac:spMkLst>
          </pc:spChg>
          <pc:spChg chg="add del mod">
            <ac:chgData name="Melki Sadekh" userId="b15e8503-bfd0-4da6-add0-4a5f50c7c7cc" providerId="ADAL" clId="{7A406ABD-9294-408D-9654-1E18CD648961}" dt="2022-09-05T16:58:38.258" v="18" actId="11529"/>
            <ac:spMkLst>
              <pc:docMk/>
              <pc:sldMasterMk cId="0" sldId="2147483648"/>
              <pc:sldLayoutMk cId="0" sldId="2147483649"/>
              <ac:spMk id="6" creationId="{A9E4038A-3EBB-D7F8-2B31-3D62C7566B98}"/>
            </ac:spMkLst>
          </pc:spChg>
          <pc:spChg chg="add del mod">
            <ac:chgData name="Melki Sadekh" userId="b15e8503-bfd0-4da6-add0-4a5f50c7c7cc" providerId="ADAL" clId="{7A406ABD-9294-408D-9654-1E18CD648961}" dt="2022-09-05T16:58:44.632" v="21"/>
            <ac:spMkLst>
              <pc:docMk/>
              <pc:sldMasterMk cId="0" sldId="2147483648"/>
              <pc:sldLayoutMk cId="0" sldId="2147483649"/>
              <ac:spMk id="8" creationId="{0D8F372F-1EE1-458C-4248-6F4255BE2F94}"/>
            </ac:spMkLst>
          </pc:spChg>
          <pc:spChg chg="add del mod">
            <ac:chgData name="Melki Sadekh" userId="b15e8503-bfd0-4da6-add0-4a5f50c7c7cc" providerId="ADAL" clId="{7A406ABD-9294-408D-9654-1E18CD648961}" dt="2022-09-05T16:58:44.632" v="21"/>
            <ac:spMkLst>
              <pc:docMk/>
              <pc:sldMasterMk cId="0" sldId="2147483648"/>
              <pc:sldLayoutMk cId="0" sldId="2147483649"/>
              <ac:spMk id="9" creationId="{6E4C8F5B-1627-51DA-EB6B-F77C4594A75F}"/>
            </ac:spMkLst>
          </pc:spChg>
          <pc:spChg chg="add del mod">
            <ac:chgData name="Melki Sadekh" userId="b15e8503-bfd0-4da6-add0-4a5f50c7c7cc" providerId="ADAL" clId="{7A406ABD-9294-408D-9654-1E18CD648961}" dt="2022-09-05T16:58:44.632" v="21"/>
            <ac:spMkLst>
              <pc:docMk/>
              <pc:sldMasterMk cId="0" sldId="2147483648"/>
              <pc:sldLayoutMk cId="0" sldId="2147483649"/>
              <ac:spMk id="10" creationId="{86AF7980-0673-45F0-F535-194125650B0A}"/>
            </ac:spMkLst>
          </pc:spChg>
          <pc:spChg chg="add mod">
            <ac:chgData name="Melki Sadekh" userId="b15e8503-bfd0-4da6-add0-4a5f50c7c7cc" providerId="ADAL" clId="{7A406ABD-9294-408D-9654-1E18CD648961}" dt="2022-09-05T17:36:17.989" v="508" actId="404"/>
            <ac:spMkLst>
              <pc:docMk/>
              <pc:sldMasterMk cId="0" sldId="2147483648"/>
              <pc:sldLayoutMk cId="0" sldId="2147483649"/>
              <ac:spMk id="13" creationId="{FD933DC8-5F40-4DE1-1800-4555D43F04F4}"/>
            </ac:spMkLst>
          </pc:spChg>
          <pc:spChg chg="add del mod">
            <ac:chgData name="Melki Sadekh" userId="b15e8503-bfd0-4da6-add0-4a5f50c7c7cc" providerId="ADAL" clId="{7A406ABD-9294-408D-9654-1E18CD648961}" dt="2022-09-05T17:14:13.190" v="124" actId="478"/>
            <ac:spMkLst>
              <pc:docMk/>
              <pc:sldMasterMk cId="0" sldId="2147483648"/>
              <pc:sldLayoutMk cId="0" sldId="2147483649"/>
              <ac:spMk id="16" creationId="{DD5C0D8D-1877-C891-2896-9219D19CFFC6}"/>
            </ac:spMkLst>
          </pc:spChg>
          <pc:spChg chg="add del mod">
            <ac:chgData name="Melki Sadekh" userId="b15e8503-bfd0-4da6-add0-4a5f50c7c7cc" providerId="ADAL" clId="{7A406ABD-9294-408D-9654-1E18CD648961}" dt="2022-09-05T17:15:29.145" v="131" actId="478"/>
            <ac:spMkLst>
              <pc:docMk/>
              <pc:sldMasterMk cId="0" sldId="2147483648"/>
              <pc:sldLayoutMk cId="0" sldId="2147483649"/>
              <ac:spMk id="17" creationId="{1530A19B-7E4A-7831-6CD7-2661BA4B5248}"/>
            </ac:spMkLst>
          </pc:spChg>
          <pc:spChg chg="add del">
            <ac:chgData name="Melki Sadekh" userId="b15e8503-bfd0-4da6-add0-4a5f50c7c7cc" providerId="ADAL" clId="{7A406ABD-9294-408D-9654-1E18CD648961}" dt="2022-09-05T17:13:46.599" v="114" actId="11529"/>
            <ac:spMkLst>
              <pc:docMk/>
              <pc:sldMasterMk cId="0" sldId="2147483648"/>
              <pc:sldLayoutMk cId="0" sldId="2147483649"/>
              <ac:spMk id="18" creationId="{35646AAE-5990-C8BC-7F65-177582E9DD0D}"/>
            </ac:spMkLst>
          </pc:spChg>
          <pc:spChg chg="add mod">
            <ac:chgData name="Melki Sadekh" userId="b15e8503-bfd0-4da6-add0-4a5f50c7c7cc" providerId="ADAL" clId="{7A406ABD-9294-408D-9654-1E18CD648961}" dt="2022-09-05T17:36:41.950" v="512" actId="242"/>
            <ac:spMkLst>
              <pc:docMk/>
              <pc:sldMasterMk cId="0" sldId="2147483648"/>
              <pc:sldLayoutMk cId="0" sldId="2147483649"/>
              <ac:spMk id="19" creationId="{07BD9D23-A348-F595-B710-95E853784A1D}"/>
            </ac:spMkLst>
          </pc:spChg>
          <pc:spChg chg="add del">
            <ac:chgData name="Melki Sadekh" userId="b15e8503-bfd0-4da6-add0-4a5f50c7c7cc" providerId="ADAL" clId="{7A406ABD-9294-408D-9654-1E18CD648961}" dt="2022-09-05T17:15:41.142" v="132" actId="11529"/>
            <ac:spMkLst>
              <pc:docMk/>
              <pc:sldMasterMk cId="0" sldId="2147483648"/>
              <pc:sldLayoutMk cId="0" sldId="2147483649"/>
              <ac:spMk id="20" creationId="{18CAEB49-DCC2-C826-8C7C-969A3E6F6E4A}"/>
            </ac:spMkLst>
          </pc:spChg>
          <pc:spChg chg="add del mod">
            <ac:chgData name="Melki Sadekh" userId="b15e8503-bfd0-4da6-add0-4a5f50c7c7cc" providerId="ADAL" clId="{7A406ABD-9294-408D-9654-1E18CD648961}" dt="2022-09-05T17:15:53.084" v="135" actId="478"/>
            <ac:spMkLst>
              <pc:docMk/>
              <pc:sldMasterMk cId="0" sldId="2147483648"/>
              <pc:sldLayoutMk cId="0" sldId="2147483649"/>
              <ac:spMk id="21" creationId="{DE7986EB-C68C-7160-6E5D-C702D390BA8D}"/>
            </ac:spMkLst>
          </pc:spChg>
          <pc:spChg chg="add del">
            <ac:chgData name="Melki Sadekh" userId="b15e8503-bfd0-4da6-add0-4a5f50c7c7cc" providerId="ADAL" clId="{7A406ABD-9294-408D-9654-1E18CD648961}" dt="2022-09-05T17:15:59.719" v="136" actId="11529"/>
            <ac:spMkLst>
              <pc:docMk/>
              <pc:sldMasterMk cId="0" sldId="2147483648"/>
              <pc:sldLayoutMk cId="0" sldId="2147483649"/>
              <ac:spMk id="22" creationId="{144339EC-F3C2-6A6E-EE74-06A2B3497D97}"/>
            </ac:spMkLst>
          </pc:spChg>
          <pc:spChg chg="add del mod">
            <ac:chgData name="Melki Sadekh" userId="b15e8503-bfd0-4da6-add0-4a5f50c7c7cc" providerId="ADAL" clId="{7A406ABD-9294-408D-9654-1E18CD648961}" dt="2022-09-05T17:19:23.461" v="166" actId="478"/>
            <ac:spMkLst>
              <pc:docMk/>
              <pc:sldMasterMk cId="0" sldId="2147483648"/>
              <pc:sldLayoutMk cId="0" sldId="2147483649"/>
              <ac:spMk id="23" creationId="{743FCAE2-0914-1426-6667-6053B7EA6EC9}"/>
            </ac:spMkLst>
          </pc:spChg>
          <pc:spChg chg="add mod">
            <ac:chgData name="Melki Sadekh" userId="b15e8503-bfd0-4da6-add0-4a5f50c7c7cc" providerId="ADAL" clId="{7A406ABD-9294-408D-9654-1E18CD648961}" dt="2022-09-05T17:35:18.142" v="507" actId="14100"/>
            <ac:spMkLst>
              <pc:docMk/>
              <pc:sldMasterMk cId="0" sldId="2147483648"/>
              <pc:sldLayoutMk cId="0" sldId="2147483649"/>
              <ac:spMk id="24" creationId="{AF6EC7A6-1644-1988-E351-DCDA588E6A1F}"/>
            </ac:spMkLst>
          </pc:spChg>
          <pc:spChg chg="add mod">
            <ac:chgData name="Melki Sadekh" userId="b15e8503-bfd0-4da6-add0-4a5f50c7c7cc" providerId="ADAL" clId="{7A406ABD-9294-408D-9654-1E18CD648961}" dt="2022-09-05T17:36:38.722" v="511" actId="242"/>
            <ac:spMkLst>
              <pc:docMk/>
              <pc:sldMasterMk cId="0" sldId="2147483648"/>
              <pc:sldLayoutMk cId="0" sldId="2147483649"/>
              <ac:spMk id="25" creationId="{521841C5-28C7-B1B8-56E4-4193C600942A}"/>
            </ac:spMkLst>
          </pc:spChg>
          <pc:picChg chg="mod">
            <ac:chgData name="Melki Sadekh" userId="b15e8503-bfd0-4da6-add0-4a5f50c7c7cc" providerId="ADAL" clId="{7A406ABD-9294-408D-9654-1E18CD648961}" dt="2022-09-05T17:19:52.385" v="174" actId="34135"/>
            <ac:picMkLst>
              <pc:docMk/>
              <pc:sldMasterMk cId="0" sldId="2147483648"/>
              <pc:sldLayoutMk cId="0" sldId="2147483649"/>
              <ac:picMk id="7" creationId="{00000000-0000-0000-0000-000000000000}"/>
            </ac:picMkLst>
          </pc:picChg>
          <pc:picChg chg="del">
            <ac:chgData name="Melki Sadekh" userId="b15e8503-bfd0-4da6-add0-4a5f50c7c7cc" providerId="ADAL" clId="{7A406ABD-9294-408D-9654-1E18CD648961}" dt="2022-09-05T16:50:13.312" v="2" actId="478"/>
            <ac:picMkLst>
              <pc:docMk/>
              <pc:sldMasterMk cId="0" sldId="2147483648"/>
              <pc:sldLayoutMk cId="0" sldId="2147483649"/>
              <ac:picMk id="11" creationId="{0D00FE9A-5B56-CC4A-AE9A-C22895A4A65F}"/>
            </ac:picMkLst>
          </pc:picChg>
          <pc:picChg chg="del">
            <ac:chgData name="Melki Sadekh" userId="b15e8503-bfd0-4da6-add0-4a5f50c7c7cc" providerId="ADAL" clId="{7A406ABD-9294-408D-9654-1E18CD648961}" dt="2022-09-05T16:50:12.259" v="1" actId="478"/>
            <ac:picMkLst>
              <pc:docMk/>
              <pc:sldMasterMk cId="0" sldId="2147483648"/>
              <pc:sldLayoutMk cId="0" sldId="2147483649"/>
              <ac:picMk id="12" creationId="{9EA64FB5-AD3D-6B4E-9CDC-DAE578F5C07C}"/>
            </ac:picMkLst>
          </pc:picChg>
          <pc:picChg chg="add del">
            <ac:chgData name="Melki Sadekh" userId="b15e8503-bfd0-4da6-add0-4a5f50c7c7cc" providerId="ADAL" clId="{7A406ABD-9294-408D-9654-1E18CD648961}" dt="2022-09-05T17:03:03.153" v="65" actId="22"/>
            <ac:picMkLst>
              <pc:docMk/>
              <pc:sldMasterMk cId="0" sldId="2147483648"/>
              <pc:sldLayoutMk cId="0" sldId="2147483649"/>
              <ac:picMk id="15" creationId="{AEAD4078-E437-914A-3D5D-158FB4C1FFF2}"/>
            </ac:picMkLst>
          </pc:picChg>
        </pc:sldLayoutChg>
        <pc:sldLayoutChg chg="delSp modSp mod">
          <pc:chgData name="Melki Sadekh" userId="b15e8503-bfd0-4da6-add0-4a5f50c7c7cc" providerId="ADAL" clId="{7A406ABD-9294-408D-9654-1E18CD648961}" dt="2022-09-05T17:07:26.383" v="107" actId="478"/>
          <pc:sldLayoutMkLst>
            <pc:docMk/>
            <pc:sldMasterMk cId="0" sldId="2147483648"/>
            <pc:sldLayoutMk cId="0" sldId="2147483650"/>
          </pc:sldLayoutMkLst>
          <pc:spChg chg="mod">
            <ac:chgData name="Melki Sadekh" userId="b15e8503-bfd0-4da6-add0-4a5f50c7c7cc" providerId="ADAL" clId="{7A406ABD-9294-408D-9654-1E18CD648961}" dt="2022-09-05T16:52:17.125" v="11"/>
            <ac:spMkLst>
              <pc:docMk/>
              <pc:sldMasterMk cId="0" sldId="2147483648"/>
              <pc:sldLayoutMk cId="0" sldId="2147483650"/>
              <ac:spMk id="9"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0"/>
              <ac:spMk id="10" creationId="{00000000-0000-0000-0000-000000000000}"/>
            </ac:spMkLst>
          </pc:spChg>
          <pc:picChg chg="mod">
            <ac:chgData name="Melki Sadekh" userId="b15e8503-bfd0-4da6-add0-4a5f50c7c7cc" providerId="ADAL" clId="{7A406ABD-9294-408D-9654-1E18CD648961}" dt="2022-09-05T16:52:17.125" v="11"/>
            <ac:picMkLst>
              <pc:docMk/>
              <pc:sldMasterMk cId="0" sldId="2147483648"/>
              <pc:sldLayoutMk cId="0" sldId="2147483650"/>
              <ac:picMk id="7" creationId="{00000000-0000-0000-0000-000000000000}"/>
            </ac:picMkLst>
          </pc:picChg>
          <pc:picChg chg="del mod">
            <ac:chgData name="Melki Sadekh" userId="b15e8503-bfd0-4da6-add0-4a5f50c7c7cc" providerId="ADAL" clId="{7A406ABD-9294-408D-9654-1E18CD648961}" dt="2022-09-05T17:07:26.383" v="107" actId="478"/>
            <ac:picMkLst>
              <pc:docMk/>
              <pc:sldMasterMk cId="0" sldId="2147483648"/>
              <pc:sldLayoutMk cId="0" sldId="2147483650"/>
              <ac:picMk id="11" creationId="{B629EBDB-E5DA-C246-981F-4C19F8FC4578}"/>
            </ac:picMkLst>
          </pc:picChg>
          <pc:picChg chg="del mod">
            <ac:chgData name="Melki Sadekh" userId="b15e8503-bfd0-4da6-add0-4a5f50c7c7cc" providerId="ADAL" clId="{7A406ABD-9294-408D-9654-1E18CD648961}" dt="2022-09-05T17:06:52.066" v="102" actId="478"/>
            <ac:picMkLst>
              <pc:docMk/>
              <pc:sldMasterMk cId="0" sldId="2147483648"/>
              <pc:sldLayoutMk cId="0" sldId="2147483650"/>
              <ac:picMk id="12" creationId="{5317F68B-01F1-E94A-99D3-3F09D8A936B7}"/>
            </ac:picMkLst>
          </pc:picChg>
        </pc:sldLayoutChg>
        <pc:sldLayoutChg chg="delSp modSp mod">
          <pc:chgData name="Melki Sadekh" userId="b15e8503-bfd0-4da6-add0-4a5f50c7c7cc" providerId="ADAL" clId="{7A406ABD-9294-408D-9654-1E18CD648961}" dt="2022-09-05T17:07:28.942" v="108" actId="478"/>
          <pc:sldLayoutMkLst>
            <pc:docMk/>
            <pc:sldMasterMk cId="0" sldId="2147483648"/>
            <pc:sldLayoutMk cId="0" sldId="2147483651"/>
          </pc:sldLayoutMkLst>
          <pc:spChg chg="mod">
            <ac:chgData name="Melki Sadekh" userId="b15e8503-bfd0-4da6-add0-4a5f50c7c7cc" providerId="ADAL" clId="{7A406ABD-9294-408D-9654-1E18CD648961}" dt="2022-09-05T16:52:17.125" v="11"/>
            <ac:spMkLst>
              <pc:docMk/>
              <pc:sldMasterMk cId="0" sldId="2147483648"/>
              <pc:sldLayoutMk cId="0" sldId="2147483651"/>
              <ac:spMk id="2"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1"/>
              <ac:spMk id="3" creationId="{00000000-0000-0000-0000-000000000000}"/>
            </ac:spMkLst>
          </pc:spChg>
          <pc:picChg chg="del mod">
            <ac:chgData name="Melki Sadekh" userId="b15e8503-bfd0-4da6-add0-4a5f50c7c7cc" providerId="ADAL" clId="{7A406ABD-9294-408D-9654-1E18CD648961}" dt="2022-09-05T17:07:28.942" v="108" actId="478"/>
            <ac:picMkLst>
              <pc:docMk/>
              <pc:sldMasterMk cId="0" sldId="2147483648"/>
              <pc:sldLayoutMk cId="0" sldId="2147483651"/>
              <ac:picMk id="7" creationId="{EB33BA03-3A39-B849-9650-5243CD565A8A}"/>
            </ac:picMkLst>
          </pc:picChg>
        </pc:sldLayoutChg>
        <pc:sldLayoutChg chg="delSp modSp mod">
          <pc:chgData name="Melki Sadekh" userId="b15e8503-bfd0-4da6-add0-4a5f50c7c7cc" providerId="ADAL" clId="{7A406ABD-9294-408D-9654-1E18CD648961}" dt="2022-09-05T17:07:30.839" v="109" actId="478"/>
          <pc:sldLayoutMkLst>
            <pc:docMk/>
            <pc:sldMasterMk cId="0" sldId="2147483648"/>
            <pc:sldLayoutMk cId="0" sldId="2147483652"/>
          </pc:sldLayoutMkLst>
          <pc:spChg chg="mod">
            <ac:chgData name="Melki Sadekh" userId="b15e8503-bfd0-4da6-add0-4a5f50c7c7cc" providerId="ADAL" clId="{7A406ABD-9294-408D-9654-1E18CD648961}" dt="2022-09-05T16:52:17.125" v="11"/>
            <ac:spMkLst>
              <pc:docMk/>
              <pc:sldMasterMk cId="0" sldId="2147483648"/>
              <pc:sldLayoutMk cId="0" sldId="2147483652"/>
              <ac:spMk id="3"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2"/>
              <ac:spMk id="4"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2"/>
              <ac:spMk id="10"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2"/>
              <ac:spMk id="11" creationId="{00000000-0000-0000-0000-000000000000}"/>
            </ac:spMkLst>
          </pc:spChg>
          <pc:picChg chg="mod">
            <ac:chgData name="Melki Sadekh" userId="b15e8503-bfd0-4da6-add0-4a5f50c7c7cc" providerId="ADAL" clId="{7A406ABD-9294-408D-9654-1E18CD648961}" dt="2022-09-05T16:52:17.125" v="11"/>
            <ac:picMkLst>
              <pc:docMk/>
              <pc:sldMasterMk cId="0" sldId="2147483648"/>
              <pc:sldLayoutMk cId="0" sldId="2147483652"/>
              <ac:picMk id="8" creationId="{00000000-0000-0000-0000-000000000000}"/>
            </ac:picMkLst>
          </pc:picChg>
          <pc:picChg chg="del mod">
            <ac:chgData name="Melki Sadekh" userId="b15e8503-bfd0-4da6-add0-4a5f50c7c7cc" providerId="ADAL" clId="{7A406ABD-9294-408D-9654-1E18CD648961}" dt="2022-09-05T17:07:30.839" v="109" actId="478"/>
            <ac:picMkLst>
              <pc:docMk/>
              <pc:sldMasterMk cId="0" sldId="2147483648"/>
              <pc:sldLayoutMk cId="0" sldId="2147483652"/>
              <ac:picMk id="12" creationId="{3DC9F73C-0878-E542-8513-409788190553}"/>
            </ac:picMkLst>
          </pc:picChg>
          <pc:picChg chg="del mod">
            <ac:chgData name="Melki Sadekh" userId="b15e8503-bfd0-4da6-add0-4a5f50c7c7cc" providerId="ADAL" clId="{7A406ABD-9294-408D-9654-1E18CD648961}" dt="2022-09-05T17:06:56.938" v="103" actId="478"/>
            <ac:picMkLst>
              <pc:docMk/>
              <pc:sldMasterMk cId="0" sldId="2147483648"/>
              <pc:sldLayoutMk cId="0" sldId="2147483652"/>
              <ac:picMk id="13" creationId="{E24EA1D8-E779-9B4C-A906-459512BC2D87}"/>
            </ac:picMkLst>
          </pc:picChg>
        </pc:sldLayoutChg>
        <pc:sldLayoutChg chg="delSp modSp mod">
          <pc:chgData name="Melki Sadekh" userId="b15e8503-bfd0-4da6-add0-4a5f50c7c7cc" providerId="ADAL" clId="{7A406ABD-9294-408D-9654-1E18CD648961}" dt="2022-09-05T17:07:32.784" v="110" actId="478"/>
          <pc:sldLayoutMkLst>
            <pc:docMk/>
            <pc:sldMasterMk cId="0" sldId="2147483648"/>
            <pc:sldLayoutMk cId="0" sldId="2147483653"/>
          </pc:sldLayoutMkLst>
          <pc:spChg chg="mod">
            <ac:chgData name="Melki Sadekh" userId="b15e8503-bfd0-4da6-add0-4a5f50c7c7cc" providerId="ADAL" clId="{7A406ABD-9294-408D-9654-1E18CD648961}" dt="2022-09-05T16:52:17.125" v="11"/>
            <ac:spMkLst>
              <pc:docMk/>
              <pc:sldMasterMk cId="0" sldId="2147483648"/>
              <pc:sldLayoutMk cId="0" sldId="2147483653"/>
              <ac:spMk id="10"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3"/>
              <ac:spMk id="11" creationId="{00000000-0000-0000-0000-000000000000}"/>
            </ac:spMkLst>
          </pc:spChg>
          <pc:picChg chg="del mod">
            <ac:chgData name="Melki Sadekh" userId="b15e8503-bfd0-4da6-add0-4a5f50c7c7cc" providerId="ADAL" clId="{7A406ABD-9294-408D-9654-1E18CD648961}" dt="2022-09-05T17:06:59.897" v="105" actId="478"/>
            <ac:picMkLst>
              <pc:docMk/>
              <pc:sldMasterMk cId="0" sldId="2147483648"/>
              <pc:sldLayoutMk cId="0" sldId="2147483653"/>
              <ac:picMk id="12" creationId="{0859D3EC-5E23-3B41-9DA0-38316698BC36}"/>
            </ac:picMkLst>
          </pc:picChg>
          <pc:picChg chg="del mod">
            <ac:chgData name="Melki Sadekh" userId="b15e8503-bfd0-4da6-add0-4a5f50c7c7cc" providerId="ADAL" clId="{7A406ABD-9294-408D-9654-1E18CD648961}" dt="2022-09-05T17:07:32.784" v="110" actId="478"/>
            <ac:picMkLst>
              <pc:docMk/>
              <pc:sldMasterMk cId="0" sldId="2147483648"/>
              <pc:sldLayoutMk cId="0" sldId="2147483653"/>
              <ac:picMk id="13" creationId="{07D22DC1-2584-BA45-ADB4-CB64B76C9196}"/>
            </ac:picMkLst>
          </pc:picChg>
        </pc:sldLayoutChg>
        <pc:sldLayoutChg chg="delSp modSp mod">
          <pc:chgData name="Melki Sadekh" userId="b15e8503-bfd0-4da6-add0-4a5f50c7c7cc" providerId="ADAL" clId="{7A406ABD-9294-408D-9654-1E18CD648961}" dt="2022-09-05T17:07:34.904" v="111" actId="478"/>
          <pc:sldLayoutMkLst>
            <pc:docMk/>
            <pc:sldMasterMk cId="0" sldId="2147483648"/>
            <pc:sldLayoutMk cId="0" sldId="2147483654"/>
          </pc:sldLayoutMkLst>
          <pc:spChg chg="mod">
            <ac:chgData name="Melki Sadekh" userId="b15e8503-bfd0-4da6-add0-4a5f50c7c7cc" providerId="ADAL" clId="{7A406ABD-9294-408D-9654-1E18CD648961}" dt="2022-09-05T16:52:17.125" v="11"/>
            <ac:spMkLst>
              <pc:docMk/>
              <pc:sldMasterMk cId="0" sldId="2147483648"/>
              <pc:sldLayoutMk cId="0" sldId="2147483654"/>
              <ac:spMk id="6"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4"/>
              <ac:spMk id="7" creationId="{00000000-0000-0000-0000-000000000000}"/>
            </ac:spMkLst>
          </pc:spChg>
          <pc:picChg chg="del mod">
            <ac:chgData name="Melki Sadekh" userId="b15e8503-bfd0-4da6-add0-4a5f50c7c7cc" providerId="ADAL" clId="{7A406ABD-9294-408D-9654-1E18CD648961}" dt="2022-09-05T17:07:34.904" v="111" actId="478"/>
            <ac:picMkLst>
              <pc:docMk/>
              <pc:sldMasterMk cId="0" sldId="2147483648"/>
              <pc:sldLayoutMk cId="0" sldId="2147483654"/>
              <ac:picMk id="8" creationId="{1A1711B1-0CB2-3642-B322-BB9057DC06A4}"/>
            </ac:picMkLst>
          </pc:picChg>
          <pc:picChg chg="del mod">
            <ac:chgData name="Melki Sadekh" userId="b15e8503-bfd0-4da6-add0-4a5f50c7c7cc" providerId="ADAL" clId="{7A406ABD-9294-408D-9654-1E18CD648961}" dt="2022-09-05T17:07:05.532" v="106" actId="478"/>
            <ac:picMkLst>
              <pc:docMk/>
              <pc:sldMasterMk cId="0" sldId="2147483648"/>
              <pc:sldLayoutMk cId="0" sldId="2147483654"/>
              <ac:picMk id="9" creationId="{EDE9ED95-923D-3548-823B-31E4248CF767}"/>
            </ac:picMkLst>
          </pc:picChg>
        </pc:sldLayoutChg>
        <pc:sldLayoutChg chg="modSp">
          <pc:chgData name="Melki Sadekh" userId="b15e8503-bfd0-4da6-add0-4a5f50c7c7cc" providerId="ADAL" clId="{7A406ABD-9294-408D-9654-1E18CD648961}" dt="2022-09-05T16:52:17.125" v="11"/>
          <pc:sldLayoutMkLst>
            <pc:docMk/>
            <pc:sldMasterMk cId="0" sldId="2147483648"/>
            <pc:sldLayoutMk cId="0" sldId="2147483655"/>
          </pc:sldLayoutMkLst>
          <pc:picChg chg="mod">
            <ac:chgData name="Melki Sadekh" userId="b15e8503-bfd0-4da6-add0-4a5f50c7c7cc" providerId="ADAL" clId="{7A406ABD-9294-408D-9654-1E18CD648961}" dt="2022-09-05T16:52:17.125" v="11"/>
            <ac:picMkLst>
              <pc:docMk/>
              <pc:sldMasterMk cId="0" sldId="2147483648"/>
              <pc:sldLayoutMk cId="0" sldId="2147483655"/>
              <ac:picMk id="5" creationId="{00000000-0000-0000-0000-000000000000}"/>
            </ac:picMkLst>
          </pc:picChg>
        </pc:sldLayoutChg>
        <pc:sldLayoutChg chg="modSp">
          <pc:chgData name="Melki Sadekh" userId="b15e8503-bfd0-4da6-add0-4a5f50c7c7cc" providerId="ADAL" clId="{7A406ABD-9294-408D-9654-1E18CD648961}" dt="2022-09-05T16:52:17.125" v="11"/>
          <pc:sldLayoutMkLst>
            <pc:docMk/>
            <pc:sldMasterMk cId="0" sldId="2147483648"/>
            <pc:sldLayoutMk cId="3329407852" sldId="2147483656"/>
          </pc:sldLayoutMkLst>
          <pc:spChg chg="mod">
            <ac:chgData name="Melki Sadekh" userId="b15e8503-bfd0-4da6-add0-4a5f50c7c7cc" providerId="ADAL" clId="{7A406ABD-9294-408D-9654-1E18CD648961}" dt="2022-09-05T16:52:17.125" v="11"/>
            <ac:spMkLst>
              <pc:docMk/>
              <pc:sldMasterMk cId="0" sldId="2147483648"/>
              <pc:sldLayoutMk cId="3329407852" sldId="2147483656"/>
              <ac:spMk id="6" creationId="{00000000-0000-0000-0000-000000000000}"/>
            </ac:spMkLst>
          </pc:spChg>
          <pc:picChg chg="mod">
            <ac:chgData name="Melki Sadekh" userId="b15e8503-bfd0-4da6-add0-4a5f50c7c7cc" providerId="ADAL" clId="{7A406ABD-9294-408D-9654-1E18CD648961}" dt="2022-09-05T16:52:17.125" v="11"/>
            <ac:picMkLst>
              <pc:docMk/>
              <pc:sldMasterMk cId="0" sldId="2147483648"/>
              <pc:sldLayoutMk cId="3329407852" sldId="2147483656"/>
              <ac:picMk id="5" creationId="{00000000-0000-0000-0000-000000000000}"/>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42327A3B-766F-4631-90B1-9B3D33DE7C5C}" type="datetimeFigureOut">
              <a:rPr lang="en-US"/>
              <a:pPr>
                <a:defRPr/>
              </a:pPr>
              <a:t>12/20/2022</a:t>
            </a:fld>
            <a:endParaRPr lang="en-US"/>
          </a:p>
        </p:txBody>
      </p:sp>
      <p:sp>
        <p:nvSpPr>
          <p:cNvPr id="4" name="Slide Image Placeholder 3"/>
          <p:cNvSpPr>
            <a:spLocks noGrp="1" noRot="1" noChangeAspect="1"/>
          </p:cNvSpPr>
          <p:nvPr>
            <p:ph type="sldImg" idx="2"/>
          </p:nvPr>
        </p:nvSpPr>
        <p:spPr>
          <a:xfrm>
            <a:off x="1006475" y="685800"/>
            <a:ext cx="484505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98F58BAA-C397-4D9C-949B-0B7D3F08F4B6}" type="slidenum">
              <a:rPr lang="en-US"/>
              <a:pPr>
                <a:defRPr/>
              </a:pPr>
              <a:t>‹#›</a:t>
            </a:fld>
            <a:endParaRPr lang="en-US"/>
          </a:p>
        </p:txBody>
      </p:sp>
    </p:spTree>
    <p:extLst>
      <p:ext uri="{BB962C8B-B14F-4D97-AF65-F5344CB8AC3E}">
        <p14:creationId xmlns:p14="http://schemas.microsoft.com/office/powerpoint/2010/main" val="267139776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1" descr="Background 01-01.jpg"/>
          <p:cNvPicPr>
            <a:picLocks noGrp="1" noRot="1" noChangeAspect="1" noMove="1" noResize="1" noEditPoints="1" noAdjustHandles="1" noChangeArrowheads="1" noChangeShapeType="1" noCrop="1"/>
          </p:cNvPicPr>
          <p:nvPr userDrawn="1"/>
        </p:nvPicPr>
        <p:blipFill>
          <a:blip r:embed="rId2" cstate="screen">
            <a:alphaModFix/>
          </a:blip>
          <a:srcRect/>
          <a:stretch>
            <a:fillRect/>
          </a:stretch>
        </p:blipFill>
        <p:spPr bwMode="auto">
          <a:xfrm>
            <a:off x="0" y="3175"/>
            <a:ext cx="10688638" cy="7556500"/>
          </a:xfrm>
          <a:prstGeom prst="rect">
            <a:avLst/>
          </a:prstGeom>
          <a:noFill/>
          <a:ln w="9525">
            <a:noFill/>
            <a:miter lim="800000"/>
            <a:headEnd/>
            <a:tailEnd/>
          </a:ln>
        </p:spPr>
      </p:pic>
      <p:sp>
        <p:nvSpPr>
          <p:cNvPr id="13" name="Title 12">
            <a:extLst>
              <a:ext uri="{FF2B5EF4-FFF2-40B4-BE49-F238E27FC236}">
                <a16:creationId xmlns:a16="http://schemas.microsoft.com/office/drawing/2014/main" id="{FD933DC8-5F40-4DE1-1800-4555D43F04F4}"/>
              </a:ext>
            </a:extLst>
          </p:cNvPr>
          <p:cNvSpPr>
            <a:spLocks noGrp="1"/>
          </p:cNvSpPr>
          <p:nvPr>
            <p:ph type="title" hasCustomPrompt="1"/>
          </p:nvPr>
        </p:nvSpPr>
        <p:spPr>
          <a:xfrm>
            <a:off x="2400300" y="2054347"/>
            <a:ext cx="8286748" cy="819237"/>
          </a:xfrm>
        </p:spPr>
        <p:txBody>
          <a:bodyPr anchor="b"/>
          <a:lstStyle>
            <a:lvl1pPr>
              <a:defRPr sz="3600" b="1">
                <a:solidFill>
                  <a:schemeClr val="bg1"/>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a:t>COURSE NAME*</a:t>
            </a:r>
            <a:endParaRPr lang="id-ID"/>
          </a:p>
        </p:txBody>
      </p:sp>
      <p:sp>
        <p:nvSpPr>
          <p:cNvPr id="19" name="Text Placeholder 18">
            <a:extLst>
              <a:ext uri="{FF2B5EF4-FFF2-40B4-BE49-F238E27FC236}">
                <a16:creationId xmlns:a16="http://schemas.microsoft.com/office/drawing/2014/main" id="{07BD9D23-A348-F595-B710-95E853784A1D}"/>
              </a:ext>
            </a:extLst>
          </p:cNvPr>
          <p:cNvSpPr>
            <a:spLocks noGrp="1"/>
          </p:cNvSpPr>
          <p:nvPr>
            <p:ph type="body" sz="quarter" idx="10" hasCustomPrompt="1"/>
          </p:nvPr>
        </p:nvSpPr>
        <p:spPr>
          <a:xfrm>
            <a:off x="2400300" y="4462536"/>
            <a:ext cx="8286750" cy="642864"/>
          </a:xfrm>
        </p:spPr>
        <p:txBody>
          <a:bodyPr anchor="b"/>
          <a:lstStyle>
            <a:lvl1pPr marL="0" indent="0" algn="l">
              <a:buNone/>
              <a:defRPr sz="2400">
                <a:solidFill>
                  <a:schemeClr val="bg1"/>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pPr lvl="0"/>
            <a:r>
              <a:rPr lang="en-US"/>
              <a:t>TOPIC*</a:t>
            </a:r>
          </a:p>
        </p:txBody>
      </p:sp>
      <p:sp>
        <p:nvSpPr>
          <p:cNvPr id="24" name="Text Placeholder 18">
            <a:extLst>
              <a:ext uri="{FF2B5EF4-FFF2-40B4-BE49-F238E27FC236}">
                <a16:creationId xmlns:a16="http://schemas.microsoft.com/office/drawing/2014/main" id="{AF6EC7A6-1644-1988-E351-DCDA588E6A1F}"/>
              </a:ext>
            </a:extLst>
          </p:cNvPr>
          <p:cNvSpPr>
            <a:spLocks noGrp="1"/>
          </p:cNvSpPr>
          <p:nvPr>
            <p:ph type="body" sz="quarter" idx="11" hasCustomPrompt="1"/>
          </p:nvPr>
        </p:nvSpPr>
        <p:spPr>
          <a:xfrm>
            <a:off x="2400300" y="2879439"/>
            <a:ext cx="8286748" cy="453920"/>
          </a:xfrm>
        </p:spPr>
        <p:txBody>
          <a:bodyPr anchor="t"/>
          <a:lstStyle>
            <a:lvl1pPr marL="0" indent="0" algn="l">
              <a:buNone/>
              <a:defRPr sz="1600">
                <a:solidFill>
                  <a:schemeClr val="bg1">
                    <a:lumMod val="95000"/>
                  </a:schemeClr>
                </a:solidFill>
                <a:latin typeface="Open Sans Semibold" panose="020B0706030804020204" pitchFamily="34" charset="0"/>
                <a:ea typeface="Open Sans Semibold" panose="020B0706030804020204" pitchFamily="34" charset="0"/>
                <a:cs typeface="Open Sans Semibold" panose="020B0706030804020204" pitchFamily="34" charset="0"/>
              </a:defRPr>
            </a:lvl1pPr>
          </a:lstStyle>
          <a:p>
            <a:pPr lvl="0"/>
            <a:r>
              <a:rPr lang="en-US"/>
              <a:t>COURSE CODE</a:t>
            </a:r>
          </a:p>
        </p:txBody>
      </p:sp>
      <p:sp>
        <p:nvSpPr>
          <p:cNvPr id="25" name="Text Placeholder 18">
            <a:extLst>
              <a:ext uri="{FF2B5EF4-FFF2-40B4-BE49-F238E27FC236}">
                <a16:creationId xmlns:a16="http://schemas.microsoft.com/office/drawing/2014/main" id="{521841C5-28C7-B1B8-56E4-4193C600942A}"/>
              </a:ext>
            </a:extLst>
          </p:cNvPr>
          <p:cNvSpPr>
            <a:spLocks noGrp="1"/>
          </p:cNvSpPr>
          <p:nvPr>
            <p:ph type="body" sz="quarter" idx="12" hasCustomPrompt="1"/>
          </p:nvPr>
        </p:nvSpPr>
        <p:spPr>
          <a:xfrm>
            <a:off x="2400298" y="5105400"/>
            <a:ext cx="8286750" cy="453920"/>
          </a:xfrm>
        </p:spPr>
        <p:txBody>
          <a:bodyPr anchor="t"/>
          <a:lstStyle>
            <a:lvl1pPr marL="0" indent="0" algn="l">
              <a:buNone/>
              <a:defRPr sz="1600">
                <a:solidFill>
                  <a:schemeClr val="bg1">
                    <a:lumMod val="95000"/>
                  </a:schemeClr>
                </a:solidFill>
                <a:latin typeface="Open Sans Semibold" panose="020B0706030804020204" pitchFamily="34" charset="0"/>
                <a:ea typeface="Open Sans Semibold" panose="020B0706030804020204" pitchFamily="34" charset="0"/>
                <a:cs typeface="Open Sans Semibold" panose="020B0706030804020204" pitchFamily="34" charset="0"/>
              </a:defRPr>
            </a:lvl1pPr>
          </a:lstStyle>
          <a:p>
            <a:pPr lvl="0"/>
            <a:r>
              <a:rPr lang="en-US"/>
              <a:t>SESSION #*</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62B2341-C3BD-4867-8D41-5F80C1709B34}" type="datetimeFigureOut">
              <a:rPr lang="en-US"/>
              <a:pPr>
                <a:defRPr/>
              </a:pPr>
              <a:t>12/20/2022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D7FA9F5-F61B-45A1-B5E1-F65A5889B2EE}" type="slidenum">
              <a:rPr lang="en-US"/>
              <a:pPr>
                <a:defRPr/>
              </a:pPr>
              <a:t>‹#›</a:t>
            </a:fld>
            <a:endParaRPr lang="en-US"/>
          </a:p>
        </p:txBody>
      </p:sp>
      <p:pic>
        <p:nvPicPr>
          <p:cNvPr id="7" name="Picture 1" descr="Background 01-02.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
        <p:nvSpPr>
          <p:cNvPr id="9" name="Title Placeholder 1"/>
          <p:cNvSpPr>
            <a:spLocks noGrp="1"/>
          </p:cNvSpPr>
          <p:nvPr>
            <p:ph type="title"/>
          </p:nvPr>
        </p:nvSpPr>
        <p:spPr bwMode="auto">
          <a:xfrm>
            <a:off x="1238251" y="749309"/>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0" name="Text Placeholder 2"/>
          <p:cNvSpPr>
            <a:spLocks noGrp="1"/>
          </p:cNvSpPr>
          <p:nvPr>
            <p:ph idx="13"/>
          </p:nvPr>
        </p:nvSpPr>
        <p:spPr bwMode="auto">
          <a:xfrm>
            <a:off x="1238251" y="2009784"/>
            <a:ext cx="9618662" cy="4991101"/>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329" y="4859833"/>
            <a:ext cx="9085342" cy="1502066"/>
          </a:xfrm>
        </p:spPr>
        <p:txBody>
          <a:bodyPr anchor="t"/>
          <a:lstStyle>
            <a:lvl1pPr algn="l">
              <a:defRPr sz="4600" b="1" cap="all"/>
            </a:lvl1pPr>
          </a:lstStyle>
          <a:p>
            <a:r>
              <a:rPr lang="en-US"/>
              <a:t>Click to edit Master title style</a:t>
            </a:r>
          </a:p>
        </p:txBody>
      </p:sp>
      <p:sp>
        <p:nvSpPr>
          <p:cNvPr id="3" name="Text Placeholder 2"/>
          <p:cNvSpPr>
            <a:spLocks noGrp="1"/>
          </p:cNvSpPr>
          <p:nvPr>
            <p:ph type="body" idx="1"/>
          </p:nvPr>
        </p:nvSpPr>
        <p:spPr>
          <a:xfrm>
            <a:off x="844329" y="3205466"/>
            <a:ext cx="9085342" cy="1654373"/>
          </a:xfrm>
        </p:spPr>
        <p:txBody>
          <a:bodyPr anchor="b"/>
          <a:lstStyle>
            <a:lvl1pPr marL="0" indent="0">
              <a:buNone/>
              <a:defRPr sz="2300">
                <a:solidFill>
                  <a:schemeClr val="tx1">
                    <a:tint val="75000"/>
                  </a:schemeClr>
                </a:solidFill>
              </a:defRPr>
            </a:lvl1pPr>
            <a:lvl2pPr marL="521438" indent="0">
              <a:buNone/>
              <a:defRPr sz="2100">
                <a:solidFill>
                  <a:schemeClr val="tx1">
                    <a:tint val="75000"/>
                  </a:schemeClr>
                </a:solidFill>
              </a:defRPr>
            </a:lvl2pPr>
            <a:lvl3pPr marL="1042876" indent="0">
              <a:buNone/>
              <a:defRPr sz="1800">
                <a:solidFill>
                  <a:schemeClr val="tx1">
                    <a:tint val="75000"/>
                  </a:schemeClr>
                </a:solidFill>
              </a:defRPr>
            </a:lvl3pPr>
            <a:lvl4pPr marL="1564314" indent="0">
              <a:buNone/>
              <a:defRPr sz="1600">
                <a:solidFill>
                  <a:schemeClr val="tx1">
                    <a:tint val="75000"/>
                  </a:schemeClr>
                </a:solidFill>
              </a:defRPr>
            </a:lvl4pPr>
            <a:lvl5pPr marL="2085751" indent="0">
              <a:buNone/>
              <a:defRPr sz="1600">
                <a:solidFill>
                  <a:schemeClr val="tx1">
                    <a:tint val="75000"/>
                  </a:schemeClr>
                </a:solidFill>
              </a:defRPr>
            </a:lvl5pPr>
            <a:lvl6pPr marL="2607191" indent="0">
              <a:buNone/>
              <a:defRPr sz="1600">
                <a:solidFill>
                  <a:schemeClr val="tx1">
                    <a:tint val="75000"/>
                  </a:schemeClr>
                </a:solidFill>
              </a:defRPr>
            </a:lvl6pPr>
            <a:lvl7pPr marL="3128629" indent="0">
              <a:buNone/>
              <a:defRPr sz="1600">
                <a:solidFill>
                  <a:schemeClr val="tx1">
                    <a:tint val="75000"/>
                  </a:schemeClr>
                </a:solidFill>
              </a:defRPr>
            </a:lvl7pPr>
            <a:lvl8pPr marL="3650066" indent="0">
              <a:buNone/>
              <a:defRPr sz="1600">
                <a:solidFill>
                  <a:schemeClr val="tx1">
                    <a:tint val="75000"/>
                  </a:schemeClr>
                </a:solidFill>
              </a:defRPr>
            </a:lvl8pPr>
            <a:lvl9pPr marL="4171505"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1B24E772-3899-4649-A2AA-7CF914911BC6}" type="datetimeFigureOut">
              <a:rPr lang="en-US"/>
              <a:pPr>
                <a:defRPr/>
              </a:pPr>
              <a:t>12/20/2022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272044D-538C-4006-A81A-9ADFE14E0887}"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4434" y="1764675"/>
            <a:ext cx="4720815" cy="4991131"/>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33393" y="1764675"/>
            <a:ext cx="4720815" cy="4991131"/>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A2569E45-41F7-4121-96F3-D9854AFC6DC8}" type="datetimeFigureOut">
              <a:rPr lang="en-US"/>
              <a:pPr>
                <a:defRPr/>
              </a:pPr>
              <a:t>12/20/2022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E504BA8-D676-4613-9C2C-2877DCA64D8F}" type="slidenum">
              <a:rPr lang="en-US"/>
              <a:pPr>
                <a:defRPr/>
              </a:pPr>
              <a:t>‹#›</a:t>
            </a:fld>
            <a:endParaRPr lang="en-US"/>
          </a:p>
        </p:txBody>
      </p:sp>
      <p:pic>
        <p:nvPicPr>
          <p:cNvPr id="8" name="Picture 1" descr="Background 01-03.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
        <p:nvSpPr>
          <p:cNvPr id="10" name="Title Placeholder 1"/>
          <p:cNvSpPr>
            <a:spLocks noGrp="1"/>
          </p:cNvSpPr>
          <p:nvPr>
            <p:ph type="title"/>
          </p:nvPr>
        </p:nvSpPr>
        <p:spPr bwMode="auto">
          <a:xfrm>
            <a:off x="1219200" y="596910"/>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1" name="Text Placeholder 2"/>
          <p:cNvSpPr>
            <a:spLocks noGrp="1"/>
          </p:cNvSpPr>
          <p:nvPr>
            <p:ph idx="13"/>
          </p:nvPr>
        </p:nvSpPr>
        <p:spPr bwMode="auto">
          <a:xfrm>
            <a:off x="1219200" y="1857384"/>
            <a:ext cx="9618662" cy="4991101"/>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7" name="Date Placeholder 3"/>
          <p:cNvSpPr>
            <a:spLocks noGrp="1"/>
          </p:cNvSpPr>
          <p:nvPr>
            <p:ph type="dt" sz="half" idx="10"/>
          </p:nvPr>
        </p:nvSpPr>
        <p:spPr/>
        <p:txBody>
          <a:bodyPr/>
          <a:lstStyle>
            <a:lvl1pPr>
              <a:defRPr/>
            </a:lvl1pPr>
          </a:lstStyle>
          <a:p>
            <a:pPr>
              <a:defRPr/>
            </a:pPr>
            <a:fld id="{34384A83-4D5A-429E-BDC6-FD1381510BEB}" type="datetimeFigureOut">
              <a:rPr lang="en-US"/>
              <a:pPr>
                <a:defRPr/>
              </a:pPr>
              <a:t>12/20/2022</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6CA70E03-8071-4189-BFD0-FC7EEE7DCDB5}" type="slidenum">
              <a:rPr lang="en-US"/>
              <a:pPr>
                <a:defRPr/>
              </a:pPr>
              <a:t>‹#›</a:t>
            </a:fld>
            <a:endParaRPr lang="en-US"/>
          </a:p>
        </p:txBody>
      </p:sp>
      <p:sp>
        <p:nvSpPr>
          <p:cNvPr id="10" name="Title Placeholder 1"/>
          <p:cNvSpPr>
            <a:spLocks noGrp="1"/>
          </p:cNvSpPr>
          <p:nvPr>
            <p:ph type="title"/>
          </p:nvPr>
        </p:nvSpPr>
        <p:spPr bwMode="auto">
          <a:xfrm>
            <a:off x="1219200" y="596910"/>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1" name="Text Placeholder 2"/>
          <p:cNvSpPr>
            <a:spLocks noGrp="1"/>
          </p:cNvSpPr>
          <p:nvPr>
            <p:ph idx="1"/>
          </p:nvPr>
        </p:nvSpPr>
        <p:spPr bwMode="auto">
          <a:xfrm>
            <a:off x="1219200" y="1857384"/>
            <a:ext cx="9618662" cy="4991101"/>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3"/>
          <p:cNvSpPr>
            <a:spLocks noGrp="1"/>
          </p:cNvSpPr>
          <p:nvPr>
            <p:ph type="dt" sz="half" idx="10"/>
          </p:nvPr>
        </p:nvSpPr>
        <p:spPr/>
        <p:txBody>
          <a:bodyPr/>
          <a:lstStyle>
            <a:lvl1pPr>
              <a:defRPr/>
            </a:lvl1pPr>
          </a:lstStyle>
          <a:p>
            <a:pPr>
              <a:defRPr/>
            </a:pPr>
            <a:fld id="{E71D282C-CC3E-4E1D-BB33-9531F7A7F244}" type="datetimeFigureOut">
              <a:rPr lang="en-US"/>
              <a:pPr>
                <a:defRPr/>
              </a:pPr>
              <a:t>12/20/2022</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FA3E6B65-159F-439F-9BD7-E9F07CE5AD1C}" type="slidenum">
              <a:rPr lang="en-US"/>
              <a:pPr>
                <a:defRPr/>
              </a:pPr>
              <a:t>‹#›</a:t>
            </a:fld>
            <a:endParaRPr lang="en-US"/>
          </a:p>
        </p:txBody>
      </p:sp>
      <p:sp>
        <p:nvSpPr>
          <p:cNvPr id="6" name="Title Placeholder 1"/>
          <p:cNvSpPr>
            <a:spLocks noGrp="1"/>
          </p:cNvSpPr>
          <p:nvPr>
            <p:ph type="title"/>
          </p:nvPr>
        </p:nvSpPr>
        <p:spPr bwMode="auto">
          <a:xfrm>
            <a:off x="1219200" y="596910"/>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7" name="Text Placeholder 2"/>
          <p:cNvSpPr>
            <a:spLocks noGrp="1"/>
          </p:cNvSpPr>
          <p:nvPr>
            <p:ph idx="1"/>
          </p:nvPr>
        </p:nvSpPr>
        <p:spPr bwMode="auto">
          <a:xfrm>
            <a:off x="1219200" y="1857384"/>
            <a:ext cx="9618662" cy="4991101"/>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059D9E7-C17C-4132-9B73-48A51CFD46B3}" type="datetimeFigureOut">
              <a:rPr lang="en-US"/>
              <a:pPr>
                <a:defRPr/>
              </a:pPr>
              <a:t>12/20/2022</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896416AF-AB6B-466F-BD3E-24BE387F4714}" type="slidenum">
              <a:rPr lang="en-US"/>
              <a:pPr>
                <a:defRPr/>
              </a:pPr>
              <a:t>‹#›</a:t>
            </a:fld>
            <a:endParaRPr lang="en-US"/>
          </a:p>
        </p:txBody>
      </p:sp>
      <p:pic>
        <p:nvPicPr>
          <p:cNvPr id="5" name="Picture 1" descr="Background 01-04.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20/12/2022</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 y="5257"/>
            <a:ext cx="11331112" cy="755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535094" y="3153814"/>
            <a:ext cx="8260933" cy="1260475"/>
          </a:xfrm>
        </p:spPr>
        <p:txBody>
          <a:bodyPr>
            <a:normAutofit/>
          </a:bodyPr>
          <a:lstStyle>
            <a:lvl1pPr>
              <a:defRPr sz="3530">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332940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1" descr="Background 01-02.jpg"/>
          <p:cNvPicPr>
            <a:picLocks noChangeAspect="1"/>
          </p:cNvPicPr>
          <p:nvPr userDrawn="1"/>
        </p:nvPicPr>
        <p:blipFill>
          <a:blip r:embed="rId10" cstate="screen"/>
          <a:srcRect/>
          <a:stretch>
            <a:fillRect/>
          </a:stretch>
        </p:blipFill>
        <p:spPr bwMode="auto">
          <a:xfrm>
            <a:off x="0" y="0"/>
            <a:ext cx="10688638" cy="7556500"/>
          </a:xfrm>
          <a:prstGeom prst="rect">
            <a:avLst/>
          </a:prstGeom>
          <a:noFill/>
          <a:ln w="9525">
            <a:noFill/>
            <a:miter lim="800000"/>
            <a:headEnd/>
            <a:tailEnd/>
          </a:ln>
        </p:spPr>
      </p:pic>
      <p:sp>
        <p:nvSpPr>
          <p:cNvPr id="1026" name="Title Placeholder 1"/>
          <p:cNvSpPr>
            <a:spLocks noGrp="1"/>
          </p:cNvSpPr>
          <p:nvPr>
            <p:ph type="title"/>
          </p:nvPr>
        </p:nvSpPr>
        <p:spPr bwMode="auto">
          <a:xfrm>
            <a:off x="1200151" y="596910"/>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1200151" y="1857384"/>
            <a:ext cx="9618662" cy="4991101"/>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34988" y="7010400"/>
            <a:ext cx="2493962" cy="401638"/>
          </a:xfrm>
          <a:prstGeom prst="rect">
            <a:avLst/>
          </a:prstGeom>
        </p:spPr>
        <p:txBody>
          <a:bodyPr vert="horz" wrap="square" lIns="104287" tIns="52144" rIns="104287" bIns="52144" numCol="1" anchor="ctr" anchorCtr="0" compatLnSpc="1">
            <a:prstTxWarp prst="textNoShape">
              <a:avLst/>
            </a:prstTxWarp>
          </a:bodyPr>
          <a:lstStyle>
            <a:lvl1pPr>
              <a:defRPr sz="1400" smtClean="0">
                <a:solidFill>
                  <a:srgbClr val="898989"/>
                </a:solidFill>
              </a:defRPr>
            </a:lvl1pPr>
          </a:lstStyle>
          <a:p>
            <a:pPr>
              <a:defRPr/>
            </a:pPr>
            <a:fld id="{22E5663C-481F-407A-A60F-1F041C634F4F}" type="datetimeFigureOut">
              <a:rPr lang="en-US"/>
              <a:pPr>
                <a:defRPr/>
              </a:pPr>
              <a:t>12/20/2022</a:t>
            </a:fld>
            <a:endParaRPr lang="en-US"/>
          </a:p>
        </p:txBody>
      </p:sp>
      <p:sp>
        <p:nvSpPr>
          <p:cNvPr id="5" name="Footer Placeholder 4"/>
          <p:cNvSpPr>
            <a:spLocks noGrp="1"/>
          </p:cNvSpPr>
          <p:nvPr>
            <p:ph type="ftr" sz="quarter" idx="3"/>
          </p:nvPr>
        </p:nvSpPr>
        <p:spPr>
          <a:xfrm>
            <a:off x="3651252" y="7010400"/>
            <a:ext cx="3386138" cy="401638"/>
          </a:xfrm>
          <a:prstGeom prst="rect">
            <a:avLst/>
          </a:prstGeom>
        </p:spPr>
        <p:txBody>
          <a:bodyPr vert="horz" lIns="104287" tIns="52144" rIns="104287" bIns="52144" rtlCol="0" anchor="ctr"/>
          <a:lstStyle>
            <a:lvl1pPr algn="ctr" defTabSz="521438" fontAlgn="auto">
              <a:spcBef>
                <a:spcPts val="0"/>
              </a:spcBef>
              <a:spcAft>
                <a:spcPts val="0"/>
              </a:spcAft>
              <a:defRPr sz="1400">
                <a:solidFill>
                  <a:schemeClr val="tx1">
                    <a:tint val="75000"/>
                  </a:schemeClr>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7659689" y="7010400"/>
            <a:ext cx="2493962" cy="401638"/>
          </a:xfrm>
          <a:prstGeom prst="rect">
            <a:avLst/>
          </a:prstGeom>
        </p:spPr>
        <p:txBody>
          <a:bodyPr vert="horz" wrap="square" lIns="104287" tIns="52144" rIns="104287" bIns="52144" numCol="1" anchor="ctr" anchorCtr="0" compatLnSpc="1">
            <a:prstTxWarp prst="textNoShape">
              <a:avLst/>
            </a:prstTxWarp>
          </a:bodyPr>
          <a:lstStyle>
            <a:lvl1pPr algn="r">
              <a:defRPr sz="1400" smtClean="0">
                <a:solidFill>
                  <a:srgbClr val="898989"/>
                </a:solidFill>
              </a:defRPr>
            </a:lvl1pPr>
          </a:lstStyle>
          <a:p>
            <a:pPr>
              <a:defRPr/>
            </a:pPr>
            <a:fld id="{F1FCD700-A755-4C30-8B04-5025159A3A54}"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520700" rtl="0" eaLnBrk="0" fontAlgn="base" hangingPunct="0">
        <a:spcBef>
          <a:spcPct val="0"/>
        </a:spcBef>
        <a:spcAft>
          <a:spcPct val="0"/>
        </a:spcAft>
        <a:defRPr sz="3200" kern="1200">
          <a:solidFill>
            <a:schemeClr val="tx1"/>
          </a:solidFill>
          <a:latin typeface="Open Sans"/>
          <a:ea typeface="MS PGothic" pitchFamily="34" charset="-128"/>
          <a:cs typeface="Open Sans"/>
        </a:defRPr>
      </a:lvl1pPr>
      <a:lvl2pPr algn="ctr" defTabSz="520700" rtl="0" eaLnBrk="0" fontAlgn="base" hangingPunct="0">
        <a:spcBef>
          <a:spcPct val="0"/>
        </a:spcBef>
        <a:spcAft>
          <a:spcPct val="0"/>
        </a:spcAft>
        <a:defRPr sz="5001">
          <a:solidFill>
            <a:schemeClr val="tx1"/>
          </a:solidFill>
          <a:latin typeface="Calibri" charset="0"/>
          <a:ea typeface="MS PGothic" pitchFamily="34" charset="-128"/>
          <a:cs typeface="ＭＳ Ｐゴシック" charset="0"/>
        </a:defRPr>
      </a:lvl2pPr>
      <a:lvl3pPr algn="ctr" defTabSz="520700" rtl="0" eaLnBrk="0" fontAlgn="base" hangingPunct="0">
        <a:spcBef>
          <a:spcPct val="0"/>
        </a:spcBef>
        <a:spcAft>
          <a:spcPct val="0"/>
        </a:spcAft>
        <a:defRPr sz="5001">
          <a:solidFill>
            <a:schemeClr val="tx1"/>
          </a:solidFill>
          <a:latin typeface="Calibri" charset="0"/>
          <a:ea typeface="MS PGothic" pitchFamily="34" charset="-128"/>
          <a:cs typeface="ＭＳ Ｐゴシック" charset="0"/>
        </a:defRPr>
      </a:lvl3pPr>
      <a:lvl4pPr algn="ctr" defTabSz="520700" rtl="0" eaLnBrk="0" fontAlgn="base" hangingPunct="0">
        <a:spcBef>
          <a:spcPct val="0"/>
        </a:spcBef>
        <a:spcAft>
          <a:spcPct val="0"/>
        </a:spcAft>
        <a:defRPr sz="5001">
          <a:solidFill>
            <a:schemeClr val="tx1"/>
          </a:solidFill>
          <a:latin typeface="Calibri" charset="0"/>
          <a:ea typeface="MS PGothic" pitchFamily="34" charset="-128"/>
          <a:cs typeface="ＭＳ Ｐゴシック" charset="0"/>
        </a:defRPr>
      </a:lvl4pPr>
      <a:lvl5pPr algn="ctr" defTabSz="520700" rtl="0" eaLnBrk="0" fontAlgn="base" hangingPunct="0">
        <a:spcBef>
          <a:spcPct val="0"/>
        </a:spcBef>
        <a:spcAft>
          <a:spcPct val="0"/>
        </a:spcAft>
        <a:defRPr sz="5001">
          <a:solidFill>
            <a:schemeClr val="tx1"/>
          </a:solidFill>
          <a:latin typeface="Calibri" charset="0"/>
          <a:ea typeface="MS PGothic" pitchFamily="34" charset="-128"/>
          <a:cs typeface="ＭＳ Ｐゴシック" charset="0"/>
        </a:defRPr>
      </a:lvl5pPr>
      <a:lvl6pPr marL="457201" algn="ctr" defTabSz="520700" rtl="0" fontAlgn="base">
        <a:spcBef>
          <a:spcPct val="0"/>
        </a:spcBef>
        <a:spcAft>
          <a:spcPct val="0"/>
        </a:spcAft>
        <a:defRPr sz="5001">
          <a:solidFill>
            <a:schemeClr val="tx1"/>
          </a:solidFill>
          <a:latin typeface="Calibri" charset="0"/>
          <a:ea typeface="ＭＳ Ｐゴシック" charset="0"/>
          <a:cs typeface="ＭＳ Ｐゴシック" charset="0"/>
        </a:defRPr>
      </a:lvl6pPr>
      <a:lvl7pPr marL="914402" algn="ctr" defTabSz="520700" rtl="0" fontAlgn="base">
        <a:spcBef>
          <a:spcPct val="0"/>
        </a:spcBef>
        <a:spcAft>
          <a:spcPct val="0"/>
        </a:spcAft>
        <a:defRPr sz="5001">
          <a:solidFill>
            <a:schemeClr val="tx1"/>
          </a:solidFill>
          <a:latin typeface="Calibri" charset="0"/>
          <a:ea typeface="ＭＳ Ｐゴシック" charset="0"/>
          <a:cs typeface="ＭＳ Ｐゴシック" charset="0"/>
        </a:defRPr>
      </a:lvl7pPr>
      <a:lvl8pPr marL="1371604" algn="ctr" defTabSz="520700" rtl="0" fontAlgn="base">
        <a:spcBef>
          <a:spcPct val="0"/>
        </a:spcBef>
        <a:spcAft>
          <a:spcPct val="0"/>
        </a:spcAft>
        <a:defRPr sz="5001">
          <a:solidFill>
            <a:schemeClr val="tx1"/>
          </a:solidFill>
          <a:latin typeface="Calibri" charset="0"/>
          <a:ea typeface="ＭＳ Ｐゴシック" charset="0"/>
          <a:cs typeface="ＭＳ Ｐゴシック" charset="0"/>
        </a:defRPr>
      </a:lvl8pPr>
      <a:lvl9pPr marL="1828804" algn="ctr" defTabSz="520700" rtl="0" fontAlgn="base">
        <a:spcBef>
          <a:spcPct val="0"/>
        </a:spcBef>
        <a:spcAft>
          <a:spcPct val="0"/>
        </a:spcAft>
        <a:defRPr sz="5001">
          <a:solidFill>
            <a:schemeClr val="tx1"/>
          </a:solidFill>
          <a:latin typeface="Calibri" charset="0"/>
          <a:ea typeface="ＭＳ Ｐゴシック" charset="0"/>
          <a:cs typeface="ＭＳ Ｐゴシック" charset="0"/>
        </a:defRPr>
      </a:lvl9pPr>
    </p:titleStyle>
    <p:bodyStyle>
      <a:lvl1pPr marL="390526" indent="-390526" algn="l" defTabSz="520700" rtl="0" eaLnBrk="0" fontAlgn="base" hangingPunct="0">
        <a:spcBef>
          <a:spcPct val="20000"/>
        </a:spcBef>
        <a:spcAft>
          <a:spcPct val="0"/>
        </a:spcAft>
        <a:buFont typeface="Arial" pitchFamily="34" charset="0"/>
        <a:buChar char="•"/>
        <a:defRPr sz="3601" kern="1200">
          <a:solidFill>
            <a:schemeClr val="tx1"/>
          </a:solidFill>
          <a:latin typeface="Open Sans"/>
          <a:ea typeface="MS PGothic" pitchFamily="34" charset="-128"/>
          <a:cs typeface="Open Sans"/>
        </a:defRPr>
      </a:lvl1pPr>
      <a:lvl2pPr marL="846141" indent="-325439" algn="l" defTabSz="520700" rtl="0" eaLnBrk="0" fontAlgn="base" hangingPunct="0">
        <a:spcBef>
          <a:spcPct val="20000"/>
        </a:spcBef>
        <a:spcAft>
          <a:spcPct val="0"/>
        </a:spcAft>
        <a:buFont typeface="Arial" pitchFamily="34" charset="0"/>
        <a:buChar char="–"/>
        <a:defRPr sz="3200" kern="1200">
          <a:solidFill>
            <a:schemeClr val="tx1"/>
          </a:solidFill>
          <a:latin typeface="Open Sans"/>
          <a:ea typeface="MS PGothic" pitchFamily="34" charset="-128"/>
          <a:cs typeface="+mn-cs"/>
        </a:defRPr>
      </a:lvl2pPr>
      <a:lvl3pPr marL="1303342" indent="-260351" algn="l" defTabSz="520700" rtl="0" eaLnBrk="0" fontAlgn="base" hangingPunct="0">
        <a:spcBef>
          <a:spcPct val="20000"/>
        </a:spcBef>
        <a:spcAft>
          <a:spcPct val="0"/>
        </a:spcAft>
        <a:buFont typeface="Arial" pitchFamily="34" charset="0"/>
        <a:buChar char="•"/>
        <a:defRPr sz="2700" kern="1200">
          <a:solidFill>
            <a:schemeClr val="tx1"/>
          </a:solidFill>
          <a:latin typeface="Open Sans"/>
          <a:ea typeface="MS PGothic" pitchFamily="34" charset="-128"/>
          <a:cs typeface="+mn-cs"/>
        </a:defRPr>
      </a:lvl3pPr>
      <a:lvl4pPr marL="1824042" indent="-260351" algn="l" defTabSz="520700" rtl="0" eaLnBrk="0" fontAlgn="base" hangingPunct="0">
        <a:spcBef>
          <a:spcPct val="20000"/>
        </a:spcBef>
        <a:spcAft>
          <a:spcPct val="0"/>
        </a:spcAft>
        <a:buFont typeface="Arial" pitchFamily="34" charset="0"/>
        <a:buChar char="–"/>
        <a:defRPr sz="2300" kern="1200">
          <a:solidFill>
            <a:schemeClr val="tx1"/>
          </a:solidFill>
          <a:latin typeface="Open Sans"/>
          <a:ea typeface="MS PGothic" pitchFamily="34" charset="-128"/>
          <a:cs typeface="+mn-cs"/>
        </a:defRPr>
      </a:lvl4pPr>
      <a:lvl5pPr marL="2346331" indent="-260351" algn="l" defTabSz="520700" rtl="0" eaLnBrk="0" fontAlgn="base" hangingPunct="0">
        <a:spcBef>
          <a:spcPct val="20000"/>
        </a:spcBef>
        <a:spcAft>
          <a:spcPct val="0"/>
        </a:spcAft>
        <a:buFont typeface="Arial" pitchFamily="34" charset="0"/>
        <a:buChar char="»"/>
        <a:defRPr sz="2300" kern="1200">
          <a:solidFill>
            <a:schemeClr val="tx1"/>
          </a:solidFill>
          <a:latin typeface="Open Sans"/>
          <a:ea typeface="MS PGothic" pitchFamily="34" charset="-128"/>
          <a:cs typeface="+mn-cs"/>
        </a:defRPr>
      </a:lvl5pPr>
      <a:lvl6pPr marL="2867909" indent="-260718" algn="l" defTabSz="521438" rtl="0" eaLnBrk="1" latinLnBrk="0" hangingPunct="1">
        <a:spcBef>
          <a:spcPct val="20000"/>
        </a:spcBef>
        <a:buFont typeface="Arial"/>
        <a:buChar char="•"/>
        <a:defRPr sz="2300" kern="1200">
          <a:solidFill>
            <a:schemeClr val="tx1"/>
          </a:solidFill>
          <a:latin typeface="+mn-lt"/>
          <a:ea typeface="+mn-ea"/>
          <a:cs typeface="+mn-cs"/>
        </a:defRPr>
      </a:lvl6pPr>
      <a:lvl7pPr marL="3389347" indent="-260718" algn="l" defTabSz="521438" rtl="0" eaLnBrk="1" latinLnBrk="0" hangingPunct="1">
        <a:spcBef>
          <a:spcPct val="20000"/>
        </a:spcBef>
        <a:buFont typeface="Arial"/>
        <a:buChar char="•"/>
        <a:defRPr sz="2300" kern="1200">
          <a:solidFill>
            <a:schemeClr val="tx1"/>
          </a:solidFill>
          <a:latin typeface="+mn-lt"/>
          <a:ea typeface="+mn-ea"/>
          <a:cs typeface="+mn-cs"/>
        </a:defRPr>
      </a:lvl7pPr>
      <a:lvl8pPr marL="3910785" indent="-260718" algn="l" defTabSz="521438" rtl="0" eaLnBrk="1" latinLnBrk="0" hangingPunct="1">
        <a:spcBef>
          <a:spcPct val="20000"/>
        </a:spcBef>
        <a:buFont typeface="Arial"/>
        <a:buChar char="•"/>
        <a:defRPr sz="2300" kern="1200">
          <a:solidFill>
            <a:schemeClr val="tx1"/>
          </a:solidFill>
          <a:latin typeface="+mn-lt"/>
          <a:ea typeface="+mn-ea"/>
          <a:cs typeface="+mn-cs"/>
        </a:defRPr>
      </a:lvl8pPr>
      <a:lvl9pPr marL="4432223" indent="-260718" algn="l" defTabSz="521438" rtl="0" eaLnBrk="1" latinLnBrk="0" hangingPunct="1">
        <a:spcBef>
          <a:spcPct val="20000"/>
        </a:spcBef>
        <a:buFont typeface="Arial"/>
        <a:buChar char="•"/>
        <a:defRPr sz="2300" kern="1200">
          <a:solidFill>
            <a:schemeClr val="tx1"/>
          </a:solidFill>
          <a:latin typeface="+mn-lt"/>
          <a:ea typeface="+mn-ea"/>
          <a:cs typeface="+mn-cs"/>
        </a:defRPr>
      </a:lvl9pPr>
    </p:bodyStyle>
    <p:otherStyle>
      <a:defPPr>
        <a:defRPr lang="en-US"/>
      </a:defPPr>
      <a:lvl1pPr marL="0" algn="l" defTabSz="521438" rtl="0" eaLnBrk="1" latinLnBrk="0" hangingPunct="1">
        <a:defRPr sz="2100" kern="1200">
          <a:solidFill>
            <a:schemeClr val="tx1"/>
          </a:solidFill>
          <a:latin typeface="+mn-lt"/>
          <a:ea typeface="+mn-ea"/>
          <a:cs typeface="+mn-cs"/>
        </a:defRPr>
      </a:lvl1pPr>
      <a:lvl2pPr marL="521438" algn="l" defTabSz="521438" rtl="0" eaLnBrk="1" latinLnBrk="0" hangingPunct="1">
        <a:defRPr sz="2100" kern="1200">
          <a:solidFill>
            <a:schemeClr val="tx1"/>
          </a:solidFill>
          <a:latin typeface="+mn-lt"/>
          <a:ea typeface="+mn-ea"/>
          <a:cs typeface="+mn-cs"/>
        </a:defRPr>
      </a:lvl2pPr>
      <a:lvl3pPr marL="1042876" algn="l" defTabSz="521438" rtl="0" eaLnBrk="1" latinLnBrk="0" hangingPunct="1">
        <a:defRPr sz="2100" kern="1200">
          <a:solidFill>
            <a:schemeClr val="tx1"/>
          </a:solidFill>
          <a:latin typeface="+mn-lt"/>
          <a:ea typeface="+mn-ea"/>
          <a:cs typeface="+mn-cs"/>
        </a:defRPr>
      </a:lvl3pPr>
      <a:lvl4pPr marL="1564314" algn="l" defTabSz="521438" rtl="0" eaLnBrk="1" latinLnBrk="0" hangingPunct="1">
        <a:defRPr sz="2100" kern="1200">
          <a:solidFill>
            <a:schemeClr val="tx1"/>
          </a:solidFill>
          <a:latin typeface="+mn-lt"/>
          <a:ea typeface="+mn-ea"/>
          <a:cs typeface="+mn-cs"/>
        </a:defRPr>
      </a:lvl4pPr>
      <a:lvl5pPr marL="2085751" algn="l" defTabSz="521438" rtl="0" eaLnBrk="1" latinLnBrk="0" hangingPunct="1">
        <a:defRPr sz="2100" kern="1200">
          <a:solidFill>
            <a:schemeClr val="tx1"/>
          </a:solidFill>
          <a:latin typeface="+mn-lt"/>
          <a:ea typeface="+mn-ea"/>
          <a:cs typeface="+mn-cs"/>
        </a:defRPr>
      </a:lvl5pPr>
      <a:lvl6pPr marL="2607191" algn="l" defTabSz="521438" rtl="0" eaLnBrk="1" latinLnBrk="0" hangingPunct="1">
        <a:defRPr sz="2100" kern="1200">
          <a:solidFill>
            <a:schemeClr val="tx1"/>
          </a:solidFill>
          <a:latin typeface="+mn-lt"/>
          <a:ea typeface="+mn-ea"/>
          <a:cs typeface="+mn-cs"/>
        </a:defRPr>
      </a:lvl6pPr>
      <a:lvl7pPr marL="3128629" algn="l" defTabSz="521438" rtl="0" eaLnBrk="1" latinLnBrk="0" hangingPunct="1">
        <a:defRPr sz="2100" kern="1200">
          <a:solidFill>
            <a:schemeClr val="tx1"/>
          </a:solidFill>
          <a:latin typeface="+mn-lt"/>
          <a:ea typeface="+mn-ea"/>
          <a:cs typeface="+mn-cs"/>
        </a:defRPr>
      </a:lvl7pPr>
      <a:lvl8pPr marL="3650066" algn="l" defTabSz="521438" rtl="0" eaLnBrk="1" latinLnBrk="0" hangingPunct="1">
        <a:defRPr sz="2100" kern="1200">
          <a:solidFill>
            <a:schemeClr val="tx1"/>
          </a:solidFill>
          <a:latin typeface="+mn-lt"/>
          <a:ea typeface="+mn-ea"/>
          <a:cs typeface="+mn-cs"/>
        </a:defRPr>
      </a:lvl8pPr>
      <a:lvl9pPr marL="4171505" algn="l" defTabSz="521438"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www.cocktailsoftheworld.com/uploads/pics/Jtho.jpe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A06AC66-8F8F-AE18-BEF4-9B3C75D6072A}"/>
              </a:ext>
            </a:extLst>
          </p:cNvPr>
          <p:cNvSpPr>
            <a:spLocks noGrp="1"/>
          </p:cNvSpPr>
          <p:nvPr>
            <p:ph type="title"/>
          </p:nvPr>
        </p:nvSpPr>
        <p:spPr/>
        <p:txBody>
          <a:bodyPr/>
          <a:lstStyle/>
          <a:p>
            <a:r>
              <a:rPr lang="id-ID"/>
              <a:t>Computer Security</a:t>
            </a:r>
            <a:endParaRPr lang="en-GB"/>
          </a:p>
        </p:txBody>
      </p:sp>
      <p:sp>
        <p:nvSpPr>
          <p:cNvPr id="7" name="Text Placeholder 6">
            <a:extLst>
              <a:ext uri="{FF2B5EF4-FFF2-40B4-BE49-F238E27FC236}">
                <a16:creationId xmlns:a16="http://schemas.microsoft.com/office/drawing/2014/main" id="{0B6EC62A-27C2-091D-EB52-B027A4D21F65}"/>
              </a:ext>
            </a:extLst>
          </p:cNvPr>
          <p:cNvSpPr>
            <a:spLocks noGrp="1"/>
          </p:cNvSpPr>
          <p:nvPr>
            <p:ph type="body" sz="quarter" idx="10"/>
          </p:nvPr>
        </p:nvSpPr>
        <p:spPr/>
        <p:txBody>
          <a:bodyPr/>
          <a:lstStyle/>
          <a:p>
            <a:r>
              <a:rPr lang="en-ID"/>
              <a:t>Understanding Security Policies I</a:t>
            </a:r>
            <a:endParaRPr lang="en-GB"/>
          </a:p>
        </p:txBody>
      </p:sp>
      <p:sp>
        <p:nvSpPr>
          <p:cNvPr id="10" name="Text Placeholder 9">
            <a:extLst>
              <a:ext uri="{FF2B5EF4-FFF2-40B4-BE49-F238E27FC236}">
                <a16:creationId xmlns:a16="http://schemas.microsoft.com/office/drawing/2014/main" id="{31EC31AE-8EDA-FF91-CB1A-43328D9DED3C}"/>
              </a:ext>
            </a:extLst>
          </p:cNvPr>
          <p:cNvSpPr>
            <a:spLocks noGrp="1"/>
          </p:cNvSpPr>
          <p:nvPr>
            <p:ph type="body" sz="quarter" idx="11"/>
          </p:nvPr>
        </p:nvSpPr>
        <p:spPr/>
        <p:txBody>
          <a:bodyPr/>
          <a:lstStyle/>
          <a:p>
            <a:r>
              <a:rPr lang="id-ID"/>
              <a:t>COMP6</a:t>
            </a:r>
            <a:r>
              <a:rPr lang="en-US"/>
              <a:t>824001</a:t>
            </a:r>
            <a:endParaRPr lang="en-GB"/>
          </a:p>
        </p:txBody>
      </p:sp>
      <p:sp>
        <p:nvSpPr>
          <p:cNvPr id="9" name="Text Placeholder 8">
            <a:extLst>
              <a:ext uri="{FF2B5EF4-FFF2-40B4-BE49-F238E27FC236}">
                <a16:creationId xmlns:a16="http://schemas.microsoft.com/office/drawing/2014/main" id="{005996A7-AF79-38BF-09FD-195669101DF2}"/>
              </a:ext>
            </a:extLst>
          </p:cNvPr>
          <p:cNvSpPr>
            <a:spLocks noGrp="1"/>
          </p:cNvSpPr>
          <p:nvPr>
            <p:ph type="body" sz="quarter" idx="12"/>
          </p:nvPr>
        </p:nvSpPr>
        <p:spPr/>
        <p:txBody>
          <a:bodyPr/>
          <a:lstStyle/>
          <a:p>
            <a:r>
              <a:rPr lang="en-US"/>
              <a:t>Session 5</a:t>
            </a:r>
            <a:endParaRPr lang="id-ID"/>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4782" y="1764336"/>
            <a:ext cx="8219073" cy="4954066"/>
          </a:xfrm>
        </p:spPr>
        <p:txBody>
          <a:bodyPr>
            <a:normAutofit/>
          </a:bodyPr>
          <a:lstStyle/>
          <a:p>
            <a:pPr algn="ctr"/>
            <a:r>
              <a:rPr lang="en-US" sz="2647" b="1" dirty="0">
                <a:solidFill>
                  <a:srgbClr val="0070C0"/>
                </a:solidFill>
              </a:rPr>
              <a:t>These slides have been adapted from:</a:t>
            </a:r>
            <a:br>
              <a:rPr lang="en-US" sz="2647" b="1" dirty="0">
                <a:solidFill>
                  <a:srgbClr val="0070C0"/>
                </a:solidFill>
              </a:rPr>
            </a:br>
            <a:br>
              <a:rPr lang="en-US" sz="2647" b="1" dirty="0">
                <a:solidFill>
                  <a:srgbClr val="0070C0"/>
                </a:solidFill>
              </a:rPr>
            </a:br>
            <a:r>
              <a:rPr lang="en-US" sz="2647" b="1" dirty="0" err="1">
                <a:solidFill>
                  <a:srgbClr val="0070C0"/>
                </a:solidFill>
              </a:rPr>
              <a:t>Panek</a:t>
            </a:r>
            <a:r>
              <a:rPr lang="en-US" sz="2647" b="1" dirty="0">
                <a:solidFill>
                  <a:srgbClr val="0070C0"/>
                </a:solidFill>
              </a:rPr>
              <a:t>, Crystal. (2019). Security Fundamental, John Wiley &amp; Sons, Inc. Indianapolis. ISBN: 978-1-119-65066-9</a:t>
            </a:r>
            <a:br>
              <a:rPr lang="en-US" sz="2647" b="1" dirty="0">
                <a:solidFill>
                  <a:srgbClr val="0070C0"/>
                </a:solidFill>
              </a:rPr>
            </a:br>
            <a:br>
              <a:rPr lang="en-US" sz="2647" b="1" dirty="0">
                <a:solidFill>
                  <a:srgbClr val="0070C0"/>
                </a:solidFill>
              </a:rPr>
            </a:br>
            <a:r>
              <a:rPr lang="en-US" sz="2647" b="1" dirty="0">
                <a:solidFill>
                  <a:srgbClr val="0070C0"/>
                </a:solidFill>
              </a:rPr>
              <a:t>Lesson 3</a:t>
            </a:r>
            <a:br>
              <a:rPr lang="en-US" sz="2647" b="1" dirty="0">
                <a:solidFill>
                  <a:srgbClr val="0070C0"/>
                </a:solidFill>
              </a:rPr>
            </a:br>
            <a:endParaRPr lang="id-ID" b="1" dirty="0">
              <a:solidFill>
                <a:srgbClr val="0070C0"/>
              </a:solidFill>
            </a:endParaRPr>
          </a:p>
        </p:txBody>
      </p:sp>
      <p:sp>
        <p:nvSpPr>
          <p:cNvPr id="5" name="TextBox 4"/>
          <p:cNvSpPr txBox="1"/>
          <p:nvPr/>
        </p:nvSpPr>
        <p:spPr>
          <a:xfrm>
            <a:off x="3055680" y="899999"/>
            <a:ext cx="4577279" cy="771109"/>
          </a:xfrm>
          <a:prstGeom prst="rect">
            <a:avLst/>
          </a:prstGeom>
          <a:noFill/>
        </p:spPr>
        <p:txBody>
          <a:bodyPr wrap="none" rtlCol="0">
            <a:spAutoFit/>
          </a:bodyPr>
          <a:lstStyle/>
          <a:p>
            <a:r>
              <a:rPr lang="en-US" sz="4411" b="1" dirty="0"/>
              <a:t>Acknowledgement</a:t>
            </a:r>
          </a:p>
        </p:txBody>
      </p:sp>
    </p:spTree>
    <p:extLst>
      <p:ext uri="{BB962C8B-B14F-4D97-AF65-F5344CB8AC3E}">
        <p14:creationId xmlns:p14="http://schemas.microsoft.com/office/powerpoint/2010/main" val="2193503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sz="4000" b="1" dirty="0" err="1"/>
              <a:t>Learning</a:t>
            </a:r>
            <a:r>
              <a:rPr lang="id-ID" sz="4000" b="1" dirty="0"/>
              <a:t> </a:t>
            </a:r>
            <a:r>
              <a:rPr lang="id-ID" sz="4000" b="1" dirty="0" err="1"/>
              <a:t>Objectives</a:t>
            </a:r>
            <a:endParaRPr lang="id-ID" sz="4000" b="1" dirty="0"/>
          </a:p>
        </p:txBody>
      </p:sp>
      <p:sp>
        <p:nvSpPr>
          <p:cNvPr id="3" name="Content Placeholder 2"/>
          <p:cNvSpPr>
            <a:spLocks noGrp="1"/>
          </p:cNvSpPr>
          <p:nvPr>
            <p:ph idx="1"/>
          </p:nvPr>
        </p:nvSpPr>
        <p:spPr/>
        <p:txBody>
          <a:bodyPr/>
          <a:lstStyle/>
          <a:p>
            <a:r>
              <a:rPr lang="en-US" sz="3200"/>
              <a:t>LO 1: To </a:t>
            </a:r>
            <a:r>
              <a:rPr lang="id-ID" sz="3200"/>
              <a:t>explain the </a:t>
            </a:r>
            <a:r>
              <a:rPr lang="en-US" sz="3200"/>
              <a:t>security</a:t>
            </a:r>
            <a:r>
              <a:rPr lang="id-ID" sz="3200"/>
              <a:t> principles, threats, attacks and security strategy </a:t>
            </a:r>
            <a:endParaRPr lang="en-US" sz="3200"/>
          </a:p>
          <a:p>
            <a:r>
              <a:rPr lang="id-ID" sz="3200"/>
              <a:t>LO 2: To evaluate different strategies to handle security threats and attacks</a:t>
            </a:r>
            <a:endParaRPr lang="en-US" sz="3200"/>
          </a:p>
          <a:p>
            <a:endParaRPr lang="id-ID" dirty="0"/>
          </a:p>
        </p:txBody>
      </p:sp>
    </p:spTree>
    <p:extLst>
      <p:ext uri="{BB962C8B-B14F-4D97-AF65-F5344CB8AC3E}">
        <p14:creationId xmlns:p14="http://schemas.microsoft.com/office/powerpoint/2010/main" val="35606583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lvl="0" algn="ctr"/>
            <a:r>
              <a:rPr lang="en-ID"/>
              <a:t>Password Complexity</a:t>
            </a:r>
            <a:endParaRPr lang="en-GB"/>
          </a:p>
        </p:txBody>
      </p:sp>
    </p:spTree>
    <p:extLst>
      <p:ext uri="{BB962C8B-B14F-4D97-AF65-F5344CB8AC3E}">
        <p14:creationId xmlns:p14="http://schemas.microsoft.com/office/powerpoint/2010/main" val="758115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D" sz="4000" b="1"/>
              <a:t>Password</a:t>
            </a:r>
            <a:endParaRPr lang="id-ID" sz="4000" b="1" dirty="0"/>
          </a:p>
        </p:txBody>
      </p:sp>
      <p:sp>
        <p:nvSpPr>
          <p:cNvPr id="3" name="Content Placeholder 2"/>
          <p:cNvSpPr>
            <a:spLocks noGrp="1"/>
          </p:cNvSpPr>
          <p:nvPr>
            <p:ph idx="1"/>
          </p:nvPr>
        </p:nvSpPr>
        <p:spPr>
          <a:xfrm>
            <a:off x="1129031" y="1857384"/>
            <a:ext cx="7480023" cy="4991101"/>
          </a:xfrm>
        </p:spPr>
        <p:txBody>
          <a:bodyPr/>
          <a:lstStyle/>
          <a:p>
            <a:pPr marL="0" indent="0">
              <a:buNone/>
            </a:pPr>
            <a:r>
              <a:rPr lang="en-GB" sz="2400"/>
              <a:t>A basic component of an information security program is ensuring that employees select and use strong passwords. several controls that can be used to ensure the security associated with passwords is maintained :</a:t>
            </a:r>
          </a:p>
          <a:p>
            <a:r>
              <a:rPr lang="en-GB" sz="2400"/>
              <a:t>Password complexity</a:t>
            </a:r>
          </a:p>
          <a:p>
            <a:r>
              <a:rPr lang="en-GB" sz="2400"/>
              <a:t>Account lockout</a:t>
            </a:r>
          </a:p>
          <a:p>
            <a:r>
              <a:rPr lang="en-GB" sz="2400"/>
              <a:t>Password length</a:t>
            </a:r>
          </a:p>
          <a:p>
            <a:r>
              <a:rPr lang="en-GB" sz="2400"/>
              <a:t>Password history</a:t>
            </a:r>
          </a:p>
          <a:p>
            <a:r>
              <a:rPr lang="en-GB" sz="2400"/>
              <a:t>Time between password changes</a:t>
            </a:r>
          </a:p>
          <a:p>
            <a:r>
              <a:rPr lang="en-GB" sz="2400"/>
              <a:t>Group Policies that enforce password security</a:t>
            </a:r>
          </a:p>
          <a:p>
            <a:r>
              <a:rPr lang="en-GB" sz="2400"/>
              <a:t>Education on common attack methods</a:t>
            </a:r>
          </a:p>
        </p:txBody>
      </p:sp>
    </p:spTree>
    <p:extLst>
      <p:ext uri="{BB962C8B-B14F-4D97-AF65-F5344CB8AC3E}">
        <p14:creationId xmlns:p14="http://schemas.microsoft.com/office/powerpoint/2010/main" val="3457207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000"/>
              <a:t>Using Password Complexity to Make a Stronger Password</a:t>
            </a:r>
            <a:endParaRPr lang="id-ID" sz="4000" b="1" dirty="0"/>
          </a:p>
        </p:txBody>
      </p:sp>
      <p:sp>
        <p:nvSpPr>
          <p:cNvPr id="3" name="Content Placeholder 2"/>
          <p:cNvSpPr>
            <a:spLocks noGrp="1"/>
          </p:cNvSpPr>
          <p:nvPr>
            <p:ph idx="1"/>
          </p:nvPr>
        </p:nvSpPr>
        <p:spPr>
          <a:xfrm>
            <a:off x="1371600" y="2123440"/>
            <a:ext cx="7237454" cy="4725045"/>
          </a:xfrm>
        </p:spPr>
        <p:txBody>
          <a:bodyPr/>
          <a:lstStyle/>
          <a:p>
            <a:pPr marL="0" indent="0">
              <a:buNone/>
            </a:pPr>
            <a:r>
              <a:rPr lang="en-GB" sz="2400"/>
              <a:t>A complex password will use characters from at least three of the following categories :</a:t>
            </a:r>
          </a:p>
          <a:p>
            <a:pPr marL="0" indent="0">
              <a:buNone/>
            </a:pPr>
            <a:endParaRPr lang="en-GB" sz="2400"/>
          </a:p>
          <a:p>
            <a:r>
              <a:rPr lang="en-GB" sz="2400"/>
              <a:t>English uppercase characters (A through Z)</a:t>
            </a:r>
          </a:p>
          <a:p>
            <a:r>
              <a:rPr lang="en-GB" sz="2400"/>
              <a:t>English lowercase characters (a through z)</a:t>
            </a:r>
          </a:p>
          <a:p>
            <a:r>
              <a:rPr lang="en-GB" sz="2400"/>
              <a:t>Numeric characters (0 through 9)</a:t>
            </a:r>
          </a:p>
          <a:p>
            <a:r>
              <a:rPr lang="en-GB" sz="2400"/>
              <a:t>Non-alphanumeric characters (such as !, @, #, $, %, ^, &amp;) </a:t>
            </a:r>
          </a:p>
        </p:txBody>
      </p:sp>
    </p:spTree>
    <p:extLst>
      <p:ext uri="{BB962C8B-B14F-4D97-AF65-F5344CB8AC3E}">
        <p14:creationId xmlns:p14="http://schemas.microsoft.com/office/powerpoint/2010/main" val="3495946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000"/>
              <a:t>Tips to Make Better Password</a:t>
            </a:r>
            <a:endParaRPr lang="id-ID" sz="4000" b="1" dirty="0"/>
          </a:p>
        </p:txBody>
      </p:sp>
      <p:sp>
        <p:nvSpPr>
          <p:cNvPr id="3" name="Content Placeholder 2"/>
          <p:cNvSpPr>
            <a:spLocks noGrp="1"/>
          </p:cNvSpPr>
          <p:nvPr>
            <p:ph idx="1"/>
          </p:nvPr>
        </p:nvSpPr>
        <p:spPr>
          <a:xfrm>
            <a:off x="1371600" y="2123440"/>
            <a:ext cx="7237454" cy="4725045"/>
          </a:xfrm>
        </p:spPr>
        <p:txBody>
          <a:bodyPr/>
          <a:lstStyle/>
          <a:p>
            <a:r>
              <a:rPr lang="en-GB" sz="2000"/>
              <a:t>Personal details such as a spouse’s name, license plate, Social Security number, and birthday should be avoided</a:t>
            </a:r>
          </a:p>
          <a:p>
            <a:endParaRPr lang="en-GB" sz="2000"/>
          </a:p>
          <a:p>
            <a:r>
              <a:rPr lang="en-GB" sz="2000"/>
              <a:t>Avoid passwords that are based on proper names, geographical locations, common acronyms, and slang terms</a:t>
            </a:r>
          </a:p>
          <a:p>
            <a:endParaRPr lang="en-GB" sz="2000"/>
          </a:p>
          <a:p>
            <a:r>
              <a:rPr lang="en-GB" sz="2000"/>
              <a:t>Bump characters in a word a certain number of letters up or down the alphabet. A shift three letters translation of “AArdvark!!” becomes “DDvgzdvn!!” </a:t>
            </a:r>
            <a:endParaRPr lang="en-GB" sz="1800"/>
          </a:p>
        </p:txBody>
      </p:sp>
    </p:spTree>
    <p:extLst>
      <p:ext uri="{BB962C8B-B14F-4D97-AF65-F5344CB8AC3E}">
        <p14:creationId xmlns:p14="http://schemas.microsoft.com/office/powerpoint/2010/main" val="12903054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000"/>
              <a:t>Tips to Make Better Password</a:t>
            </a:r>
            <a:endParaRPr lang="id-ID" sz="4000" b="1" dirty="0"/>
          </a:p>
        </p:txBody>
      </p:sp>
      <p:sp>
        <p:nvSpPr>
          <p:cNvPr id="3" name="Content Placeholder 2"/>
          <p:cNvSpPr>
            <a:spLocks noGrp="1"/>
          </p:cNvSpPr>
          <p:nvPr>
            <p:ph idx="1"/>
          </p:nvPr>
        </p:nvSpPr>
        <p:spPr>
          <a:xfrm>
            <a:off x="1371600" y="2123440"/>
            <a:ext cx="7237454" cy="4725045"/>
          </a:xfrm>
        </p:spPr>
        <p:txBody>
          <a:bodyPr/>
          <a:lstStyle/>
          <a:p>
            <a:r>
              <a:rPr lang="en-GB" sz="2000"/>
              <a:t>Create acronyms from words in a song, a poem, or another known sequence of words. The phrase “Ask not what you can do for your country?” yields the password “Anwycdfyc?” Add $$ to arrive at the strong password $$Anwycdfyc?</a:t>
            </a:r>
          </a:p>
          <a:p>
            <a:endParaRPr lang="en-GB" sz="2000"/>
          </a:p>
          <a:p>
            <a:r>
              <a:rPr lang="en-GB" sz="2000"/>
              <a:t>Combine a number of personal facts like birthdates and favorite colors, foods, and so on, with special characters to create passwords like: “##Yell0w419” or “$^327p!zZ@”</a:t>
            </a:r>
            <a:endParaRPr lang="en-GB" sz="1800"/>
          </a:p>
        </p:txBody>
      </p:sp>
    </p:spTree>
    <p:extLst>
      <p:ext uri="{BB962C8B-B14F-4D97-AF65-F5344CB8AC3E}">
        <p14:creationId xmlns:p14="http://schemas.microsoft.com/office/powerpoint/2010/main" val="2613956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lvl="0" algn="ctr"/>
            <a:r>
              <a:rPr lang="en-ID"/>
              <a:t>Account Lockout </a:t>
            </a:r>
            <a:endParaRPr lang="en-GB"/>
          </a:p>
        </p:txBody>
      </p:sp>
    </p:spTree>
    <p:extLst>
      <p:ext uri="{BB962C8B-B14F-4D97-AF65-F5344CB8AC3E}">
        <p14:creationId xmlns:p14="http://schemas.microsoft.com/office/powerpoint/2010/main" val="12944935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000"/>
              <a:t>Account Lockout</a:t>
            </a:r>
            <a:endParaRPr lang="id-ID" sz="4000" b="1" dirty="0"/>
          </a:p>
        </p:txBody>
      </p:sp>
      <p:sp>
        <p:nvSpPr>
          <p:cNvPr id="3" name="Content Placeholder 2"/>
          <p:cNvSpPr>
            <a:spLocks noGrp="1"/>
          </p:cNvSpPr>
          <p:nvPr>
            <p:ph idx="1"/>
          </p:nvPr>
        </p:nvSpPr>
        <p:spPr>
          <a:xfrm>
            <a:off x="1371600" y="2123440"/>
            <a:ext cx="7237454" cy="4725045"/>
          </a:xfrm>
        </p:spPr>
        <p:txBody>
          <a:bodyPr/>
          <a:lstStyle/>
          <a:p>
            <a:r>
              <a:rPr lang="en-GB" sz="2000"/>
              <a:t>Account lockout refers to the number of incorrect logon attempts permitted before the system will lock the account</a:t>
            </a:r>
          </a:p>
          <a:p>
            <a:endParaRPr lang="en-GB" sz="2000"/>
          </a:p>
          <a:p>
            <a:r>
              <a:rPr lang="en-GB" sz="2000"/>
              <a:t>Each bad logon attempt increments the bad logon counter, and when the counter exceeds the account lockout threshold, no further logon attempts will be permitted</a:t>
            </a:r>
          </a:p>
          <a:p>
            <a:endParaRPr lang="en-GB" sz="2000"/>
          </a:p>
          <a:p>
            <a:r>
              <a:rPr lang="en-GB" sz="2000"/>
              <a:t>Account lockout setting is critical because one of the most common password attacks (discussed later in the lesson) involves repeatedly attempting to logon with guessed passwords</a:t>
            </a:r>
          </a:p>
        </p:txBody>
      </p:sp>
    </p:spTree>
    <p:extLst>
      <p:ext uri="{BB962C8B-B14F-4D97-AF65-F5344CB8AC3E}">
        <p14:creationId xmlns:p14="http://schemas.microsoft.com/office/powerpoint/2010/main" val="3067713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000"/>
              <a:t>Account Lockout Configuration</a:t>
            </a:r>
            <a:endParaRPr lang="id-ID" sz="4000" b="1" dirty="0"/>
          </a:p>
        </p:txBody>
      </p:sp>
      <p:sp>
        <p:nvSpPr>
          <p:cNvPr id="3" name="Content Placeholder 2"/>
          <p:cNvSpPr>
            <a:spLocks noGrp="1"/>
          </p:cNvSpPr>
          <p:nvPr>
            <p:ph idx="1"/>
          </p:nvPr>
        </p:nvSpPr>
        <p:spPr>
          <a:xfrm>
            <a:off x="1371600" y="2123440"/>
            <a:ext cx="7237454" cy="4725045"/>
          </a:xfrm>
        </p:spPr>
        <p:txBody>
          <a:bodyPr/>
          <a:lstStyle/>
          <a:p>
            <a:r>
              <a:rPr lang="en-GB" sz="2000"/>
              <a:t>Account Lockout Duration This setting determines the length of time a lockout will remain in place before another logon attempt can be made (i.e from 0 to 99,99 minutes)</a:t>
            </a:r>
          </a:p>
          <a:p>
            <a:endParaRPr lang="en-GB" sz="2000"/>
          </a:p>
          <a:p>
            <a:r>
              <a:rPr lang="en-GB" sz="2000"/>
              <a:t>Account Lockout Threshold This setting determines the number of failed logons permitted before the account lockout occurs</a:t>
            </a:r>
          </a:p>
          <a:p>
            <a:endParaRPr lang="en-GB" sz="2000"/>
          </a:p>
          <a:p>
            <a:r>
              <a:rPr lang="en-GB" sz="2000"/>
              <a:t>Reset account lockout counter after: This setting determines the period of time, in minutes, that must elapse before the account lockout counter is reset to 0 bad logon attempt</a:t>
            </a:r>
            <a:endParaRPr lang="en-GB" sz="1800"/>
          </a:p>
        </p:txBody>
      </p:sp>
    </p:spTree>
    <p:extLst>
      <p:ext uri="{BB962C8B-B14F-4D97-AF65-F5344CB8AC3E}">
        <p14:creationId xmlns:p14="http://schemas.microsoft.com/office/powerpoint/2010/main" val="3146586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lvl="0" algn="ctr"/>
            <a:r>
              <a:rPr lang="en-ID"/>
              <a:t>Examining Password Length</a:t>
            </a:r>
            <a:endParaRPr lang="en-GB"/>
          </a:p>
        </p:txBody>
      </p:sp>
    </p:spTree>
    <p:extLst>
      <p:ext uri="{BB962C8B-B14F-4D97-AF65-F5344CB8AC3E}">
        <p14:creationId xmlns:p14="http://schemas.microsoft.com/office/powerpoint/2010/main" val="13166793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000"/>
              <a:t>Password Length</a:t>
            </a:r>
            <a:endParaRPr lang="id-ID" sz="4000" b="1" dirty="0"/>
          </a:p>
        </p:txBody>
      </p:sp>
      <p:sp>
        <p:nvSpPr>
          <p:cNvPr id="3" name="Content Placeholder 2"/>
          <p:cNvSpPr>
            <a:spLocks noGrp="1"/>
          </p:cNvSpPr>
          <p:nvPr>
            <p:ph idx="1"/>
          </p:nvPr>
        </p:nvSpPr>
        <p:spPr>
          <a:xfrm>
            <a:off x="1371600" y="2123440"/>
            <a:ext cx="7237454" cy="4725045"/>
          </a:xfrm>
        </p:spPr>
        <p:txBody>
          <a:bodyPr/>
          <a:lstStyle/>
          <a:p>
            <a:r>
              <a:rPr lang="en-GB" sz="2400"/>
              <a:t>The length of a password is a key component of ensuring the strength of a password</a:t>
            </a:r>
          </a:p>
          <a:p>
            <a:endParaRPr lang="en-GB" sz="2400"/>
          </a:p>
          <a:p>
            <a:r>
              <a:rPr lang="en-GB" sz="2400"/>
              <a:t>Password length is the number of characters used in a password</a:t>
            </a:r>
          </a:p>
          <a:p>
            <a:endParaRPr lang="en-GB" sz="2400"/>
          </a:p>
          <a:p>
            <a:r>
              <a:rPr lang="en-GB" sz="2400"/>
              <a:t>A password with 2 characters is considered very insecure</a:t>
            </a:r>
          </a:p>
          <a:p>
            <a:endParaRPr lang="en-GB" sz="2400"/>
          </a:p>
          <a:p>
            <a:r>
              <a:rPr lang="en-GB" sz="2400"/>
              <a:t>A 2- character password is considered trivial to guess</a:t>
            </a:r>
            <a:endParaRPr lang="en-GB" sz="2000"/>
          </a:p>
        </p:txBody>
      </p:sp>
    </p:spTree>
    <p:extLst>
      <p:ext uri="{BB962C8B-B14F-4D97-AF65-F5344CB8AC3E}">
        <p14:creationId xmlns:p14="http://schemas.microsoft.com/office/powerpoint/2010/main" val="8149026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000"/>
              <a:t>Password Length</a:t>
            </a:r>
            <a:endParaRPr lang="id-ID" sz="4000" b="1" dirty="0"/>
          </a:p>
        </p:txBody>
      </p:sp>
      <p:sp>
        <p:nvSpPr>
          <p:cNvPr id="3" name="Content Placeholder 2"/>
          <p:cNvSpPr>
            <a:spLocks noGrp="1"/>
          </p:cNvSpPr>
          <p:nvPr>
            <p:ph idx="1"/>
          </p:nvPr>
        </p:nvSpPr>
        <p:spPr>
          <a:xfrm>
            <a:off x="1371600" y="2123440"/>
            <a:ext cx="7237454" cy="4725045"/>
          </a:xfrm>
        </p:spPr>
        <p:txBody>
          <a:bodyPr/>
          <a:lstStyle/>
          <a:p>
            <a:r>
              <a:rPr lang="en-GB" sz="2400"/>
              <a:t>While extremely secure relative to a 2-character password, a 14-character password is very difficult for most users to remember</a:t>
            </a:r>
          </a:p>
          <a:p>
            <a:endParaRPr lang="en-GB" sz="2800"/>
          </a:p>
          <a:p>
            <a:r>
              <a:rPr lang="en-GB" sz="2400"/>
              <a:t>The trick to setting a minimum password length is balancing usability with security</a:t>
            </a:r>
            <a:endParaRPr lang="en-GB" sz="2000"/>
          </a:p>
        </p:txBody>
      </p:sp>
    </p:spTree>
    <p:extLst>
      <p:ext uri="{BB962C8B-B14F-4D97-AF65-F5344CB8AC3E}">
        <p14:creationId xmlns:p14="http://schemas.microsoft.com/office/powerpoint/2010/main" val="22988223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lvl="0" algn="ctr"/>
            <a:r>
              <a:rPr lang="en-ID"/>
              <a:t>Password History</a:t>
            </a:r>
            <a:endParaRPr lang="en-GB"/>
          </a:p>
        </p:txBody>
      </p:sp>
    </p:spTree>
    <p:extLst>
      <p:ext uri="{BB962C8B-B14F-4D97-AF65-F5344CB8AC3E}">
        <p14:creationId xmlns:p14="http://schemas.microsoft.com/office/powerpoint/2010/main" val="4743365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000"/>
              <a:t>Password History</a:t>
            </a:r>
            <a:endParaRPr lang="id-ID" sz="4000" b="1" dirty="0"/>
          </a:p>
        </p:txBody>
      </p:sp>
      <p:sp>
        <p:nvSpPr>
          <p:cNvPr id="3" name="Content Placeholder 2"/>
          <p:cNvSpPr>
            <a:spLocks noGrp="1"/>
          </p:cNvSpPr>
          <p:nvPr>
            <p:ph idx="1"/>
          </p:nvPr>
        </p:nvSpPr>
        <p:spPr>
          <a:xfrm>
            <a:off x="1371600" y="2123440"/>
            <a:ext cx="7237454" cy="4725045"/>
          </a:xfrm>
        </p:spPr>
        <p:txBody>
          <a:bodyPr/>
          <a:lstStyle/>
          <a:p>
            <a:r>
              <a:rPr lang="en-GB" sz="2400"/>
              <a:t>Password history is the setting that determines the number of unique passwords that must be used before a password can be reused</a:t>
            </a:r>
          </a:p>
          <a:p>
            <a:endParaRPr lang="en-GB" sz="2400"/>
          </a:p>
          <a:p>
            <a:r>
              <a:rPr lang="en-GB" sz="2400"/>
              <a:t>This setting prevents the recycling of the same passwords through a system</a:t>
            </a:r>
          </a:p>
          <a:p>
            <a:endParaRPr lang="en-GB" sz="2400"/>
          </a:p>
          <a:p>
            <a:r>
              <a:rPr lang="en-GB" sz="2400"/>
              <a:t>The longer the period of time a password is used, the greater the chance it can be compromised.</a:t>
            </a:r>
            <a:endParaRPr lang="en-GB" sz="2000"/>
          </a:p>
        </p:txBody>
      </p:sp>
    </p:spTree>
    <p:extLst>
      <p:ext uri="{BB962C8B-B14F-4D97-AF65-F5344CB8AC3E}">
        <p14:creationId xmlns:p14="http://schemas.microsoft.com/office/powerpoint/2010/main" val="20134830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lvl="0" algn="ctr"/>
            <a:r>
              <a:rPr lang="en-ID"/>
              <a:t>Setting Time Between Password Changes</a:t>
            </a:r>
            <a:endParaRPr lang="en-GB"/>
          </a:p>
        </p:txBody>
      </p:sp>
    </p:spTree>
    <p:extLst>
      <p:ext uri="{BB962C8B-B14F-4D97-AF65-F5344CB8AC3E}">
        <p14:creationId xmlns:p14="http://schemas.microsoft.com/office/powerpoint/2010/main" val="15365334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a:t>Setting Time Between Password Changes </a:t>
            </a:r>
            <a:endParaRPr lang="id-ID" sz="3600" b="1" dirty="0"/>
          </a:p>
        </p:txBody>
      </p:sp>
      <p:sp>
        <p:nvSpPr>
          <p:cNvPr id="3" name="Content Placeholder 2"/>
          <p:cNvSpPr>
            <a:spLocks noGrp="1"/>
          </p:cNvSpPr>
          <p:nvPr>
            <p:ph idx="1"/>
          </p:nvPr>
        </p:nvSpPr>
        <p:spPr>
          <a:xfrm>
            <a:off x="1371600" y="2123440"/>
            <a:ext cx="7237454" cy="4725045"/>
          </a:xfrm>
        </p:spPr>
        <p:txBody>
          <a:bodyPr/>
          <a:lstStyle/>
          <a:p>
            <a:r>
              <a:rPr lang="en-GB" sz="1800" b="1"/>
              <a:t>Minimum Password Age </a:t>
            </a:r>
            <a:r>
              <a:rPr lang="en-GB" sz="1800"/>
              <a:t>The minimum password age setting controls how many days a user must wait before they can reset their password</a:t>
            </a:r>
          </a:p>
          <a:p>
            <a:endParaRPr lang="en-GB" sz="1800"/>
          </a:p>
          <a:p>
            <a:r>
              <a:rPr lang="en-GB" sz="1800"/>
              <a:t>A good setting is typically 10 days or more, although this can vary widely depending on administrator preferences</a:t>
            </a:r>
          </a:p>
          <a:p>
            <a:endParaRPr lang="en-GB" sz="1800"/>
          </a:p>
          <a:p>
            <a:r>
              <a:rPr lang="en-GB" sz="1800" b="1"/>
              <a:t>Maximum Password Age </a:t>
            </a:r>
            <a:r>
              <a:rPr lang="en-GB" sz="1800"/>
              <a:t>The maximum password age setting controls the maximum period of time permitted before a user is forced to reset their password</a:t>
            </a:r>
          </a:p>
          <a:p>
            <a:endParaRPr lang="en-GB" sz="1800"/>
          </a:p>
          <a:p>
            <a:r>
              <a:rPr lang="en-GB" sz="1800"/>
              <a:t>A general rule for this setting is 90 days for user accounts, although for administrative accounts, it’s generally a good idea to reset the passwords more frequently</a:t>
            </a:r>
          </a:p>
        </p:txBody>
      </p:sp>
    </p:spTree>
    <p:extLst>
      <p:ext uri="{BB962C8B-B14F-4D97-AF65-F5344CB8AC3E}">
        <p14:creationId xmlns:p14="http://schemas.microsoft.com/office/powerpoint/2010/main" val="23762076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2894" y="1764673"/>
            <a:ext cx="8571230" cy="873497"/>
          </a:xfrm>
        </p:spPr>
        <p:txBody>
          <a:bodyPr>
            <a:noAutofit/>
          </a:bodyPr>
          <a:lstStyle/>
          <a:p>
            <a:r>
              <a:rPr lang="en-US" sz="2647" dirty="0"/>
              <a:t>Some important notes in developing presentation file for online resources:</a:t>
            </a:r>
            <a:endParaRPr lang="id-ID" sz="2647" dirty="0"/>
          </a:p>
        </p:txBody>
      </p:sp>
      <p:sp>
        <p:nvSpPr>
          <p:cNvPr id="3" name="Content Placeholder 2"/>
          <p:cNvSpPr>
            <a:spLocks noGrp="1"/>
          </p:cNvSpPr>
          <p:nvPr>
            <p:ph idx="1"/>
          </p:nvPr>
        </p:nvSpPr>
        <p:spPr>
          <a:xfrm>
            <a:off x="1646933" y="2773045"/>
            <a:ext cx="8319135" cy="4537710"/>
          </a:xfrm>
        </p:spPr>
        <p:txBody>
          <a:bodyPr>
            <a:normAutofit/>
          </a:bodyPr>
          <a:lstStyle/>
          <a:p>
            <a:r>
              <a:rPr lang="en-US" sz="2000" dirty="0"/>
              <a:t>Please complete each presentation files with Learning Objectives information.</a:t>
            </a:r>
          </a:p>
          <a:p>
            <a:r>
              <a:rPr lang="en-US" sz="2000" dirty="0"/>
              <a:t>Please make sure to make Acknowledgement slide if you are using PowerPoint slides from textbook or the content of the slides are mainly adopted from the textbook.</a:t>
            </a:r>
          </a:p>
          <a:p>
            <a:r>
              <a:rPr lang="en-US" sz="2000" dirty="0"/>
              <a:t>If you are adding picture or information from other sources, please give reference footnote on the slide.</a:t>
            </a:r>
          </a:p>
          <a:p>
            <a:r>
              <a:rPr lang="en-US" sz="2000" dirty="0"/>
              <a:t>URL of the reference must be written in complete format, e.g. </a:t>
            </a:r>
            <a:r>
              <a:rPr lang="en-US" sz="2000" u="sng" dirty="0">
                <a:hlinkClick r:id="rId2"/>
              </a:rPr>
              <a:t>http://www.cocktailsoftheworld.com/uploads/pics/Jtho.jpeg</a:t>
            </a:r>
            <a:endParaRPr lang="en-US" sz="2000" dirty="0"/>
          </a:p>
          <a:p>
            <a:r>
              <a:rPr lang="en-US" sz="2000" dirty="0"/>
              <a:t>References slide must contain all references that have been used in the slides.</a:t>
            </a:r>
          </a:p>
          <a:p>
            <a:endParaRPr lang="en-US" sz="2000" dirty="0"/>
          </a:p>
          <a:p>
            <a:endParaRPr lang="id-ID" sz="2000" dirty="0"/>
          </a:p>
        </p:txBody>
      </p:sp>
      <p:sp>
        <p:nvSpPr>
          <p:cNvPr id="5" name="TextBox 4"/>
          <p:cNvSpPr txBox="1"/>
          <p:nvPr/>
        </p:nvSpPr>
        <p:spPr>
          <a:xfrm>
            <a:off x="3663693" y="899999"/>
            <a:ext cx="4070281" cy="771109"/>
          </a:xfrm>
          <a:prstGeom prst="rect">
            <a:avLst/>
          </a:prstGeom>
          <a:noFill/>
        </p:spPr>
        <p:txBody>
          <a:bodyPr wrap="none" rtlCol="0">
            <a:spAutoFit/>
          </a:bodyPr>
          <a:lstStyle/>
          <a:p>
            <a:r>
              <a:rPr lang="en-US" sz="4411" b="1"/>
              <a:t>Important Notes</a:t>
            </a:r>
          </a:p>
        </p:txBody>
      </p:sp>
    </p:spTree>
    <p:extLst>
      <p:ext uri="{BB962C8B-B14F-4D97-AF65-F5344CB8AC3E}">
        <p14:creationId xmlns:p14="http://schemas.microsoft.com/office/powerpoint/2010/main" val="25169754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44340CFFCDDB44F9904404F1FA9688C" ma:contentTypeVersion="18" ma:contentTypeDescription="Create a new document." ma:contentTypeScope="" ma:versionID="2a43a3a40365f9eee60928e1a48d8e8a">
  <xsd:schema xmlns:xsd="http://www.w3.org/2001/XMLSchema" xmlns:xs="http://www.w3.org/2001/XMLSchema" xmlns:p="http://schemas.microsoft.com/office/2006/metadata/properties" xmlns:ns2="9fdf624c-fedc-4f6c-b928-0c7bf4c9e100" xmlns:ns3="47793baa-3cbb-486e-a055-4d42ce3882d7" xmlns:ns4="http://schemas.microsoft.com/sharepoint/v3/fields" targetNamespace="http://schemas.microsoft.com/office/2006/metadata/properties" ma:root="true" ma:fieldsID="b55bbfde6f7dd5be9fcb8a553256df6e" ns2:_="" ns3:_="" ns4:_="">
    <xsd:import namespace="9fdf624c-fedc-4f6c-b928-0c7bf4c9e100"/>
    <xsd:import namespace="47793baa-3cbb-486e-a055-4d42ce3882d7"/>
    <xsd:import namespace="http://schemas.microsoft.com/sharepoint/v3/fields"/>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Location" minOccurs="0"/>
                <xsd:element ref="ns3:MediaServiceAutoKeyPoints" minOccurs="0"/>
                <xsd:element ref="ns3:MediaServiceKeyPoints" minOccurs="0"/>
                <xsd:element ref="ns3:_Flow_SignoffStatus" minOccurs="0"/>
                <xsd:element ref="ns4:_Version" minOccurs="0"/>
                <xsd:element ref="ns3:MediaLengthInSeconds"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df624c-fedc-4f6c-b928-0c7bf4c9e100"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7" nillable="true" ma:displayName="Taxonomy Catch All Column" ma:hidden="true" ma:list="{131959e2-2cf4-437e-858a-61f1b162208b}" ma:internalName="TaxCatchAll" ma:showField="CatchAllData" ma:web="9fdf624c-fedc-4f6c-b928-0c7bf4c9e10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7793baa-3cbb-486e-a055-4d42ce3882d7"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_Flow_SignoffStatus" ma:index="23" nillable="true" ma:displayName="Sign-off status" ma:internalName="Sign_x002d_off_x0020_status">
      <xsd:simpleType>
        <xsd:restriction base="dms:Text"/>
      </xsd:simpleType>
    </xsd:element>
    <xsd:element name="MediaLengthInSeconds" ma:index="25"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24"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Flow_SignoffStatus xmlns="47793baa-3cbb-486e-a055-4d42ce3882d7" xsi:nil="true"/>
    <_dlc_DocId xmlns="9fdf624c-fedc-4f6c-b928-0c7bf4c9e100">J56STF5CZXNR-2061195910-691142</_dlc_DocId>
    <_dlc_DocIdUrl xmlns="9fdf624c-fedc-4f6c-b928-0c7bf4c9e100">
      <Url>https://binusianorg.sharepoint.com/sites/arc/_layouts/15/DocIdRedir.aspx?ID=J56STF5CZXNR-2061195910-691142</Url>
      <Description>J56STF5CZXNR-2061195910-691142</Description>
    </_dlc_DocIdUrl>
    <TaxCatchAll xmlns="9fdf624c-fedc-4f6c-b928-0c7bf4c9e100" xsi:nil="true"/>
  </documentManagement>
</p:properties>
</file>

<file path=customXml/itemProps1.xml><?xml version="1.0" encoding="utf-8"?>
<ds:datastoreItem xmlns:ds="http://schemas.openxmlformats.org/officeDocument/2006/customXml" ds:itemID="{CC9D0B23-B8ED-45C8-A14C-9C0889457DD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df624c-fedc-4f6c-b928-0c7bf4c9e100"/>
    <ds:schemaRef ds:uri="47793baa-3cbb-486e-a055-4d42ce3882d7"/>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A6D8D10-5CE6-45C0-899F-3757B0B76385}">
  <ds:schemaRefs>
    <ds:schemaRef ds:uri="http://schemas.microsoft.com/sharepoint/events"/>
  </ds:schemaRefs>
</ds:datastoreItem>
</file>

<file path=customXml/itemProps3.xml><?xml version="1.0" encoding="utf-8"?>
<ds:datastoreItem xmlns:ds="http://schemas.openxmlformats.org/officeDocument/2006/customXml" ds:itemID="{CED985A4-BE78-47BD-93FF-32CA6D846AD3}">
  <ds:schemaRefs>
    <ds:schemaRef ds:uri="http://schemas.microsoft.com/sharepoint/v3/contenttype/forms"/>
  </ds:schemaRefs>
</ds:datastoreItem>
</file>

<file path=customXml/itemProps4.xml><?xml version="1.0" encoding="utf-8"?>
<ds:datastoreItem xmlns:ds="http://schemas.openxmlformats.org/officeDocument/2006/customXml" ds:itemID="{3F313E50-9F1C-4EB2-8248-D1942A92381A}">
  <ds:schemaRefs>
    <ds:schemaRef ds:uri="47793baa-3cbb-486e-a055-4d42ce3882d7"/>
    <ds:schemaRef ds:uri="http://schemas.microsoft.com/office/2006/documentManagement/types"/>
    <ds:schemaRef ds:uri="http://www.w3.org/XML/1998/namespace"/>
    <ds:schemaRef ds:uri="http://schemas.openxmlformats.org/package/2006/metadata/core-properties"/>
    <ds:schemaRef ds:uri="http://schemas.microsoft.com/office/infopath/2007/PartnerControls"/>
    <ds:schemaRef ds:uri="http://purl.org/dc/terms/"/>
    <ds:schemaRef ds:uri="http://purl.org/dc/elements/1.1/"/>
    <ds:schemaRef ds:uri="http://purl.org/dc/dcmitype/"/>
    <ds:schemaRef ds:uri="http://schemas.microsoft.com/sharepoint/v3/fields"/>
    <ds:schemaRef ds:uri="9fdf624c-fedc-4f6c-b928-0c7bf4c9e100"/>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1670</TotalTime>
  <Words>878</Words>
  <Application>Microsoft Office PowerPoint</Application>
  <PresentationFormat>Custom</PresentationFormat>
  <Paragraphs>85</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Open Sans</vt:lpstr>
      <vt:lpstr>Open Sans Extrabold</vt:lpstr>
      <vt:lpstr>Open Sans Semibold</vt:lpstr>
      <vt:lpstr>Office Theme</vt:lpstr>
      <vt:lpstr>Computer Security</vt:lpstr>
      <vt:lpstr>These slides have been adapted from:  Panek, Crystal. (2019). Security Fundamental, John Wiley &amp; Sons, Inc. Indianapolis. ISBN: 978-1-119-65066-9  Lesson 3 </vt:lpstr>
      <vt:lpstr>Learning Objectives</vt:lpstr>
      <vt:lpstr>Password Complexity</vt:lpstr>
      <vt:lpstr>Password</vt:lpstr>
      <vt:lpstr>Using Password Complexity to Make a Stronger Password</vt:lpstr>
      <vt:lpstr>Tips to Make Better Password</vt:lpstr>
      <vt:lpstr>Tips to Make Better Password</vt:lpstr>
      <vt:lpstr>Account Lockout </vt:lpstr>
      <vt:lpstr>Account Lockout</vt:lpstr>
      <vt:lpstr>Account Lockout Configuration</vt:lpstr>
      <vt:lpstr>Examining Password Length</vt:lpstr>
      <vt:lpstr>Password Length</vt:lpstr>
      <vt:lpstr>Password Length</vt:lpstr>
      <vt:lpstr>Password History</vt:lpstr>
      <vt:lpstr>Password History</vt:lpstr>
      <vt:lpstr>Setting Time Between Password Changes</vt:lpstr>
      <vt:lpstr>Setting Time Between Password Changes </vt:lpstr>
      <vt:lpstr>Some important notes in developing presentation file for online 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danton sihombing</dc:creator>
  <cp:lastModifiedBy>Ika Dyah Agustia Rachmawati</cp:lastModifiedBy>
  <cp:revision>97</cp:revision>
  <dcterms:created xsi:type="dcterms:W3CDTF">2014-01-27T02:13:18Z</dcterms:created>
  <dcterms:modified xsi:type="dcterms:W3CDTF">2022-12-20T14:22:11Z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0x010100144340CFFCDDB44F9904404F1FA9688C</vt:lpwstr>
  </property>
  <property fmtid="{D5CDD505-2E9C-101B-9397-08002B2CF9AE}" pid="3" name="_dlc_DocIdItemGuid">
    <vt:lpwstr>607fc7ea-bc95-4549-a0d4-b252b58b529e</vt:lpwstr>
  </property>
</Properties>
</file>