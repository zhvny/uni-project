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9"/>
  </p:notesMasterIdLst>
  <p:sldIdLst>
    <p:sldId id="256" r:id="rId6"/>
    <p:sldId id="323" r:id="rId7"/>
    <p:sldId id="257" r:id="rId8"/>
    <p:sldId id="263" r:id="rId9"/>
    <p:sldId id="287" r:id="rId10"/>
    <p:sldId id="315" r:id="rId11"/>
    <p:sldId id="289" r:id="rId12"/>
    <p:sldId id="288" r:id="rId13"/>
    <p:sldId id="316" r:id="rId14"/>
    <p:sldId id="317" r:id="rId15"/>
    <p:sldId id="280" r:id="rId16"/>
    <p:sldId id="281" r:id="rId17"/>
    <p:sldId id="292" r:id="rId18"/>
    <p:sldId id="318" r:id="rId19"/>
    <p:sldId id="319" r:id="rId20"/>
    <p:sldId id="320" r:id="rId21"/>
    <p:sldId id="309" r:id="rId22"/>
    <p:sldId id="298" r:id="rId23"/>
    <p:sldId id="321" r:id="rId24"/>
    <p:sldId id="300" r:id="rId25"/>
    <p:sldId id="322" r:id="rId26"/>
    <p:sldId id="270" r:id="rId27"/>
    <p:sldId id="259" r:id="rId28"/>
  </p:sldIdLst>
  <p:sldSz cx="10688638" cy="7562850"/>
  <p:notesSz cx="6858000" cy="9144000"/>
  <p:defaultTextStyle>
    <a:defPPr>
      <a:defRPr lang="en-US"/>
    </a:defPPr>
    <a:lvl1pPr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520700" indent="-635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041400" indent="-1270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563688" indent="-1920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084388" indent="-2555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D91671F-11EC-43A0-B0B5-6D80C965B915}">
          <p14:sldIdLst>
            <p14:sldId id="256"/>
          </p14:sldIdLst>
        </p14:section>
        <p14:section name="COURSE CONTENT" id="{6162E7E0-B512-4FEF-B619-C9187795397D}">
          <p14:sldIdLst>
            <p14:sldId id="323"/>
            <p14:sldId id="257"/>
            <p14:sldId id="263"/>
            <p14:sldId id="287"/>
            <p14:sldId id="315"/>
            <p14:sldId id="289"/>
            <p14:sldId id="288"/>
            <p14:sldId id="316"/>
            <p14:sldId id="317"/>
            <p14:sldId id="280"/>
            <p14:sldId id="281"/>
            <p14:sldId id="292"/>
            <p14:sldId id="318"/>
            <p14:sldId id="319"/>
            <p14:sldId id="320"/>
            <p14:sldId id="309"/>
            <p14:sldId id="298"/>
            <p14:sldId id="321"/>
            <p14:sldId id="300"/>
            <p14:sldId id="322"/>
            <p14:sldId id="270"/>
          </p14:sldIdLst>
        </p14:section>
        <p14:section name="REFERENCES" id="{11ED6803-A38C-4226-8496-86D05012E7E0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B8"/>
    <a:srgbClr val="946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06ABD-9294-408D-9654-1E18CD648961}" v="125" dt="2022-09-05T17:36:29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93484"/>
  </p:normalViewPr>
  <p:slideViewPr>
    <p:cSldViewPr snapToGrid="0" snapToObjects="1">
      <p:cViewPr varScale="1">
        <p:scale>
          <a:sx n="36" d="100"/>
          <a:sy n="36" d="100"/>
        </p:scale>
        <p:origin x="1156" y="36"/>
      </p:cViewPr>
      <p:guideLst>
        <p:guide orient="horz" pos="2382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ki Sadekh" userId="b15e8503-bfd0-4da6-add0-4a5f50c7c7cc" providerId="ADAL" clId="{7A406ABD-9294-408D-9654-1E18CD648961}"/>
    <pc:docChg chg="undo custSel modSld modMainMaster modNotesMaster">
      <pc:chgData name="Melki Sadekh" userId="b15e8503-bfd0-4da6-add0-4a5f50c7c7cc" providerId="ADAL" clId="{7A406ABD-9294-408D-9654-1E18CD648961}" dt="2022-09-05T17:36:41.950" v="512" actId="242"/>
      <pc:docMkLst>
        <pc:docMk/>
      </pc:docMkLst>
      <pc:sldChg chg="addSp delSp modSp mod chgLayout">
        <pc:chgData name="Melki Sadekh" userId="b15e8503-bfd0-4da6-add0-4a5f50c7c7cc" providerId="ADAL" clId="{7A406ABD-9294-408D-9654-1E18CD648961}" dt="2022-09-05T17:34:16.911" v="503" actId="20577"/>
        <pc:sldMkLst>
          <pc:docMk/>
          <pc:sldMk cId="0" sldId="256"/>
        </pc:sldMkLst>
        <pc:spChg chg="add del mod ord">
          <ac:chgData name="Melki Sadekh" userId="b15e8503-bfd0-4da6-add0-4a5f50c7c7cc" providerId="ADAL" clId="{7A406ABD-9294-408D-9654-1E18CD648961}" dt="2022-09-05T17:18:07.416" v="163" actId="700"/>
          <ac:spMkLst>
            <pc:docMk/>
            <pc:sldMk cId="0" sldId="256"/>
            <ac:spMk id="2" creationId="{3C3955F9-70BA-B310-DE94-3479BEFC7AD4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3" creationId="{7FA8C5E2-58EF-6780-CA47-2E061788505B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4" creationId="{C186A370-C71E-651E-ED93-2E0AE1D303DC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5" creationId="{723AB480-49D7-23F5-75B4-8CA002A71305}"/>
          </ac:spMkLst>
        </pc:spChg>
        <pc:spChg chg="add mod ord">
          <ac:chgData name="Melki Sadekh" userId="b15e8503-bfd0-4da6-add0-4a5f50c7c7cc" providerId="ADAL" clId="{7A406ABD-9294-408D-9654-1E18CD648961}" dt="2022-09-05T17:34:16.911" v="503" actId="20577"/>
          <ac:spMkLst>
            <pc:docMk/>
            <pc:sldMk cId="0" sldId="256"/>
            <ac:spMk id="6" creationId="{0A06AC66-8F8F-AE18-BEF4-9B3C75D6072A}"/>
          </ac:spMkLst>
        </pc:spChg>
        <pc:spChg chg="add mod ord">
          <ac:chgData name="Melki Sadekh" userId="b15e8503-bfd0-4da6-add0-4a5f50c7c7cc" providerId="ADAL" clId="{7A406ABD-9294-408D-9654-1E18CD648961}" dt="2022-09-05T17:30:53.503" v="437" actId="20577"/>
          <ac:spMkLst>
            <pc:docMk/>
            <pc:sldMk cId="0" sldId="256"/>
            <ac:spMk id="7" creationId="{0B6EC62A-27C2-091D-EB52-B027A4D21F65}"/>
          </ac:spMkLst>
        </pc:spChg>
        <pc:spChg chg="add del mod ord">
          <ac:chgData name="Melki Sadekh" userId="b15e8503-bfd0-4da6-add0-4a5f50c7c7cc" providerId="ADAL" clId="{7A406ABD-9294-408D-9654-1E18CD648961}" dt="2022-09-05T17:28:37.556" v="350" actId="700"/>
          <ac:spMkLst>
            <pc:docMk/>
            <pc:sldMk cId="0" sldId="256"/>
            <ac:spMk id="8" creationId="{69B7264D-82D5-CDB0-1942-D007A8D9C934}"/>
          </ac:spMkLst>
        </pc:spChg>
        <pc:spChg chg="add mod ord">
          <ac:chgData name="Melki Sadekh" userId="b15e8503-bfd0-4da6-add0-4a5f50c7c7cc" providerId="ADAL" clId="{7A406ABD-9294-408D-9654-1E18CD648961}" dt="2022-09-05T17:31:12.791" v="448" actId="1076"/>
          <ac:spMkLst>
            <pc:docMk/>
            <pc:sldMk cId="0" sldId="256"/>
            <ac:spMk id="9" creationId="{005996A7-AF79-38BF-09FD-195669101DF2}"/>
          </ac:spMkLst>
        </pc:spChg>
        <pc:spChg chg="add mod ord">
          <ac:chgData name="Melki Sadekh" userId="b15e8503-bfd0-4da6-add0-4a5f50c7c7cc" providerId="ADAL" clId="{7A406ABD-9294-408D-9654-1E18CD648961}" dt="2022-09-05T17:30:43.061" v="418" actId="20577"/>
          <ac:spMkLst>
            <pc:docMk/>
            <pc:sldMk cId="0" sldId="256"/>
            <ac:spMk id="10" creationId="{31EC31AE-8EDA-FF91-CB1A-43328D9DED3C}"/>
          </ac:spMkLst>
        </pc:spChg>
        <pc:spChg chg="del mod">
          <ac:chgData name="Melki Sadekh" userId="b15e8503-bfd0-4da6-add0-4a5f50c7c7cc" providerId="ADAL" clId="{7A406ABD-9294-408D-9654-1E18CD648961}" dt="2022-09-05T17:01:15.663" v="61" actId="478"/>
          <ac:spMkLst>
            <pc:docMk/>
            <pc:sldMk cId="0" sldId="256"/>
            <ac:spMk id="17" creationId="{CE9AF79D-845E-461B-ADC4-7B9B51F04481}"/>
          </ac:spMkLst>
        </pc:spChg>
        <pc:spChg chg="del mod">
          <ac:chgData name="Melki Sadekh" userId="b15e8503-bfd0-4da6-add0-4a5f50c7c7cc" providerId="ADAL" clId="{7A406ABD-9294-408D-9654-1E18CD648961}" dt="2022-09-05T17:04:27.291" v="79" actId="478"/>
          <ac:spMkLst>
            <pc:docMk/>
            <pc:sldMk cId="0" sldId="256"/>
            <ac:spMk id="18" creationId="{32DB365E-C0A0-4B3F-B6B1-8D39827C09A3}"/>
          </ac:spMkLst>
        </pc:spChg>
      </pc:sldChg>
      <pc:sldChg chg="modSp">
        <pc:chgData name="Melki Sadekh" userId="b15e8503-bfd0-4da6-add0-4a5f50c7c7cc" providerId="ADAL" clId="{7A406ABD-9294-408D-9654-1E18CD648961}" dt="2022-09-05T16:52:17.125" v="11"/>
        <pc:sldMkLst>
          <pc:docMk/>
          <pc:sldMk cId="2516975436" sldId="259"/>
        </pc:sldMkLst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2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3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5" creationId="{00000000-0000-0000-0000-000000000000}"/>
          </ac:spMkLst>
        </pc:spChg>
      </pc:sldChg>
      <pc:sldChg chg="modSp mod">
        <pc:chgData name="Melki Sadekh" userId="b15e8503-bfd0-4da6-add0-4a5f50c7c7cc" providerId="ADAL" clId="{7A406ABD-9294-408D-9654-1E18CD648961}" dt="2022-09-05T17:08:05.999" v="113" actId="12788"/>
        <pc:sldMkLst>
          <pc:docMk/>
          <pc:sldMk cId="3205675800" sldId="271"/>
        </pc:sldMkLst>
        <pc:spChg chg="mod">
          <ac:chgData name="Melki Sadekh" userId="b15e8503-bfd0-4da6-add0-4a5f50c7c7cc" providerId="ADAL" clId="{7A406ABD-9294-408D-9654-1E18CD648961}" dt="2022-09-05T17:08:01.702" v="112" actId="12788"/>
          <ac:spMkLst>
            <pc:docMk/>
            <pc:sldMk cId="3205675800" sldId="271"/>
            <ac:spMk id="2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7:08:05.999" v="113" actId="12788"/>
          <ac:spMkLst>
            <pc:docMk/>
            <pc:sldMk cId="3205675800" sldId="271"/>
            <ac:spMk id="5" creationId="{00000000-0000-0000-0000-000000000000}"/>
          </ac:spMkLst>
        </pc:spChg>
      </pc:sldChg>
      <pc:sldMasterChg chg="modSp modSldLayout">
        <pc:chgData name="Melki Sadekh" userId="b15e8503-bfd0-4da6-add0-4a5f50c7c7cc" providerId="ADAL" clId="{7A406ABD-9294-408D-9654-1E18CD648961}" dt="2022-09-05T17:36:41.950" v="512" actId="242"/>
        <pc:sldMasterMkLst>
          <pc:docMk/>
          <pc:sldMasterMk cId="0" sldId="2147483648"/>
        </pc:sldMasterMkLst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6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1026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1027" creationId="{00000000-0000-0000-0000-000000000000}"/>
          </ac:spMkLst>
        </pc:spChg>
        <pc:picChg chg="mod">
          <ac:chgData name="Melki Sadekh" userId="b15e8503-bfd0-4da6-add0-4a5f50c7c7cc" providerId="ADAL" clId="{7A406ABD-9294-408D-9654-1E18CD648961}" dt="2022-09-05T16:52:17.125" v="11"/>
          <ac:picMkLst>
            <pc:docMk/>
            <pc:sldMasterMk cId="0" sldId="2147483648"/>
            <ac:picMk id="7" creationId="{00000000-0000-0000-0000-000000000000}"/>
          </ac:picMkLst>
        </pc:picChg>
        <pc:sldLayoutChg chg="addSp delSp modSp mod">
          <pc:chgData name="Melki Sadekh" userId="b15e8503-bfd0-4da6-add0-4a5f50c7c7cc" providerId="ADAL" clId="{7A406ABD-9294-408D-9654-1E18CD648961}" dt="2022-09-05T17:36:41.950" v="512" actId="242"/>
          <pc:sldLayoutMkLst>
            <pc:docMk/>
            <pc:sldMasterMk cId="0" sldId="2147483648"/>
            <pc:sldLayoutMk cId="0" sldId="2147483649"/>
          </pc:sldLayoutMkLst>
          <pc:spChg chg="add del mod">
            <ac:chgData name="Melki Sadekh" userId="b15e8503-bfd0-4da6-add0-4a5f50c7c7cc" providerId="ADAL" clId="{7A406ABD-9294-408D-9654-1E18CD648961}" dt="2022-09-05T16:57:34.307" v="15" actId="478"/>
            <ac:spMkLst>
              <pc:docMk/>
              <pc:sldMasterMk cId="0" sldId="2147483648"/>
              <pc:sldLayoutMk cId="0" sldId="2147483649"/>
              <ac:spMk id="2" creationId="{CD3B7000-5397-A28D-5FE7-07A2D1A50386}"/>
            </ac:spMkLst>
          </pc:spChg>
          <pc:spChg chg="add del">
            <ac:chgData name="Melki Sadekh" userId="b15e8503-bfd0-4da6-add0-4a5f50c7c7cc" providerId="ADAL" clId="{7A406ABD-9294-408D-9654-1E18CD648961}" dt="2022-09-05T16:58:38.928" v="19" actId="11529"/>
            <ac:spMkLst>
              <pc:docMk/>
              <pc:sldMasterMk cId="0" sldId="2147483648"/>
              <pc:sldLayoutMk cId="0" sldId="2147483649"/>
              <ac:spMk id="3" creationId="{FD75122C-7B91-D349-884F-EBD758C4BC3F}"/>
            </ac:spMkLst>
          </pc:spChg>
          <pc:spChg chg="add del mod">
            <ac:chgData name="Melki Sadekh" userId="b15e8503-bfd0-4da6-add0-4a5f50c7c7cc" providerId="ADAL" clId="{7A406ABD-9294-408D-9654-1E18CD648961}" dt="2022-09-05T16:58:38.928" v="19" actId="11529"/>
            <ac:spMkLst>
              <pc:docMk/>
              <pc:sldMasterMk cId="0" sldId="2147483648"/>
              <pc:sldLayoutMk cId="0" sldId="2147483649"/>
              <ac:spMk id="4" creationId="{F97D6384-5BD7-023B-0B85-A333438E8B82}"/>
            </ac:spMkLst>
          </pc:spChg>
          <pc:spChg chg="add del">
            <ac:chgData name="Melki Sadekh" userId="b15e8503-bfd0-4da6-add0-4a5f50c7c7cc" providerId="ADAL" clId="{7A406ABD-9294-408D-9654-1E18CD648961}" dt="2022-09-05T16:58:38.258" v="18" actId="11529"/>
            <ac:spMkLst>
              <pc:docMk/>
              <pc:sldMasterMk cId="0" sldId="2147483648"/>
              <pc:sldLayoutMk cId="0" sldId="2147483649"/>
              <ac:spMk id="5" creationId="{976AE189-93B7-0C81-340D-2700AA0269C9}"/>
            </ac:spMkLst>
          </pc:spChg>
          <pc:spChg chg="add del mod">
            <ac:chgData name="Melki Sadekh" userId="b15e8503-bfd0-4da6-add0-4a5f50c7c7cc" providerId="ADAL" clId="{7A406ABD-9294-408D-9654-1E18CD648961}" dt="2022-09-05T16:58:38.258" v="18" actId="11529"/>
            <ac:spMkLst>
              <pc:docMk/>
              <pc:sldMasterMk cId="0" sldId="2147483648"/>
              <pc:sldLayoutMk cId="0" sldId="2147483649"/>
              <ac:spMk id="6" creationId="{A9E4038A-3EBB-D7F8-2B31-3D62C7566B98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8" creationId="{0D8F372F-1EE1-458C-4248-6F4255BE2F94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9" creationId="{6E4C8F5B-1627-51DA-EB6B-F77C4594A75F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10" creationId="{86AF7980-0673-45F0-F535-194125650B0A}"/>
            </ac:spMkLst>
          </pc:spChg>
          <pc:spChg chg="add mod">
            <ac:chgData name="Melki Sadekh" userId="b15e8503-bfd0-4da6-add0-4a5f50c7c7cc" providerId="ADAL" clId="{7A406ABD-9294-408D-9654-1E18CD648961}" dt="2022-09-05T17:36:17.989" v="508" actId="404"/>
            <ac:spMkLst>
              <pc:docMk/>
              <pc:sldMasterMk cId="0" sldId="2147483648"/>
              <pc:sldLayoutMk cId="0" sldId="2147483649"/>
              <ac:spMk id="13" creationId="{FD933DC8-5F40-4DE1-1800-4555D43F04F4}"/>
            </ac:spMkLst>
          </pc:spChg>
          <pc:spChg chg="add del mod">
            <ac:chgData name="Melki Sadekh" userId="b15e8503-bfd0-4da6-add0-4a5f50c7c7cc" providerId="ADAL" clId="{7A406ABD-9294-408D-9654-1E18CD648961}" dt="2022-09-05T17:14:13.190" v="124" actId="478"/>
            <ac:spMkLst>
              <pc:docMk/>
              <pc:sldMasterMk cId="0" sldId="2147483648"/>
              <pc:sldLayoutMk cId="0" sldId="2147483649"/>
              <ac:spMk id="16" creationId="{DD5C0D8D-1877-C891-2896-9219D19CFFC6}"/>
            </ac:spMkLst>
          </pc:spChg>
          <pc:spChg chg="add del mod">
            <ac:chgData name="Melki Sadekh" userId="b15e8503-bfd0-4da6-add0-4a5f50c7c7cc" providerId="ADAL" clId="{7A406ABD-9294-408D-9654-1E18CD648961}" dt="2022-09-05T17:15:29.145" v="131" actId="478"/>
            <ac:spMkLst>
              <pc:docMk/>
              <pc:sldMasterMk cId="0" sldId="2147483648"/>
              <pc:sldLayoutMk cId="0" sldId="2147483649"/>
              <ac:spMk id="17" creationId="{1530A19B-7E4A-7831-6CD7-2661BA4B5248}"/>
            </ac:spMkLst>
          </pc:spChg>
          <pc:spChg chg="add del">
            <ac:chgData name="Melki Sadekh" userId="b15e8503-bfd0-4da6-add0-4a5f50c7c7cc" providerId="ADAL" clId="{7A406ABD-9294-408D-9654-1E18CD648961}" dt="2022-09-05T17:13:46.599" v="114" actId="11529"/>
            <ac:spMkLst>
              <pc:docMk/>
              <pc:sldMasterMk cId="0" sldId="2147483648"/>
              <pc:sldLayoutMk cId="0" sldId="2147483649"/>
              <ac:spMk id="18" creationId="{35646AAE-5990-C8BC-7F65-177582E9DD0D}"/>
            </ac:spMkLst>
          </pc:spChg>
          <pc:spChg chg="add mod">
            <ac:chgData name="Melki Sadekh" userId="b15e8503-bfd0-4da6-add0-4a5f50c7c7cc" providerId="ADAL" clId="{7A406ABD-9294-408D-9654-1E18CD648961}" dt="2022-09-05T17:36:41.950" v="512" actId="242"/>
            <ac:spMkLst>
              <pc:docMk/>
              <pc:sldMasterMk cId="0" sldId="2147483648"/>
              <pc:sldLayoutMk cId="0" sldId="2147483649"/>
              <ac:spMk id="19" creationId="{07BD9D23-A348-F595-B710-95E853784A1D}"/>
            </ac:spMkLst>
          </pc:spChg>
          <pc:spChg chg="add del">
            <ac:chgData name="Melki Sadekh" userId="b15e8503-bfd0-4da6-add0-4a5f50c7c7cc" providerId="ADAL" clId="{7A406ABD-9294-408D-9654-1E18CD648961}" dt="2022-09-05T17:15:41.142" v="132" actId="11529"/>
            <ac:spMkLst>
              <pc:docMk/>
              <pc:sldMasterMk cId="0" sldId="2147483648"/>
              <pc:sldLayoutMk cId="0" sldId="2147483649"/>
              <ac:spMk id="20" creationId="{18CAEB49-DCC2-C826-8C7C-969A3E6F6E4A}"/>
            </ac:spMkLst>
          </pc:spChg>
          <pc:spChg chg="add del mod">
            <ac:chgData name="Melki Sadekh" userId="b15e8503-bfd0-4da6-add0-4a5f50c7c7cc" providerId="ADAL" clId="{7A406ABD-9294-408D-9654-1E18CD648961}" dt="2022-09-05T17:15:53.084" v="135" actId="478"/>
            <ac:spMkLst>
              <pc:docMk/>
              <pc:sldMasterMk cId="0" sldId="2147483648"/>
              <pc:sldLayoutMk cId="0" sldId="2147483649"/>
              <ac:spMk id="21" creationId="{DE7986EB-C68C-7160-6E5D-C702D390BA8D}"/>
            </ac:spMkLst>
          </pc:spChg>
          <pc:spChg chg="add del">
            <ac:chgData name="Melki Sadekh" userId="b15e8503-bfd0-4da6-add0-4a5f50c7c7cc" providerId="ADAL" clId="{7A406ABD-9294-408D-9654-1E18CD648961}" dt="2022-09-05T17:15:59.719" v="136" actId="11529"/>
            <ac:spMkLst>
              <pc:docMk/>
              <pc:sldMasterMk cId="0" sldId="2147483648"/>
              <pc:sldLayoutMk cId="0" sldId="2147483649"/>
              <ac:spMk id="22" creationId="{144339EC-F3C2-6A6E-EE74-06A2B3497D97}"/>
            </ac:spMkLst>
          </pc:spChg>
          <pc:spChg chg="add del mod">
            <ac:chgData name="Melki Sadekh" userId="b15e8503-bfd0-4da6-add0-4a5f50c7c7cc" providerId="ADAL" clId="{7A406ABD-9294-408D-9654-1E18CD648961}" dt="2022-09-05T17:19:23.461" v="166" actId="478"/>
            <ac:spMkLst>
              <pc:docMk/>
              <pc:sldMasterMk cId="0" sldId="2147483648"/>
              <pc:sldLayoutMk cId="0" sldId="2147483649"/>
              <ac:spMk id="23" creationId="{743FCAE2-0914-1426-6667-6053B7EA6EC9}"/>
            </ac:spMkLst>
          </pc:spChg>
          <pc:spChg chg="add mod">
            <ac:chgData name="Melki Sadekh" userId="b15e8503-bfd0-4da6-add0-4a5f50c7c7cc" providerId="ADAL" clId="{7A406ABD-9294-408D-9654-1E18CD648961}" dt="2022-09-05T17:35:18.142" v="507" actId="14100"/>
            <ac:spMkLst>
              <pc:docMk/>
              <pc:sldMasterMk cId="0" sldId="2147483648"/>
              <pc:sldLayoutMk cId="0" sldId="2147483649"/>
              <ac:spMk id="24" creationId="{AF6EC7A6-1644-1988-E351-DCDA588E6A1F}"/>
            </ac:spMkLst>
          </pc:spChg>
          <pc:spChg chg="add mod">
            <ac:chgData name="Melki Sadekh" userId="b15e8503-bfd0-4da6-add0-4a5f50c7c7cc" providerId="ADAL" clId="{7A406ABD-9294-408D-9654-1E18CD648961}" dt="2022-09-05T17:36:38.722" v="511" actId="242"/>
            <ac:spMkLst>
              <pc:docMk/>
              <pc:sldMasterMk cId="0" sldId="2147483648"/>
              <pc:sldLayoutMk cId="0" sldId="2147483649"/>
              <ac:spMk id="25" creationId="{521841C5-28C7-B1B8-56E4-4193C600942A}"/>
            </ac:spMkLst>
          </pc:spChg>
          <pc:picChg chg="mod">
            <ac:chgData name="Melki Sadekh" userId="b15e8503-bfd0-4da6-add0-4a5f50c7c7cc" providerId="ADAL" clId="{7A406ABD-9294-408D-9654-1E18CD648961}" dt="2022-09-05T17:19:52.385" v="174" actId="34135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del">
            <ac:chgData name="Melki Sadekh" userId="b15e8503-bfd0-4da6-add0-4a5f50c7c7cc" providerId="ADAL" clId="{7A406ABD-9294-408D-9654-1E18CD648961}" dt="2022-09-05T16:50:13.312" v="2" actId="478"/>
            <ac:picMkLst>
              <pc:docMk/>
              <pc:sldMasterMk cId="0" sldId="2147483648"/>
              <pc:sldLayoutMk cId="0" sldId="2147483649"/>
              <ac:picMk id="11" creationId="{0D00FE9A-5B56-CC4A-AE9A-C22895A4A65F}"/>
            </ac:picMkLst>
          </pc:picChg>
          <pc:picChg chg="del">
            <ac:chgData name="Melki Sadekh" userId="b15e8503-bfd0-4da6-add0-4a5f50c7c7cc" providerId="ADAL" clId="{7A406ABD-9294-408D-9654-1E18CD648961}" dt="2022-09-05T16:50:12.259" v="1" actId="478"/>
            <ac:picMkLst>
              <pc:docMk/>
              <pc:sldMasterMk cId="0" sldId="2147483648"/>
              <pc:sldLayoutMk cId="0" sldId="2147483649"/>
              <ac:picMk id="12" creationId="{9EA64FB5-AD3D-6B4E-9CDC-DAE578F5C07C}"/>
            </ac:picMkLst>
          </pc:picChg>
          <pc:picChg chg="add del">
            <ac:chgData name="Melki Sadekh" userId="b15e8503-bfd0-4da6-add0-4a5f50c7c7cc" providerId="ADAL" clId="{7A406ABD-9294-408D-9654-1E18CD648961}" dt="2022-09-05T17:03:03.153" v="65" actId="22"/>
            <ac:picMkLst>
              <pc:docMk/>
              <pc:sldMasterMk cId="0" sldId="2147483648"/>
              <pc:sldLayoutMk cId="0" sldId="2147483649"/>
              <ac:picMk id="15" creationId="{AEAD4078-E437-914A-3D5D-158FB4C1FFF2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26.383" v="107" actId="478"/>
          <pc:sldLayoutMkLst>
            <pc:docMk/>
            <pc:sldMasterMk cId="0" sldId="2147483648"/>
            <pc:sldLayoutMk cId="0" sldId="2147483650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0"/>
              <ac:spMk id="9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0"/>
              <ac:spMk id="10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del mod">
            <ac:chgData name="Melki Sadekh" userId="b15e8503-bfd0-4da6-add0-4a5f50c7c7cc" providerId="ADAL" clId="{7A406ABD-9294-408D-9654-1E18CD648961}" dt="2022-09-05T17:07:26.383" v="107" actId="478"/>
            <ac:picMkLst>
              <pc:docMk/>
              <pc:sldMasterMk cId="0" sldId="2147483648"/>
              <pc:sldLayoutMk cId="0" sldId="2147483650"/>
              <ac:picMk id="11" creationId="{B629EBDB-E5DA-C246-981F-4C19F8FC4578}"/>
            </ac:picMkLst>
          </pc:picChg>
          <pc:picChg chg="del mod">
            <ac:chgData name="Melki Sadekh" userId="b15e8503-bfd0-4da6-add0-4a5f50c7c7cc" providerId="ADAL" clId="{7A406ABD-9294-408D-9654-1E18CD648961}" dt="2022-09-05T17:06:52.066" v="102" actId="478"/>
            <ac:picMkLst>
              <pc:docMk/>
              <pc:sldMasterMk cId="0" sldId="2147483648"/>
              <pc:sldLayoutMk cId="0" sldId="2147483650"/>
              <ac:picMk id="12" creationId="{5317F68B-01F1-E94A-99D3-3F09D8A936B7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28.942" v="108" actId="478"/>
          <pc:sldLayoutMkLst>
            <pc:docMk/>
            <pc:sldMasterMk cId="0" sldId="2147483648"/>
            <pc:sldLayoutMk cId="0" sldId="2147483651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7:28.942" v="108" actId="478"/>
            <ac:picMkLst>
              <pc:docMk/>
              <pc:sldMasterMk cId="0" sldId="2147483648"/>
              <pc:sldLayoutMk cId="0" sldId="2147483651"/>
              <ac:picMk id="7" creationId="{EB33BA03-3A39-B849-9650-5243CD565A8A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0.839" v="109" actId="478"/>
          <pc:sldLayoutMkLst>
            <pc:docMk/>
            <pc:sldMasterMk cId="0" sldId="2147483648"/>
            <pc:sldLayoutMk cId="0" sldId="2147483652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10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11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2"/>
              <ac:picMk id="8" creationId="{00000000-0000-0000-0000-000000000000}"/>
            </ac:picMkLst>
          </pc:picChg>
          <pc:picChg chg="del mod">
            <ac:chgData name="Melki Sadekh" userId="b15e8503-bfd0-4da6-add0-4a5f50c7c7cc" providerId="ADAL" clId="{7A406ABD-9294-408D-9654-1E18CD648961}" dt="2022-09-05T17:07:30.839" v="109" actId="478"/>
            <ac:picMkLst>
              <pc:docMk/>
              <pc:sldMasterMk cId="0" sldId="2147483648"/>
              <pc:sldLayoutMk cId="0" sldId="2147483652"/>
              <ac:picMk id="12" creationId="{3DC9F73C-0878-E542-8513-409788190553}"/>
            </ac:picMkLst>
          </pc:picChg>
          <pc:picChg chg="del mod">
            <ac:chgData name="Melki Sadekh" userId="b15e8503-bfd0-4da6-add0-4a5f50c7c7cc" providerId="ADAL" clId="{7A406ABD-9294-408D-9654-1E18CD648961}" dt="2022-09-05T17:06:56.938" v="103" actId="478"/>
            <ac:picMkLst>
              <pc:docMk/>
              <pc:sldMasterMk cId="0" sldId="2147483648"/>
              <pc:sldLayoutMk cId="0" sldId="2147483652"/>
              <ac:picMk id="13" creationId="{E24EA1D8-E779-9B4C-A906-459512BC2D87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2.784" v="110" actId="478"/>
          <pc:sldLayoutMkLst>
            <pc:docMk/>
            <pc:sldMasterMk cId="0" sldId="2147483648"/>
            <pc:sldLayoutMk cId="0" sldId="2147483653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3"/>
              <ac:spMk id="10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3"/>
              <ac:spMk id="11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6:59.897" v="105" actId="478"/>
            <ac:picMkLst>
              <pc:docMk/>
              <pc:sldMasterMk cId="0" sldId="2147483648"/>
              <pc:sldLayoutMk cId="0" sldId="2147483653"/>
              <ac:picMk id="12" creationId="{0859D3EC-5E23-3B41-9DA0-38316698BC36}"/>
            </ac:picMkLst>
          </pc:picChg>
          <pc:picChg chg="del mod">
            <ac:chgData name="Melki Sadekh" userId="b15e8503-bfd0-4da6-add0-4a5f50c7c7cc" providerId="ADAL" clId="{7A406ABD-9294-408D-9654-1E18CD648961}" dt="2022-09-05T17:07:32.784" v="110" actId="478"/>
            <ac:picMkLst>
              <pc:docMk/>
              <pc:sldMasterMk cId="0" sldId="2147483648"/>
              <pc:sldLayoutMk cId="0" sldId="2147483653"/>
              <ac:picMk id="13" creationId="{07D22DC1-2584-BA45-ADB4-CB64B76C9196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4.904" v="111" actId="478"/>
          <pc:sldLayoutMkLst>
            <pc:docMk/>
            <pc:sldMasterMk cId="0" sldId="2147483648"/>
            <pc:sldLayoutMk cId="0" sldId="2147483654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4"/>
              <ac:spMk id="6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4"/>
              <ac:spMk id="7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7:34.904" v="111" actId="478"/>
            <ac:picMkLst>
              <pc:docMk/>
              <pc:sldMasterMk cId="0" sldId="2147483648"/>
              <pc:sldLayoutMk cId="0" sldId="2147483654"/>
              <ac:picMk id="8" creationId="{1A1711B1-0CB2-3642-B322-BB9057DC06A4}"/>
            </ac:picMkLst>
          </pc:picChg>
          <pc:picChg chg="del mod">
            <ac:chgData name="Melki Sadekh" userId="b15e8503-bfd0-4da6-add0-4a5f50c7c7cc" providerId="ADAL" clId="{7A406ABD-9294-408D-9654-1E18CD648961}" dt="2022-09-05T17:07:05.532" v="106" actId="478"/>
            <ac:picMkLst>
              <pc:docMk/>
              <pc:sldMasterMk cId="0" sldId="2147483648"/>
              <pc:sldLayoutMk cId="0" sldId="2147483654"/>
              <ac:picMk id="9" creationId="{EDE9ED95-923D-3548-823B-31E4248CF767}"/>
            </ac:picMkLst>
          </pc:picChg>
        </pc:sldLayoutChg>
        <pc:sldLayoutChg chg="modSp">
          <pc:chgData name="Melki Sadekh" userId="b15e8503-bfd0-4da6-add0-4a5f50c7c7cc" providerId="ADAL" clId="{7A406ABD-9294-408D-9654-1E18CD648961}" dt="2022-09-05T16:52:17.125" v="11"/>
          <pc:sldLayoutMkLst>
            <pc:docMk/>
            <pc:sldMasterMk cId="0" sldId="2147483648"/>
            <pc:sldLayoutMk cId="0" sldId="2147483655"/>
          </pc:sldLayoutMkLst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5"/>
              <ac:picMk id="5" creationId="{00000000-0000-0000-0000-000000000000}"/>
            </ac:picMkLst>
          </pc:picChg>
        </pc:sldLayoutChg>
        <pc:sldLayoutChg chg="modSp">
          <pc:chgData name="Melki Sadekh" userId="b15e8503-bfd0-4da6-add0-4a5f50c7c7cc" providerId="ADAL" clId="{7A406ABD-9294-408D-9654-1E18CD648961}" dt="2022-09-05T16:52:17.125" v="11"/>
          <pc:sldLayoutMkLst>
            <pc:docMk/>
            <pc:sldMasterMk cId="0" sldId="2147483648"/>
            <pc:sldLayoutMk cId="3329407852" sldId="2147483656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3329407852" sldId="2147483656"/>
              <ac:spMk id="6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3329407852" sldId="2147483656"/>
              <ac:picMk id="5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327A3B-766F-4631-90B1-9B3D33DE7C5C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8F58BAA-C397-4D9C-949B-0B7D3F08F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97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3175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D933DC8-5F40-4DE1-1800-4555D43F0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0300" y="2054347"/>
            <a:ext cx="8286748" cy="819237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/>
              <a:t>COURSE NAME*</a:t>
            </a:r>
            <a:endParaRPr lang="id-ID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D9D23-A348-F595-B710-95E853784A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0300" y="4462536"/>
            <a:ext cx="8286750" cy="642864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pPr lvl="0"/>
            <a:r>
              <a:rPr lang="en-US"/>
              <a:t>TOPIC*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AF6EC7A6-1644-1988-E351-DCDA588E6A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00300" y="2879439"/>
            <a:ext cx="8286748" cy="45392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n-US"/>
              <a:t>COURSE CODE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521841C5-28C7-B1B8-56E4-4193C60094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0298" y="5105400"/>
            <a:ext cx="8286750" cy="45392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n-US"/>
              <a:t>SESSION #*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B2341-C3BD-4867-8D41-5F80C1709B34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1" y="749309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1" y="20097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3"/>
            <a:ext cx="9085342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66"/>
            <a:ext cx="9085342" cy="165437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43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8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7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6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0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15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4E772-3899-4649-A2AA-7CF914911BC6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4" y="1764675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3" y="1764675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69E45-41F7-4121-96F3-D9854AFC6DC8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84A83-4D5A-429E-BDC6-FD1381510BEB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282C-CC3E-4E1D-BB33-9531F7A7F244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9D9E7-C17C-4132-9B73-48A51CFD46B3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257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94" y="3153814"/>
            <a:ext cx="8260933" cy="1260475"/>
          </a:xfrm>
        </p:spPr>
        <p:txBody>
          <a:bodyPr>
            <a:normAutofit/>
          </a:bodyPr>
          <a:lstStyle>
            <a:lvl1pPr>
              <a:defRPr sz="353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940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1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1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2E5663C-481F-407A-A60F-1F041C634F4F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2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521438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9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520700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1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2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4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4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90526" indent="-390526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1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846141" indent="-325439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303342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824042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346331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867909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347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785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223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8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6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14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51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91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29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66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505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assets.website-files.com/5ff66329429d880392f6cba2/6230aa98a1120fbe9e9e47f0_CIA%20Triad.jpg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cktailsoftheworld.com/uploads/pics/Jtho.jpe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06AC66-8F8F-AE18-BEF4-9B3C75D6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Computer Security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6EC62A-27C2-091D-EB52-B027A4D21F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Authentication, Authorization and Accounting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EC31AE-8EDA-FF91-CB1A-43328D9DE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d-ID"/>
              <a:t>COMP6</a:t>
            </a:r>
            <a:r>
              <a:rPr lang="en-US"/>
              <a:t>824001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5996A7-AF79-38BF-09FD-195669101D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Session 3</a:t>
            </a:r>
            <a:endParaRPr lang="id-I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782" y="1764336"/>
            <a:ext cx="8219073" cy="4954066"/>
          </a:xfrm>
        </p:spPr>
        <p:txBody>
          <a:bodyPr>
            <a:normAutofit/>
          </a:bodyPr>
          <a:lstStyle/>
          <a:p>
            <a:pPr algn="ctr"/>
            <a:r>
              <a:rPr lang="en-US" sz="2647" b="1" dirty="0">
                <a:solidFill>
                  <a:srgbClr val="0070C0"/>
                </a:solidFill>
              </a:rPr>
              <a:t>These slides have been adapted from: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 err="1">
                <a:solidFill>
                  <a:srgbClr val="0070C0"/>
                </a:solidFill>
              </a:rPr>
              <a:t>Panek</a:t>
            </a:r>
            <a:r>
              <a:rPr lang="en-US" sz="2647" b="1" dirty="0">
                <a:solidFill>
                  <a:srgbClr val="0070C0"/>
                </a:solidFill>
              </a:rPr>
              <a:t>, Crystal. (2019). Security Fundamental, John Wiley &amp; Sons, Inc. Indianapolis. ISBN: 978-1-119-65066-9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>
                <a:solidFill>
                  <a:srgbClr val="0070C0"/>
                </a:solidFill>
              </a:rPr>
              <a:t>Lesson 2</a:t>
            </a:r>
            <a:br>
              <a:rPr lang="en-US" sz="2647" b="1" dirty="0">
                <a:solidFill>
                  <a:srgbClr val="0070C0"/>
                </a:solidFill>
              </a:rPr>
            </a:br>
            <a:endParaRPr lang="id-ID" b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5680" y="899999"/>
            <a:ext cx="4577279" cy="771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11" b="1" dirty="0"/>
              <a:t>Acknowledgement</a:t>
            </a:r>
          </a:p>
        </p:txBody>
      </p:sp>
    </p:spTree>
    <p:extLst>
      <p:ext uri="{BB962C8B-B14F-4D97-AF65-F5344CB8AC3E}">
        <p14:creationId xmlns:p14="http://schemas.microsoft.com/office/powerpoint/2010/main" val="2193503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4000" b="1" dirty="0" err="1"/>
              <a:t>Learning</a:t>
            </a:r>
            <a:r>
              <a:rPr lang="id-ID" sz="4000" b="1" dirty="0"/>
              <a:t> </a:t>
            </a:r>
            <a:r>
              <a:rPr lang="id-ID" sz="4000" b="1" dirty="0" err="1"/>
              <a:t>Objectives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LO 1: To </a:t>
            </a:r>
            <a:r>
              <a:rPr lang="id-ID" sz="3200"/>
              <a:t>explain the </a:t>
            </a:r>
            <a:r>
              <a:rPr lang="en-US" sz="3200"/>
              <a:t>security</a:t>
            </a:r>
            <a:r>
              <a:rPr lang="id-ID" sz="3200"/>
              <a:t> principles, threats, attacks and security strategy </a:t>
            </a:r>
            <a:endParaRPr lang="en-US" sz="3200"/>
          </a:p>
          <a:p>
            <a:r>
              <a:rPr lang="id-ID" sz="3200"/>
              <a:t>LO 2: To evaluate different strategies to handle security threats and attacks</a:t>
            </a:r>
            <a:endParaRPr lang="en-US" sz="320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6065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/>
              <a:t>Starting Security with Authentication &amp; Athorization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11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Security with Authentication and Authorization 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7480023" cy="4991101"/>
          </a:xfrm>
        </p:spPr>
        <p:txBody>
          <a:bodyPr/>
          <a:lstStyle/>
          <a:p>
            <a:endParaRPr lang="en-GB" sz="2400"/>
          </a:p>
          <a:p>
            <a:r>
              <a:rPr lang="en-GB" sz="2400"/>
              <a:t>Authentication is the process of identifying an individual, usually based on a user name and password</a:t>
            </a:r>
          </a:p>
          <a:p>
            <a:endParaRPr lang="en-GB" sz="2400"/>
          </a:p>
          <a:p>
            <a:r>
              <a:rPr lang="en-GB" sz="2400"/>
              <a:t>After a user is authenticated, the user can access network resources based on the user’s authorization</a:t>
            </a:r>
          </a:p>
          <a:p>
            <a:endParaRPr lang="en-GB" sz="2400"/>
          </a:p>
          <a:p>
            <a:r>
              <a:rPr lang="en-GB" sz="2400"/>
              <a:t>Authorization is the process of giving individuals access to system objects based on their identity</a:t>
            </a:r>
          </a:p>
        </p:txBody>
      </p:sp>
    </p:spTree>
    <p:extLst>
      <p:ext uri="{BB962C8B-B14F-4D97-AF65-F5344CB8AC3E}">
        <p14:creationId xmlns:p14="http://schemas.microsoft.com/office/powerpoint/2010/main" val="3457207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Authentication Method	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7480023" cy="4991101"/>
          </a:xfrm>
        </p:spPr>
        <p:txBody>
          <a:bodyPr/>
          <a:lstStyle/>
          <a:p>
            <a:r>
              <a:rPr lang="en-GB" sz="2400"/>
              <a:t>What a user knows, such as a password or personal identification number (PIN)</a:t>
            </a:r>
          </a:p>
          <a:p>
            <a:endParaRPr lang="en-GB" sz="2400"/>
          </a:p>
          <a:p>
            <a:r>
              <a:rPr lang="en-GB" sz="2400"/>
              <a:t>What a user owns or possesses, such as a passport, smart card, or ID card</a:t>
            </a:r>
          </a:p>
          <a:p>
            <a:endParaRPr lang="en-GB" sz="2400"/>
          </a:p>
          <a:p>
            <a:r>
              <a:rPr lang="en-GB" sz="2400"/>
              <a:t>Who a user is, based on biometric factors such as fingerprints, retinal scans, voice input, or other forms</a:t>
            </a:r>
          </a:p>
        </p:txBody>
      </p:sp>
    </p:spTree>
    <p:extLst>
      <p:ext uri="{BB962C8B-B14F-4D97-AF65-F5344CB8AC3E}">
        <p14:creationId xmlns:p14="http://schemas.microsoft.com/office/powerpoint/2010/main" val="318068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GB"/>
              <a:t>Introducing Directory Services with Active Directory</a:t>
            </a:r>
          </a:p>
        </p:txBody>
      </p:sp>
    </p:spTree>
    <p:extLst>
      <p:ext uri="{BB962C8B-B14F-4D97-AF65-F5344CB8AC3E}">
        <p14:creationId xmlns:p14="http://schemas.microsoft.com/office/powerpoint/2010/main" val="377767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/>
              <a:t>Directory Services with Active Directory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8583929" cy="4991101"/>
          </a:xfrm>
        </p:spPr>
        <p:txBody>
          <a:bodyPr/>
          <a:lstStyle/>
          <a:p>
            <a:endParaRPr lang="en-US" sz="2800"/>
          </a:p>
          <a:p>
            <a:r>
              <a:rPr lang="en-US" sz="2800"/>
              <a:t>Directory services used for  locating, managing, and administering common items and network resources</a:t>
            </a:r>
          </a:p>
          <a:p>
            <a:endParaRPr lang="en-US" sz="2800"/>
          </a:p>
          <a:p>
            <a:r>
              <a:rPr lang="en-GB" sz="2800"/>
              <a:t>Active Directory is a technology created by Microsoft that provides a variety of network services</a:t>
            </a:r>
            <a:endParaRPr lang="en-US" sz="2800"/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069572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/>
              <a:t>Variety Network Services in Active Directory 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8583929" cy="4991101"/>
          </a:xfrm>
        </p:spPr>
        <p:txBody>
          <a:bodyPr/>
          <a:lstStyle/>
          <a:p>
            <a:endParaRPr lang="en-GB" sz="2800"/>
          </a:p>
          <a:p>
            <a:r>
              <a:rPr lang="en-GB" sz="2800"/>
              <a:t>Lightweight Directory Access Protocol (LDAP) : application protocol for querying and modifying data using directory services running over TCP/IP</a:t>
            </a:r>
          </a:p>
          <a:p>
            <a:endParaRPr lang="en-US" sz="2800"/>
          </a:p>
          <a:p>
            <a:r>
              <a:rPr lang="en-GB" sz="2800"/>
              <a:t>Kerberos-based authentication : Kerberos is default computer network authentication protocol, which allows hosts to prove their identity over a non-secure network in a secure manner</a:t>
            </a:r>
          </a:p>
        </p:txBody>
      </p:sp>
    </p:spTree>
    <p:extLst>
      <p:ext uri="{BB962C8B-B14F-4D97-AF65-F5344CB8AC3E}">
        <p14:creationId xmlns:p14="http://schemas.microsoft.com/office/powerpoint/2010/main" val="1321559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/>
              <a:t>Variety Network Services in Active Directory 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8583929" cy="4991101"/>
          </a:xfrm>
        </p:spPr>
        <p:txBody>
          <a:bodyPr/>
          <a:lstStyle/>
          <a:p>
            <a:endParaRPr lang="en-GB" sz="2800"/>
          </a:p>
          <a:p>
            <a:r>
              <a:rPr lang="en-GB" sz="2800"/>
              <a:t>Directory services, including DNS-based naming : allow you to organize and name all of the network resources, including users, groups, printers, computers, and other objects</a:t>
            </a:r>
          </a:p>
          <a:p>
            <a:endParaRPr lang="en-GB" sz="2800"/>
          </a:p>
          <a:p>
            <a:r>
              <a:rPr lang="en-GB" sz="2800"/>
              <a:t>Central location for network administration and delegation of authority</a:t>
            </a:r>
          </a:p>
        </p:txBody>
      </p:sp>
    </p:spTree>
    <p:extLst>
      <p:ext uri="{BB962C8B-B14F-4D97-AF65-F5344CB8AC3E}">
        <p14:creationId xmlns:p14="http://schemas.microsoft.com/office/powerpoint/2010/main" val="3456261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/>
              <a:t>Comparing Rights and Permissions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696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Difference</a:t>
            </a:r>
            <a:r>
              <a:rPr lang="en-US" sz="3600"/>
              <a:t> </a:t>
            </a:r>
            <a:r>
              <a:rPr lang="en-US" sz="4000" b="1"/>
              <a:t>Between Rights and Permissions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sz="2800"/>
          </a:p>
          <a:p>
            <a:r>
              <a:rPr lang="en-GB" sz="2800"/>
              <a:t>A right authorizes a user to perform certain actions on a computer, such as logging on to a system interactively or backing up files and directories on a system. User rights are assigned through local policies or Active Directory group policies</a:t>
            </a:r>
          </a:p>
          <a:p>
            <a:endParaRPr lang="en-GB" sz="2800"/>
          </a:p>
          <a:p>
            <a:r>
              <a:rPr lang="en-GB" sz="2800"/>
              <a:t>permission defines the type of access that is granted to an object (an object can be identified with a security identifier) or object attribute</a:t>
            </a:r>
          </a:p>
        </p:txBody>
      </p:sp>
    </p:spTree>
    <p:extLst>
      <p:ext uri="{BB962C8B-B14F-4D97-AF65-F5344CB8AC3E}">
        <p14:creationId xmlns:p14="http://schemas.microsoft.com/office/powerpoint/2010/main" val="4095817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/>
              <a:t>NTFS (New Technology File System)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57029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4000" b="1"/>
              <a:t>Understanding NTFS </a:t>
            </a:r>
            <a:endParaRPr lang="en-GB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NTFS (New Technology File System) </a:t>
            </a:r>
            <a:r>
              <a:rPr lang="en-GB" sz="3200"/>
              <a:t>permissions allow you to control which users and groups can gain access to files and folders on an NTFS volume</a:t>
            </a:r>
          </a:p>
          <a:p>
            <a:endParaRPr lang="en-GB" sz="3200"/>
          </a:p>
          <a:p>
            <a:r>
              <a:rPr lang="en-GB" sz="3200"/>
              <a:t>NTFS is part of Windows since it was first released in 1993</a:t>
            </a:r>
          </a:p>
        </p:txBody>
      </p:sp>
    </p:spTree>
    <p:extLst>
      <p:ext uri="{BB962C8B-B14F-4D97-AF65-F5344CB8AC3E}">
        <p14:creationId xmlns:p14="http://schemas.microsoft.com/office/powerpoint/2010/main" val="2698333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NTFS Standard Permissions</a:t>
            </a:r>
            <a:endParaRPr lang="en-GB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/>
              <a:t>Full Control : Read, write, modify, and execute files in the folder; change attributes and permissions; and take ownership of the folder or files within</a:t>
            </a:r>
          </a:p>
          <a:p>
            <a:endParaRPr lang="en-GB" sz="2800"/>
          </a:p>
          <a:p>
            <a:r>
              <a:rPr lang="en-GB" sz="2800"/>
              <a:t>Modify : Read, write, modify, and execute files in the folder; and change attributes of the folder or files within</a:t>
            </a:r>
          </a:p>
          <a:p>
            <a:endParaRPr lang="en-US" sz="2800"/>
          </a:p>
          <a:p>
            <a:r>
              <a:rPr lang="en-GB" sz="2800"/>
              <a:t>Read &amp; Execute : Display the folder’s contents; display the data, attributes, owner, and permissions for files within the folder; and run files within the folder</a:t>
            </a:r>
          </a:p>
          <a:p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3952790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4000" b="1"/>
              <a:t>NTFS Standard Permissions</a:t>
            </a:r>
            <a:endParaRPr lang="en-GB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/>
              <a:t>List Folder Contents : Display the folder’s contents; display the data, attributes, owner, and permissions for files within the folder</a:t>
            </a:r>
          </a:p>
          <a:p>
            <a:endParaRPr lang="en-GB" sz="2800"/>
          </a:p>
          <a:p>
            <a:r>
              <a:rPr lang="en-GB" sz="2800"/>
              <a:t>Read : Display the file’s data, attributes, owner, and permissions</a:t>
            </a:r>
          </a:p>
          <a:p>
            <a:endParaRPr lang="en-GB" sz="2800"/>
          </a:p>
          <a:p>
            <a:r>
              <a:rPr lang="en-GB" sz="2800"/>
              <a:t>Write : Write to the file, append to the file, and read or change its attributes</a:t>
            </a:r>
          </a:p>
        </p:txBody>
      </p:sp>
    </p:spTree>
    <p:extLst>
      <p:ext uri="{BB962C8B-B14F-4D97-AF65-F5344CB8AC3E}">
        <p14:creationId xmlns:p14="http://schemas.microsoft.com/office/powerpoint/2010/main" val="1511745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/>
              <a:t>Sharing Device and Folders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93140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1" y="749309"/>
            <a:ext cx="9226549" cy="1260475"/>
          </a:xfrm>
        </p:spPr>
        <p:txBody>
          <a:bodyPr/>
          <a:lstStyle/>
          <a:p>
            <a:r>
              <a:rPr lang="en-US" sz="4000" b="1"/>
              <a:t>Sharing Device and Folders</a:t>
            </a:r>
            <a:endParaRPr lang="en-GB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5"/>
            <a:ext cx="7913369" cy="4827896"/>
          </a:xfrm>
        </p:spPr>
        <p:txBody>
          <a:bodyPr/>
          <a:lstStyle/>
          <a:p>
            <a:r>
              <a:rPr lang="en-US" sz="2000"/>
              <a:t>Sharing devices and folders along with NTFS permission are used to protect against unauthorized access</a:t>
            </a:r>
          </a:p>
          <a:p>
            <a:endParaRPr lang="en-US" sz="2000"/>
          </a:p>
          <a:p>
            <a:pPr marL="0" indent="0">
              <a:buNone/>
            </a:pPr>
            <a:r>
              <a:rPr lang="en-GB" sz="2000"/>
              <a:t>share permissions that are available are : </a:t>
            </a:r>
          </a:p>
          <a:p>
            <a:r>
              <a:rPr lang="en-GB" sz="2000"/>
              <a:t>Full Control : Users allowed this permission have Read and Change permissions</a:t>
            </a:r>
          </a:p>
          <a:p>
            <a:endParaRPr lang="en-GB" sz="2000"/>
          </a:p>
          <a:p>
            <a:r>
              <a:rPr lang="en-US" sz="2000"/>
              <a:t>Change : </a:t>
            </a:r>
            <a:r>
              <a:rPr lang="en-GB" sz="2000"/>
              <a:t>Users allowed this permission have Read permissions and the additional capability to create or delete folders, subfolders, and subfolders and modify their attributes</a:t>
            </a:r>
          </a:p>
          <a:p>
            <a:endParaRPr lang="en-US" sz="2000"/>
          </a:p>
          <a:p>
            <a:r>
              <a:rPr lang="en-US" sz="2000"/>
              <a:t>Read : </a:t>
            </a:r>
            <a:r>
              <a:rPr lang="en-GB" sz="2000"/>
              <a:t>Users with this permission can view file and subfolder names, access the subfolders of the share, read file data and attributes, and run program files</a:t>
            </a:r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582119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/>
              <a:t>Registry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08419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1" y="749309"/>
            <a:ext cx="9226549" cy="1260475"/>
          </a:xfrm>
        </p:spPr>
        <p:txBody>
          <a:bodyPr/>
          <a:lstStyle/>
          <a:p>
            <a:r>
              <a:rPr lang="en-US" sz="4000" b="1"/>
              <a:t>Introducing to Registry</a:t>
            </a:r>
            <a:endParaRPr lang="en-GB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5"/>
            <a:ext cx="7913369" cy="5259032"/>
          </a:xfrm>
        </p:spPr>
        <p:txBody>
          <a:bodyPr/>
          <a:lstStyle/>
          <a:p>
            <a:pPr algn="just"/>
            <a:r>
              <a:rPr lang="en-GB" sz="2400"/>
              <a:t>The registry is a central, secure database in which Windows stores all hardware configuration information, software configuration information, and system security policies</a:t>
            </a:r>
          </a:p>
          <a:p>
            <a:pPr algn="just"/>
            <a:endParaRPr lang="en-GB" sz="2400"/>
          </a:p>
          <a:p>
            <a:pPr algn="just"/>
            <a:r>
              <a:rPr lang="en-GB" sz="2400"/>
              <a:t>To view and manually change the registry, use the Registry Editor (Regedit.exe), which can be executed from the command prompt</a:t>
            </a:r>
          </a:p>
          <a:p>
            <a:pPr marL="0" indent="0" algn="just">
              <a:buNone/>
            </a:pPr>
            <a:endParaRPr lang="en-GB" sz="2400"/>
          </a:p>
          <a:p>
            <a:pPr algn="just"/>
            <a:r>
              <a:rPr lang="en-GB" sz="2400"/>
              <a:t>Registry keys are similar to folders, which can contain values or subkeys</a:t>
            </a:r>
          </a:p>
        </p:txBody>
      </p:sp>
    </p:spTree>
    <p:extLst>
      <p:ext uri="{BB962C8B-B14F-4D97-AF65-F5344CB8AC3E}">
        <p14:creationId xmlns:p14="http://schemas.microsoft.com/office/powerpoint/2010/main" val="365785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1" y="749309"/>
            <a:ext cx="9226549" cy="1260475"/>
          </a:xfrm>
        </p:spPr>
        <p:txBody>
          <a:bodyPr/>
          <a:lstStyle/>
          <a:p>
            <a:r>
              <a:rPr lang="en-US" sz="4000" b="1"/>
              <a:t>Common Registry Key Types</a:t>
            </a:r>
            <a:endParaRPr lang="en-GB" sz="4000" b="1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967" y="1685096"/>
            <a:ext cx="7719116" cy="555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564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References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8858249" cy="4991101"/>
          </a:xfrm>
        </p:spPr>
        <p:txBody>
          <a:bodyPr/>
          <a:lstStyle/>
          <a:p>
            <a:r>
              <a:rPr lang="en-US" sz="1800"/>
              <a:t>Text Book : </a:t>
            </a:r>
            <a:r>
              <a:rPr lang="en-GB" sz="1800"/>
              <a:t>Crystal Panek - Security Fundamentals-SYBEX_John Wiley &amp; Sons (2020)</a:t>
            </a:r>
            <a:endParaRPr lang="en-US" sz="180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602516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894" y="1764673"/>
            <a:ext cx="8571230" cy="873497"/>
          </a:xfrm>
        </p:spPr>
        <p:txBody>
          <a:bodyPr>
            <a:noAutofit/>
          </a:bodyPr>
          <a:lstStyle/>
          <a:p>
            <a:r>
              <a:rPr lang="en-US" sz="2647" dirty="0"/>
              <a:t>Some important notes in developing presentation file for online resources:</a:t>
            </a:r>
            <a:endParaRPr lang="id-ID" sz="2647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6933" y="2773045"/>
            <a:ext cx="8319135" cy="4537710"/>
          </a:xfrm>
        </p:spPr>
        <p:txBody>
          <a:bodyPr>
            <a:normAutofit/>
          </a:bodyPr>
          <a:lstStyle/>
          <a:p>
            <a:r>
              <a:rPr lang="en-US" sz="2000" dirty="0"/>
              <a:t>Please complete each presentation files with Learning Objectives information.</a:t>
            </a:r>
          </a:p>
          <a:p>
            <a:r>
              <a:rPr lang="en-US" sz="2000" dirty="0"/>
              <a:t>Please make sure to make Acknowledgement slide if you are using PowerPoint slides from textbook or the content of the slides are mainly adopted from the textbook.</a:t>
            </a:r>
          </a:p>
          <a:p>
            <a:r>
              <a:rPr lang="en-US" sz="2000" dirty="0"/>
              <a:t>If you are adding picture or information from other sources, please give reference footnote on the slide.</a:t>
            </a:r>
          </a:p>
          <a:p>
            <a:r>
              <a:rPr lang="en-US" sz="2000" dirty="0"/>
              <a:t>URL of the reference must be written in complete format, e.g. </a:t>
            </a:r>
            <a:r>
              <a:rPr lang="en-US" sz="2000" u="sng" dirty="0">
                <a:hlinkClick r:id="rId2"/>
              </a:rPr>
              <a:t>http://www.cocktailsoftheworld.com/uploads/pics/Jtho.jpeg</a:t>
            </a:r>
            <a:endParaRPr lang="en-US" sz="2000" dirty="0"/>
          </a:p>
          <a:p>
            <a:r>
              <a:rPr lang="en-US" sz="2000" dirty="0"/>
              <a:t>References slide must contain all references that have been used in the slides.</a:t>
            </a:r>
          </a:p>
          <a:p>
            <a:endParaRPr lang="en-US" sz="2000" dirty="0"/>
          </a:p>
          <a:p>
            <a:endParaRPr lang="id-ID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663693" y="899999"/>
            <a:ext cx="4070281" cy="771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11" b="1"/>
              <a:t>Important Notes</a:t>
            </a:r>
          </a:p>
        </p:txBody>
      </p:sp>
    </p:spTree>
    <p:extLst>
      <p:ext uri="{BB962C8B-B14F-4D97-AF65-F5344CB8AC3E}">
        <p14:creationId xmlns:p14="http://schemas.microsoft.com/office/powerpoint/2010/main" val="2516975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Flow_SignoffStatus xmlns="47793baa-3cbb-486e-a055-4d42ce3882d7" xsi:nil="true"/>
    <_dlc_DocId xmlns="9fdf624c-fedc-4f6c-b928-0c7bf4c9e100">J56STF5CZXNR-2061195910-691142</_dlc_DocId>
    <_dlc_DocIdUrl xmlns="9fdf624c-fedc-4f6c-b928-0c7bf4c9e100">
      <Url>https://binusianorg.sharepoint.com/sites/arc/_layouts/15/DocIdRedir.aspx?ID=J56STF5CZXNR-2061195910-691142</Url>
      <Description>J56STF5CZXNR-2061195910-691142</Description>
    </_dlc_DocIdUrl>
    <TaxCatchAll xmlns="9fdf624c-fedc-4f6c-b928-0c7bf4c9e100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6D8D10-5CE6-45C0-899F-3757B0B7638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CC9D0B23-B8ED-45C8-A14C-9C0889457D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313E50-9F1C-4EB2-8248-D1942A92381A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sharepoint/v3/fields"/>
    <ds:schemaRef ds:uri="47793baa-3cbb-486e-a055-4d42ce3882d7"/>
    <ds:schemaRef ds:uri="9fdf624c-fedc-4f6c-b928-0c7bf4c9e100"/>
    <ds:schemaRef ds:uri="http://purl.org/dc/dcmitype/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CED985A4-BE78-47BD-93FF-32CA6D846A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912</Words>
  <Application>Microsoft Office PowerPoint</Application>
  <PresentationFormat>Custom</PresentationFormat>
  <Paragraphs>89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Open Sans</vt:lpstr>
      <vt:lpstr>Open Sans Extrabold</vt:lpstr>
      <vt:lpstr>Open Sans Semibold</vt:lpstr>
      <vt:lpstr>Office Theme</vt:lpstr>
      <vt:lpstr>Computer Security</vt:lpstr>
      <vt:lpstr>These slides have been adapted from:  Panek, Crystal. (2019). Security Fundamental, John Wiley &amp; Sons, Inc. Indianapolis. ISBN: 978-1-119-65066-9  Lesson 2 </vt:lpstr>
      <vt:lpstr>Learning Objectives</vt:lpstr>
      <vt:lpstr>Starting Security with Authentication &amp; Athorization</vt:lpstr>
      <vt:lpstr>Security with Authentication and Authorization </vt:lpstr>
      <vt:lpstr>Authentication Method </vt:lpstr>
      <vt:lpstr>Introducing Directory Services with Active Directory</vt:lpstr>
      <vt:lpstr>Directory Services with Active Directory</vt:lpstr>
      <vt:lpstr>Variety Network Services in Active Directory </vt:lpstr>
      <vt:lpstr>Variety Network Services in Active Directory </vt:lpstr>
      <vt:lpstr>Comparing Rights and Permissions</vt:lpstr>
      <vt:lpstr>Difference Between Rights and Permissions</vt:lpstr>
      <vt:lpstr>NTFS (New Technology File System)</vt:lpstr>
      <vt:lpstr>Understanding NTFS </vt:lpstr>
      <vt:lpstr>NTFS Standard Permissions</vt:lpstr>
      <vt:lpstr>NTFS Standard Permissions</vt:lpstr>
      <vt:lpstr>Sharing Device and Folders</vt:lpstr>
      <vt:lpstr>Sharing Device and Folders</vt:lpstr>
      <vt:lpstr>Registry</vt:lpstr>
      <vt:lpstr>Introducing to Registry</vt:lpstr>
      <vt:lpstr>Common Registry Key Types</vt:lpstr>
      <vt:lpstr>References</vt:lpstr>
      <vt:lpstr>Some important notes in developing presentation file for online resources: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danton sihombing</dc:creator>
  <cp:lastModifiedBy>Ika Dyah Agustia Rachmawati</cp:lastModifiedBy>
  <cp:revision>79</cp:revision>
  <dcterms:created xsi:type="dcterms:W3CDTF">2014-01-27T02:13:18Z</dcterms:created>
  <dcterms:modified xsi:type="dcterms:W3CDTF">2022-12-20T14:20:51Z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607fc7ea-bc95-4549-a0d4-b252b58b529e</vt:lpwstr>
  </property>
</Properties>
</file>