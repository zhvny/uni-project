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2"/>
  </p:notesMasterIdLst>
  <p:sldIdLst>
    <p:sldId id="256" r:id="rId6"/>
    <p:sldId id="300" r:id="rId7"/>
    <p:sldId id="263" r:id="rId8"/>
    <p:sldId id="257" r:id="rId9"/>
    <p:sldId id="272" r:id="rId10"/>
    <p:sldId id="269" r:id="rId11"/>
    <p:sldId id="270" r:id="rId12"/>
    <p:sldId id="301" r:id="rId13"/>
    <p:sldId id="302" r:id="rId14"/>
    <p:sldId id="274" r:id="rId15"/>
    <p:sldId id="275" r:id="rId16"/>
    <p:sldId id="304" r:id="rId17"/>
    <p:sldId id="305" r:id="rId18"/>
    <p:sldId id="273" r:id="rId19"/>
    <p:sldId id="303" r:id="rId20"/>
    <p:sldId id="283" r:id="rId21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D91671F-11EC-43A0-B0B5-6D80C965B915}">
          <p14:sldIdLst>
            <p14:sldId id="256"/>
          </p14:sldIdLst>
        </p14:section>
        <p14:section name="COURSE CONTENT" id="{6162E7E0-B512-4FEF-B619-C9187795397D}">
          <p14:sldIdLst>
            <p14:sldId id="300"/>
            <p14:sldId id="263"/>
            <p14:sldId id="257"/>
            <p14:sldId id="272"/>
            <p14:sldId id="269"/>
            <p14:sldId id="270"/>
            <p14:sldId id="301"/>
            <p14:sldId id="302"/>
            <p14:sldId id="274"/>
            <p14:sldId id="275"/>
            <p14:sldId id="304"/>
            <p14:sldId id="305"/>
            <p14:sldId id="273"/>
            <p14:sldId id="303"/>
          </p14:sldIdLst>
        </p14:section>
        <p14:section name="REFERENCES" id="{11ED6803-A38C-4226-8496-86D05012E7E0}">
          <p14:sldIdLst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406ABD-9294-408D-9654-1E18CD648961}" v="125" dt="2022-09-05T17:36:29.0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0"/>
    <p:restoredTop sz="92557" autoAdjust="0"/>
  </p:normalViewPr>
  <p:slideViewPr>
    <p:cSldViewPr snapToGrid="0" snapToObjects="1">
      <p:cViewPr varScale="1">
        <p:scale>
          <a:sx n="44" d="100"/>
          <a:sy n="44" d="100"/>
        </p:scale>
        <p:origin x="876" y="32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ki Sadekh" userId="b15e8503-bfd0-4da6-add0-4a5f50c7c7cc" providerId="ADAL" clId="{7A406ABD-9294-408D-9654-1E18CD648961}"/>
    <pc:docChg chg="undo custSel modSld modMainMaster modNotesMaster">
      <pc:chgData name="Melki Sadekh" userId="b15e8503-bfd0-4da6-add0-4a5f50c7c7cc" providerId="ADAL" clId="{7A406ABD-9294-408D-9654-1E18CD648961}" dt="2022-09-05T17:36:41.950" v="512" actId="242"/>
      <pc:docMkLst>
        <pc:docMk/>
      </pc:docMkLst>
      <pc:sldChg chg="addSp delSp modSp mod chgLayout">
        <pc:chgData name="Melki Sadekh" userId="b15e8503-bfd0-4da6-add0-4a5f50c7c7cc" providerId="ADAL" clId="{7A406ABD-9294-408D-9654-1E18CD648961}" dt="2022-09-05T17:34:16.911" v="503" actId="20577"/>
        <pc:sldMkLst>
          <pc:docMk/>
          <pc:sldMk cId="0" sldId="256"/>
        </pc:sldMkLst>
        <pc:spChg chg="add del mod ord">
          <ac:chgData name="Melki Sadekh" userId="b15e8503-bfd0-4da6-add0-4a5f50c7c7cc" providerId="ADAL" clId="{7A406ABD-9294-408D-9654-1E18CD648961}" dt="2022-09-05T17:18:07.416" v="163" actId="700"/>
          <ac:spMkLst>
            <pc:docMk/>
            <pc:sldMk cId="0" sldId="256"/>
            <ac:spMk id="2" creationId="{3C3955F9-70BA-B310-DE94-3479BEFC7AD4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3" creationId="{7FA8C5E2-58EF-6780-CA47-2E061788505B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4" creationId="{C186A370-C71E-651E-ED93-2E0AE1D303DC}"/>
          </ac:spMkLst>
        </pc:spChg>
        <pc:spChg chg="add del mod ord">
          <ac:chgData name="Melki Sadekh" userId="b15e8503-bfd0-4da6-add0-4a5f50c7c7cc" providerId="ADAL" clId="{7A406ABD-9294-408D-9654-1E18CD648961}" dt="2022-09-05T17:24:16.223" v="228" actId="700"/>
          <ac:spMkLst>
            <pc:docMk/>
            <pc:sldMk cId="0" sldId="256"/>
            <ac:spMk id="5" creationId="{723AB480-49D7-23F5-75B4-8CA002A71305}"/>
          </ac:spMkLst>
        </pc:spChg>
        <pc:spChg chg="add mod ord">
          <ac:chgData name="Melki Sadekh" userId="b15e8503-bfd0-4da6-add0-4a5f50c7c7cc" providerId="ADAL" clId="{7A406ABD-9294-408D-9654-1E18CD648961}" dt="2022-09-05T17:34:16.911" v="503" actId="20577"/>
          <ac:spMkLst>
            <pc:docMk/>
            <pc:sldMk cId="0" sldId="256"/>
            <ac:spMk id="6" creationId="{0A06AC66-8F8F-AE18-BEF4-9B3C75D6072A}"/>
          </ac:spMkLst>
        </pc:spChg>
        <pc:spChg chg="add mod ord">
          <ac:chgData name="Melki Sadekh" userId="b15e8503-bfd0-4da6-add0-4a5f50c7c7cc" providerId="ADAL" clId="{7A406ABD-9294-408D-9654-1E18CD648961}" dt="2022-09-05T17:30:53.503" v="437" actId="20577"/>
          <ac:spMkLst>
            <pc:docMk/>
            <pc:sldMk cId="0" sldId="256"/>
            <ac:spMk id="7" creationId="{0B6EC62A-27C2-091D-EB52-B027A4D21F65}"/>
          </ac:spMkLst>
        </pc:spChg>
        <pc:spChg chg="add del mod ord">
          <ac:chgData name="Melki Sadekh" userId="b15e8503-bfd0-4da6-add0-4a5f50c7c7cc" providerId="ADAL" clId="{7A406ABD-9294-408D-9654-1E18CD648961}" dt="2022-09-05T17:28:37.556" v="350" actId="700"/>
          <ac:spMkLst>
            <pc:docMk/>
            <pc:sldMk cId="0" sldId="256"/>
            <ac:spMk id="8" creationId="{69B7264D-82D5-CDB0-1942-D007A8D9C934}"/>
          </ac:spMkLst>
        </pc:spChg>
        <pc:spChg chg="add mod ord">
          <ac:chgData name="Melki Sadekh" userId="b15e8503-bfd0-4da6-add0-4a5f50c7c7cc" providerId="ADAL" clId="{7A406ABD-9294-408D-9654-1E18CD648961}" dt="2022-09-05T17:31:12.791" v="448" actId="1076"/>
          <ac:spMkLst>
            <pc:docMk/>
            <pc:sldMk cId="0" sldId="256"/>
            <ac:spMk id="9" creationId="{005996A7-AF79-38BF-09FD-195669101DF2}"/>
          </ac:spMkLst>
        </pc:spChg>
        <pc:spChg chg="add mod ord">
          <ac:chgData name="Melki Sadekh" userId="b15e8503-bfd0-4da6-add0-4a5f50c7c7cc" providerId="ADAL" clId="{7A406ABD-9294-408D-9654-1E18CD648961}" dt="2022-09-05T17:30:43.061" v="418" actId="20577"/>
          <ac:spMkLst>
            <pc:docMk/>
            <pc:sldMk cId="0" sldId="256"/>
            <ac:spMk id="10" creationId="{31EC31AE-8EDA-FF91-CB1A-43328D9DED3C}"/>
          </ac:spMkLst>
        </pc:spChg>
        <pc:spChg chg="del mod">
          <ac:chgData name="Melki Sadekh" userId="b15e8503-bfd0-4da6-add0-4a5f50c7c7cc" providerId="ADAL" clId="{7A406ABD-9294-408D-9654-1E18CD648961}" dt="2022-09-05T17:01:15.663" v="61" actId="478"/>
          <ac:spMkLst>
            <pc:docMk/>
            <pc:sldMk cId="0" sldId="256"/>
            <ac:spMk id="17" creationId="{CE9AF79D-845E-461B-ADC4-7B9B51F04481}"/>
          </ac:spMkLst>
        </pc:spChg>
        <pc:spChg chg="del mod">
          <ac:chgData name="Melki Sadekh" userId="b15e8503-bfd0-4da6-add0-4a5f50c7c7cc" providerId="ADAL" clId="{7A406ABD-9294-408D-9654-1E18CD648961}" dt="2022-09-05T17:04:27.291" v="79" actId="478"/>
          <ac:spMkLst>
            <pc:docMk/>
            <pc:sldMk cId="0" sldId="256"/>
            <ac:spMk id="18" creationId="{32DB365E-C0A0-4B3F-B6B1-8D39827C09A3}"/>
          </ac:spMkLst>
        </pc:spChg>
      </pc:sldChg>
      <pc:sldChg chg="modSp">
        <pc:chgData name="Melki Sadekh" userId="b15e8503-bfd0-4da6-add0-4a5f50c7c7cc" providerId="ADAL" clId="{7A406ABD-9294-408D-9654-1E18CD648961}" dt="2022-09-05T16:52:17.125" v="11"/>
        <pc:sldMkLst>
          <pc:docMk/>
          <pc:sldMk cId="2516975436" sldId="259"/>
        </pc:sld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3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k cId="2516975436" sldId="259"/>
            <ac:spMk id="5" creationId="{00000000-0000-0000-0000-000000000000}"/>
          </ac:spMkLst>
        </pc:spChg>
      </pc:sldChg>
      <pc:sldChg chg="modSp mod">
        <pc:chgData name="Melki Sadekh" userId="b15e8503-bfd0-4da6-add0-4a5f50c7c7cc" providerId="ADAL" clId="{7A406ABD-9294-408D-9654-1E18CD648961}" dt="2022-09-05T17:08:05.999" v="113" actId="12788"/>
        <pc:sldMkLst>
          <pc:docMk/>
          <pc:sldMk cId="3205675800" sldId="271"/>
        </pc:sldMkLst>
        <pc:spChg chg="mod">
          <ac:chgData name="Melki Sadekh" userId="b15e8503-bfd0-4da6-add0-4a5f50c7c7cc" providerId="ADAL" clId="{7A406ABD-9294-408D-9654-1E18CD648961}" dt="2022-09-05T17:08:01.702" v="112" actId="12788"/>
          <ac:spMkLst>
            <pc:docMk/>
            <pc:sldMk cId="3205675800" sldId="271"/>
            <ac:spMk id="2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7:08:05.999" v="113" actId="12788"/>
          <ac:spMkLst>
            <pc:docMk/>
            <pc:sldMk cId="3205675800" sldId="271"/>
            <ac:spMk id="5" creationId="{00000000-0000-0000-0000-000000000000}"/>
          </ac:spMkLst>
        </pc:spChg>
      </pc:sldChg>
      <pc:sldMasterChg chg="modSp modSldLayout">
        <pc:chgData name="Melki Sadekh" userId="b15e8503-bfd0-4da6-add0-4a5f50c7c7cc" providerId="ADAL" clId="{7A406ABD-9294-408D-9654-1E18CD648961}" dt="2022-09-05T17:36:41.950" v="512" actId="242"/>
        <pc:sldMasterMkLst>
          <pc:docMk/>
          <pc:sldMasterMk cId="0" sldId="2147483648"/>
        </pc:sldMasterMkLst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6" creationId="{00000000-0000-0000-0000-000000000000}"/>
          </ac:spMkLst>
        </pc:spChg>
        <pc:spChg chg="mod">
          <ac:chgData name="Melki Sadekh" userId="b15e8503-bfd0-4da6-add0-4a5f50c7c7cc" providerId="ADAL" clId="{7A406ABD-9294-408D-9654-1E18CD648961}" dt="2022-09-05T16:52:17.125" v="11"/>
          <ac:spMkLst>
            <pc:docMk/>
            <pc:sldMasterMk cId="0" sldId="2147483648"/>
            <ac:spMk id="1027" creationId="{00000000-0000-0000-0000-000000000000}"/>
          </ac:spMkLst>
        </pc:spChg>
        <pc:picChg chg="mod">
          <ac:chgData name="Melki Sadekh" userId="b15e8503-bfd0-4da6-add0-4a5f50c7c7cc" providerId="ADAL" clId="{7A406ABD-9294-408D-9654-1E18CD648961}" dt="2022-09-05T16:52:17.125" v="11"/>
          <ac:picMkLst>
            <pc:docMk/>
            <pc:sldMasterMk cId="0" sldId="2147483648"/>
            <ac:picMk id="7" creationId="{00000000-0000-0000-0000-000000000000}"/>
          </ac:picMkLst>
        </pc:picChg>
        <pc:sldLayoutChg chg="addSp delSp modSp mod">
          <pc:chgData name="Melki Sadekh" userId="b15e8503-bfd0-4da6-add0-4a5f50c7c7cc" providerId="ADAL" clId="{7A406ABD-9294-408D-9654-1E18CD648961}" dt="2022-09-05T17:36:41.950" v="512" actId="242"/>
          <pc:sldLayoutMkLst>
            <pc:docMk/>
            <pc:sldMasterMk cId="0" sldId="2147483648"/>
            <pc:sldLayoutMk cId="0" sldId="2147483649"/>
          </pc:sldLayoutMkLst>
          <pc:spChg chg="add del mod">
            <ac:chgData name="Melki Sadekh" userId="b15e8503-bfd0-4da6-add0-4a5f50c7c7cc" providerId="ADAL" clId="{7A406ABD-9294-408D-9654-1E18CD648961}" dt="2022-09-05T16:57:34.307" v="15" actId="478"/>
            <ac:spMkLst>
              <pc:docMk/>
              <pc:sldMasterMk cId="0" sldId="2147483648"/>
              <pc:sldLayoutMk cId="0" sldId="2147483649"/>
              <ac:spMk id="2" creationId="{CD3B7000-5397-A28D-5FE7-07A2D1A50386}"/>
            </ac:spMkLst>
          </pc:spChg>
          <pc:spChg chg="add del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3" creationId="{FD75122C-7B91-D349-884F-EBD758C4BC3F}"/>
            </ac:spMkLst>
          </pc:spChg>
          <pc:spChg chg="add del mod">
            <ac:chgData name="Melki Sadekh" userId="b15e8503-bfd0-4da6-add0-4a5f50c7c7cc" providerId="ADAL" clId="{7A406ABD-9294-408D-9654-1E18CD648961}" dt="2022-09-05T16:58:38.928" v="19" actId="11529"/>
            <ac:spMkLst>
              <pc:docMk/>
              <pc:sldMasterMk cId="0" sldId="2147483648"/>
              <pc:sldLayoutMk cId="0" sldId="2147483649"/>
              <ac:spMk id="4" creationId="{F97D6384-5BD7-023B-0B85-A333438E8B82}"/>
            </ac:spMkLst>
          </pc:spChg>
          <pc:spChg chg="add del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5" creationId="{976AE189-93B7-0C81-340D-2700AA0269C9}"/>
            </ac:spMkLst>
          </pc:spChg>
          <pc:spChg chg="add del mod">
            <ac:chgData name="Melki Sadekh" userId="b15e8503-bfd0-4da6-add0-4a5f50c7c7cc" providerId="ADAL" clId="{7A406ABD-9294-408D-9654-1E18CD648961}" dt="2022-09-05T16:58:38.258" v="18" actId="11529"/>
            <ac:spMkLst>
              <pc:docMk/>
              <pc:sldMasterMk cId="0" sldId="2147483648"/>
              <pc:sldLayoutMk cId="0" sldId="2147483649"/>
              <ac:spMk id="6" creationId="{A9E4038A-3EBB-D7F8-2B31-3D62C7566B98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8" creationId="{0D8F372F-1EE1-458C-4248-6F4255BE2F94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9" creationId="{6E4C8F5B-1627-51DA-EB6B-F77C4594A75F}"/>
            </ac:spMkLst>
          </pc:spChg>
          <pc:spChg chg="add del mod">
            <ac:chgData name="Melki Sadekh" userId="b15e8503-bfd0-4da6-add0-4a5f50c7c7cc" providerId="ADAL" clId="{7A406ABD-9294-408D-9654-1E18CD648961}" dt="2022-09-05T16:58:44.632" v="21"/>
            <ac:spMkLst>
              <pc:docMk/>
              <pc:sldMasterMk cId="0" sldId="2147483648"/>
              <pc:sldLayoutMk cId="0" sldId="2147483649"/>
              <ac:spMk id="10" creationId="{86AF7980-0673-45F0-F535-194125650B0A}"/>
            </ac:spMkLst>
          </pc:spChg>
          <pc:spChg chg="add mod">
            <ac:chgData name="Melki Sadekh" userId="b15e8503-bfd0-4da6-add0-4a5f50c7c7cc" providerId="ADAL" clId="{7A406ABD-9294-408D-9654-1E18CD648961}" dt="2022-09-05T17:36:17.989" v="508" actId="404"/>
            <ac:spMkLst>
              <pc:docMk/>
              <pc:sldMasterMk cId="0" sldId="2147483648"/>
              <pc:sldLayoutMk cId="0" sldId="2147483649"/>
              <ac:spMk id="13" creationId="{FD933DC8-5F40-4DE1-1800-4555D43F04F4}"/>
            </ac:spMkLst>
          </pc:spChg>
          <pc:spChg chg="add del mod">
            <ac:chgData name="Melki Sadekh" userId="b15e8503-bfd0-4da6-add0-4a5f50c7c7cc" providerId="ADAL" clId="{7A406ABD-9294-408D-9654-1E18CD648961}" dt="2022-09-05T17:14:13.190" v="124" actId="478"/>
            <ac:spMkLst>
              <pc:docMk/>
              <pc:sldMasterMk cId="0" sldId="2147483648"/>
              <pc:sldLayoutMk cId="0" sldId="2147483649"/>
              <ac:spMk id="16" creationId="{DD5C0D8D-1877-C891-2896-9219D19CFFC6}"/>
            </ac:spMkLst>
          </pc:spChg>
          <pc:spChg chg="add del mod">
            <ac:chgData name="Melki Sadekh" userId="b15e8503-bfd0-4da6-add0-4a5f50c7c7cc" providerId="ADAL" clId="{7A406ABD-9294-408D-9654-1E18CD648961}" dt="2022-09-05T17:15:29.145" v="131" actId="478"/>
            <ac:spMkLst>
              <pc:docMk/>
              <pc:sldMasterMk cId="0" sldId="2147483648"/>
              <pc:sldLayoutMk cId="0" sldId="2147483649"/>
              <ac:spMk id="17" creationId="{1530A19B-7E4A-7831-6CD7-2661BA4B5248}"/>
            </ac:spMkLst>
          </pc:spChg>
          <pc:spChg chg="add del">
            <ac:chgData name="Melki Sadekh" userId="b15e8503-bfd0-4da6-add0-4a5f50c7c7cc" providerId="ADAL" clId="{7A406ABD-9294-408D-9654-1E18CD648961}" dt="2022-09-05T17:13:46.599" v="114" actId="11529"/>
            <ac:spMkLst>
              <pc:docMk/>
              <pc:sldMasterMk cId="0" sldId="2147483648"/>
              <pc:sldLayoutMk cId="0" sldId="2147483649"/>
              <ac:spMk id="18" creationId="{35646AAE-5990-C8BC-7F65-177582E9DD0D}"/>
            </ac:spMkLst>
          </pc:spChg>
          <pc:spChg chg="add mod">
            <ac:chgData name="Melki Sadekh" userId="b15e8503-bfd0-4da6-add0-4a5f50c7c7cc" providerId="ADAL" clId="{7A406ABD-9294-408D-9654-1E18CD648961}" dt="2022-09-05T17:36:41.950" v="512" actId="242"/>
            <ac:spMkLst>
              <pc:docMk/>
              <pc:sldMasterMk cId="0" sldId="2147483648"/>
              <pc:sldLayoutMk cId="0" sldId="2147483649"/>
              <ac:spMk id="19" creationId="{07BD9D23-A348-F595-B710-95E853784A1D}"/>
            </ac:spMkLst>
          </pc:spChg>
          <pc:spChg chg="add del">
            <ac:chgData name="Melki Sadekh" userId="b15e8503-bfd0-4da6-add0-4a5f50c7c7cc" providerId="ADAL" clId="{7A406ABD-9294-408D-9654-1E18CD648961}" dt="2022-09-05T17:15:41.142" v="132" actId="11529"/>
            <ac:spMkLst>
              <pc:docMk/>
              <pc:sldMasterMk cId="0" sldId="2147483648"/>
              <pc:sldLayoutMk cId="0" sldId="2147483649"/>
              <ac:spMk id="20" creationId="{18CAEB49-DCC2-C826-8C7C-969A3E6F6E4A}"/>
            </ac:spMkLst>
          </pc:spChg>
          <pc:spChg chg="add del mod">
            <ac:chgData name="Melki Sadekh" userId="b15e8503-bfd0-4da6-add0-4a5f50c7c7cc" providerId="ADAL" clId="{7A406ABD-9294-408D-9654-1E18CD648961}" dt="2022-09-05T17:15:53.084" v="135" actId="478"/>
            <ac:spMkLst>
              <pc:docMk/>
              <pc:sldMasterMk cId="0" sldId="2147483648"/>
              <pc:sldLayoutMk cId="0" sldId="2147483649"/>
              <ac:spMk id="21" creationId="{DE7986EB-C68C-7160-6E5D-C702D390BA8D}"/>
            </ac:spMkLst>
          </pc:spChg>
          <pc:spChg chg="add del">
            <ac:chgData name="Melki Sadekh" userId="b15e8503-bfd0-4da6-add0-4a5f50c7c7cc" providerId="ADAL" clId="{7A406ABD-9294-408D-9654-1E18CD648961}" dt="2022-09-05T17:15:59.719" v="136" actId="11529"/>
            <ac:spMkLst>
              <pc:docMk/>
              <pc:sldMasterMk cId="0" sldId="2147483648"/>
              <pc:sldLayoutMk cId="0" sldId="2147483649"/>
              <ac:spMk id="22" creationId="{144339EC-F3C2-6A6E-EE74-06A2B3497D97}"/>
            </ac:spMkLst>
          </pc:spChg>
          <pc:spChg chg="add del mod">
            <ac:chgData name="Melki Sadekh" userId="b15e8503-bfd0-4da6-add0-4a5f50c7c7cc" providerId="ADAL" clId="{7A406ABD-9294-408D-9654-1E18CD648961}" dt="2022-09-05T17:19:23.461" v="166" actId="478"/>
            <ac:spMkLst>
              <pc:docMk/>
              <pc:sldMasterMk cId="0" sldId="2147483648"/>
              <pc:sldLayoutMk cId="0" sldId="2147483649"/>
              <ac:spMk id="23" creationId="{743FCAE2-0914-1426-6667-6053B7EA6EC9}"/>
            </ac:spMkLst>
          </pc:spChg>
          <pc:spChg chg="add mod">
            <ac:chgData name="Melki Sadekh" userId="b15e8503-bfd0-4da6-add0-4a5f50c7c7cc" providerId="ADAL" clId="{7A406ABD-9294-408D-9654-1E18CD648961}" dt="2022-09-05T17:35:18.142" v="507" actId="14100"/>
            <ac:spMkLst>
              <pc:docMk/>
              <pc:sldMasterMk cId="0" sldId="2147483648"/>
              <pc:sldLayoutMk cId="0" sldId="2147483649"/>
              <ac:spMk id="24" creationId="{AF6EC7A6-1644-1988-E351-DCDA588E6A1F}"/>
            </ac:spMkLst>
          </pc:spChg>
          <pc:spChg chg="add mod">
            <ac:chgData name="Melki Sadekh" userId="b15e8503-bfd0-4da6-add0-4a5f50c7c7cc" providerId="ADAL" clId="{7A406ABD-9294-408D-9654-1E18CD648961}" dt="2022-09-05T17:36:38.722" v="511" actId="242"/>
            <ac:spMkLst>
              <pc:docMk/>
              <pc:sldMasterMk cId="0" sldId="2147483648"/>
              <pc:sldLayoutMk cId="0" sldId="2147483649"/>
              <ac:spMk id="25" creationId="{521841C5-28C7-B1B8-56E4-4193C600942A}"/>
            </ac:spMkLst>
          </pc:spChg>
          <pc:picChg chg="mod">
            <ac:chgData name="Melki Sadekh" userId="b15e8503-bfd0-4da6-add0-4a5f50c7c7cc" providerId="ADAL" clId="{7A406ABD-9294-408D-9654-1E18CD648961}" dt="2022-09-05T17:19:52.385" v="174" actId="34135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del">
            <ac:chgData name="Melki Sadekh" userId="b15e8503-bfd0-4da6-add0-4a5f50c7c7cc" providerId="ADAL" clId="{7A406ABD-9294-408D-9654-1E18CD648961}" dt="2022-09-05T16:50:13.312" v="2" actId="478"/>
            <ac:picMkLst>
              <pc:docMk/>
              <pc:sldMasterMk cId="0" sldId="2147483648"/>
              <pc:sldLayoutMk cId="0" sldId="2147483649"/>
              <ac:picMk id="11" creationId="{0D00FE9A-5B56-CC4A-AE9A-C22895A4A65F}"/>
            </ac:picMkLst>
          </pc:picChg>
          <pc:picChg chg="del">
            <ac:chgData name="Melki Sadekh" userId="b15e8503-bfd0-4da6-add0-4a5f50c7c7cc" providerId="ADAL" clId="{7A406ABD-9294-408D-9654-1E18CD648961}" dt="2022-09-05T16:50:12.259" v="1" actId="478"/>
            <ac:picMkLst>
              <pc:docMk/>
              <pc:sldMasterMk cId="0" sldId="2147483648"/>
              <pc:sldLayoutMk cId="0" sldId="2147483649"/>
              <ac:picMk id="12" creationId="{9EA64FB5-AD3D-6B4E-9CDC-DAE578F5C07C}"/>
            </ac:picMkLst>
          </pc:picChg>
          <pc:picChg chg="add del">
            <ac:chgData name="Melki Sadekh" userId="b15e8503-bfd0-4da6-add0-4a5f50c7c7cc" providerId="ADAL" clId="{7A406ABD-9294-408D-9654-1E18CD648961}" dt="2022-09-05T17:03:03.153" v="65" actId="22"/>
            <ac:picMkLst>
              <pc:docMk/>
              <pc:sldMasterMk cId="0" sldId="2147483648"/>
              <pc:sldLayoutMk cId="0" sldId="2147483649"/>
              <ac:picMk id="15" creationId="{AEAD4078-E437-914A-3D5D-158FB4C1FFF2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6.383" v="107" actId="478"/>
          <pc:sldLayoutMkLst>
            <pc:docMk/>
            <pc:sldMasterMk cId="0" sldId="2147483648"/>
            <pc:sldLayoutMk cId="0" sldId="2147483650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9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0"/>
              <ac:spMk id="10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26.383" v="107" actId="478"/>
            <ac:picMkLst>
              <pc:docMk/>
              <pc:sldMasterMk cId="0" sldId="2147483648"/>
              <pc:sldLayoutMk cId="0" sldId="2147483650"/>
              <ac:picMk id="11" creationId="{B629EBDB-E5DA-C246-981F-4C19F8FC4578}"/>
            </ac:picMkLst>
          </pc:picChg>
          <pc:picChg chg="del mod">
            <ac:chgData name="Melki Sadekh" userId="b15e8503-bfd0-4da6-add0-4a5f50c7c7cc" providerId="ADAL" clId="{7A406ABD-9294-408D-9654-1E18CD648961}" dt="2022-09-05T17:06:52.066" v="102" actId="478"/>
            <ac:picMkLst>
              <pc:docMk/>
              <pc:sldMasterMk cId="0" sldId="2147483648"/>
              <pc:sldLayoutMk cId="0" sldId="2147483650"/>
              <ac:picMk id="12" creationId="{5317F68B-01F1-E94A-99D3-3F09D8A936B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28.942" v="108" actId="478"/>
          <pc:sldLayoutMkLst>
            <pc:docMk/>
            <pc:sldMasterMk cId="0" sldId="2147483648"/>
            <pc:sldLayoutMk cId="0" sldId="2147483651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28.942" v="108" actId="478"/>
            <ac:picMkLst>
              <pc:docMk/>
              <pc:sldMasterMk cId="0" sldId="2147483648"/>
              <pc:sldLayoutMk cId="0" sldId="2147483651"/>
              <ac:picMk id="7" creationId="{EB33BA03-3A39-B849-9650-5243CD565A8A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0.839" v="109" actId="478"/>
          <pc:sldLayoutMkLst>
            <pc:docMk/>
            <pc:sldMasterMk cId="0" sldId="2147483648"/>
            <pc:sldLayoutMk cId="0" sldId="2147483652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2"/>
              <ac:spMk id="11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2"/>
              <ac:picMk id="8" creationId="{00000000-0000-0000-0000-000000000000}"/>
            </ac:picMkLst>
          </pc:picChg>
          <pc:picChg chg="del mod">
            <ac:chgData name="Melki Sadekh" userId="b15e8503-bfd0-4da6-add0-4a5f50c7c7cc" providerId="ADAL" clId="{7A406ABD-9294-408D-9654-1E18CD648961}" dt="2022-09-05T17:07:30.839" v="109" actId="478"/>
            <ac:picMkLst>
              <pc:docMk/>
              <pc:sldMasterMk cId="0" sldId="2147483648"/>
              <pc:sldLayoutMk cId="0" sldId="2147483652"/>
              <ac:picMk id="12" creationId="{3DC9F73C-0878-E542-8513-409788190553}"/>
            </ac:picMkLst>
          </pc:picChg>
          <pc:picChg chg="del mod">
            <ac:chgData name="Melki Sadekh" userId="b15e8503-bfd0-4da6-add0-4a5f50c7c7cc" providerId="ADAL" clId="{7A406ABD-9294-408D-9654-1E18CD648961}" dt="2022-09-05T17:06:56.938" v="103" actId="478"/>
            <ac:picMkLst>
              <pc:docMk/>
              <pc:sldMasterMk cId="0" sldId="2147483648"/>
              <pc:sldLayoutMk cId="0" sldId="2147483652"/>
              <ac:picMk id="13" creationId="{E24EA1D8-E779-9B4C-A906-459512BC2D87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2.784" v="110" actId="478"/>
          <pc:sldLayoutMkLst>
            <pc:docMk/>
            <pc:sldMasterMk cId="0" sldId="2147483648"/>
            <pc:sldLayoutMk cId="0" sldId="2147483653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0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3"/>
              <ac:spMk id="11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6:59.897" v="105" actId="478"/>
            <ac:picMkLst>
              <pc:docMk/>
              <pc:sldMasterMk cId="0" sldId="2147483648"/>
              <pc:sldLayoutMk cId="0" sldId="2147483653"/>
              <ac:picMk id="12" creationId="{0859D3EC-5E23-3B41-9DA0-38316698BC36}"/>
            </ac:picMkLst>
          </pc:picChg>
          <pc:picChg chg="del mod">
            <ac:chgData name="Melki Sadekh" userId="b15e8503-bfd0-4da6-add0-4a5f50c7c7cc" providerId="ADAL" clId="{7A406ABD-9294-408D-9654-1E18CD648961}" dt="2022-09-05T17:07:32.784" v="110" actId="478"/>
            <ac:picMkLst>
              <pc:docMk/>
              <pc:sldMasterMk cId="0" sldId="2147483648"/>
              <pc:sldLayoutMk cId="0" sldId="2147483653"/>
              <ac:picMk id="13" creationId="{07D22DC1-2584-BA45-ADB4-CB64B76C9196}"/>
            </ac:picMkLst>
          </pc:picChg>
        </pc:sldLayoutChg>
        <pc:sldLayoutChg chg="delSp modSp mod">
          <pc:chgData name="Melki Sadekh" userId="b15e8503-bfd0-4da6-add0-4a5f50c7c7cc" providerId="ADAL" clId="{7A406ABD-9294-408D-9654-1E18CD648961}" dt="2022-09-05T17:07:34.904" v="111" actId="478"/>
          <pc:sldLayoutMkLst>
            <pc:docMk/>
            <pc:sldMasterMk cId="0" sldId="2147483648"/>
            <pc:sldLayoutMk cId="0" sldId="2147483654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6" creationId="{00000000-0000-0000-0000-000000000000}"/>
            </ac:spMkLst>
          </pc:spChg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0" sldId="2147483654"/>
              <ac:spMk id="7" creationId="{00000000-0000-0000-0000-000000000000}"/>
            </ac:spMkLst>
          </pc:spChg>
          <pc:picChg chg="del mod">
            <ac:chgData name="Melki Sadekh" userId="b15e8503-bfd0-4da6-add0-4a5f50c7c7cc" providerId="ADAL" clId="{7A406ABD-9294-408D-9654-1E18CD648961}" dt="2022-09-05T17:07:34.904" v="111" actId="478"/>
            <ac:picMkLst>
              <pc:docMk/>
              <pc:sldMasterMk cId="0" sldId="2147483648"/>
              <pc:sldLayoutMk cId="0" sldId="2147483654"/>
              <ac:picMk id="8" creationId="{1A1711B1-0CB2-3642-B322-BB9057DC06A4}"/>
            </ac:picMkLst>
          </pc:picChg>
          <pc:picChg chg="del mod">
            <ac:chgData name="Melki Sadekh" userId="b15e8503-bfd0-4da6-add0-4a5f50c7c7cc" providerId="ADAL" clId="{7A406ABD-9294-408D-9654-1E18CD648961}" dt="2022-09-05T17:07:05.532" v="106" actId="478"/>
            <ac:picMkLst>
              <pc:docMk/>
              <pc:sldMasterMk cId="0" sldId="2147483648"/>
              <pc:sldLayoutMk cId="0" sldId="2147483654"/>
              <ac:picMk id="9" creationId="{EDE9ED95-923D-3548-823B-31E4248CF767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0" sldId="2147483655"/>
          </pc:sldLayoutMkLst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0" sldId="2147483655"/>
              <ac:picMk id="5" creationId="{00000000-0000-0000-0000-000000000000}"/>
            </ac:picMkLst>
          </pc:picChg>
        </pc:sldLayoutChg>
        <pc:sldLayoutChg chg="modSp">
          <pc:chgData name="Melki Sadekh" userId="b15e8503-bfd0-4da6-add0-4a5f50c7c7cc" providerId="ADAL" clId="{7A406ABD-9294-408D-9654-1E18CD648961}" dt="2022-09-05T16:52:17.125" v="11"/>
          <pc:sldLayoutMkLst>
            <pc:docMk/>
            <pc:sldMasterMk cId="0" sldId="2147483648"/>
            <pc:sldLayoutMk cId="3329407852" sldId="2147483656"/>
          </pc:sldLayoutMkLst>
          <pc:spChg chg="mod">
            <ac:chgData name="Melki Sadekh" userId="b15e8503-bfd0-4da6-add0-4a5f50c7c7cc" providerId="ADAL" clId="{7A406ABD-9294-408D-9654-1E18CD648961}" dt="2022-09-05T16:52:17.125" v="11"/>
            <ac:spMkLst>
              <pc:docMk/>
              <pc:sldMasterMk cId="0" sldId="2147483648"/>
              <pc:sldLayoutMk cId="3329407852" sldId="2147483656"/>
              <ac:spMk id="6" creationId="{00000000-0000-0000-0000-000000000000}"/>
            </ac:spMkLst>
          </pc:spChg>
          <pc:picChg chg="mod">
            <ac:chgData name="Melki Sadekh" userId="b15e8503-bfd0-4da6-add0-4a5f50c7c7cc" providerId="ADAL" clId="{7A406ABD-9294-408D-9654-1E18CD648961}" dt="2022-09-05T16:52:17.125" v="11"/>
            <ac:picMkLst>
              <pc:docMk/>
              <pc:sldMasterMk cId="0" sldId="2147483648"/>
              <pc:sldLayoutMk cId="3329407852" sldId="2147483656"/>
              <ac:picMk id="5" creationId="{00000000-0000-0000-0000-000000000000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5D9B4B-1495-4805-AB31-C092E7A6ED8C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D"/>
        </a:p>
      </dgm:t>
    </dgm:pt>
    <dgm:pt modelId="{A99F4823-1631-454B-A948-58D3660BEA1A}">
      <dgm:prSet phldrT="[Text]"/>
      <dgm:spPr/>
      <dgm:t>
        <a:bodyPr/>
        <a:lstStyle/>
        <a:p>
          <a:r>
            <a:rPr lang="en-ID" dirty="0"/>
            <a:t>ARP spoofing</a:t>
          </a:r>
        </a:p>
      </dgm:t>
    </dgm:pt>
    <dgm:pt modelId="{1DDAC8FD-8941-4112-88B9-DF21ADE82F8E}" type="parTrans" cxnId="{D5C75161-CE98-47BB-B646-B887FBC8D4F0}">
      <dgm:prSet/>
      <dgm:spPr/>
      <dgm:t>
        <a:bodyPr/>
        <a:lstStyle/>
        <a:p>
          <a:endParaRPr lang="en-ID"/>
        </a:p>
      </dgm:t>
    </dgm:pt>
    <dgm:pt modelId="{998FCC43-2B69-4DB5-AD78-A552D8ED83FE}" type="sibTrans" cxnId="{D5C75161-CE98-47BB-B646-B887FBC8D4F0}">
      <dgm:prSet/>
      <dgm:spPr/>
      <dgm:t>
        <a:bodyPr/>
        <a:lstStyle/>
        <a:p>
          <a:endParaRPr lang="en-ID"/>
        </a:p>
      </dgm:t>
    </dgm:pt>
    <dgm:pt modelId="{E0610798-8A2B-451D-8A32-43ECEC25DD30}">
      <dgm:prSet phldrT="[Text]"/>
      <dgm:spPr/>
      <dgm:t>
        <a:bodyPr/>
        <a:lstStyle/>
        <a:p>
          <a:r>
            <a:rPr lang="en-ID" dirty="0"/>
            <a:t>DNS spoofing</a:t>
          </a:r>
        </a:p>
      </dgm:t>
    </dgm:pt>
    <dgm:pt modelId="{D2FB1833-FA81-44EC-822F-E6A625EEE314}" type="parTrans" cxnId="{96EAB6DE-C144-4CFE-8B28-E2DF1FF77CDC}">
      <dgm:prSet/>
      <dgm:spPr/>
      <dgm:t>
        <a:bodyPr/>
        <a:lstStyle/>
        <a:p>
          <a:endParaRPr lang="en-ID"/>
        </a:p>
      </dgm:t>
    </dgm:pt>
    <dgm:pt modelId="{659D7602-F980-407B-A458-F234C143C921}" type="sibTrans" cxnId="{96EAB6DE-C144-4CFE-8B28-E2DF1FF77CDC}">
      <dgm:prSet/>
      <dgm:spPr/>
      <dgm:t>
        <a:bodyPr/>
        <a:lstStyle/>
        <a:p>
          <a:endParaRPr lang="en-ID"/>
        </a:p>
      </dgm:t>
    </dgm:pt>
    <dgm:pt modelId="{C1956739-22FA-40CE-936D-5838B062F073}">
      <dgm:prSet phldrT="[Text]"/>
      <dgm:spPr/>
      <dgm:t>
        <a:bodyPr/>
        <a:lstStyle/>
        <a:p>
          <a:r>
            <a:rPr lang="en-ID" dirty="0"/>
            <a:t>IP address spoofing</a:t>
          </a:r>
        </a:p>
      </dgm:t>
    </dgm:pt>
    <dgm:pt modelId="{31E8FCE2-E735-4DC6-AA51-01870233127A}" type="parTrans" cxnId="{7B40CF64-68D1-439C-983B-6E3FBB90607B}">
      <dgm:prSet/>
      <dgm:spPr/>
      <dgm:t>
        <a:bodyPr/>
        <a:lstStyle/>
        <a:p>
          <a:endParaRPr lang="en-ID"/>
        </a:p>
      </dgm:t>
    </dgm:pt>
    <dgm:pt modelId="{4C491AF0-DB01-49A5-8A1A-6CB6C2D037A2}" type="sibTrans" cxnId="{7B40CF64-68D1-439C-983B-6E3FBB90607B}">
      <dgm:prSet/>
      <dgm:spPr/>
      <dgm:t>
        <a:bodyPr/>
        <a:lstStyle/>
        <a:p>
          <a:endParaRPr lang="en-ID"/>
        </a:p>
      </dgm:t>
    </dgm:pt>
    <dgm:pt modelId="{6205BB6D-2AAC-44FC-9FD2-00F36A1DC99A}" type="pres">
      <dgm:prSet presAssocID="{A85D9B4B-1495-4805-AB31-C092E7A6ED8C}" presName="Name0" presStyleCnt="0">
        <dgm:presLayoutVars>
          <dgm:chMax val="7"/>
          <dgm:chPref val="7"/>
          <dgm:dir/>
        </dgm:presLayoutVars>
      </dgm:prSet>
      <dgm:spPr/>
    </dgm:pt>
    <dgm:pt modelId="{B30763AC-7603-4E1E-961B-A4F044E5B3E6}" type="pres">
      <dgm:prSet presAssocID="{A85D9B4B-1495-4805-AB31-C092E7A6ED8C}" presName="Name1" presStyleCnt="0"/>
      <dgm:spPr/>
    </dgm:pt>
    <dgm:pt modelId="{932AAAB3-3EE0-47B1-99B5-BF948CABC39D}" type="pres">
      <dgm:prSet presAssocID="{A85D9B4B-1495-4805-AB31-C092E7A6ED8C}" presName="cycle" presStyleCnt="0"/>
      <dgm:spPr/>
    </dgm:pt>
    <dgm:pt modelId="{EADFD3C1-4645-420F-B1EC-46E77FFC0C9B}" type="pres">
      <dgm:prSet presAssocID="{A85D9B4B-1495-4805-AB31-C092E7A6ED8C}" presName="srcNode" presStyleLbl="node1" presStyleIdx="0" presStyleCnt="3"/>
      <dgm:spPr/>
    </dgm:pt>
    <dgm:pt modelId="{A0715C8E-A17C-41E0-88C5-CE98EECAAA2E}" type="pres">
      <dgm:prSet presAssocID="{A85D9B4B-1495-4805-AB31-C092E7A6ED8C}" presName="conn" presStyleLbl="parChTrans1D2" presStyleIdx="0" presStyleCnt="1"/>
      <dgm:spPr/>
    </dgm:pt>
    <dgm:pt modelId="{D3397E23-6B26-4937-9D71-9BD5F99DCFFA}" type="pres">
      <dgm:prSet presAssocID="{A85D9B4B-1495-4805-AB31-C092E7A6ED8C}" presName="extraNode" presStyleLbl="node1" presStyleIdx="0" presStyleCnt="3"/>
      <dgm:spPr/>
    </dgm:pt>
    <dgm:pt modelId="{8553BB8B-D181-470D-A829-9202D978E68E}" type="pres">
      <dgm:prSet presAssocID="{A85D9B4B-1495-4805-AB31-C092E7A6ED8C}" presName="dstNode" presStyleLbl="node1" presStyleIdx="0" presStyleCnt="3"/>
      <dgm:spPr/>
    </dgm:pt>
    <dgm:pt modelId="{15096970-55C6-4367-BB4D-70180C9633C3}" type="pres">
      <dgm:prSet presAssocID="{A99F4823-1631-454B-A948-58D3660BEA1A}" presName="text_1" presStyleLbl="node1" presStyleIdx="0" presStyleCnt="3">
        <dgm:presLayoutVars>
          <dgm:bulletEnabled val="1"/>
        </dgm:presLayoutVars>
      </dgm:prSet>
      <dgm:spPr/>
    </dgm:pt>
    <dgm:pt modelId="{6BB9580B-069F-45A2-BAC3-C2A2343BEE99}" type="pres">
      <dgm:prSet presAssocID="{A99F4823-1631-454B-A948-58D3660BEA1A}" presName="accent_1" presStyleCnt="0"/>
      <dgm:spPr/>
    </dgm:pt>
    <dgm:pt modelId="{2A309DB9-91E0-4C9F-A5B0-603B8002EE3D}" type="pres">
      <dgm:prSet presAssocID="{A99F4823-1631-454B-A948-58D3660BEA1A}" presName="accentRepeatNode" presStyleLbl="solidFgAcc1" presStyleIdx="0" presStyleCnt="3"/>
      <dgm:spPr/>
    </dgm:pt>
    <dgm:pt modelId="{5F62B801-D79D-4445-BDB9-BDA3CD7337CD}" type="pres">
      <dgm:prSet presAssocID="{E0610798-8A2B-451D-8A32-43ECEC25DD30}" presName="text_2" presStyleLbl="node1" presStyleIdx="1" presStyleCnt="3">
        <dgm:presLayoutVars>
          <dgm:bulletEnabled val="1"/>
        </dgm:presLayoutVars>
      </dgm:prSet>
      <dgm:spPr/>
    </dgm:pt>
    <dgm:pt modelId="{F9FF7426-E1FE-464F-8323-A7266DCB50DA}" type="pres">
      <dgm:prSet presAssocID="{E0610798-8A2B-451D-8A32-43ECEC25DD30}" presName="accent_2" presStyleCnt="0"/>
      <dgm:spPr/>
    </dgm:pt>
    <dgm:pt modelId="{9CCED706-6181-411E-850A-45C98AF14162}" type="pres">
      <dgm:prSet presAssocID="{E0610798-8A2B-451D-8A32-43ECEC25DD30}" presName="accentRepeatNode" presStyleLbl="solidFgAcc1" presStyleIdx="1" presStyleCnt="3"/>
      <dgm:spPr/>
    </dgm:pt>
    <dgm:pt modelId="{DB2741EA-4ACE-4784-9832-EDB820D6F538}" type="pres">
      <dgm:prSet presAssocID="{C1956739-22FA-40CE-936D-5838B062F073}" presName="text_3" presStyleLbl="node1" presStyleIdx="2" presStyleCnt="3">
        <dgm:presLayoutVars>
          <dgm:bulletEnabled val="1"/>
        </dgm:presLayoutVars>
      </dgm:prSet>
      <dgm:spPr/>
    </dgm:pt>
    <dgm:pt modelId="{D6863DAA-6248-46EC-B358-AA32DCDF1C45}" type="pres">
      <dgm:prSet presAssocID="{C1956739-22FA-40CE-936D-5838B062F073}" presName="accent_3" presStyleCnt="0"/>
      <dgm:spPr/>
    </dgm:pt>
    <dgm:pt modelId="{0A5009E8-A2F3-43E5-96EC-33DF10C13466}" type="pres">
      <dgm:prSet presAssocID="{C1956739-22FA-40CE-936D-5838B062F073}" presName="accentRepeatNode" presStyleLbl="solidFgAcc1" presStyleIdx="2" presStyleCnt="3"/>
      <dgm:spPr/>
    </dgm:pt>
  </dgm:ptLst>
  <dgm:cxnLst>
    <dgm:cxn modelId="{56DE4313-333A-4A4B-A5BF-EF2B5AF2F9D5}" type="presOf" srcId="{A85D9B4B-1495-4805-AB31-C092E7A6ED8C}" destId="{6205BB6D-2AAC-44FC-9FD2-00F36A1DC99A}" srcOrd="0" destOrd="0" presId="urn:microsoft.com/office/officeart/2008/layout/VerticalCurvedList"/>
    <dgm:cxn modelId="{D5C75161-CE98-47BB-B646-B887FBC8D4F0}" srcId="{A85D9B4B-1495-4805-AB31-C092E7A6ED8C}" destId="{A99F4823-1631-454B-A948-58D3660BEA1A}" srcOrd="0" destOrd="0" parTransId="{1DDAC8FD-8941-4112-88B9-DF21ADE82F8E}" sibTransId="{998FCC43-2B69-4DB5-AD78-A552D8ED83FE}"/>
    <dgm:cxn modelId="{7B40CF64-68D1-439C-983B-6E3FBB90607B}" srcId="{A85D9B4B-1495-4805-AB31-C092E7A6ED8C}" destId="{C1956739-22FA-40CE-936D-5838B062F073}" srcOrd="2" destOrd="0" parTransId="{31E8FCE2-E735-4DC6-AA51-01870233127A}" sibTransId="{4C491AF0-DB01-49A5-8A1A-6CB6C2D037A2}"/>
    <dgm:cxn modelId="{CFDE4966-F863-4D12-BDDC-F3F7BDE82B71}" type="presOf" srcId="{C1956739-22FA-40CE-936D-5838B062F073}" destId="{DB2741EA-4ACE-4784-9832-EDB820D6F538}" srcOrd="0" destOrd="0" presId="urn:microsoft.com/office/officeart/2008/layout/VerticalCurvedList"/>
    <dgm:cxn modelId="{8B639078-101E-4E2F-93E2-97459FE649A5}" type="presOf" srcId="{998FCC43-2B69-4DB5-AD78-A552D8ED83FE}" destId="{A0715C8E-A17C-41E0-88C5-CE98EECAAA2E}" srcOrd="0" destOrd="0" presId="urn:microsoft.com/office/officeart/2008/layout/VerticalCurvedList"/>
    <dgm:cxn modelId="{79D59FB4-F051-4788-BFCC-C36EF7AC8338}" type="presOf" srcId="{E0610798-8A2B-451D-8A32-43ECEC25DD30}" destId="{5F62B801-D79D-4445-BDB9-BDA3CD7337CD}" srcOrd="0" destOrd="0" presId="urn:microsoft.com/office/officeart/2008/layout/VerticalCurvedList"/>
    <dgm:cxn modelId="{9C3D8CDE-9690-43D8-BAEC-8082DFC347C8}" type="presOf" srcId="{A99F4823-1631-454B-A948-58D3660BEA1A}" destId="{15096970-55C6-4367-BB4D-70180C9633C3}" srcOrd="0" destOrd="0" presId="urn:microsoft.com/office/officeart/2008/layout/VerticalCurvedList"/>
    <dgm:cxn modelId="{96EAB6DE-C144-4CFE-8B28-E2DF1FF77CDC}" srcId="{A85D9B4B-1495-4805-AB31-C092E7A6ED8C}" destId="{E0610798-8A2B-451D-8A32-43ECEC25DD30}" srcOrd="1" destOrd="0" parTransId="{D2FB1833-FA81-44EC-822F-E6A625EEE314}" sibTransId="{659D7602-F980-407B-A458-F234C143C921}"/>
    <dgm:cxn modelId="{D3E6C4D6-D7FF-4A6C-9B76-7147671645D0}" type="presParOf" srcId="{6205BB6D-2AAC-44FC-9FD2-00F36A1DC99A}" destId="{B30763AC-7603-4E1E-961B-A4F044E5B3E6}" srcOrd="0" destOrd="0" presId="urn:microsoft.com/office/officeart/2008/layout/VerticalCurvedList"/>
    <dgm:cxn modelId="{16E593D4-A49A-45D9-8C62-845EBB831018}" type="presParOf" srcId="{B30763AC-7603-4E1E-961B-A4F044E5B3E6}" destId="{932AAAB3-3EE0-47B1-99B5-BF948CABC39D}" srcOrd="0" destOrd="0" presId="urn:microsoft.com/office/officeart/2008/layout/VerticalCurvedList"/>
    <dgm:cxn modelId="{2DC719BC-0DBD-430F-A791-CD010B045D5D}" type="presParOf" srcId="{932AAAB3-3EE0-47B1-99B5-BF948CABC39D}" destId="{EADFD3C1-4645-420F-B1EC-46E77FFC0C9B}" srcOrd="0" destOrd="0" presId="urn:microsoft.com/office/officeart/2008/layout/VerticalCurvedList"/>
    <dgm:cxn modelId="{88A49574-DFB2-45A7-881E-EBAAB78C93A8}" type="presParOf" srcId="{932AAAB3-3EE0-47B1-99B5-BF948CABC39D}" destId="{A0715C8E-A17C-41E0-88C5-CE98EECAAA2E}" srcOrd="1" destOrd="0" presId="urn:microsoft.com/office/officeart/2008/layout/VerticalCurvedList"/>
    <dgm:cxn modelId="{C6D705D3-406C-42C2-B497-20878AD03101}" type="presParOf" srcId="{932AAAB3-3EE0-47B1-99B5-BF948CABC39D}" destId="{D3397E23-6B26-4937-9D71-9BD5F99DCFFA}" srcOrd="2" destOrd="0" presId="urn:microsoft.com/office/officeart/2008/layout/VerticalCurvedList"/>
    <dgm:cxn modelId="{18167E73-1C83-427B-A86E-7ED183914971}" type="presParOf" srcId="{932AAAB3-3EE0-47B1-99B5-BF948CABC39D}" destId="{8553BB8B-D181-470D-A829-9202D978E68E}" srcOrd="3" destOrd="0" presId="urn:microsoft.com/office/officeart/2008/layout/VerticalCurvedList"/>
    <dgm:cxn modelId="{16FC8604-B434-4C6E-897D-9134418BF73A}" type="presParOf" srcId="{B30763AC-7603-4E1E-961B-A4F044E5B3E6}" destId="{15096970-55C6-4367-BB4D-70180C9633C3}" srcOrd="1" destOrd="0" presId="urn:microsoft.com/office/officeart/2008/layout/VerticalCurvedList"/>
    <dgm:cxn modelId="{006A5318-B86E-4550-9AD7-3C3444DEF402}" type="presParOf" srcId="{B30763AC-7603-4E1E-961B-A4F044E5B3E6}" destId="{6BB9580B-069F-45A2-BAC3-C2A2343BEE99}" srcOrd="2" destOrd="0" presId="urn:microsoft.com/office/officeart/2008/layout/VerticalCurvedList"/>
    <dgm:cxn modelId="{0CB67033-578C-4B18-849B-67A8571FCFD1}" type="presParOf" srcId="{6BB9580B-069F-45A2-BAC3-C2A2343BEE99}" destId="{2A309DB9-91E0-4C9F-A5B0-603B8002EE3D}" srcOrd="0" destOrd="0" presId="urn:microsoft.com/office/officeart/2008/layout/VerticalCurvedList"/>
    <dgm:cxn modelId="{80FC3B02-E186-498C-8F02-21481B12BFB6}" type="presParOf" srcId="{B30763AC-7603-4E1E-961B-A4F044E5B3E6}" destId="{5F62B801-D79D-4445-BDB9-BDA3CD7337CD}" srcOrd="3" destOrd="0" presId="urn:microsoft.com/office/officeart/2008/layout/VerticalCurvedList"/>
    <dgm:cxn modelId="{4248B135-117C-4BD0-8AF1-E12AD91EDC21}" type="presParOf" srcId="{B30763AC-7603-4E1E-961B-A4F044E5B3E6}" destId="{F9FF7426-E1FE-464F-8323-A7266DCB50DA}" srcOrd="4" destOrd="0" presId="urn:microsoft.com/office/officeart/2008/layout/VerticalCurvedList"/>
    <dgm:cxn modelId="{B62AC786-EA40-467C-82D7-EA3E533AA1B6}" type="presParOf" srcId="{F9FF7426-E1FE-464F-8323-A7266DCB50DA}" destId="{9CCED706-6181-411E-850A-45C98AF14162}" srcOrd="0" destOrd="0" presId="urn:microsoft.com/office/officeart/2008/layout/VerticalCurvedList"/>
    <dgm:cxn modelId="{73137A3F-4489-485A-BB1B-D7A12EFCEF85}" type="presParOf" srcId="{B30763AC-7603-4E1E-961B-A4F044E5B3E6}" destId="{DB2741EA-4ACE-4784-9832-EDB820D6F538}" srcOrd="5" destOrd="0" presId="urn:microsoft.com/office/officeart/2008/layout/VerticalCurvedList"/>
    <dgm:cxn modelId="{35FBEC2B-10C8-4270-BD28-FA8E488184A6}" type="presParOf" srcId="{B30763AC-7603-4E1E-961B-A4F044E5B3E6}" destId="{D6863DAA-6248-46EC-B358-AA32DCDF1C45}" srcOrd="6" destOrd="0" presId="urn:microsoft.com/office/officeart/2008/layout/VerticalCurvedList"/>
    <dgm:cxn modelId="{8D2CFB5E-093F-424C-BB69-E951D2A01A5E}" type="presParOf" srcId="{D6863DAA-6248-46EC-B358-AA32DCDF1C45}" destId="{0A5009E8-A2F3-43E5-96EC-33DF10C1346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FC3E66-4438-496F-BAE7-6B6D0236E2CF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ID"/>
        </a:p>
      </dgm:t>
    </dgm:pt>
    <dgm:pt modelId="{E9BF1A1E-1948-442C-AA93-5EAA8717E767}">
      <dgm:prSet phldrT="[Text]"/>
      <dgm:spPr/>
      <dgm:t>
        <a:bodyPr/>
        <a:lstStyle/>
        <a:p>
          <a:r>
            <a:rPr lang="en-ID" dirty="0"/>
            <a:t>Host Firewall</a:t>
          </a:r>
        </a:p>
      </dgm:t>
    </dgm:pt>
    <dgm:pt modelId="{C34268C5-101A-4CDB-B139-3489E49427DF}" type="parTrans" cxnId="{FF2B6072-1CBE-4FE6-861C-C916CBF51C15}">
      <dgm:prSet/>
      <dgm:spPr/>
      <dgm:t>
        <a:bodyPr/>
        <a:lstStyle/>
        <a:p>
          <a:endParaRPr lang="en-ID"/>
        </a:p>
      </dgm:t>
    </dgm:pt>
    <dgm:pt modelId="{96EBD2FD-F9F1-4AB7-87A9-D426270CD667}" type="sibTrans" cxnId="{FF2B6072-1CBE-4FE6-861C-C916CBF51C15}">
      <dgm:prSet/>
      <dgm:spPr/>
      <dgm:t>
        <a:bodyPr/>
        <a:lstStyle/>
        <a:p>
          <a:endParaRPr lang="en-ID"/>
        </a:p>
      </dgm:t>
    </dgm:pt>
    <dgm:pt modelId="{7B743794-0369-410D-A0CE-B77EF1E0368F}">
      <dgm:prSet phldrT="[Text]"/>
      <dgm:spPr/>
      <dgm:t>
        <a:bodyPr/>
        <a:lstStyle/>
        <a:p>
          <a:r>
            <a:rPr lang="en-ID" dirty="0"/>
            <a:t>Network Firewall</a:t>
          </a:r>
        </a:p>
      </dgm:t>
    </dgm:pt>
    <dgm:pt modelId="{6001F97E-BB4F-47D4-BE6D-C8538E8E67BF}" type="parTrans" cxnId="{681ADD20-1D22-4CF2-9418-8AC1C8534EC7}">
      <dgm:prSet/>
      <dgm:spPr/>
      <dgm:t>
        <a:bodyPr/>
        <a:lstStyle/>
        <a:p>
          <a:endParaRPr lang="en-ID"/>
        </a:p>
      </dgm:t>
    </dgm:pt>
    <dgm:pt modelId="{FF3B8034-A253-45F2-96BC-47BF38925BB2}" type="sibTrans" cxnId="{681ADD20-1D22-4CF2-9418-8AC1C8534EC7}">
      <dgm:prSet/>
      <dgm:spPr/>
      <dgm:t>
        <a:bodyPr/>
        <a:lstStyle/>
        <a:p>
          <a:endParaRPr lang="en-ID"/>
        </a:p>
      </dgm:t>
    </dgm:pt>
    <dgm:pt modelId="{038D8BEA-5644-4990-99DC-DE3982A21D5A}" type="pres">
      <dgm:prSet presAssocID="{02FC3E66-4438-496F-BAE7-6B6D0236E2CF}" presName="linear" presStyleCnt="0">
        <dgm:presLayoutVars>
          <dgm:dir/>
          <dgm:animLvl val="lvl"/>
          <dgm:resizeHandles val="exact"/>
        </dgm:presLayoutVars>
      </dgm:prSet>
      <dgm:spPr/>
    </dgm:pt>
    <dgm:pt modelId="{99D25C93-8F8F-43BF-BF01-13E5F68B70ED}" type="pres">
      <dgm:prSet presAssocID="{E9BF1A1E-1948-442C-AA93-5EAA8717E767}" presName="parentLin" presStyleCnt="0"/>
      <dgm:spPr/>
    </dgm:pt>
    <dgm:pt modelId="{5A167597-CCB9-4FFC-802D-12FAEA0D1752}" type="pres">
      <dgm:prSet presAssocID="{E9BF1A1E-1948-442C-AA93-5EAA8717E767}" presName="parentLeftMargin" presStyleLbl="node1" presStyleIdx="0" presStyleCnt="2"/>
      <dgm:spPr/>
    </dgm:pt>
    <dgm:pt modelId="{6600FDC5-F6D0-4D03-BEEE-263D9EB25EC1}" type="pres">
      <dgm:prSet presAssocID="{E9BF1A1E-1948-442C-AA93-5EAA8717E76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202CA9C-0352-4859-9D2F-A7C8209B9DA9}" type="pres">
      <dgm:prSet presAssocID="{E9BF1A1E-1948-442C-AA93-5EAA8717E767}" presName="negativeSpace" presStyleCnt="0"/>
      <dgm:spPr/>
    </dgm:pt>
    <dgm:pt modelId="{EB93021C-EFB3-4E11-9084-BAC799753FFF}" type="pres">
      <dgm:prSet presAssocID="{E9BF1A1E-1948-442C-AA93-5EAA8717E767}" presName="childText" presStyleLbl="conFgAcc1" presStyleIdx="0" presStyleCnt="2">
        <dgm:presLayoutVars>
          <dgm:bulletEnabled val="1"/>
        </dgm:presLayoutVars>
      </dgm:prSet>
      <dgm:spPr/>
    </dgm:pt>
    <dgm:pt modelId="{7AA7465C-83DC-459F-9B61-B0337530FF54}" type="pres">
      <dgm:prSet presAssocID="{96EBD2FD-F9F1-4AB7-87A9-D426270CD667}" presName="spaceBetweenRectangles" presStyleCnt="0"/>
      <dgm:spPr/>
    </dgm:pt>
    <dgm:pt modelId="{93D4E381-C0C6-428E-9298-914EAD75F910}" type="pres">
      <dgm:prSet presAssocID="{7B743794-0369-410D-A0CE-B77EF1E0368F}" presName="parentLin" presStyleCnt="0"/>
      <dgm:spPr/>
    </dgm:pt>
    <dgm:pt modelId="{CA1C48D6-0231-4EE2-8403-9111237043A0}" type="pres">
      <dgm:prSet presAssocID="{7B743794-0369-410D-A0CE-B77EF1E0368F}" presName="parentLeftMargin" presStyleLbl="node1" presStyleIdx="0" presStyleCnt="2"/>
      <dgm:spPr/>
    </dgm:pt>
    <dgm:pt modelId="{12EFDABA-202E-4DF6-90B3-55E322EDA625}" type="pres">
      <dgm:prSet presAssocID="{7B743794-0369-410D-A0CE-B77EF1E0368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9DF4967-CDF9-4011-BEF4-3D10A11A241E}" type="pres">
      <dgm:prSet presAssocID="{7B743794-0369-410D-A0CE-B77EF1E0368F}" presName="negativeSpace" presStyleCnt="0"/>
      <dgm:spPr/>
    </dgm:pt>
    <dgm:pt modelId="{086B60BF-93E2-4B3C-951B-236B9CCC82DC}" type="pres">
      <dgm:prSet presAssocID="{7B743794-0369-410D-A0CE-B77EF1E0368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D92401C-15AE-422F-8217-336AB3B5C9D7}" type="presOf" srcId="{7B743794-0369-410D-A0CE-B77EF1E0368F}" destId="{CA1C48D6-0231-4EE2-8403-9111237043A0}" srcOrd="0" destOrd="0" presId="urn:microsoft.com/office/officeart/2005/8/layout/list1"/>
    <dgm:cxn modelId="{681ADD20-1D22-4CF2-9418-8AC1C8534EC7}" srcId="{02FC3E66-4438-496F-BAE7-6B6D0236E2CF}" destId="{7B743794-0369-410D-A0CE-B77EF1E0368F}" srcOrd="1" destOrd="0" parTransId="{6001F97E-BB4F-47D4-BE6D-C8538E8E67BF}" sibTransId="{FF3B8034-A253-45F2-96BC-47BF38925BB2}"/>
    <dgm:cxn modelId="{58EAD84C-04AC-4757-9416-CD7895AC5D2F}" type="presOf" srcId="{7B743794-0369-410D-A0CE-B77EF1E0368F}" destId="{12EFDABA-202E-4DF6-90B3-55E322EDA625}" srcOrd="1" destOrd="0" presId="urn:microsoft.com/office/officeart/2005/8/layout/list1"/>
    <dgm:cxn modelId="{FF2B6072-1CBE-4FE6-861C-C916CBF51C15}" srcId="{02FC3E66-4438-496F-BAE7-6B6D0236E2CF}" destId="{E9BF1A1E-1948-442C-AA93-5EAA8717E767}" srcOrd="0" destOrd="0" parTransId="{C34268C5-101A-4CDB-B139-3489E49427DF}" sibTransId="{96EBD2FD-F9F1-4AB7-87A9-D426270CD667}"/>
    <dgm:cxn modelId="{46BAB853-3854-4945-A246-E20E96DF86AD}" type="presOf" srcId="{E9BF1A1E-1948-442C-AA93-5EAA8717E767}" destId="{5A167597-CCB9-4FFC-802D-12FAEA0D1752}" srcOrd="0" destOrd="0" presId="urn:microsoft.com/office/officeart/2005/8/layout/list1"/>
    <dgm:cxn modelId="{51DEE0D2-15E0-4683-8DF9-B86F3526323D}" type="presOf" srcId="{02FC3E66-4438-496F-BAE7-6B6D0236E2CF}" destId="{038D8BEA-5644-4990-99DC-DE3982A21D5A}" srcOrd="0" destOrd="0" presId="urn:microsoft.com/office/officeart/2005/8/layout/list1"/>
    <dgm:cxn modelId="{066637E2-A5D2-4F93-A774-D34AB62EDAEC}" type="presOf" srcId="{E9BF1A1E-1948-442C-AA93-5EAA8717E767}" destId="{6600FDC5-F6D0-4D03-BEEE-263D9EB25EC1}" srcOrd="1" destOrd="0" presId="urn:microsoft.com/office/officeart/2005/8/layout/list1"/>
    <dgm:cxn modelId="{0510162A-D89B-484F-8595-48B8CF0EB35B}" type="presParOf" srcId="{038D8BEA-5644-4990-99DC-DE3982A21D5A}" destId="{99D25C93-8F8F-43BF-BF01-13E5F68B70ED}" srcOrd="0" destOrd="0" presId="urn:microsoft.com/office/officeart/2005/8/layout/list1"/>
    <dgm:cxn modelId="{AEC1C7BE-90BA-4BD2-AC76-D3B1B7113B77}" type="presParOf" srcId="{99D25C93-8F8F-43BF-BF01-13E5F68B70ED}" destId="{5A167597-CCB9-4FFC-802D-12FAEA0D1752}" srcOrd="0" destOrd="0" presId="urn:microsoft.com/office/officeart/2005/8/layout/list1"/>
    <dgm:cxn modelId="{D7D77511-5684-481B-AC17-7DD97E93B2CC}" type="presParOf" srcId="{99D25C93-8F8F-43BF-BF01-13E5F68B70ED}" destId="{6600FDC5-F6D0-4D03-BEEE-263D9EB25EC1}" srcOrd="1" destOrd="0" presId="urn:microsoft.com/office/officeart/2005/8/layout/list1"/>
    <dgm:cxn modelId="{D0F9C3BA-1AAA-410E-9A01-C3603B21F3F5}" type="presParOf" srcId="{038D8BEA-5644-4990-99DC-DE3982A21D5A}" destId="{C202CA9C-0352-4859-9D2F-A7C8209B9DA9}" srcOrd="1" destOrd="0" presId="urn:microsoft.com/office/officeart/2005/8/layout/list1"/>
    <dgm:cxn modelId="{D052E882-7145-4A23-A8F4-74687B17527E}" type="presParOf" srcId="{038D8BEA-5644-4990-99DC-DE3982A21D5A}" destId="{EB93021C-EFB3-4E11-9084-BAC799753FFF}" srcOrd="2" destOrd="0" presId="urn:microsoft.com/office/officeart/2005/8/layout/list1"/>
    <dgm:cxn modelId="{4088A284-C998-4195-AF4F-07250FBCAE00}" type="presParOf" srcId="{038D8BEA-5644-4990-99DC-DE3982A21D5A}" destId="{7AA7465C-83DC-459F-9B61-B0337530FF54}" srcOrd="3" destOrd="0" presId="urn:microsoft.com/office/officeart/2005/8/layout/list1"/>
    <dgm:cxn modelId="{41121E69-4F30-4EA1-BC39-08001B305093}" type="presParOf" srcId="{038D8BEA-5644-4990-99DC-DE3982A21D5A}" destId="{93D4E381-C0C6-428E-9298-914EAD75F910}" srcOrd="4" destOrd="0" presId="urn:microsoft.com/office/officeart/2005/8/layout/list1"/>
    <dgm:cxn modelId="{368C7943-4699-4EF3-ABAD-E2129C17EE82}" type="presParOf" srcId="{93D4E381-C0C6-428E-9298-914EAD75F910}" destId="{CA1C48D6-0231-4EE2-8403-9111237043A0}" srcOrd="0" destOrd="0" presId="urn:microsoft.com/office/officeart/2005/8/layout/list1"/>
    <dgm:cxn modelId="{A883AB12-E943-4D0F-920B-FC61CB3A3212}" type="presParOf" srcId="{93D4E381-C0C6-428E-9298-914EAD75F910}" destId="{12EFDABA-202E-4DF6-90B3-55E322EDA625}" srcOrd="1" destOrd="0" presId="urn:microsoft.com/office/officeart/2005/8/layout/list1"/>
    <dgm:cxn modelId="{F6F6119A-5012-4B20-BCDF-3D9C1DB338CD}" type="presParOf" srcId="{038D8BEA-5644-4990-99DC-DE3982A21D5A}" destId="{E9DF4967-CDF9-4011-BEF4-3D10A11A241E}" srcOrd="5" destOrd="0" presId="urn:microsoft.com/office/officeart/2005/8/layout/list1"/>
    <dgm:cxn modelId="{B5E88AC1-8B2D-43F4-A81E-B0D7A49EA989}" type="presParOf" srcId="{038D8BEA-5644-4990-99DC-DE3982A21D5A}" destId="{086B60BF-93E2-4B3C-951B-236B9CCC82D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715C8E-A17C-41E0-88C5-CE98EECAAA2E}">
      <dsp:nvSpPr>
        <dsp:cNvPr id="0" name=""/>
        <dsp:cNvSpPr/>
      </dsp:nvSpPr>
      <dsp:spPr>
        <a:xfrm>
          <a:off x="-3932788" y="-603835"/>
          <a:ext cx="4686945" cy="4686945"/>
        </a:xfrm>
        <a:prstGeom prst="blockArc">
          <a:avLst>
            <a:gd name="adj1" fmla="val 18900000"/>
            <a:gd name="adj2" fmla="val 2700000"/>
            <a:gd name="adj3" fmla="val 461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096970-55C6-4367-BB4D-70180C9633C3}">
      <dsp:nvSpPr>
        <dsp:cNvPr id="0" name=""/>
        <dsp:cNvSpPr/>
      </dsp:nvSpPr>
      <dsp:spPr>
        <a:xfrm>
          <a:off x="484985" y="347927"/>
          <a:ext cx="6594821" cy="69585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335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600" kern="1200" dirty="0"/>
            <a:t>ARP spoofing</a:t>
          </a:r>
        </a:p>
      </dsp:txBody>
      <dsp:txXfrm>
        <a:off x="484985" y="347927"/>
        <a:ext cx="6594821" cy="695855"/>
      </dsp:txXfrm>
    </dsp:sp>
    <dsp:sp modelId="{2A309DB9-91E0-4C9F-A5B0-603B8002EE3D}">
      <dsp:nvSpPr>
        <dsp:cNvPr id="0" name=""/>
        <dsp:cNvSpPr/>
      </dsp:nvSpPr>
      <dsp:spPr>
        <a:xfrm>
          <a:off x="50076" y="260945"/>
          <a:ext cx="869818" cy="8698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62B801-D79D-4445-BDB9-BDA3CD7337CD}">
      <dsp:nvSpPr>
        <dsp:cNvPr id="0" name=""/>
        <dsp:cNvSpPr/>
      </dsp:nvSpPr>
      <dsp:spPr>
        <a:xfrm>
          <a:off x="737929" y="1391710"/>
          <a:ext cx="6341878" cy="695855"/>
        </a:xfrm>
        <a:prstGeom prst="rect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335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600" kern="1200" dirty="0"/>
            <a:t>DNS spoofing</a:t>
          </a:r>
        </a:p>
      </dsp:txBody>
      <dsp:txXfrm>
        <a:off x="737929" y="1391710"/>
        <a:ext cx="6341878" cy="695855"/>
      </dsp:txXfrm>
    </dsp:sp>
    <dsp:sp modelId="{9CCED706-6181-411E-850A-45C98AF14162}">
      <dsp:nvSpPr>
        <dsp:cNvPr id="0" name=""/>
        <dsp:cNvSpPr/>
      </dsp:nvSpPr>
      <dsp:spPr>
        <a:xfrm>
          <a:off x="303019" y="1304728"/>
          <a:ext cx="869818" cy="8698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741EA-4ACE-4784-9832-EDB820D6F538}">
      <dsp:nvSpPr>
        <dsp:cNvPr id="0" name=""/>
        <dsp:cNvSpPr/>
      </dsp:nvSpPr>
      <dsp:spPr>
        <a:xfrm>
          <a:off x="484985" y="2435492"/>
          <a:ext cx="6594821" cy="695855"/>
        </a:xfrm>
        <a:prstGeom prst="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335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3600" kern="1200" dirty="0"/>
            <a:t>IP address spoofing</a:t>
          </a:r>
        </a:p>
      </dsp:txBody>
      <dsp:txXfrm>
        <a:off x="484985" y="2435492"/>
        <a:ext cx="6594821" cy="695855"/>
      </dsp:txXfrm>
    </dsp:sp>
    <dsp:sp modelId="{0A5009E8-A2F3-43E5-96EC-33DF10C13466}">
      <dsp:nvSpPr>
        <dsp:cNvPr id="0" name=""/>
        <dsp:cNvSpPr/>
      </dsp:nvSpPr>
      <dsp:spPr>
        <a:xfrm>
          <a:off x="50076" y="2348510"/>
          <a:ext cx="869818" cy="86981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3021C-EFB3-4E11-9084-BAC799753FFF}">
      <dsp:nvSpPr>
        <dsp:cNvPr id="0" name=""/>
        <dsp:cNvSpPr/>
      </dsp:nvSpPr>
      <dsp:spPr>
        <a:xfrm>
          <a:off x="0" y="396560"/>
          <a:ext cx="3832034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00FDC5-F6D0-4D03-BEEE-263D9EB25EC1}">
      <dsp:nvSpPr>
        <dsp:cNvPr id="0" name=""/>
        <dsp:cNvSpPr/>
      </dsp:nvSpPr>
      <dsp:spPr>
        <a:xfrm>
          <a:off x="191601" y="42320"/>
          <a:ext cx="2682423" cy="7084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389" tIns="0" rIns="10138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400" kern="1200" dirty="0"/>
            <a:t>Host Firewall</a:t>
          </a:r>
        </a:p>
      </dsp:txBody>
      <dsp:txXfrm>
        <a:off x="226186" y="76905"/>
        <a:ext cx="2613253" cy="639310"/>
      </dsp:txXfrm>
    </dsp:sp>
    <dsp:sp modelId="{086B60BF-93E2-4B3C-951B-236B9CCC82DC}">
      <dsp:nvSpPr>
        <dsp:cNvPr id="0" name=""/>
        <dsp:cNvSpPr/>
      </dsp:nvSpPr>
      <dsp:spPr>
        <a:xfrm>
          <a:off x="0" y="1485200"/>
          <a:ext cx="3832034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EFDABA-202E-4DF6-90B3-55E322EDA625}">
      <dsp:nvSpPr>
        <dsp:cNvPr id="0" name=""/>
        <dsp:cNvSpPr/>
      </dsp:nvSpPr>
      <dsp:spPr>
        <a:xfrm>
          <a:off x="191601" y="1130960"/>
          <a:ext cx="2682423" cy="70848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389" tIns="0" rIns="10138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2400" kern="1200" dirty="0"/>
            <a:t>Network Firewall</a:t>
          </a:r>
        </a:p>
      </dsp:txBody>
      <dsp:txXfrm>
        <a:off x="226186" y="1165545"/>
        <a:ext cx="2613253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200" dirty="0"/>
              <a:t>The domain name structure provides a hierarchy of authenticated keys, creating</a:t>
            </a:r>
          </a:p>
          <a:p>
            <a:pPr algn="just"/>
            <a:r>
              <a:rPr lang="en-US" sz="1200" dirty="0"/>
              <a:t>a chain of trust from the root of the DNS hierarchy to the domain being queried.</a:t>
            </a:r>
          </a:p>
          <a:p>
            <a:pPr algn="just"/>
            <a:r>
              <a:rPr lang="en-US" sz="1200" dirty="0"/>
              <a:t>DNSSEC will address many of the most problematic security issues associated with the</a:t>
            </a:r>
          </a:p>
          <a:p>
            <a:pPr algn="just"/>
            <a:r>
              <a:rPr lang="en-US" sz="1200" dirty="0"/>
              <a:t>Internet’s core infrastructure, but it comes at a significant cost. As with any large-scaled</a:t>
            </a:r>
          </a:p>
          <a:p>
            <a:pPr algn="just"/>
            <a:r>
              <a:rPr lang="en-US" sz="1200" dirty="0"/>
              <a:t>public key implementation, rolling this out to the entire Internet will be an enormously</a:t>
            </a:r>
          </a:p>
          <a:p>
            <a:pPr algn="just"/>
            <a:r>
              <a:rPr lang="en-US" sz="1200" dirty="0"/>
              <a:t>complex, resource-intensive project. There are also challenges associated with maintaining</a:t>
            </a:r>
          </a:p>
          <a:p>
            <a:pPr algn="just"/>
            <a:r>
              <a:rPr lang="en-US" sz="1200" dirty="0"/>
              <a:t>the web of trust created by using public keys on such a large scale.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020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US" sz="1800" b="1" i="1" u="none" strike="noStrike" baseline="0" dirty="0">
                <a:latin typeface="SabonLTStd-BoldItalic"/>
              </a:rPr>
              <a:t>ARP spoofing </a:t>
            </a:r>
            <a:r>
              <a:rPr lang="en-US" sz="1800" b="0" i="0" u="none" strike="noStrike" baseline="0" dirty="0">
                <a:latin typeface="SabonLTStd-Roman"/>
              </a:rPr>
              <a:t>ARP (Address Resolution Protocol) spoofing (or ARP poisoning) is an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attack on the protocol used to determine a device’s hardware address (MAC address) on the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network when the IP address is known. This is critical for the proper delivery of network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data once the data has reached the proper LAN segment. An ARP spoofing attack occurs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when an attacker modifies the network’s ARP caches and takes over the IP address of the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victim host. This permits the attacker to receive any data intended for the original host.</a:t>
            </a:r>
          </a:p>
          <a:p>
            <a:pPr algn="l"/>
            <a:r>
              <a:rPr lang="en-US" sz="1800" b="1" i="1" u="none" strike="noStrike" baseline="0" dirty="0">
                <a:latin typeface="SabonLTStd-BoldItalic"/>
              </a:rPr>
              <a:t>DNS spoofing </a:t>
            </a:r>
            <a:r>
              <a:rPr lang="en-US" sz="1800" b="0" i="0" u="none" strike="noStrike" baseline="0" dirty="0">
                <a:latin typeface="SabonLTStd-Roman"/>
              </a:rPr>
              <a:t>DNS spoofing occurs when an attacker is able to intercept a DNS request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and respond to the request before the DNS server is able to. As a result, the victim host is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directed to the wrong website, where additional malicious activities can take place. This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attack is frequently used in conjunction with network sniffing, which will be discussed in</a:t>
            </a:r>
          </a:p>
          <a:p>
            <a:pPr algn="l"/>
            <a:r>
              <a:rPr lang="en-ID" sz="1800" b="0" i="0" u="none" strike="noStrike" baseline="0" dirty="0">
                <a:latin typeface="SabonLTStd-Roman"/>
              </a:rPr>
              <a:t>the next section.</a:t>
            </a:r>
          </a:p>
          <a:p>
            <a:pPr algn="l"/>
            <a:r>
              <a:rPr lang="en-US" sz="1800" b="1" i="1" u="none" strike="noStrike" baseline="0" dirty="0">
                <a:latin typeface="SabonLTStd-BoldItalic"/>
              </a:rPr>
              <a:t>IP address spoofing </a:t>
            </a:r>
            <a:r>
              <a:rPr lang="en-US" sz="1800" b="0" i="0" u="none" strike="noStrike" baseline="0" dirty="0">
                <a:latin typeface="SabonLTStd-Roman"/>
              </a:rPr>
              <a:t>In an IP address spoofing attack, the attacker creates IP packets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with a forged source IP address either to conceal the identity of the attacking host or to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impersonate the identity of a victim host. This attack was very popular in the early days of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packet analysis firewalls—an attacker would spoof an internal IP address from the outside</a:t>
            </a:r>
          </a:p>
          <a:p>
            <a:pPr algn="l"/>
            <a:r>
              <a:rPr lang="en-US" sz="1800" b="0" i="0" u="none" strike="noStrike" baseline="0" dirty="0">
                <a:latin typeface="SabonLTStd-Roman"/>
              </a:rPr>
              <a:t>of a firewall, and if not configured correctly, the firewall would permit access to the internal</a:t>
            </a:r>
          </a:p>
          <a:p>
            <a:pPr algn="l"/>
            <a:r>
              <a:rPr lang="en-ID" sz="1800" b="0" i="0" u="none" strike="noStrike" baseline="0" dirty="0">
                <a:latin typeface="SabonLTStd-Roman"/>
              </a:rPr>
              <a:t>network.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32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Source: https://www.javatpoint.com/ipv4-vs-ipv6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48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https://www.avast.com/c-ipv4-vs-ipv6-addresses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387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authentication mechanism assures that a received packet was, in </a:t>
            </a:r>
            <a:r>
              <a:rPr lang="en-US" dirty="0" err="1"/>
              <a:t>fact,transmitted</a:t>
            </a:r>
            <a:r>
              <a:rPr lang="en-US" dirty="0"/>
              <a:t> by the party identified as the source in the packet header. In addition, this </a:t>
            </a:r>
            <a:r>
              <a:rPr lang="en-US" dirty="0" err="1"/>
              <a:t>mechanismassures</a:t>
            </a:r>
            <a:r>
              <a:rPr lang="en-US" dirty="0"/>
              <a:t> that the packet has not been altered in transit. The confidentiality facility </a:t>
            </a:r>
            <a:r>
              <a:rPr lang="en-US" dirty="0" err="1"/>
              <a:t>enablescommunicating</a:t>
            </a:r>
            <a:r>
              <a:rPr lang="en-US" dirty="0"/>
              <a:t> nodes to encrypt messages to prevent eavesdropping by third parties. The key management facility is concerned with the secure exchange of keys. The current version of </a:t>
            </a:r>
            <a:r>
              <a:rPr lang="en-US" dirty="0" err="1"/>
              <a:t>IPsec,known</a:t>
            </a:r>
            <a:r>
              <a:rPr lang="en-US" dirty="0"/>
              <a:t> as IPsecv3, encompasses authentication and confidentiality. Key management is </a:t>
            </a:r>
            <a:r>
              <a:rPr lang="en-US" dirty="0" err="1"/>
              <a:t>providedby</a:t>
            </a:r>
            <a:r>
              <a:rPr lang="en-US" dirty="0"/>
              <a:t> the Internet Key Exchange standard, IKEv2. </a:t>
            </a:r>
          </a:p>
          <a:p>
            <a:endParaRPr lang="en-US" dirty="0"/>
          </a:p>
          <a:p>
            <a:r>
              <a:rPr lang="en-US" dirty="0"/>
              <a:t>Sc: https://www.cloudflare.com/learning/network-layer/what-is-ipsec/ 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04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IPsec provides the capability to secure communications across a LAN, across private and </a:t>
            </a:r>
            <a:r>
              <a:rPr lang="en-US" dirty="0" err="1"/>
              <a:t>publicWANs</a:t>
            </a:r>
            <a:r>
              <a:rPr lang="en-US" dirty="0"/>
              <a:t>, and across the Internet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92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1" i="0" u="none" strike="noStrike" baseline="0" dirty="0">
              <a:latin typeface="SabonLTStd-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15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70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8F58BAA-C397-4D9C-949B-0B7D3F08F4B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33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D933DC8-5F40-4DE1-1800-4555D43F0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0300" y="2054347"/>
            <a:ext cx="8286748" cy="819237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/>
              <a:t>COURSE NAME*</a:t>
            </a:r>
            <a:endParaRPr lang="id-ID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7BD9D23-A348-F595-B710-95E853784A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0300" y="4462536"/>
            <a:ext cx="8286750" cy="642864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pPr lvl="0"/>
            <a:r>
              <a:rPr lang="en-US"/>
              <a:t>TOPIC*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AF6EC7A6-1644-1988-E351-DCDA588E6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00300" y="2879439"/>
            <a:ext cx="8286748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COURSE CODE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521841C5-28C7-B1B8-56E4-4193C60094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0298" y="5105400"/>
            <a:ext cx="8286750" cy="453920"/>
          </a:xfrm>
        </p:spPr>
        <p:txBody>
          <a:bodyPr anchor="t"/>
          <a:lstStyle>
            <a:lvl1pPr marL="0" indent="0" algn="l">
              <a:buNone/>
              <a:defRPr sz="1600">
                <a:solidFill>
                  <a:schemeClr val="bg1">
                    <a:lumMod val="95000"/>
                  </a:schemeClr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lang="en-US"/>
              <a:t>SESSION #*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B2341-C3BD-4867-8D41-5F80C1709B34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1" y="749309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1" y="20097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3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66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50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4E772-3899-4649-A2AA-7CF914911BC6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4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3" y="1764675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69E45-41F7-4121-96F3-D9854AFC6DC8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84A83-4D5A-429E-BDC6-FD1381510BEB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9D9E7-C17C-4132-9B73-48A51CFD46B3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9B71C-2D91-4D15-BAB7-ADA66F828B46}" type="datetimeFigureOut">
              <a:rPr lang="id-ID" smtClean="0"/>
              <a:pPr/>
              <a:t>20/12/2022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257"/>
            <a:ext cx="11331112" cy="7557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35094" y="3153814"/>
            <a:ext cx="8260933" cy="1260475"/>
          </a:xfrm>
        </p:spPr>
        <p:txBody>
          <a:bodyPr>
            <a:normAutofit/>
          </a:bodyPr>
          <a:lstStyle>
            <a:lvl1pPr>
              <a:defRPr sz="353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2940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1" y="596910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1" y="1857384"/>
            <a:ext cx="9618662" cy="4991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2E5663C-481F-407A-A60F-1F041C634F4F}" type="datetimeFigureOut">
              <a:rPr lang="en-US"/>
              <a:pPr>
                <a:defRPr/>
              </a:pPr>
              <a:t>12/20/2022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2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8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9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520700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0" fontAlgn="base" hangingPunct="0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1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2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4" algn="ctr" defTabSz="520700" rtl="0" fontAlgn="base">
        <a:spcBef>
          <a:spcPct val="0"/>
        </a:spcBef>
        <a:spcAft>
          <a:spcPct val="0"/>
        </a:spcAft>
        <a:defRPr sz="5001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6" indent="-390526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1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41" indent="-325439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42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31" indent="-260351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9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47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85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23" indent="-260718" algn="l" defTabSz="521438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8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4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5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91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9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66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505" algn="l" defTabSz="52143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ipv4-vs-ipv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vast.com/c-ipv4-vs-ipv6-address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>
            <a:extLst>
              <a:ext uri="{FF2B5EF4-FFF2-40B4-BE49-F238E27FC236}">
                <a16:creationId xmlns:a16="http://schemas.microsoft.com/office/drawing/2014/main" id="{A8E11B89-3F7C-070B-9109-328EF6A2C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780" y="2015900"/>
            <a:ext cx="8286748" cy="819237"/>
          </a:xfrm>
        </p:spPr>
        <p:txBody>
          <a:bodyPr/>
          <a:lstStyle/>
          <a:p>
            <a:pPr marL="160020"/>
            <a:r>
              <a:rPr lang="en-US" sz="4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 Security Principles</a:t>
            </a:r>
            <a:endParaRPr lang="en-ID" sz="40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A9965367-0D54-1233-7100-E845F639A8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0300" y="4462536"/>
            <a:ext cx="8036228" cy="642864"/>
          </a:xfrm>
        </p:spPr>
        <p:txBody>
          <a:bodyPr/>
          <a:lstStyle/>
          <a:p>
            <a:r>
              <a:rPr lang="en-US" dirty="0"/>
              <a:t>Protocol Network Security</a:t>
            </a:r>
            <a:endParaRPr lang="id-ID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3D0756CA-8A0F-B909-52F0-DD7F308A92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00300" y="2879439"/>
            <a:ext cx="8286748" cy="453920"/>
          </a:xfrm>
        </p:spPr>
        <p:txBody>
          <a:bodyPr/>
          <a:lstStyle/>
          <a:p>
            <a:r>
              <a:rPr lang="en-US" dirty="0"/>
              <a:t>COMP6824001</a:t>
            </a:r>
            <a:endParaRPr lang="id-ID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8552E864-4412-E90E-C4B7-1F07C9BCB0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00298" y="5105400"/>
            <a:ext cx="8286750" cy="453920"/>
          </a:xfrm>
        </p:spPr>
        <p:txBody>
          <a:bodyPr/>
          <a:lstStyle/>
          <a:p>
            <a:r>
              <a:rPr lang="en-US" dirty="0"/>
              <a:t>Session 9</a:t>
            </a:r>
            <a:endParaRPr lang="id-ID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782" y="1764336"/>
            <a:ext cx="8219073" cy="4954066"/>
          </a:xfrm>
        </p:spPr>
        <p:txBody>
          <a:bodyPr>
            <a:normAutofit/>
          </a:bodyPr>
          <a:lstStyle/>
          <a:p>
            <a:pPr algn="ctr"/>
            <a:r>
              <a:rPr lang="en-US" sz="2647" b="1" dirty="0">
                <a:solidFill>
                  <a:srgbClr val="0070C0"/>
                </a:solidFill>
              </a:rPr>
              <a:t>These slides have been adapted from: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 dirty="0" err="1">
                <a:solidFill>
                  <a:srgbClr val="0070C0"/>
                </a:solidFill>
              </a:rPr>
              <a:t>Panek</a:t>
            </a:r>
            <a:r>
              <a:rPr lang="en-US" sz="2647" b="1" dirty="0">
                <a:solidFill>
                  <a:srgbClr val="0070C0"/>
                </a:solidFill>
              </a:rPr>
              <a:t>, Crystal. (2019). Security Fundamental, John Wiley &amp; Sons, Inc. Indianapolis. ISBN: 978-1-119-65066-9</a:t>
            </a:r>
            <a:br>
              <a:rPr lang="en-US" sz="2647" b="1" dirty="0">
                <a:solidFill>
                  <a:srgbClr val="0070C0"/>
                </a:solidFill>
              </a:rPr>
            </a:br>
            <a:br>
              <a:rPr lang="en-US" sz="2647" b="1" dirty="0">
                <a:solidFill>
                  <a:srgbClr val="0070C0"/>
                </a:solidFill>
              </a:rPr>
            </a:br>
            <a:r>
              <a:rPr lang="en-US" sz="2647" b="1">
                <a:solidFill>
                  <a:srgbClr val="0070C0"/>
                </a:solidFill>
              </a:rPr>
              <a:t>Lesson 4</a:t>
            </a:r>
            <a:br>
              <a:rPr lang="en-US" sz="2647" b="1" dirty="0">
                <a:solidFill>
                  <a:srgbClr val="0070C0"/>
                </a:solidFill>
              </a:rPr>
            </a:br>
            <a:endParaRPr lang="id-ID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5680" y="899999"/>
            <a:ext cx="4577279" cy="771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11" b="1" dirty="0"/>
              <a:t>Acknowledgement</a:t>
            </a:r>
          </a:p>
        </p:txBody>
      </p:sp>
    </p:spTree>
    <p:extLst>
      <p:ext uri="{BB962C8B-B14F-4D97-AF65-F5344CB8AC3E}">
        <p14:creationId xmlns:p14="http://schemas.microsoft.com/office/powerpoint/2010/main" val="219350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35094" y="1565330"/>
            <a:ext cx="9153544" cy="2848960"/>
          </a:xfrm>
        </p:spPr>
        <p:txBody>
          <a:bodyPr>
            <a:noAutofit/>
          </a:bodyPr>
          <a:lstStyle/>
          <a:p>
            <a:r>
              <a:rPr lang="en-US" sz="2400" dirty="0"/>
              <a:t>-	Understanding DNS &amp; DNS Security </a:t>
            </a:r>
            <a:r>
              <a:rPr lang="en-US" sz="2400" dirty="0" err="1"/>
              <a:t>Extentions</a:t>
            </a:r>
            <a:br>
              <a:rPr lang="en-US" sz="2400" dirty="0"/>
            </a:br>
            <a:r>
              <a:rPr lang="en-US" sz="2400" dirty="0"/>
              <a:t>-	Protocol Spoofing</a:t>
            </a:r>
            <a:br>
              <a:rPr lang="en-US" sz="2400" dirty="0"/>
            </a:br>
            <a:r>
              <a:rPr lang="en-US" sz="2400" dirty="0"/>
              <a:t>-	Network Sniffing</a:t>
            </a:r>
            <a:br>
              <a:rPr lang="en-US" sz="2400" dirty="0"/>
            </a:br>
            <a:r>
              <a:rPr lang="en-US" sz="2400" dirty="0"/>
              <a:t>-	Common Attack Methods</a:t>
            </a:r>
            <a:br>
              <a:rPr lang="en-US" sz="2400" dirty="0"/>
            </a:br>
            <a:r>
              <a:rPr lang="en-US" sz="2400" dirty="0"/>
              <a:t>-	DoS &amp; DDoS Attack </a:t>
            </a:r>
            <a:br>
              <a:rPr lang="en-US" sz="2400" dirty="0"/>
            </a:br>
            <a:r>
              <a:rPr lang="en-US" sz="2400" dirty="0"/>
              <a:t>-	IPV4 vs IPV6</a:t>
            </a:r>
            <a:br>
              <a:rPr lang="en-US" sz="2400" dirty="0"/>
            </a:br>
            <a:r>
              <a:rPr lang="en-US" sz="2400" dirty="0"/>
              <a:t>-	Network specific threats and attack types</a:t>
            </a:r>
            <a:br>
              <a:rPr lang="en-US" sz="2400" dirty="0"/>
            </a:br>
            <a:r>
              <a:rPr lang="en-US" sz="2400" dirty="0"/>
              <a:t>-	Defense mechanisms and countermeasures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32C5C5-4B1F-03A1-1DA9-78BEE1D3BEB2}"/>
              </a:ext>
            </a:extLst>
          </p:cNvPr>
          <p:cNvSpPr txBox="1"/>
          <p:nvPr/>
        </p:nvSpPr>
        <p:spPr>
          <a:xfrm>
            <a:off x="4883644" y="264837"/>
            <a:ext cx="2456442" cy="771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11" b="1" dirty="0">
                <a:solidFill>
                  <a:schemeClr val="bg1"/>
                </a:solidFill>
              </a:rPr>
              <a:t>Subtopics</a:t>
            </a:r>
          </a:p>
        </p:txBody>
      </p:sp>
    </p:spTree>
    <p:extLst>
      <p:ext uri="{BB962C8B-B14F-4D97-AF65-F5344CB8AC3E}">
        <p14:creationId xmlns:p14="http://schemas.microsoft.com/office/powerpoint/2010/main" val="758115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976" y="223215"/>
            <a:ext cx="9618662" cy="1260475"/>
          </a:xfrm>
        </p:spPr>
        <p:txBody>
          <a:bodyPr/>
          <a:lstStyle/>
          <a:p>
            <a:pPr algn="ctr"/>
            <a:r>
              <a:rPr lang="en-US" b="1" dirty="0"/>
              <a:t>Understanding DNS &amp; </a:t>
            </a:r>
            <a:br>
              <a:rPr lang="en-US" b="1" dirty="0"/>
            </a:br>
            <a:r>
              <a:rPr lang="en-US" b="1" dirty="0"/>
              <a:t>DNS Security </a:t>
            </a:r>
            <a:r>
              <a:rPr lang="en-US" b="1" dirty="0" err="1"/>
              <a:t>Extentions</a:t>
            </a:r>
            <a:endParaRPr lang="id-ID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113" y="1857385"/>
            <a:ext cx="8723375" cy="3683879"/>
          </a:xfrm>
        </p:spPr>
        <p:txBody>
          <a:bodyPr/>
          <a:lstStyle/>
          <a:p>
            <a:pPr algn="just"/>
            <a:r>
              <a:rPr lang="en-US" sz="2000" b="0" i="0" u="none" strike="noStrike" baseline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DNS is a service used on the Internet for resolving fully qualified domain names (FQDN) to their actual Internet Protocol (IP) addresses, using a distributed network of name servers.</a:t>
            </a:r>
          </a:p>
          <a:p>
            <a:pPr algn="just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DNS Security Extensions (DNSSEC) adds security provisions to DNS so that computers can verify that they have been directed to proper servers.</a:t>
            </a:r>
          </a:p>
          <a:p>
            <a:pPr algn="just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DNSSEC provides authentication and integrity checking on DNS lookups, ensuring that outgoing Internet traffic is always sent to the correct server.</a:t>
            </a:r>
          </a:p>
          <a:p>
            <a:pPr algn="just"/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DNSSEC provides authentication and integrity checking through the use of public key encryption.</a:t>
            </a:r>
            <a:endParaRPr lang="id-ID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658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F7B3B2-9E3C-E377-927D-4FADA0CA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9696" y="346474"/>
            <a:ext cx="7579678" cy="1061203"/>
          </a:xfrm>
        </p:spPr>
        <p:txBody>
          <a:bodyPr/>
          <a:lstStyle/>
          <a:p>
            <a:pPr algn="ctr"/>
            <a:r>
              <a:rPr lang="en-US" b="1" dirty="0"/>
              <a:t>Understanding Protocol Spoofing</a:t>
            </a:r>
            <a:endParaRPr lang="en-ID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A4EF125-8734-A116-0D13-308B8AC68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2465006"/>
              </p:ext>
            </p:extLst>
          </p:nvPr>
        </p:nvGraphicFramePr>
        <p:xfrm>
          <a:off x="2139696" y="2830882"/>
          <a:ext cx="7125759" cy="3479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A274648-FD96-EDD5-D39C-03602EA29091}"/>
              </a:ext>
            </a:extLst>
          </p:cNvPr>
          <p:cNvSpPr txBox="1"/>
          <p:nvPr/>
        </p:nvSpPr>
        <p:spPr>
          <a:xfrm>
            <a:off x="1309606" y="1588678"/>
            <a:ext cx="90587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Protocol spoofing is the misuse of a network protocol to perpetrate a hoax on a host or a network device. Some common forms of protocol spoofing include: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464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224" y="145351"/>
            <a:ext cx="8618981" cy="1260475"/>
          </a:xfrm>
        </p:spPr>
        <p:txBody>
          <a:bodyPr/>
          <a:lstStyle/>
          <a:p>
            <a:pPr algn="ctr"/>
            <a:r>
              <a:rPr lang="en-US" b="1" dirty="0"/>
              <a:t>Understanding When to Use a Hardware Firewall Instead of a Software Firewall</a:t>
            </a:r>
            <a:endParaRPr lang="id-ID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7EA5185-B769-E33B-4749-771404FF4B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832768"/>
              </p:ext>
            </p:extLst>
          </p:nvPr>
        </p:nvGraphicFramePr>
        <p:xfrm>
          <a:off x="1677577" y="1405827"/>
          <a:ext cx="3832034" cy="2132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1FA5213-2F78-338B-1822-8A78CF6B9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664" y="1405827"/>
            <a:ext cx="3584448" cy="2127504"/>
          </a:xfrm>
        </p:spPr>
        <p:txBody>
          <a:bodyPr/>
          <a:lstStyle/>
          <a:p>
            <a:pPr algn="just"/>
            <a:r>
              <a:rPr lang="en-US" sz="2400" dirty="0"/>
              <a:t>One type of software firewall is a firewall application installed on a host, used to protect the host from network-based attacks</a:t>
            </a:r>
          </a:p>
          <a:p>
            <a:pPr algn="just"/>
            <a:r>
              <a:rPr lang="en-US" sz="2400" dirty="0"/>
              <a:t>Host firewalls are also known as personal firewalls.</a:t>
            </a:r>
            <a:endParaRPr lang="id-ID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3DC8C2-38D1-781C-42A5-B85B7390508F}"/>
              </a:ext>
            </a:extLst>
          </p:cNvPr>
          <p:cNvSpPr txBox="1">
            <a:spLocks/>
          </p:cNvSpPr>
          <p:nvPr/>
        </p:nvSpPr>
        <p:spPr bwMode="auto">
          <a:xfrm>
            <a:off x="1152147" y="3781425"/>
            <a:ext cx="4882894" cy="3214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>
            <a:lvl1pPr marL="390526" indent="-390526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601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marL="846141" indent="-325439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2pPr>
            <a:lvl3pPr marL="13033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3pPr>
            <a:lvl4pPr marL="18240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4pPr>
            <a:lvl5pPr marL="2346331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5pPr>
            <a:lvl6pPr marL="2867909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47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85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23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The other type of software firewall is a firewall application installed on a server used to protect network segments from other network segments</a:t>
            </a:r>
          </a:p>
          <a:p>
            <a:pPr algn="just"/>
            <a:r>
              <a:rPr lang="en-US" sz="2400" dirty="0"/>
              <a:t>The most popular network firewalls are those produced by Cisco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71511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4363" y="273821"/>
            <a:ext cx="8088629" cy="1260475"/>
          </a:xfrm>
        </p:spPr>
        <p:txBody>
          <a:bodyPr/>
          <a:lstStyle/>
          <a:p>
            <a:pPr algn="ctr"/>
            <a:r>
              <a:rPr lang="en-US" sz="3600" b="1" dirty="0"/>
              <a:t>Understanding Network Sniffing</a:t>
            </a:r>
            <a:endParaRPr lang="id-ID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1" y="1857384"/>
            <a:ext cx="8693657" cy="4890887"/>
          </a:xfrm>
        </p:spPr>
        <p:txBody>
          <a:bodyPr/>
          <a:lstStyle/>
          <a:p>
            <a:pPr algn="just"/>
            <a:r>
              <a:rPr lang="en-US" sz="2400" dirty="0"/>
              <a:t>Network sniffing is a type of network analysis that is a very useful tool for network administrators responsible for maintaining networks and identifying network issues.</a:t>
            </a:r>
          </a:p>
          <a:p>
            <a:pPr algn="just"/>
            <a:r>
              <a:rPr lang="en-US" sz="2400" dirty="0"/>
              <a:t>Wireshark, reveals a significant amount of information about the packet being analyzed. To a network administrator with an in-depth understanding of networking, this information can be used to identify application issues, network latency, and a variety of other network errors.</a:t>
            </a:r>
          </a:p>
          <a:p>
            <a:pPr algn="just"/>
            <a:r>
              <a:rPr lang="en-US" sz="2400" dirty="0"/>
              <a:t>Attacker with similar skills, the information offered by network sniffing provides equally valuable information that can be used for attacking a network.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60251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DC05DEAB-7A14-F6B0-97D1-9B45808C2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255" y="1177871"/>
            <a:ext cx="9306931" cy="5874282"/>
          </a:xfrm>
        </p:spPr>
        <p:txBody>
          <a:bodyPr/>
          <a:lstStyle/>
          <a:p>
            <a:pPr algn="just"/>
            <a:r>
              <a:rPr lang="en-US" sz="2400" dirty="0"/>
              <a:t>A denial-of-service (DoS) attack is an attack whereby the attacker renders a machine or network resource unavailable. It is usually done by flooding the targeted machine or resources with superfluous requests in an attempt to overload the system.</a:t>
            </a:r>
          </a:p>
          <a:p>
            <a:pPr algn="just"/>
            <a:r>
              <a:rPr lang="en-US" sz="2400" dirty="0"/>
              <a:t>When a DoS attack occurs, the usual symptoms include the following:</a:t>
            </a:r>
          </a:p>
          <a:p>
            <a:pPr lvl="1" algn="just"/>
            <a:r>
              <a:rPr lang="en-US" sz="2400" dirty="0"/>
              <a:t>Unusually slow network performance, including when opening files or accessing websites</a:t>
            </a:r>
          </a:p>
          <a:p>
            <a:pPr lvl="1" algn="just"/>
            <a:r>
              <a:rPr lang="en-US" sz="2400" dirty="0"/>
              <a:t>Unavailability of any or all websites</a:t>
            </a:r>
          </a:p>
          <a:p>
            <a:pPr lvl="1" algn="just"/>
            <a:r>
              <a:rPr lang="en-US" sz="2400" dirty="0"/>
              <a:t>Dramatic increase in the number of spam emails received</a:t>
            </a:r>
          </a:p>
          <a:p>
            <a:pPr algn="just"/>
            <a:r>
              <a:rPr lang="en-US" sz="2400" dirty="0"/>
              <a:t>There are three general types of DDoS attacks:</a:t>
            </a:r>
          </a:p>
          <a:p>
            <a:pPr lvl="1" algn="just"/>
            <a:r>
              <a:rPr lang="en-ID" sz="2400" dirty="0"/>
              <a:t>Volume-Based Attacks</a:t>
            </a:r>
          </a:p>
          <a:p>
            <a:pPr lvl="1" algn="just"/>
            <a:r>
              <a:rPr lang="en-ID" sz="2400" dirty="0"/>
              <a:t>Protocol Attacks</a:t>
            </a:r>
          </a:p>
          <a:p>
            <a:pPr lvl="1" algn="just"/>
            <a:r>
              <a:rPr lang="en-ID" sz="2400" dirty="0"/>
              <a:t>Application-Layer Attacks</a:t>
            </a:r>
          </a:p>
        </p:txBody>
      </p:sp>
      <p:sp>
        <p:nvSpPr>
          <p:cNvPr id="27" name="Title 2">
            <a:extLst>
              <a:ext uri="{FF2B5EF4-FFF2-40B4-BE49-F238E27FC236}">
                <a16:creationId xmlns:a16="http://schemas.microsoft.com/office/drawing/2014/main" id="{00BA7E86-87AF-1757-0528-A609EB11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707" y="297186"/>
            <a:ext cx="9306931" cy="756699"/>
          </a:xfrm>
        </p:spPr>
        <p:txBody>
          <a:bodyPr/>
          <a:lstStyle/>
          <a:p>
            <a:pPr algn="ctr"/>
            <a:r>
              <a:rPr lang="en-US" sz="2800" b="1" dirty="0"/>
              <a:t>Understanding Denial-of-Service</a:t>
            </a:r>
            <a:br>
              <a:rPr lang="en-US" sz="2800" b="1" dirty="0"/>
            </a:br>
            <a:r>
              <a:rPr lang="en-US" sz="2800" b="1" dirty="0"/>
              <a:t>(DoS) Attacks</a:t>
            </a:r>
          </a:p>
        </p:txBody>
      </p:sp>
    </p:spTree>
    <p:extLst>
      <p:ext uri="{BB962C8B-B14F-4D97-AF65-F5344CB8AC3E}">
        <p14:creationId xmlns:p14="http://schemas.microsoft.com/office/powerpoint/2010/main" val="3949840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DC05DEAB-7A14-F6B0-97D1-9B45808C2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255" y="1751308"/>
            <a:ext cx="9306931" cy="4943960"/>
          </a:xfrm>
        </p:spPr>
        <p:txBody>
          <a:bodyPr/>
          <a:lstStyle/>
          <a:p>
            <a:pPr algn="just"/>
            <a:r>
              <a:rPr lang="en-US" sz="3600" dirty="0"/>
              <a:t>Popular and dangerous types of DDoS attacks include:</a:t>
            </a:r>
          </a:p>
          <a:p>
            <a:pPr lvl="1" algn="just"/>
            <a:r>
              <a:rPr lang="en-ID" sz="2800" dirty="0"/>
              <a:t>UDP flood</a:t>
            </a:r>
          </a:p>
          <a:p>
            <a:pPr lvl="1" algn="just"/>
            <a:r>
              <a:rPr lang="en-ID" sz="2800" dirty="0"/>
              <a:t>ICMP (ping) flood</a:t>
            </a:r>
          </a:p>
          <a:p>
            <a:pPr lvl="1" algn="just"/>
            <a:r>
              <a:rPr lang="en-ID" sz="2800" dirty="0"/>
              <a:t>SYN flood</a:t>
            </a:r>
          </a:p>
          <a:p>
            <a:pPr lvl="1" algn="just"/>
            <a:r>
              <a:rPr lang="en-ID" sz="2800" dirty="0"/>
              <a:t>Ping of death</a:t>
            </a:r>
          </a:p>
          <a:p>
            <a:pPr lvl="1" algn="just"/>
            <a:r>
              <a:rPr lang="en-ID" sz="2800" dirty="0"/>
              <a:t>HTTP flood</a:t>
            </a:r>
          </a:p>
          <a:p>
            <a:pPr lvl="1" algn="just"/>
            <a:r>
              <a:rPr lang="en-ID" sz="2800" dirty="0"/>
              <a:t>Email bomb</a:t>
            </a:r>
          </a:p>
          <a:p>
            <a:pPr lvl="1" algn="just"/>
            <a:r>
              <a:rPr lang="en-ID" sz="2800" dirty="0"/>
              <a:t>Zero-day attacks</a:t>
            </a:r>
          </a:p>
        </p:txBody>
      </p:sp>
      <p:sp>
        <p:nvSpPr>
          <p:cNvPr id="27" name="Title 2">
            <a:extLst>
              <a:ext uri="{FF2B5EF4-FFF2-40B4-BE49-F238E27FC236}">
                <a16:creationId xmlns:a16="http://schemas.microsoft.com/office/drawing/2014/main" id="{00BA7E86-87AF-1757-0528-A609EB11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707" y="489232"/>
            <a:ext cx="9306931" cy="756699"/>
          </a:xfrm>
        </p:spPr>
        <p:txBody>
          <a:bodyPr/>
          <a:lstStyle/>
          <a:p>
            <a:pPr algn="ctr"/>
            <a:r>
              <a:rPr lang="en-US" sz="3600" b="1" dirty="0"/>
              <a:t>Understanding Denial-of-Service</a:t>
            </a:r>
            <a:br>
              <a:rPr lang="en-US" sz="3600" b="1" dirty="0"/>
            </a:br>
            <a:r>
              <a:rPr lang="en-US" sz="3600" b="1" dirty="0"/>
              <a:t>(DoS) Attacks</a:t>
            </a:r>
          </a:p>
        </p:txBody>
      </p:sp>
    </p:spTree>
    <p:extLst>
      <p:ext uri="{BB962C8B-B14F-4D97-AF65-F5344CB8AC3E}">
        <p14:creationId xmlns:p14="http://schemas.microsoft.com/office/powerpoint/2010/main" val="3077554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DB3760-CCC4-6BA0-1055-9BC7CA02F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360" y="1581812"/>
            <a:ext cx="8647154" cy="5144664"/>
          </a:xfrm>
        </p:spPr>
        <p:txBody>
          <a:bodyPr/>
          <a:lstStyle/>
          <a:p>
            <a:pPr algn="just"/>
            <a:r>
              <a:rPr lang="en-US" sz="3200" dirty="0"/>
              <a:t>An IP stands for internet protocol, which assigned to each device connected to a network. </a:t>
            </a:r>
          </a:p>
          <a:p>
            <a:pPr algn="just"/>
            <a:r>
              <a:rPr lang="en-US" sz="3200" dirty="0"/>
              <a:t>Each device uses an IP address for communication, also behaves as an identifier as this address is used to identify the device on a network.</a:t>
            </a:r>
          </a:p>
          <a:p>
            <a:pPr algn="just"/>
            <a:r>
              <a:rPr lang="en-US" sz="3200" dirty="0"/>
              <a:t> Types of IP addresses:</a:t>
            </a:r>
          </a:p>
          <a:p>
            <a:pPr lvl="1" algn="just"/>
            <a:r>
              <a:rPr lang="en-US" sz="2400" dirty="0"/>
              <a:t>IPv4, the most commonly used IP address. </a:t>
            </a:r>
          </a:p>
          <a:p>
            <a:pPr lvl="1" algn="just"/>
            <a:r>
              <a:rPr lang="en-US" sz="2400" dirty="0"/>
              <a:t>IPv6, is the next generation of IP addresses</a:t>
            </a:r>
          </a:p>
          <a:p>
            <a:pPr algn="just"/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19B169-2D2D-E382-B14C-733C50AB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558" y="285846"/>
            <a:ext cx="8647154" cy="1108075"/>
          </a:xfrm>
        </p:spPr>
        <p:txBody>
          <a:bodyPr/>
          <a:lstStyle/>
          <a:p>
            <a:pPr algn="ctr"/>
            <a:r>
              <a:rPr lang="en-ID" b="1" dirty="0"/>
              <a:t>IPV4 vs IPV6 Security </a:t>
            </a:r>
          </a:p>
        </p:txBody>
      </p:sp>
    </p:spTree>
    <p:extLst>
      <p:ext uri="{BB962C8B-B14F-4D97-AF65-F5344CB8AC3E}">
        <p14:creationId xmlns:p14="http://schemas.microsoft.com/office/powerpoint/2010/main" val="3534427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14417AA-3B66-A6D9-BDB6-C708804C1D22}"/>
              </a:ext>
            </a:extLst>
          </p:cNvPr>
          <p:cNvSpPr txBox="1">
            <a:spLocks/>
          </p:cNvSpPr>
          <p:nvPr/>
        </p:nvSpPr>
        <p:spPr bwMode="auto">
          <a:xfrm>
            <a:off x="1626558" y="154057"/>
            <a:ext cx="8647154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l" defTabSz="5207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2pPr>
            <a:lvl3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3pPr>
            <a:lvl4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4pPr>
            <a:lvl5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5pPr>
            <a:lvl6pPr marL="457201" algn="ctr" defTabSz="520700" rtl="0" fontAlgn="base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2" algn="ctr" defTabSz="520700" rtl="0" fontAlgn="base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4" algn="ctr" defTabSz="520700" rtl="0" fontAlgn="base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4" algn="ctr" defTabSz="520700" rtl="0" fontAlgn="base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ID" b="1" dirty="0"/>
              <a:t>IPV4 vs IPV6 Security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BD91541-2132-2183-878B-AD1CF271E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556" y="1772125"/>
            <a:ext cx="7933778" cy="32648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F18FD9-A113-2B74-E520-2D018AA7A9C9}"/>
              </a:ext>
            </a:extLst>
          </p:cNvPr>
          <p:cNvSpPr txBox="1"/>
          <p:nvPr/>
        </p:nvSpPr>
        <p:spPr>
          <a:xfrm>
            <a:off x="627682" y="6537271"/>
            <a:ext cx="902776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https://www.avast.com/c-ipv4-vs-ipv6-addresses</a:t>
            </a:r>
          </a:p>
        </p:txBody>
      </p:sp>
    </p:spTree>
    <p:extLst>
      <p:ext uri="{BB962C8B-B14F-4D97-AF65-F5344CB8AC3E}">
        <p14:creationId xmlns:p14="http://schemas.microsoft.com/office/powerpoint/2010/main" val="2775608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6036" y="84127"/>
            <a:ext cx="8745515" cy="1043215"/>
          </a:xfrm>
        </p:spPr>
        <p:txBody>
          <a:bodyPr/>
          <a:lstStyle/>
          <a:p>
            <a:pPr algn="ctr"/>
            <a:r>
              <a:rPr lang="en-US" b="1" dirty="0"/>
              <a:t>IPv4 AND IPv6 SECURITY</a:t>
            </a:r>
            <a:endParaRPr lang="en-ID" b="1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7B1A9F9-63CB-6E57-0B31-B83F8D48AA79}"/>
              </a:ext>
            </a:extLst>
          </p:cNvPr>
          <p:cNvSpPr txBox="1">
            <a:spLocks/>
          </p:cNvSpPr>
          <p:nvPr/>
        </p:nvSpPr>
        <p:spPr bwMode="auto">
          <a:xfrm>
            <a:off x="1113488" y="1133474"/>
            <a:ext cx="8681676" cy="5991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>
            <a:lvl1pPr marL="390526" indent="-390526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601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marL="846141" indent="-325439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2pPr>
            <a:lvl3pPr marL="13033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3pPr>
            <a:lvl4pPr marL="1824042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4pPr>
            <a:lvl5pPr marL="2346331" indent="-260351" algn="l" defTabSz="5207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300" kern="1200">
                <a:solidFill>
                  <a:schemeClr val="tx1"/>
                </a:solidFill>
                <a:latin typeface="Open Sans"/>
                <a:ea typeface="MS PGothic" pitchFamily="34" charset="-128"/>
                <a:cs typeface="+mn-cs"/>
              </a:defRPr>
            </a:lvl5pPr>
            <a:lvl6pPr marL="2867909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89347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910785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432223" indent="-260718" algn="l" defTabSz="521438" rtl="0" eaLnBrk="1" latinLnBrk="0" hangingPunct="1">
              <a:spcBef>
                <a:spcPct val="20000"/>
              </a:spcBef>
              <a:buFont typeface="Arial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IPsec is a group of protocols that are used together to set up encrypted connections between devices.</a:t>
            </a:r>
          </a:p>
          <a:p>
            <a:pPr algn="just"/>
            <a:r>
              <a:rPr lang="en-US" sz="2400" dirty="0"/>
              <a:t>Users have some security concerns that cut across protocol layers</a:t>
            </a:r>
          </a:p>
          <a:p>
            <a:pPr algn="just"/>
            <a:r>
              <a:rPr lang="en-US" sz="2400" dirty="0"/>
              <a:t>For </a:t>
            </a:r>
            <a:r>
              <a:rPr lang="en-US" sz="2400" dirty="0" err="1"/>
              <a:t>example,an</a:t>
            </a:r>
            <a:r>
              <a:rPr lang="en-US" sz="2400" dirty="0"/>
              <a:t> enterprise can run a secure, private TCP/IP network by disallowing links to untrusted </a:t>
            </a:r>
            <a:r>
              <a:rPr lang="en-US" sz="2400" dirty="0" err="1"/>
              <a:t>sites,encrypting</a:t>
            </a:r>
            <a:r>
              <a:rPr lang="en-US" sz="2400" dirty="0"/>
              <a:t> packets that leave the premises, and authenticating packets that enter the </a:t>
            </a:r>
            <a:r>
              <a:rPr lang="en-US" sz="2400" dirty="0" err="1"/>
              <a:t>premises.By</a:t>
            </a:r>
            <a:r>
              <a:rPr lang="en-US" sz="2400" dirty="0"/>
              <a:t> implementing security at the IP level, an organization can ensure secure networking not </a:t>
            </a:r>
            <a:r>
              <a:rPr lang="en-US" sz="2400" dirty="0" err="1"/>
              <a:t>onlyfor</a:t>
            </a:r>
            <a:r>
              <a:rPr lang="en-US" sz="2400" dirty="0"/>
              <a:t> applications that have security mechanisms but also for the many security-</a:t>
            </a:r>
            <a:r>
              <a:rPr lang="en-US" sz="2400" dirty="0" err="1"/>
              <a:t>ignorantapplications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IP-level security encompasses three functional areas: </a:t>
            </a:r>
          </a:p>
          <a:p>
            <a:pPr lvl="1" algn="just">
              <a:buFontTx/>
              <a:buChar char="-"/>
            </a:pPr>
            <a:r>
              <a:rPr lang="en-US" sz="1800" dirty="0"/>
              <a:t>Authentication</a:t>
            </a:r>
          </a:p>
          <a:p>
            <a:pPr lvl="1" algn="just">
              <a:buFontTx/>
              <a:buChar char="-"/>
            </a:pPr>
            <a:r>
              <a:rPr lang="en-US" sz="1800" dirty="0"/>
              <a:t>Confidentiality</a:t>
            </a:r>
          </a:p>
          <a:p>
            <a:pPr lvl="1" algn="just">
              <a:buFontTx/>
              <a:buChar char="-"/>
            </a:pPr>
            <a:r>
              <a:rPr lang="en-US" sz="1800" dirty="0" err="1"/>
              <a:t>Keymanagement</a:t>
            </a: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302770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17BA94-3159-06DD-AF30-68BE41D9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5492" y="110920"/>
            <a:ext cx="6359236" cy="1510144"/>
          </a:xfrm>
        </p:spPr>
        <p:txBody>
          <a:bodyPr/>
          <a:lstStyle/>
          <a:p>
            <a:pPr algn="ctr"/>
            <a:r>
              <a:rPr lang="en-US" b="1" dirty="0"/>
              <a:t>Applications of </a:t>
            </a:r>
            <a:r>
              <a:rPr lang="en-US" b="1" dirty="0" err="1"/>
              <a:t>IPSec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A289-F3D9-7C9D-E30A-874AD4575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875" y="1465501"/>
            <a:ext cx="9117041" cy="5422187"/>
          </a:xfrm>
        </p:spPr>
        <p:txBody>
          <a:bodyPr/>
          <a:lstStyle/>
          <a:p>
            <a:pPr algn="just"/>
            <a:r>
              <a:rPr lang="en-US" sz="2000" b="1" dirty="0"/>
              <a:t>Secure branch office connectivity over the Internet:</a:t>
            </a:r>
            <a:r>
              <a:rPr lang="en-US" sz="2000" dirty="0"/>
              <a:t> A company can build a secure virtual private network over the Internet or over a public WAN. This enables a business to </a:t>
            </a:r>
            <a:r>
              <a:rPr lang="en-US" sz="2000" dirty="0" err="1"/>
              <a:t>relyheavily</a:t>
            </a:r>
            <a:r>
              <a:rPr lang="en-US" sz="2000" dirty="0"/>
              <a:t> on the Internet and reduce its need for private networks, saving costs and </a:t>
            </a:r>
            <a:r>
              <a:rPr lang="en-US" sz="2000" dirty="0" err="1"/>
              <a:t>networkmanagement</a:t>
            </a:r>
            <a:r>
              <a:rPr lang="en-US" sz="2000" dirty="0"/>
              <a:t> overhead.</a:t>
            </a:r>
          </a:p>
          <a:p>
            <a:pPr algn="just"/>
            <a:r>
              <a:rPr lang="en-US" sz="2000" b="1" dirty="0"/>
              <a:t>Secure remote access over the Internet: </a:t>
            </a:r>
            <a:r>
              <a:rPr lang="en-US" sz="2000" dirty="0"/>
              <a:t>An end user whose system is equipped with </a:t>
            </a:r>
            <a:r>
              <a:rPr lang="en-US" sz="2000" dirty="0" err="1"/>
              <a:t>IPsecurity</a:t>
            </a:r>
            <a:r>
              <a:rPr lang="en-US" sz="2000" dirty="0"/>
              <a:t> protocols can make a local call to an Internet service provider and gain secure </a:t>
            </a:r>
            <a:r>
              <a:rPr lang="en-US" sz="2000" dirty="0" err="1"/>
              <a:t>accessto</a:t>
            </a:r>
            <a:r>
              <a:rPr lang="en-US" sz="2000" dirty="0"/>
              <a:t> a company network. This reduces the cost of toll charges for traveling employees </a:t>
            </a:r>
            <a:r>
              <a:rPr lang="en-US" sz="2000" dirty="0" err="1"/>
              <a:t>andtelecommuters</a:t>
            </a:r>
            <a:r>
              <a:rPr lang="en-US" sz="2000" dirty="0"/>
              <a:t>.</a:t>
            </a:r>
          </a:p>
          <a:p>
            <a:pPr algn="just"/>
            <a:r>
              <a:rPr lang="en-US" sz="2000" b="1" dirty="0"/>
              <a:t>Establishing extranet and intranet connectivity with partners: </a:t>
            </a:r>
            <a:r>
              <a:rPr lang="en-US" sz="2000" dirty="0"/>
              <a:t>IPsec can be used </a:t>
            </a:r>
            <a:r>
              <a:rPr lang="en-US" sz="2000" dirty="0" err="1"/>
              <a:t>tosecure</a:t>
            </a:r>
            <a:r>
              <a:rPr lang="en-US" sz="2000" dirty="0"/>
              <a:t> communication with other organizations, ensuring authentication and confidentiality </a:t>
            </a:r>
            <a:r>
              <a:rPr lang="en-US" sz="2000" dirty="0" err="1"/>
              <a:t>andproviding</a:t>
            </a:r>
            <a:r>
              <a:rPr lang="en-US" sz="2000" dirty="0"/>
              <a:t> a key exchange mechanism.</a:t>
            </a:r>
          </a:p>
          <a:p>
            <a:pPr algn="just"/>
            <a:r>
              <a:rPr lang="en-US" sz="2000" b="1" dirty="0"/>
              <a:t>Enhancing electronic commerce security: </a:t>
            </a:r>
            <a:r>
              <a:rPr lang="en-US" sz="2000" dirty="0"/>
              <a:t>Even though some Web and </a:t>
            </a:r>
            <a:r>
              <a:rPr lang="en-US" sz="2000" dirty="0" err="1"/>
              <a:t>electroniccommerce</a:t>
            </a:r>
            <a:r>
              <a:rPr lang="en-US" sz="2000" dirty="0"/>
              <a:t> applications have built-in security protocols, the use of IPsec enhances </a:t>
            </a:r>
            <a:r>
              <a:rPr lang="en-US" sz="2000" dirty="0" err="1"/>
              <a:t>thatsecurity</a:t>
            </a:r>
            <a:r>
              <a:rPr lang="en-US" sz="2000" dirty="0"/>
              <a:t>.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025467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393B2C-6578-83AD-319E-99EFAB154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255" y="926006"/>
            <a:ext cx="9306931" cy="6126147"/>
          </a:xfrm>
        </p:spPr>
        <p:txBody>
          <a:bodyPr/>
          <a:lstStyle/>
          <a:p>
            <a:r>
              <a:rPr lang="en-US" sz="2400" dirty="0"/>
              <a:t>The types of attacks that can be expected when working to protect computer networks, includes following:</a:t>
            </a:r>
          </a:p>
          <a:p>
            <a:pPr lvl="1"/>
            <a:r>
              <a:rPr lang="en-US" sz="1800" dirty="0"/>
              <a:t>Denial-of-Service/Distributed Denial-of-Service (DoS/DDoS) Attacks</a:t>
            </a:r>
          </a:p>
          <a:p>
            <a:pPr lvl="1"/>
            <a:r>
              <a:rPr lang="en-US" sz="1800" dirty="0"/>
              <a:t>IP Spoofing to Bypass Network Security</a:t>
            </a:r>
          </a:p>
          <a:p>
            <a:pPr lvl="1"/>
            <a:r>
              <a:rPr lang="en-US" sz="1800" dirty="0"/>
              <a:t>Man-in-the-middle attacks</a:t>
            </a:r>
          </a:p>
          <a:p>
            <a:pPr lvl="1"/>
            <a:r>
              <a:rPr lang="en-US" sz="1800" dirty="0"/>
              <a:t>Back door attack</a:t>
            </a:r>
          </a:p>
          <a:p>
            <a:pPr lvl="1"/>
            <a:r>
              <a:rPr lang="en-US" sz="1800" dirty="0"/>
              <a:t>DNS poisoning</a:t>
            </a:r>
          </a:p>
          <a:p>
            <a:pPr lvl="1"/>
            <a:r>
              <a:rPr lang="en-US" sz="1800" dirty="0"/>
              <a:t>Replay attack</a:t>
            </a:r>
          </a:p>
          <a:p>
            <a:pPr lvl="1"/>
            <a:r>
              <a:rPr lang="en-US" sz="1800" dirty="0"/>
              <a:t>Weak Encryption Keys</a:t>
            </a:r>
          </a:p>
          <a:p>
            <a:pPr lvl="1"/>
            <a:r>
              <a:rPr lang="en-US" sz="1800" dirty="0"/>
              <a:t>Social engineering</a:t>
            </a:r>
          </a:p>
          <a:p>
            <a:pPr lvl="1"/>
            <a:r>
              <a:rPr lang="en-US" sz="1800" dirty="0"/>
              <a:t>Password Cracking</a:t>
            </a:r>
          </a:p>
          <a:p>
            <a:pPr lvl="1"/>
            <a:r>
              <a:rPr lang="en-US" sz="1800" dirty="0"/>
              <a:t>Dictionary Attack</a:t>
            </a:r>
          </a:p>
          <a:p>
            <a:pPr lvl="1"/>
            <a:r>
              <a:rPr lang="en-US" sz="1800" dirty="0"/>
              <a:t>Brute Force Attack</a:t>
            </a:r>
          </a:p>
          <a:p>
            <a:pPr lvl="1"/>
            <a:r>
              <a:rPr lang="en-US" sz="1800" dirty="0"/>
              <a:t>Software Vulnerability Attack</a:t>
            </a:r>
          </a:p>
          <a:p>
            <a:pPr lvl="1"/>
            <a:r>
              <a:rPr lang="en-US" sz="1800" dirty="0"/>
              <a:t>Buffer overflow attack</a:t>
            </a:r>
          </a:p>
          <a:p>
            <a:pPr lvl="1"/>
            <a:r>
              <a:rPr lang="en-US" sz="1800" dirty="0"/>
              <a:t>Remote code execution attack</a:t>
            </a:r>
          </a:p>
          <a:p>
            <a:pPr lvl="1"/>
            <a:r>
              <a:rPr lang="en-US" sz="1800" dirty="0"/>
              <a:t>SQL injection attack</a:t>
            </a:r>
          </a:p>
          <a:p>
            <a:pPr lvl="1"/>
            <a:r>
              <a:rPr lang="en-US" sz="1800" dirty="0"/>
              <a:t>Cross-site scripting (XSS) attack</a:t>
            </a:r>
          </a:p>
          <a:p>
            <a:endParaRPr lang="en-ID" sz="1599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3F6F04-F18B-395F-C67D-5E1E53A7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707" y="297186"/>
            <a:ext cx="9306931" cy="467897"/>
          </a:xfrm>
        </p:spPr>
        <p:txBody>
          <a:bodyPr/>
          <a:lstStyle/>
          <a:p>
            <a:pPr algn="ctr"/>
            <a:r>
              <a:rPr lang="en-US" sz="2800" b="1" dirty="0"/>
              <a:t>Network specific threats and attack types</a:t>
            </a:r>
          </a:p>
        </p:txBody>
      </p:sp>
    </p:spTree>
    <p:extLst>
      <p:ext uri="{BB962C8B-B14F-4D97-AF65-F5344CB8AC3E}">
        <p14:creationId xmlns:p14="http://schemas.microsoft.com/office/powerpoint/2010/main" val="4214364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14417AA-3B66-A6D9-BDB6-C708804C1D22}"/>
              </a:ext>
            </a:extLst>
          </p:cNvPr>
          <p:cNvSpPr txBox="1">
            <a:spLocks/>
          </p:cNvSpPr>
          <p:nvPr/>
        </p:nvSpPr>
        <p:spPr bwMode="auto">
          <a:xfrm>
            <a:off x="1626558" y="154057"/>
            <a:ext cx="8647154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l" defTabSz="5207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2pPr>
            <a:lvl3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3pPr>
            <a:lvl4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4pPr>
            <a:lvl5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5pPr>
            <a:lvl6pPr marL="457201" algn="ctr" defTabSz="520700" rtl="0" fontAlgn="base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2" algn="ctr" defTabSz="520700" rtl="0" fontAlgn="base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4" algn="ctr" defTabSz="520700" rtl="0" fontAlgn="base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4" algn="ctr" defTabSz="520700" rtl="0" fontAlgn="base">
              <a:spcBef>
                <a:spcPct val="0"/>
              </a:spcBef>
              <a:spcAft>
                <a:spcPct val="0"/>
              </a:spcAft>
              <a:defRPr sz="5001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/>
            <a:r>
              <a:rPr lang="en-US" b="1" dirty="0"/>
              <a:t>Defense Mechanisms and Countermeasures</a:t>
            </a:r>
            <a:endParaRPr lang="en-I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18FD9-A113-2B74-E520-2D018AA7A9C9}"/>
              </a:ext>
            </a:extLst>
          </p:cNvPr>
          <p:cNvSpPr txBox="1"/>
          <p:nvPr/>
        </p:nvSpPr>
        <p:spPr>
          <a:xfrm>
            <a:off x="830438" y="6434833"/>
            <a:ext cx="902776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D" dirty="0"/>
              <a:t>Stalling, William, 3.6 security issues and </a:t>
            </a:r>
            <a:r>
              <a:rPr lang="en-ID" dirty="0" err="1"/>
              <a:t>defense</a:t>
            </a:r>
            <a:r>
              <a:rPr lang="en-ID" dirty="0"/>
              <a:t> mechanism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67D7EF-466C-769E-F8A3-C8DD214A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130" y="1128016"/>
            <a:ext cx="5527935" cy="530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30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52832E-6647-AEAF-1272-014891FC7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642" y="1621857"/>
            <a:ext cx="9618662" cy="4991101"/>
          </a:xfrm>
        </p:spPr>
        <p:txBody>
          <a:bodyPr/>
          <a:lstStyle/>
          <a:p>
            <a:pPr algn="just"/>
            <a:r>
              <a:rPr lang="en-US" sz="2400" dirty="0" err="1"/>
              <a:t>Panek</a:t>
            </a:r>
            <a:r>
              <a:rPr lang="en-US" sz="2400" dirty="0"/>
              <a:t>, Crystal. (2019). Security Fundamental, John Wiley &amp;     	 Sons, Inc. Indianapolis. ISBN: 978-1-119-65066-9</a:t>
            </a:r>
          </a:p>
          <a:p>
            <a:r>
              <a:rPr lang="en-US" sz="2400" dirty="0"/>
              <a:t>Stallings, William and Lawrie Brown. 2018. Computer Security: Principles and Practice, 4th Edition. Global Edition, Pearson Education Limited</a:t>
            </a:r>
          </a:p>
          <a:p>
            <a:r>
              <a:rPr lang="en-US" sz="2400" dirty="0">
                <a:hlinkClick r:id="rId3"/>
              </a:rPr>
              <a:t>https://www.javatpoint.com/ipv4-vs-ipv6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https://www.avast.com/c-ipv4-vs-ipv6-addresses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9CDB2E-CD11-5B75-97C6-A3ABA01F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6995" y="119071"/>
            <a:ext cx="6605442" cy="1260475"/>
          </a:xfrm>
        </p:spPr>
        <p:txBody>
          <a:bodyPr/>
          <a:lstStyle/>
          <a:p>
            <a:pPr algn="ctr"/>
            <a:r>
              <a:rPr lang="en-US" sz="4000" b="1" dirty="0"/>
              <a:t>References</a:t>
            </a:r>
            <a:endParaRPr lang="en-ID" sz="4000" b="1" dirty="0"/>
          </a:p>
        </p:txBody>
      </p:sp>
    </p:spTree>
    <p:extLst>
      <p:ext uri="{BB962C8B-B14F-4D97-AF65-F5344CB8AC3E}">
        <p14:creationId xmlns:p14="http://schemas.microsoft.com/office/powerpoint/2010/main" val="661899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  <TaxCatchAll xmlns="9fdf624c-fedc-4f6c-b928-0c7bf4c9e10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CC9D0B23-B8ED-45C8-A14C-9C0889457D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313E50-9F1C-4EB2-8248-D1942A92381A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47793baa-3cbb-486e-a055-4d42ce3882d7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sharepoint/v3/fields"/>
    <ds:schemaRef ds:uri="9fdf624c-fedc-4f6c-b928-0c7bf4c9e10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1581</Words>
  <Application>Microsoft Office PowerPoint</Application>
  <PresentationFormat>Custom</PresentationFormat>
  <Paragraphs>135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Open Sans</vt:lpstr>
      <vt:lpstr>Open Sans Extrabold</vt:lpstr>
      <vt:lpstr>Open Sans Semibold</vt:lpstr>
      <vt:lpstr>SabonLTStd-Bold</vt:lpstr>
      <vt:lpstr>SabonLTStd-BoldItalic</vt:lpstr>
      <vt:lpstr>SabonLTStd-Roman</vt:lpstr>
      <vt:lpstr>Verdana</vt:lpstr>
      <vt:lpstr>Office Theme</vt:lpstr>
      <vt:lpstr>Computer Security Principles</vt:lpstr>
      <vt:lpstr>These slides have been adapted from:  Panek, Crystal. (2019). Security Fundamental, John Wiley &amp; Sons, Inc. Indianapolis. ISBN: 978-1-119-65066-9  Lesson 4 </vt:lpstr>
      <vt:lpstr>- Understanding DNS &amp; DNS Security Extentions - Protocol Spoofing - Network Sniffing - Common Attack Methods - DoS &amp; DDoS Attack  - IPV4 vs IPV6 - Network specific threats and attack types - Defense mechanisms and countermeasures</vt:lpstr>
      <vt:lpstr>Understanding DNS &amp;  DNS Security Extentions</vt:lpstr>
      <vt:lpstr>Understanding Protocol Spoofing</vt:lpstr>
      <vt:lpstr>Understanding When to Use a Hardware Firewall Instead of a Software Firewall</vt:lpstr>
      <vt:lpstr>Understanding Network Sniffing</vt:lpstr>
      <vt:lpstr>Understanding Denial-of-Service (DoS) Attacks</vt:lpstr>
      <vt:lpstr>Understanding Denial-of-Service (DoS) Attacks</vt:lpstr>
      <vt:lpstr>IPV4 vs IPV6 Security </vt:lpstr>
      <vt:lpstr>PowerPoint Presentation</vt:lpstr>
      <vt:lpstr>IPv4 AND IPv6 SECURITY</vt:lpstr>
      <vt:lpstr>Applications of IPSec</vt:lpstr>
      <vt:lpstr>Network specific threats and attack types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danton sihombing</dc:creator>
  <cp:lastModifiedBy>Ika Dyah Agustia Rachmawati</cp:lastModifiedBy>
  <cp:revision>62</cp:revision>
  <dcterms:created xsi:type="dcterms:W3CDTF">2014-01-27T02:13:18Z</dcterms:created>
  <dcterms:modified xsi:type="dcterms:W3CDTF">2022-12-20T15:09:38Z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607fc7ea-bc95-4549-a0d4-b252b58b529e</vt:lpwstr>
  </property>
</Properties>
</file>