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3"/>
  </p:notesMasterIdLst>
  <p:sldIdLst>
    <p:sldId id="256" r:id="rId6"/>
    <p:sldId id="271" r:id="rId7"/>
    <p:sldId id="257" r:id="rId8"/>
    <p:sldId id="272" r:id="rId9"/>
    <p:sldId id="263" r:id="rId10"/>
    <p:sldId id="269" r:id="rId11"/>
    <p:sldId id="270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4" r:id="rId21"/>
    <p:sldId id="283" r:id="rId22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256"/>
          </p14:sldIdLst>
        </p14:section>
        <p14:section name="COURSE CONTENT" id="{6162E7E0-B512-4FEF-B619-C9187795397D}">
          <p14:sldIdLst>
            <p14:sldId id="271"/>
            <p14:sldId id="257"/>
            <p14:sldId id="272"/>
            <p14:sldId id="263"/>
            <p14:sldId id="269"/>
            <p14:sldId id="270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4"/>
          </p14:sldIdLst>
        </p14:section>
        <p14:section name="REFERENCES" id="{11ED6803-A38C-4226-8496-86D05012E7E0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06ABD-9294-408D-9654-1E18CD648961}" v="125" dt="2022-09-05T17:36:29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0"/>
    <p:restoredTop sz="84900" autoAdjust="0"/>
  </p:normalViewPr>
  <p:slideViewPr>
    <p:cSldViewPr snapToGrid="0" snapToObjects="1">
      <p:cViewPr varScale="1">
        <p:scale>
          <a:sx n="46" d="100"/>
          <a:sy n="46" d="100"/>
        </p:scale>
        <p:origin x="1832" y="32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ki Sadekh" userId="b15e8503-bfd0-4da6-add0-4a5f50c7c7cc" providerId="ADAL" clId="{7A406ABD-9294-408D-9654-1E18CD648961}"/>
    <pc:docChg chg="undo custSel modSld modMainMaster modNotesMaster">
      <pc:chgData name="Melki Sadekh" userId="b15e8503-bfd0-4da6-add0-4a5f50c7c7cc" providerId="ADAL" clId="{7A406ABD-9294-408D-9654-1E18CD648961}" dt="2022-09-05T17:36:41.950" v="512" actId="242"/>
      <pc:docMkLst>
        <pc:docMk/>
      </pc:docMkLst>
      <pc:sldChg chg="addSp delSp modSp mod chgLayout">
        <pc:chgData name="Melki Sadekh" userId="b15e8503-bfd0-4da6-add0-4a5f50c7c7cc" providerId="ADAL" clId="{7A406ABD-9294-408D-9654-1E18CD648961}" dt="2022-09-05T17:34:16.911" v="503" actId="20577"/>
        <pc:sldMkLst>
          <pc:docMk/>
          <pc:sldMk cId="0" sldId="256"/>
        </pc:sldMkLst>
        <pc:spChg chg="add del mod ord">
          <ac:chgData name="Melki Sadekh" userId="b15e8503-bfd0-4da6-add0-4a5f50c7c7cc" providerId="ADAL" clId="{7A406ABD-9294-408D-9654-1E18CD648961}" dt="2022-09-05T17:18:07.416" v="163" actId="700"/>
          <ac:spMkLst>
            <pc:docMk/>
            <pc:sldMk cId="0" sldId="256"/>
            <ac:spMk id="2" creationId="{3C3955F9-70BA-B310-DE94-3479BEFC7AD4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3" creationId="{7FA8C5E2-58EF-6780-CA47-2E061788505B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4" creationId="{C186A370-C71E-651E-ED93-2E0AE1D303DC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5" creationId="{723AB480-49D7-23F5-75B4-8CA002A71305}"/>
          </ac:spMkLst>
        </pc:spChg>
        <pc:spChg chg="add mod ord">
          <ac:chgData name="Melki Sadekh" userId="b15e8503-bfd0-4da6-add0-4a5f50c7c7cc" providerId="ADAL" clId="{7A406ABD-9294-408D-9654-1E18CD648961}" dt="2022-09-05T17:34:16.911" v="503" actId="20577"/>
          <ac:spMkLst>
            <pc:docMk/>
            <pc:sldMk cId="0" sldId="256"/>
            <ac:spMk id="6" creationId="{0A06AC66-8F8F-AE18-BEF4-9B3C75D6072A}"/>
          </ac:spMkLst>
        </pc:spChg>
        <pc:spChg chg="add mod ord">
          <ac:chgData name="Melki Sadekh" userId="b15e8503-bfd0-4da6-add0-4a5f50c7c7cc" providerId="ADAL" clId="{7A406ABD-9294-408D-9654-1E18CD648961}" dt="2022-09-05T17:30:53.503" v="437" actId="20577"/>
          <ac:spMkLst>
            <pc:docMk/>
            <pc:sldMk cId="0" sldId="256"/>
            <ac:spMk id="7" creationId="{0B6EC62A-27C2-091D-EB52-B027A4D21F65}"/>
          </ac:spMkLst>
        </pc:spChg>
        <pc:spChg chg="add del mod ord">
          <ac:chgData name="Melki Sadekh" userId="b15e8503-bfd0-4da6-add0-4a5f50c7c7cc" providerId="ADAL" clId="{7A406ABD-9294-408D-9654-1E18CD648961}" dt="2022-09-05T17:28:37.556" v="350" actId="700"/>
          <ac:spMkLst>
            <pc:docMk/>
            <pc:sldMk cId="0" sldId="256"/>
            <ac:spMk id="8" creationId="{69B7264D-82D5-CDB0-1942-D007A8D9C934}"/>
          </ac:spMkLst>
        </pc:spChg>
        <pc:spChg chg="add mod ord">
          <ac:chgData name="Melki Sadekh" userId="b15e8503-bfd0-4da6-add0-4a5f50c7c7cc" providerId="ADAL" clId="{7A406ABD-9294-408D-9654-1E18CD648961}" dt="2022-09-05T17:31:12.791" v="448" actId="1076"/>
          <ac:spMkLst>
            <pc:docMk/>
            <pc:sldMk cId="0" sldId="256"/>
            <ac:spMk id="9" creationId="{005996A7-AF79-38BF-09FD-195669101DF2}"/>
          </ac:spMkLst>
        </pc:spChg>
        <pc:spChg chg="add mod ord">
          <ac:chgData name="Melki Sadekh" userId="b15e8503-bfd0-4da6-add0-4a5f50c7c7cc" providerId="ADAL" clId="{7A406ABD-9294-408D-9654-1E18CD648961}" dt="2022-09-05T17:30:43.061" v="418" actId="20577"/>
          <ac:spMkLst>
            <pc:docMk/>
            <pc:sldMk cId="0" sldId="256"/>
            <ac:spMk id="10" creationId="{31EC31AE-8EDA-FF91-CB1A-43328D9DED3C}"/>
          </ac:spMkLst>
        </pc:spChg>
        <pc:spChg chg="del mod">
          <ac:chgData name="Melki Sadekh" userId="b15e8503-bfd0-4da6-add0-4a5f50c7c7cc" providerId="ADAL" clId="{7A406ABD-9294-408D-9654-1E18CD648961}" dt="2022-09-05T17:01:15.663" v="61" actId="478"/>
          <ac:spMkLst>
            <pc:docMk/>
            <pc:sldMk cId="0" sldId="256"/>
            <ac:spMk id="17" creationId="{CE9AF79D-845E-461B-ADC4-7B9B51F04481}"/>
          </ac:spMkLst>
        </pc:spChg>
        <pc:spChg chg="del mod">
          <ac:chgData name="Melki Sadekh" userId="b15e8503-bfd0-4da6-add0-4a5f50c7c7cc" providerId="ADAL" clId="{7A406ABD-9294-408D-9654-1E18CD648961}" dt="2022-09-05T17:04:27.291" v="79" actId="478"/>
          <ac:spMkLst>
            <pc:docMk/>
            <pc:sldMk cId="0" sldId="256"/>
            <ac:spMk id="18" creationId="{32DB365E-C0A0-4B3F-B6B1-8D39827C09A3}"/>
          </ac:spMkLst>
        </pc:spChg>
      </pc:sldChg>
      <pc:sldChg chg="modSp">
        <pc:chgData name="Melki Sadekh" userId="b15e8503-bfd0-4da6-add0-4a5f50c7c7cc" providerId="ADAL" clId="{7A406ABD-9294-408D-9654-1E18CD648961}" dt="2022-09-05T16:52:17.125" v="11"/>
        <pc:sldMkLst>
          <pc:docMk/>
          <pc:sldMk cId="2516975436" sldId="259"/>
        </pc:sld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3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5" creationId="{00000000-0000-0000-0000-000000000000}"/>
          </ac:spMkLst>
        </pc:spChg>
      </pc:sldChg>
      <pc:sldChg chg="modSp mod">
        <pc:chgData name="Melki Sadekh" userId="b15e8503-bfd0-4da6-add0-4a5f50c7c7cc" providerId="ADAL" clId="{7A406ABD-9294-408D-9654-1E18CD648961}" dt="2022-09-05T17:08:05.999" v="113" actId="12788"/>
        <pc:sldMkLst>
          <pc:docMk/>
          <pc:sldMk cId="3205675800" sldId="271"/>
        </pc:sldMkLst>
        <pc:spChg chg="mod">
          <ac:chgData name="Melki Sadekh" userId="b15e8503-bfd0-4da6-add0-4a5f50c7c7cc" providerId="ADAL" clId="{7A406ABD-9294-408D-9654-1E18CD648961}" dt="2022-09-05T17:08:01.702" v="112" actId="12788"/>
          <ac:spMkLst>
            <pc:docMk/>
            <pc:sldMk cId="3205675800" sldId="271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7:08:05.999" v="113" actId="12788"/>
          <ac:spMkLst>
            <pc:docMk/>
            <pc:sldMk cId="3205675800" sldId="271"/>
            <ac:spMk id="5" creationId="{00000000-0000-0000-0000-000000000000}"/>
          </ac:spMkLst>
        </pc:spChg>
      </pc:sldChg>
      <pc:sldMasterChg chg="modSp modSldLayout">
        <pc:chgData name="Melki Sadekh" userId="b15e8503-bfd0-4da6-add0-4a5f50c7c7cc" providerId="ADAL" clId="{7A406ABD-9294-408D-9654-1E18CD648961}" dt="2022-09-05T17:36:41.950" v="512" actId="242"/>
        <pc:sldMasterMkLst>
          <pc:docMk/>
          <pc:sldMasterMk cId="0" sldId="2147483648"/>
        </pc:sldMaster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7" creationId="{00000000-0000-0000-0000-000000000000}"/>
          </ac:spMkLst>
        </pc:spChg>
        <pc:picChg chg="mod">
          <ac:chgData name="Melki Sadekh" userId="b15e8503-bfd0-4da6-add0-4a5f50c7c7cc" providerId="ADAL" clId="{7A406ABD-9294-408D-9654-1E18CD648961}" dt="2022-09-05T16:52:17.125" v="11"/>
          <ac:picMkLst>
            <pc:docMk/>
            <pc:sldMasterMk cId="0" sldId="2147483648"/>
            <ac:picMk id="7" creationId="{00000000-0000-0000-0000-000000000000}"/>
          </ac:picMkLst>
        </pc:picChg>
        <pc:sldLayoutChg chg="addSp delSp modSp mod">
          <pc:chgData name="Melki Sadekh" userId="b15e8503-bfd0-4da6-add0-4a5f50c7c7cc" providerId="ADAL" clId="{7A406ABD-9294-408D-9654-1E18CD648961}" dt="2022-09-05T17:36:41.950" v="512" actId="242"/>
          <pc:sldLayoutMkLst>
            <pc:docMk/>
            <pc:sldMasterMk cId="0" sldId="2147483648"/>
            <pc:sldLayoutMk cId="0" sldId="2147483649"/>
          </pc:sldLayoutMkLst>
          <pc:spChg chg="add del mod">
            <ac:chgData name="Melki Sadekh" userId="b15e8503-bfd0-4da6-add0-4a5f50c7c7cc" providerId="ADAL" clId="{7A406ABD-9294-408D-9654-1E18CD648961}" dt="2022-09-05T16:57:34.307" v="15" actId="478"/>
            <ac:spMkLst>
              <pc:docMk/>
              <pc:sldMasterMk cId="0" sldId="2147483648"/>
              <pc:sldLayoutMk cId="0" sldId="2147483649"/>
              <ac:spMk id="2" creationId="{CD3B7000-5397-A28D-5FE7-07A2D1A50386}"/>
            </ac:spMkLst>
          </pc:spChg>
          <pc:spChg chg="add del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3" creationId="{FD75122C-7B91-D349-884F-EBD758C4BC3F}"/>
            </ac:spMkLst>
          </pc:spChg>
          <pc:spChg chg="add del mod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4" creationId="{F97D6384-5BD7-023B-0B85-A333438E8B82}"/>
            </ac:spMkLst>
          </pc:spChg>
          <pc:spChg chg="add del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5" creationId="{976AE189-93B7-0C81-340D-2700AA0269C9}"/>
            </ac:spMkLst>
          </pc:spChg>
          <pc:spChg chg="add del mod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6" creationId="{A9E4038A-3EBB-D7F8-2B31-3D62C7566B98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8" creationId="{0D8F372F-1EE1-458C-4248-6F4255BE2F94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9" creationId="{6E4C8F5B-1627-51DA-EB6B-F77C4594A75F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10" creationId="{86AF7980-0673-45F0-F535-194125650B0A}"/>
            </ac:spMkLst>
          </pc:spChg>
          <pc:spChg chg="add mod">
            <ac:chgData name="Melki Sadekh" userId="b15e8503-bfd0-4da6-add0-4a5f50c7c7cc" providerId="ADAL" clId="{7A406ABD-9294-408D-9654-1E18CD648961}" dt="2022-09-05T17:36:17.989" v="508" actId="404"/>
            <ac:spMkLst>
              <pc:docMk/>
              <pc:sldMasterMk cId="0" sldId="2147483648"/>
              <pc:sldLayoutMk cId="0" sldId="2147483649"/>
              <ac:spMk id="13" creationId="{FD933DC8-5F40-4DE1-1800-4555D43F04F4}"/>
            </ac:spMkLst>
          </pc:spChg>
          <pc:spChg chg="add del mod">
            <ac:chgData name="Melki Sadekh" userId="b15e8503-bfd0-4da6-add0-4a5f50c7c7cc" providerId="ADAL" clId="{7A406ABD-9294-408D-9654-1E18CD648961}" dt="2022-09-05T17:14:13.190" v="124" actId="478"/>
            <ac:spMkLst>
              <pc:docMk/>
              <pc:sldMasterMk cId="0" sldId="2147483648"/>
              <pc:sldLayoutMk cId="0" sldId="2147483649"/>
              <ac:spMk id="16" creationId="{DD5C0D8D-1877-C891-2896-9219D19CFFC6}"/>
            </ac:spMkLst>
          </pc:spChg>
          <pc:spChg chg="add del mod">
            <ac:chgData name="Melki Sadekh" userId="b15e8503-bfd0-4da6-add0-4a5f50c7c7cc" providerId="ADAL" clId="{7A406ABD-9294-408D-9654-1E18CD648961}" dt="2022-09-05T17:15:29.145" v="131" actId="478"/>
            <ac:spMkLst>
              <pc:docMk/>
              <pc:sldMasterMk cId="0" sldId="2147483648"/>
              <pc:sldLayoutMk cId="0" sldId="2147483649"/>
              <ac:spMk id="17" creationId="{1530A19B-7E4A-7831-6CD7-2661BA4B5248}"/>
            </ac:spMkLst>
          </pc:spChg>
          <pc:spChg chg="add del">
            <ac:chgData name="Melki Sadekh" userId="b15e8503-bfd0-4da6-add0-4a5f50c7c7cc" providerId="ADAL" clId="{7A406ABD-9294-408D-9654-1E18CD648961}" dt="2022-09-05T17:13:46.599" v="114" actId="11529"/>
            <ac:spMkLst>
              <pc:docMk/>
              <pc:sldMasterMk cId="0" sldId="2147483648"/>
              <pc:sldLayoutMk cId="0" sldId="2147483649"/>
              <ac:spMk id="18" creationId="{35646AAE-5990-C8BC-7F65-177582E9DD0D}"/>
            </ac:spMkLst>
          </pc:spChg>
          <pc:spChg chg="add mod">
            <ac:chgData name="Melki Sadekh" userId="b15e8503-bfd0-4da6-add0-4a5f50c7c7cc" providerId="ADAL" clId="{7A406ABD-9294-408D-9654-1E18CD648961}" dt="2022-09-05T17:36:41.950" v="512" actId="242"/>
            <ac:spMkLst>
              <pc:docMk/>
              <pc:sldMasterMk cId="0" sldId="2147483648"/>
              <pc:sldLayoutMk cId="0" sldId="2147483649"/>
              <ac:spMk id="19" creationId="{07BD9D23-A348-F595-B710-95E853784A1D}"/>
            </ac:spMkLst>
          </pc:spChg>
          <pc:spChg chg="add del">
            <ac:chgData name="Melki Sadekh" userId="b15e8503-bfd0-4da6-add0-4a5f50c7c7cc" providerId="ADAL" clId="{7A406ABD-9294-408D-9654-1E18CD648961}" dt="2022-09-05T17:15:41.142" v="132" actId="11529"/>
            <ac:spMkLst>
              <pc:docMk/>
              <pc:sldMasterMk cId="0" sldId="2147483648"/>
              <pc:sldLayoutMk cId="0" sldId="2147483649"/>
              <ac:spMk id="20" creationId="{18CAEB49-DCC2-C826-8C7C-969A3E6F6E4A}"/>
            </ac:spMkLst>
          </pc:spChg>
          <pc:spChg chg="add del mod">
            <ac:chgData name="Melki Sadekh" userId="b15e8503-bfd0-4da6-add0-4a5f50c7c7cc" providerId="ADAL" clId="{7A406ABD-9294-408D-9654-1E18CD648961}" dt="2022-09-05T17:15:53.084" v="135" actId="478"/>
            <ac:spMkLst>
              <pc:docMk/>
              <pc:sldMasterMk cId="0" sldId="2147483648"/>
              <pc:sldLayoutMk cId="0" sldId="2147483649"/>
              <ac:spMk id="21" creationId="{DE7986EB-C68C-7160-6E5D-C702D390BA8D}"/>
            </ac:spMkLst>
          </pc:spChg>
          <pc:spChg chg="add del">
            <ac:chgData name="Melki Sadekh" userId="b15e8503-bfd0-4da6-add0-4a5f50c7c7cc" providerId="ADAL" clId="{7A406ABD-9294-408D-9654-1E18CD648961}" dt="2022-09-05T17:15:59.719" v="136" actId="11529"/>
            <ac:spMkLst>
              <pc:docMk/>
              <pc:sldMasterMk cId="0" sldId="2147483648"/>
              <pc:sldLayoutMk cId="0" sldId="2147483649"/>
              <ac:spMk id="22" creationId="{144339EC-F3C2-6A6E-EE74-06A2B3497D97}"/>
            </ac:spMkLst>
          </pc:spChg>
          <pc:spChg chg="add del mod">
            <ac:chgData name="Melki Sadekh" userId="b15e8503-bfd0-4da6-add0-4a5f50c7c7cc" providerId="ADAL" clId="{7A406ABD-9294-408D-9654-1E18CD648961}" dt="2022-09-05T17:19:23.461" v="166" actId="478"/>
            <ac:spMkLst>
              <pc:docMk/>
              <pc:sldMasterMk cId="0" sldId="2147483648"/>
              <pc:sldLayoutMk cId="0" sldId="2147483649"/>
              <ac:spMk id="23" creationId="{743FCAE2-0914-1426-6667-6053B7EA6EC9}"/>
            </ac:spMkLst>
          </pc:spChg>
          <pc:spChg chg="add mod">
            <ac:chgData name="Melki Sadekh" userId="b15e8503-bfd0-4da6-add0-4a5f50c7c7cc" providerId="ADAL" clId="{7A406ABD-9294-408D-9654-1E18CD648961}" dt="2022-09-05T17:35:18.142" v="507" actId="14100"/>
            <ac:spMkLst>
              <pc:docMk/>
              <pc:sldMasterMk cId="0" sldId="2147483648"/>
              <pc:sldLayoutMk cId="0" sldId="2147483649"/>
              <ac:spMk id="24" creationId="{AF6EC7A6-1644-1988-E351-DCDA588E6A1F}"/>
            </ac:spMkLst>
          </pc:spChg>
          <pc:spChg chg="add mod">
            <ac:chgData name="Melki Sadekh" userId="b15e8503-bfd0-4da6-add0-4a5f50c7c7cc" providerId="ADAL" clId="{7A406ABD-9294-408D-9654-1E18CD648961}" dt="2022-09-05T17:36:38.722" v="511" actId="242"/>
            <ac:spMkLst>
              <pc:docMk/>
              <pc:sldMasterMk cId="0" sldId="2147483648"/>
              <pc:sldLayoutMk cId="0" sldId="2147483649"/>
              <ac:spMk id="25" creationId="{521841C5-28C7-B1B8-56E4-4193C600942A}"/>
            </ac:spMkLst>
          </pc:spChg>
          <pc:picChg chg="mod">
            <ac:chgData name="Melki Sadekh" userId="b15e8503-bfd0-4da6-add0-4a5f50c7c7cc" providerId="ADAL" clId="{7A406ABD-9294-408D-9654-1E18CD648961}" dt="2022-09-05T17:19:52.385" v="174" actId="34135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del">
            <ac:chgData name="Melki Sadekh" userId="b15e8503-bfd0-4da6-add0-4a5f50c7c7cc" providerId="ADAL" clId="{7A406ABD-9294-408D-9654-1E18CD648961}" dt="2022-09-05T16:50:13.312" v="2" actId="478"/>
            <ac:picMkLst>
              <pc:docMk/>
              <pc:sldMasterMk cId="0" sldId="2147483648"/>
              <pc:sldLayoutMk cId="0" sldId="2147483649"/>
              <ac:picMk id="11" creationId="{0D00FE9A-5B56-CC4A-AE9A-C22895A4A65F}"/>
            </ac:picMkLst>
          </pc:picChg>
          <pc:picChg chg="del">
            <ac:chgData name="Melki Sadekh" userId="b15e8503-bfd0-4da6-add0-4a5f50c7c7cc" providerId="ADAL" clId="{7A406ABD-9294-408D-9654-1E18CD648961}" dt="2022-09-05T16:50:12.259" v="1" actId="478"/>
            <ac:picMkLst>
              <pc:docMk/>
              <pc:sldMasterMk cId="0" sldId="2147483648"/>
              <pc:sldLayoutMk cId="0" sldId="2147483649"/>
              <ac:picMk id="12" creationId="{9EA64FB5-AD3D-6B4E-9CDC-DAE578F5C07C}"/>
            </ac:picMkLst>
          </pc:picChg>
          <pc:picChg chg="add del">
            <ac:chgData name="Melki Sadekh" userId="b15e8503-bfd0-4da6-add0-4a5f50c7c7cc" providerId="ADAL" clId="{7A406ABD-9294-408D-9654-1E18CD648961}" dt="2022-09-05T17:03:03.153" v="65" actId="22"/>
            <ac:picMkLst>
              <pc:docMk/>
              <pc:sldMasterMk cId="0" sldId="2147483648"/>
              <pc:sldLayoutMk cId="0" sldId="2147483649"/>
              <ac:picMk id="15" creationId="{AEAD4078-E437-914A-3D5D-158FB4C1FFF2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6.383" v="107" actId="478"/>
          <pc:sldLayoutMkLst>
            <pc:docMk/>
            <pc:sldMasterMk cId="0" sldId="2147483648"/>
            <pc:sldLayoutMk cId="0" sldId="2147483650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9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26.383" v="107" actId="478"/>
            <ac:picMkLst>
              <pc:docMk/>
              <pc:sldMasterMk cId="0" sldId="2147483648"/>
              <pc:sldLayoutMk cId="0" sldId="2147483650"/>
              <ac:picMk id="11" creationId="{B629EBDB-E5DA-C246-981F-4C19F8FC4578}"/>
            </ac:picMkLst>
          </pc:picChg>
          <pc:picChg chg="del mod">
            <ac:chgData name="Melki Sadekh" userId="b15e8503-bfd0-4da6-add0-4a5f50c7c7cc" providerId="ADAL" clId="{7A406ABD-9294-408D-9654-1E18CD648961}" dt="2022-09-05T17:06:52.066" v="102" actId="478"/>
            <ac:picMkLst>
              <pc:docMk/>
              <pc:sldMasterMk cId="0" sldId="2147483648"/>
              <pc:sldLayoutMk cId="0" sldId="2147483650"/>
              <ac:picMk id="12" creationId="{5317F68B-01F1-E94A-99D3-3F09D8A936B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8.942" v="108" actId="478"/>
          <pc:sldLayoutMkLst>
            <pc:docMk/>
            <pc:sldMasterMk cId="0" sldId="2147483648"/>
            <pc:sldLayoutMk cId="0" sldId="2147483651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28.942" v="108" actId="478"/>
            <ac:picMkLst>
              <pc:docMk/>
              <pc:sldMasterMk cId="0" sldId="2147483648"/>
              <pc:sldLayoutMk cId="0" sldId="2147483651"/>
              <ac:picMk id="7" creationId="{EB33BA03-3A39-B849-9650-5243CD565A8A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0.839" v="109" actId="478"/>
          <pc:sldLayoutMkLst>
            <pc:docMk/>
            <pc:sldMasterMk cId="0" sldId="2147483648"/>
            <pc:sldLayoutMk cId="0" sldId="2147483652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2"/>
              <ac:picMk id="8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30.839" v="109" actId="478"/>
            <ac:picMkLst>
              <pc:docMk/>
              <pc:sldMasterMk cId="0" sldId="2147483648"/>
              <pc:sldLayoutMk cId="0" sldId="2147483652"/>
              <ac:picMk id="12" creationId="{3DC9F73C-0878-E542-8513-409788190553}"/>
            </ac:picMkLst>
          </pc:picChg>
          <pc:picChg chg="del mod">
            <ac:chgData name="Melki Sadekh" userId="b15e8503-bfd0-4da6-add0-4a5f50c7c7cc" providerId="ADAL" clId="{7A406ABD-9294-408D-9654-1E18CD648961}" dt="2022-09-05T17:06:56.938" v="103" actId="478"/>
            <ac:picMkLst>
              <pc:docMk/>
              <pc:sldMasterMk cId="0" sldId="2147483648"/>
              <pc:sldLayoutMk cId="0" sldId="2147483652"/>
              <ac:picMk id="13" creationId="{E24EA1D8-E779-9B4C-A906-459512BC2D8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2.784" v="110" actId="478"/>
          <pc:sldLayoutMkLst>
            <pc:docMk/>
            <pc:sldMasterMk cId="0" sldId="2147483648"/>
            <pc:sldLayoutMk cId="0" sldId="2147483653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1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6:59.897" v="105" actId="478"/>
            <ac:picMkLst>
              <pc:docMk/>
              <pc:sldMasterMk cId="0" sldId="2147483648"/>
              <pc:sldLayoutMk cId="0" sldId="2147483653"/>
              <ac:picMk id="12" creationId="{0859D3EC-5E23-3B41-9DA0-38316698BC36}"/>
            </ac:picMkLst>
          </pc:picChg>
          <pc:picChg chg="del mod">
            <ac:chgData name="Melki Sadekh" userId="b15e8503-bfd0-4da6-add0-4a5f50c7c7cc" providerId="ADAL" clId="{7A406ABD-9294-408D-9654-1E18CD648961}" dt="2022-09-05T17:07:32.784" v="110" actId="478"/>
            <ac:picMkLst>
              <pc:docMk/>
              <pc:sldMasterMk cId="0" sldId="2147483648"/>
              <pc:sldLayoutMk cId="0" sldId="2147483653"/>
              <ac:picMk id="13" creationId="{07D22DC1-2584-BA45-ADB4-CB64B76C9196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4.904" v="111" actId="478"/>
          <pc:sldLayoutMkLst>
            <pc:docMk/>
            <pc:sldMasterMk cId="0" sldId="2147483648"/>
            <pc:sldLayoutMk cId="0" sldId="2147483654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7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34.904" v="111" actId="478"/>
            <ac:picMkLst>
              <pc:docMk/>
              <pc:sldMasterMk cId="0" sldId="2147483648"/>
              <pc:sldLayoutMk cId="0" sldId="2147483654"/>
              <ac:picMk id="8" creationId="{1A1711B1-0CB2-3642-B322-BB9057DC06A4}"/>
            </ac:picMkLst>
          </pc:picChg>
          <pc:picChg chg="del mod">
            <ac:chgData name="Melki Sadekh" userId="b15e8503-bfd0-4da6-add0-4a5f50c7c7cc" providerId="ADAL" clId="{7A406ABD-9294-408D-9654-1E18CD648961}" dt="2022-09-05T17:07:05.532" v="106" actId="478"/>
            <ac:picMkLst>
              <pc:docMk/>
              <pc:sldMasterMk cId="0" sldId="2147483648"/>
              <pc:sldLayoutMk cId="0" sldId="2147483654"/>
              <ac:picMk id="9" creationId="{EDE9ED95-923D-3548-823B-31E4248CF767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0" sldId="2147483655"/>
          </pc:sldLayoutMkLst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5"/>
              <ac:picMk id="5" creationId="{00000000-0000-0000-0000-000000000000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3329407852" sldId="2147483656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3329407852" sldId="2147483656"/>
              <ac:spMk id="6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3329407852" sldId="2147483656"/>
              <ac:picMk id="5" creationId="{00000000-0000-0000-0000-000000000000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C3E66-4438-496F-BAE7-6B6D0236E2CF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E9BF1A1E-1948-442C-AA93-5EAA8717E767}">
      <dgm:prSet phldrT="[Text]"/>
      <dgm:spPr/>
      <dgm:t>
        <a:bodyPr/>
        <a:lstStyle/>
        <a:p>
          <a:r>
            <a:rPr lang="en-US" dirty="0"/>
            <a:t>Dictionary Attack</a:t>
          </a:r>
          <a:endParaRPr lang="en-ID" dirty="0"/>
        </a:p>
      </dgm:t>
    </dgm:pt>
    <dgm:pt modelId="{C34268C5-101A-4CDB-B139-3489E49427DF}" type="parTrans" cxnId="{FF2B6072-1CBE-4FE6-861C-C916CBF51C15}">
      <dgm:prSet/>
      <dgm:spPr/>
      <dgm:t>
        <a:bodyPr/>
        <a:lstStyle/>
        <a:p>
          <a:endParaRPr lang="en-ID"/>
        </a:p>
      </dgm:t>
    </dgm:pt>
    <dgm:pt modelId="{96EBD2FD-F9F1-4AB7-87A9-D426270CD667}" type="sibTrans" cxnId="{FF2B6072-1CBE-4FE6-861C-C916CBF51C15}">
      <dgm:prSet/>
      <dgm:spPr/>
      <dgm:t>
        <a:bodyPr/>
        <a:lstStyle/>
        <a:p>
          <a:endParaRPr lang="en-ID"/>
        </a:p>
      </dgm:t>
    </dgm:pt>
    <dgm:pt modelId="{7184D771-61CF-4617-94A8-483E8E8C82D0}">
      <dgm:prSet phldrT="[Text]"/>
      <dgm:spPr/>
      <dgm:t>
        <a:bodyPr/>
        <a:lstStyle/>
        <a:p>
          <a:r>
            <a:rPr lang="en-ID" dirty="0"/>
            <a:t>Leaked or Shared Passwords</a:t>
          </a:r>
        </a:p>
      </dgm:t>
    </dgm:pt>
    <dgm:pt modelId="{1D1C6123-FC1E-4652-8E8D-E75648DF600B}" type="parTrans" cxnId="{27CBC5A3-DD04-4427-A1C8-E3CD86C0A2D3}">
      <dgm:prSet/>
      <dgm:spPr/>
      <dgm:t>
        <a:bodyPr/>
        <a:lstStyle/>
        <a:p>
          <a:endParaRPr lang="en-ID"/>
        </a:p>
      </dgm:t>
    </dgm:pt>
    <dgm:pt modelId="{F0F6E508-B38A-4A7A-AFF0-CAFA1454CD01}" type="sibTrans" cxnId="{27CBC5A3-DD04-4427-A1C8-E3CD86C0A2D3}">
      <dgm:prSet/>
      <dgm:spPr/>
      <dgm:t>
        <a:bodyPr/>
        <a:lstStyle/>
        <a:p>
          <a:endParaRPr lang="en-ID"/>
        </a:p>
      </dgm:t>
    </dgm:pt>
    <dgm:pt modelId="{B1227508-B09D-4526-B130-83D2B26BCA55}">
      <dgm:prSet phldrT="[Text]"/>
      <dgm:spPr/>
      <dgm:t>
        <a:bodyPr/>
        <a:lstStyle/>
        <a:p>
          <a:r>
            <a:rPr lang="en-ID"/>
            <a:t>Cracked Passwords</a:t>
          </a:r>
          <a:endParaRPr lang="en-ID" dirty="0"/>
        </a:p>
      </dgm:t>
    </dgm:pt>
    <dgm:pt modelId="{5D73A196-87D4-4B7D-93E7-636492BFF22F}" type="parTrans" cxnId="{66874567-694E-46C5-A429-F4D20163CECF}">
      <dgm:prSet/>
      <dgm:spPr/>
      <dgm:t>
        <a:bodyPr/>
        <a:lstStyle/>
        <a:p>
          <a:endParaRPr lang="en-ID"/>
        </a:p>
      </dgm:t>
    </dgm:pt>
    <dgm:pt modelId="{C65F65C5-B4C2-4341-87BA-715CABBF9535}" type="sibTrans" cxnId="{66874567-694E-46C5-A429-F4D20163CECF}">
      <dgm:prSet/>
      <dgm:spPr/>
      <dgm:t>
        <a:bodyPr/>
        <a:lstStyle/>
        <a:p>
          <a:endParaRPr lang="en-ID"/>
        </a:p>
      </dgm:t>
    </dgm:pt>
    <dgm:pt modelId="{0B92302C-F39E-4FCD-AF6B-D0D02573FFC0}">
      <dgm:prSet phldrT="[Text]"/>
      <dgm:spPr/>
      <dgm:t>
        <a:bodyPr/>
        <a:lstStyle/>
        <a:p>
          <a:r>
            <a:rPr lang="en-ID"/>
            <a:t>Network/Wireless Sniffer</a:t>
          </a:r>
          <a:endParaRPr lang="en-ID" dirty="0"/>
        </a:p>
      </dgm:t>
    </dgm:pt>
    <dgm:pt modelId="{93A8916C-8DF8-424F-B470-FB1AB83DBE28}" type="parTrans" cxnId="{9E97B1DD-507F-4723-87D1-950254C5A95C}">
      <dgm:prSet/>
      <dgm:spPr/>
      <dgm:t>
        <a:bodyPr/>
        <a:lstStyle/>
        <a:p>
          <a:endParaRPr lang="en-ID"/>
        </a:p>
      </dgm:t>
    </dgm:pt>
    <dgm:pt modelId="{0DED02F1-0208-466B-942E-27036ABE089A}" type="sibTrans" cxnId="{9E97B1DD-507F-4723-87D1-950254C5A95C}">
      <dgm:prSet/>
      <dgm:spPr/>
      <dgm:t>
        <a:bodyPr/>
        <a:lstStyle/>
        <a:p>
          <a:endParaRPr lang="en-ID"/>
        </a:p>
      </dgm:t>
    </dgm:pt>
    <dgm:pt modelId="{0B4C4634-50EE-4F45-AAC2-9D85DBCEFDA8}">
      <dgm:prSet phldrT="[Text]"/>
      <dgm:spPr/>
      <dgm:t>
        <a:bodyPr/>
        <a:lstStyle/>
        <a:p>
          <a:r>
            <a:rPr lang="en-ID"/>
            <a:t>Guessed Passwords</a:t>
          </a:r>
          <a:endParaRPr lang="en-ID" dirty="0"/>
        </a:p>
      </dgm:t>
    </dgm:pt>
    <dgm:pt modelId="{12258F24-82AA-46F2-BF21-26A9E1BD0D1F}" type="parTrans" cxnId="{C6DC49D8-2206-4A1F-8EA3-234361991F0E}">
      <dgm:prSet/>
      <dgm:spPr/>
      <dgm:t>
        <a:bodyPr/>
        <a:lstStyle/>
        <a:p>
          <a:endParaRPr lang="en-ID"/>
        </a:p>
      </dgm:t>
    </dgm:pt>
    <dgm:pt modelId="{D618C611-3513-41CB-9A41-AC1D5AB62D27}" type="sibTrans" cxnId="{C6DC49D8-2206-4A1F-8EA3-234361991F0E}">
      <dgm:prSet/>
      <dgm:spPr/>
      <dgm:t>
        <a:bodyPr/>
        <a:lstStyle/>
        <a:p>
          <a:endParaRPr lang="en-ID"/>
        </a:p>
      </dgm:t>
    </dgm:pt>
    <dgm:pt modelId="{7B743794-0369-410D-A0CE-B77EF1E0368F}">
      <dgm:prSet phldrT="[Text]"/>
      <dgm:spPr/>
      <dgm:t>
        <a:bodyPr/>
        <a:lstStyle/>
        <a:p>
          <a:r>
            <a:rPr lang="en-ID"/>
            <a:t>Physical Attack</a:t>
          </a:r>
          <a:endParaRPr lang="en-ID" dirty="0"/>
        </a:p>
      </dgm:t>
    </dgm:pt>
    <dgm:pt modelId="{6001F97E-BB4F-47D4-BE6D-C8538E8E67BF}" type="parTrans" cxnId="{681ADD20-1D22-4CF2-9418-8AC1C8534EC7}">
      <dgm:prSet/>
      <dgm:spPr/>
      <dgm:t>
        <a:bodyPr/>
        <a:lstStyle/>
        <a:p>
          <a:endParaRPr lang="en-ID"/>
        </a:p>
      </dgm:t>
    </dgm:pt>
    <dgm:pt modelId="{FF3B8034-A253-45F2-96BC-47BF38925BB2}" type="sibTrans" cxnId="{681ADD20-1D22-4CF2-9418-8AC1C8534EC7}">
      <dgm:prSet/>
      <dgm:spPr/>
      <dgm:t>
        <a:bodyPr/>
        <a:lstStyle/>
        <a:p>
          <a:endParaRPr lang="en-ID"/>
        </a:p>
      </dgm:t>
    </dgm:pt>
    <dgm:pt modelId="{038D8BEA-5644-4990-99DC-DE3982A21D5A}" type="pres">
      <dgm:prSet presAssocID="{02FC3E66-4438-496F-BAE7-6B6D0236E2CF}" presName="linear" presStyleCnt="0">
        <dgm:presLayoutVars>
          <dgm:dir/>
          <dgm:animLvl val="lvl"/>
          <dgm:resizeHandles val="exact"/>
        </dgm:presLayoutVars>
      </dgm:prSet>
      <dgm:spPr/>
    </dgm:pt>
    <dgm:pt modelId="{99D25C93-8F8F-43BF-BF01-13E5F68B70ED}" type="pres">
      <dgm:prSet presAssocID="{E9BF1A1E-1948-442C-AA93-5EAA8717E767}" presName="parentLin" presStyleCnt="0"/>
      <dgm:spPr/>
    </dgm:pt>
    <dgm:pt modelId="{5A167597-CCB9-4FFC-802D-12FAEA0D1752}" type="pres">
      <dgm:prSet presAssocID="{E9BF1A1E-1948-442C-AA93-5EAA8717E767}" presName="parentLeftMargin" presStyleLbl="node1" presStyleIdx="0" presStyleCnt="6"/>
      <dgm:spPr/>
    </dgm:pt>
    <dgm:pt modelId="{6600FDC5-F6D0-4D03-BEEE-263D9EB25EC1}" type="pres">
      <dgm:prSet presAssocID="{E9BF1A1E-1948-442C-AA93-5EAA8717E76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202CA9C-0352-4859-9D2F-A7C8209B9DA9}" type="pres">
      <dgm:prSet presAssocID="{E9BF1A1E-1948-442C-AA93-5EAA8717E767}" presName="negativeSpace" presStyleCnt="0"/>
      <dgm:spPr/>
    </dgm:pt>
    <dgm:pt modelId="{EB93021C-EFB3-4E11-9084-BAC799753FFF}" type="pres">
      <dgm:prSet presAssocID="{E9BF1A1E-1948-442C-AA93-5EAA8717E767}" presName="childText" presStyleLbl="conFgAcc1" presStyleIdx="0" presStyleCnt="6">
        <dgm:presLayoutVars>
          <dgm:bulletEnabled val="1"/>
        </dgm:presLayoutVars>
      </dgm:prSet>
      <dgm:spPr/>
    </dgm:pt>
    <dgm:pt modelId="{7AA7465C-83DC-459F-9B61-B0337530FF54}" type="pres">
      <dgm:prSet presAssocID="{96EBD2FD-F9F1-4AB7-87A9-D426270CD667}" presName="spaceBetweenRectangles" presStyleCnt="0"/>
      <dgm:spPr/>
    </dgm:pt>
    <dgm:pt modelId="{93D4E381-C0C6-428E-9298-914EAD75F910}" type="pres">
      <dgm:prSet presAssocID="{7B743794-0369-410D-A0CE-B77EF1E0368F}" presName="parentLin" presStyleCnt="0"/>
      <dgm:spPr/>
    </dgm:pt>
    <dgm:pt modelId="{CA1C48D6-0231-4EE2-8403-9111237043A0}" type="pres">
      <dgm:prSet presAssocID="{7B743794-0369-410D-A0CE-B77EF1E0368F}" presName="parentLeftMargin" presStyleLbl="node1" presStyleIdx="0" presStyleCnt="6"/>
      <dgm:spPr/>
    </dgm:pt>
    <dgm:pt modelId="{12EFDABA-202E-4DF6-90B3-55E322EDA625}" type="pres">
      <dgm:prSet presAssocID="{7B743794-0369-410D-A0CE-B77EF1E0368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9DF4967-CDF9-4011-BEF4-3D10A11A241E}" type="pres">
      <dgm:prSet presAssocID="{7B743794-0369-410D-A0CE-B77EF1E0368F}" presName="negativeSpace" presStyleCnt="0"/>
      <dgm:spPr/>
    </dgm:pt>
    <dgm:pt modelId="{086B60BF-93E2-4B3C-951B-236B9CCC82DC}" type="pres">
      <dgm:prSet presAssocID="{7B743794-0369-410D-A0CE-B77EF1E0368F}" presName="childText" presStyleLbl="conFgAcc1" presStyleIdx="1" presStyleCnt="6">
        <dgm:presLayoutVars>
          <dgm:bulletEnabled val="1"/>
        </dgm:presLayoutVars>
      </dgm:prSet>
      <dgm:spPr/>
    </dgm:pt>
    <dgm:pt modelId="{A7EB13DE-5E14-420B-8C71-60BEC593AB9A}" type="pres">
      <dgm:prSet presAssocID="{FF3B8034-A253-45F2-96BC-47BF38925BB2}" presName="spaceBetweenRectangles" presStyleCnt="0"/>
      <dgm:spPr/>
    </dgm:pt>
    <dgm:pt modelId="{1150A6C2-C8D8-4CA2-A83B-5939750B3CFE}" type="pres">
      <dgm:prSet presAssocID="{7184D771-61CF-4617-94A8-483E8E8C82D0}" presName="parentLin" presStyleCnt="0"/>
      <dgm:spPr/>
    </dgm:pt>
    <dgm:pt modelId="{6B610F1A-121B-4026-8516-7D8ADE4AE5E9}" type="pres">
      <dgm:prSet presAssocID="{7184D771-61CF-4617-94A8-483E8E8C82D0}" presName="parentLeftMargin" presStyleLbl="node1" presStyleIdx="1" presStyleCnt="6"/>
      <dgm:spPr/>
    </dgm:pt>
    <dgm:pt modelId="{7E20FE53-75E5-46BD-9CB5-516B3AC0C59D}" type="pres">
      <dgm:prSet presAssocID="{7184D771-61CF-4617-94A8-483E8E8C82D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5ADB623-932B-4C60-85B9-79439B4D57E8}" type="pres">
      <dgm:prSet presAssocID="{7184D771-61CF-4617-94A8-483E8E8C82D0}" presName="negativeSpace" presStyleCnt="0"/>
      <dgm:spPr/>
    </dgm:pt>
    <dgm:pt modelId="{1F9258AB-B6CF-45D8-8D19-5ED55B3852F4}" type="pres">
      <dgm:prSet presAssocID="{7184D771-61CF-4617-94A8-483E8E8C82D0}" presName="childText" presStyleLbl="conFgAcc1" presStyleIdx="2" presStyleCnt="6">
        <dgm:presLayoutVars>
          <dgm:bulletEnabled val="1"/>
        </dgm:presLayoutVars>
      </dgm:prSet>
      <dgm:spPr/>
    </dgm:pt>
    <dgm:pt modelId="{140EA979-A174-465E-855B-AC26C097DBCE}" type="pres">
      <dgm:prSet presAssocID="{F0F6E508-B38A-4A7A-AFF0-CAFA1454CD01}" presName="spaceBetweenRectangles" presStyleCnt="0"/>
      <dgm:spPr/>
    </dgm:pt>
    <dgm:pt modelId="{F19FD7A5-4F76-446F-BB0F-76D2B458BF40}" type="pres">
      <dgm:prSet presAssocID="{B1227508-B09D-4526-B130-83D2B26BCA55}" presName="parentLin" presStyleCnt="0"/>
      <dgm:spPr/>
    </dgm:pt>
    <dgm:pt modelId="{B7899189-92C4-407A-BF98-A00A51495273}" type="pres">
      <dgm:prSet presAssocID="{B1227508-B09D-4526-B130-83D2B26BCA55}" presName="parentLeftMargin" presStyleLbl="node1" presStyleIdx="2" presStyleCnt="6"/>
      <dgm:spPr/>
    </dgm:pt>
    <dgm:pt modelId="{9E5423A5-CE58-4CEB-8A07-AD8AB173714E}" type="pres">
      <dgm:prSet presAssocID="{B1227508-B09D-4526-B130-83D2B26BCA5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E2AB936-5DF5-4609-BC87-6D5D8030B379}" type="pres">
      <dgm:prSet presAssocID="{B1227508-B09D-4526-B130-83D2B26BCA55}" presName="negativeSpace" presStyleCnt="0"/>
      <dgm:spPr/>
    </dgm:pt>
    <dgm:pt modelId="{D0F0B73C-6821-4046-9BB8-1522F9B208D9}" type="pres">
      <dgm:prSet presAssocID="{B1227508-B09D-4526-B130-83D2B26BCA55}" presName="childText" presStyleLbl="conFgAcc1" presStyleIdx="3" presStyleCnt="6">
        <dgm:presLayoutVars>
          <dgm:bulletEnabled val="1"/>
        </dgm:presLayoutVars>
      </dgm:prSet>
      <dgm:spPr/>
    </dgm:pt>
    <dgm:pt modelId="{B64397D8-27F2-4694-85F8-CCF7F29608B9}" type="pres">
      <dgm:prSet presAssocID="{C65F65C5-B4C2-4341-87BA-715CABBF9535}" presName="spaceBetweenRectangles" presStyleCnt="0"/>
      <dgm:spPr/>
    </dgm:pt>
    <dgm:pt modelId="{253F090E-2A8C-4269-9475-168609911882}" type="pres">
      <dgm:prSet presAssocID="{0B92302C-F39E-4FCD-AF6B-D0D02573FFC0}" presName="parentLin" presStyleCnt="0"/>
      <dgm:spPr/>
    </dgm:pt>
    <dgm:pt modelId="{0512F5BA-4C3E-4346-8FA3-3EAE67A167AD}" type="pres">
      <dgm:prSet presAssocID="{0B92302C-F39E-4FCD-AF6B-D0D02573FFC0}" presName="parentLeftMargin" presStyleLbl="node1" presStyleIdx="3" presStyleCnt="6"/>
      <dgm:spPr/>
    </dgm:pt>
    <dgm:pt modelId="{5C41177C-B3A1-486B-9227-0AD8F275265C}" type="pres">
      <dgm:prSet presAssocID="{0B92302C-F39E-4FCD-AF6B-D0D02573FFC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FD6AE4D-BF3E-4C4F-BD52-E9EB603CF662}" type="pres">
      <dgm:prSet presAssocID="{0B92302C-F39E-4FCD-AF6B-D0D02573FFC0}" presName="negativeSpace" presStyleCnt="0"/>
      <dgm:spPr/>
    </dgm:pt>
    <dgm:pt modelId="{6436D5E9-2212-4719-B75D-DD4F84F85863}" type="pres">
      <dgm:prSet presAssocID="{0B92302C-F39E-4FCD-AF6B-D0D02573FFC0}" presName="childText" presStyleLbl="conFgAcc1" presStyleIdx="4" presStyleCnt="6">
        <dgm:presLayoutVars>
          <dgm:bulletEnabled val="1"/>
        </dgm:presLayoutVars>
      </dgm:prSet>
      <dgm:spPr/>
    </dgm:pt>
    <dgm:pt modelId="{DC5B4734-21AA-40A8-A541-58BC90F78EDC}" type="pres">
      <dgm:prSet presAssocID="{0DED02F1-0208-466B-942E-27036ABE089A}" presName="spaceBetweenRectangles" presStyleCnt="0"/>
      <dgm:spPr/>
    </dgm:pt>
    <dgm:pt modelId="{AD5B38EF-C0CE-465E-90B5-1EFBC2576A79}" type="pres">
      <dgm:prSet presAssocID="{0B4C4634-50EE-4F45-AAC2-9D85DBCEFDA8}" presName="parentLin" presStyleCnt="0"/>
      <dgm:spPr/>
    </dgm:pt>
    <dgm:pt modelId="{2E70AC49-C256-4761-A823-0B2E706CD659}" type="pres">
      <dgm:prSet presAssocID="{0B4C4634-50EE-4F45-AAC2-9D85DBCEFDA8}" presName="parentLeftMargin" presStyleLbl="node1" presStyleIdx="4" presStyleCnt="6"/>
      <dgm:spPr/>
    </dgm:pt>
    <dgm:pt modelId="{439884D4-8045-45E0-99F4-079918D503C3}" type="pres">
      <dgm:prSet presAssocID="{0B4C4634-50EE-4F45-AAC2-9D85DBCEFDA8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1F13019C-DBFE-4436-A83E-F114179CB08F}" type="pres">
      <dgm:prSet presAssocID="{0B4C4634-50EE-4F45-AAC2-9D85DBCEFDA8}" presName="negativeSpace" presStyleCnt="0"/>
      <dgm:spPr/>
    </dgm:pt>
    <dgm:pt modelId="{7BBBDDEC-E5ED-4376-8491-36E2301F7BF3}" type="pres">
      <dgm:prSet presAssocID="{0B4C4634-50EE-4F45-AAC2-9D85DBCEFDA8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D92401C-15AE-422F-8217-336AB3B5C9D7}" type="presOf" srcId="{7B743794-0369-410D-A0CE-B77EF1E0368F}" destId="{CA1C48D6-0231-4EE2-8403-9111237043A0}" srcOrd="0" destOrd="0" presId="urn:microsoft.com/office/officeart/2005/8/layout/list1"/>
    <dgm:cxn modelId="{0023D01E-1331-40D4-9541-1EA54A9DD0BB}" type="presOf" srcId="{0B4C4634-50EE-4F45-AAC2-9D85DBCEFDA8}" destId="{439884D4-8045-45E0-99F4-079918D503C3}" srcOrd="1" destOrd="0" presId="urn:microsoft.com/office/officeart/2005/8/layout/list1"/>
    <dgm:cxn modelId="{681ADD20-1D22-4CF2-9418-8AC1C8534EC7}" srcId="{02FC3E66-4438-496F-BAE7-6B6D0236E2CF}" destId="{7B743794-0369-410D-A0CE-B77EF1E0368F}" srcOrd="1" destOrd="0" parTransId="{6001F97E-BB4F-47D4-BE6D-C8538E8E67BF}" sibTransId="{FF3B8034-A253-45F2-96BC-47BF38925BB2}"/>
    <dgm:cxn modelId="{B9E2EF2A-1E3C-4B11-9E15-6FE9F36133A1}" type="presOf" srcId="{0B92302C-F39E-4FCD-AF6B-D0D02573FFC0}" destId="{5C41177C-B3A1-486B-9227-0AD8F275265C}" srcOrd="1" destOrd="0" presId="urn:microsoft.com/office/officeart/2005/8/layout/list1"/>
    <dgm:cxn modelId="{D612612D-D8C9-43D3-9E9B-F7442F2A4D9C}" type="presOf" srcId="{7184D771-61CF-4617-94A8-483E8E8C82D0}" destId="{7E20FE53-75E5-46BD-9CB5-516B3AC0C59D}" srcOrd="1" destOrd="0" presId="urn:microsoft.com/office/officeart/2005/8/layout/list1"/>
    <dgm:cxn modelId="{B809982E-F017-480E-A844-2085F26C1038}" type="presOf" srcId="{7184D771-61CF-4617-94A8-483E8E8C82D0}" destId="{6B610F1A-121B-4026-8516-7D8ADE4AE5E9}" srcOrd="0" destOrd="0" presId="urn:microsoft.com/office/officeart/2005/8/layout/list1"/>
    <dgm:cxn modelId="{C29D303D-8B22-4D67-9B81-4E087A01B0BA}" type="presOf" srcId="{B1227508-B09D-4526-B130-83D2B26BCA55}" destId="{9E5423A5-CE58-4CEB-8A07-AD8AB173714E}" srcOrd="1" destOrd="0" presId="urn:microsoft.com/office/officeart/2005/8/layout/list1"/>
    <dgm:cxn modelId="{5833CB5C-DE53-4DE4-80FC-A9A1879EDB16}" type="presOf" srcId="{B1227508-B09D-4526-B130-83D2B26BCA55}" destId="{B7899189-92C4-407A-BF98-A00A51495273}" srcOrd="0" destOrd="0" presId="urn:microsoft.com/office/officeart/2005/8/layout/list1"/>
    <dgm:cxn modelId="{66874567-694E-46C5-A429-F4D20163CECF}" srcId="{02FC3E66-4438-496F-BAE7-6B6D0236E2CF}" destId="{B1227508-B09D-4526-B130-83D2B26BCA55}" srcOrd="3" destOrd="0" parTransId="{5D73A196-87D4-4B7D-93E7-636492BFF22F}" sibTransId="{C65F65C5-B4C2-4341-87BA-715CABBF9535}"/>
    <dgm:cxn modelId="{58EAD84C-04AC-4757-9416-CD7895AC5D2F}" type="presOf" srcId="{7B743794-0369-410D-A0CE-B77EF1E0368F}" destId="{12EFDABA-202E-4DF6-90B3-55E322EDA625}" srcOrd="1" destOrd="0" presId="urn:microsoft.com/office/officeart/2005/8/layout/list1"/>
    <dgm:cxn modelId="{FF2B6072-1CBE-4FE6-861C-C916CBF51C15}" srcId="{02FC3E66-4438-496F-BAE7-6B6D0236E2CF}" destId="{E9BF1A1E-1948-442C-AA93-5EAA8717E767}" srcOrd="0" destOrd="0" parTransId="{C34268C5-101A-4CDB-B139-3489E49427DF}" sibTransId="{96EBD2FD-F9F1-4AB7-87A9-D426270CD667}"/>
    <dgm:cxn modelId="{46BAB853-3854-4945-A246-E20E96DF86AD}" type="presOf" srcId="{E9BF1A1E-1948-442C-AA93-5EAA8717E767}" destId="{5A167597-CCB9-4FFC-802D-12FAEA0D1752}" srcOrd="0" destOrd="0" presId="urn:microsoft.com/office/officeart/2005/8/layout/list1"/>
    <dgm:cxn modelId="{27CBC5A3-DD04-4427-A1C8-E3CD86C0A2D3}" srcId="{02FC3E66-4438-496F-BAE7-6B6D0236E2CF}" destId="{7184D771-61CF-4617-94A8-483E8E8C82D0}" srcOrd="2" destOrd="0" parTransId="{1D1C6123-FC1E-4652-8E8D-E75648DF600B}" sibTransId="{F0F6E508-B38A-4A7A-AFF0-CAFA1454CD01}"/>
    <dgm:cxn modelId="{6E32B5D1-26EF-4948-BDFA-BAEC1DA01B12}" type="presOf" srcId="{0B4C4634-50EE-4F45-AAC2-9D85DBCEFDA8}" destId="{2E70AC49-C256-4761-A823-0B2E706CD659}" srcOrd="0" destOrd="0" presId="urn:microsoft.com/office/officeart/2005/8/layout/list1"/>
    <dgm:cxn modelId="{51DEE0D2-15E0-4683-8DF9-B86F3526323D}" type="presOf" srcId="{02FC3E66-4438-496F-BAE7-6B6D0236E2CF}" destId="{038D8BEA-5644-4990-99DC-DE3982A21D5A}" srcOrd="0" destOrd="0" presId="urn:microsoft.com/office/officeart/2005/8/layout/list1"/>
    <dgm:cxn modelId="{C6DC49D8-2206-4A1F-8EA3-234361991F0E}" srcId="{02FC3E66-4438-496F-BAE7-6B6D0236E2CF}" destId="{0B4C4634-50EE-4F45-AAC2-9D85DBCEFDA8}" srcOrd="5" destOrd="0" parTransId="{12258F24-82AA-46F2-BF21-26A9E1BD0D1F}" sibTransId="{D618C611-3513-41CB-9A41-AC1D5AB62D27}"/>
    <dgm:cxn modelId="{209C7CDD-E923-4F31-8542-EFA5826768FF}" type="presOf" srcId="{0B92302C-F39E-4FCD-AF6B-D0D02573FFC0}" destId="{0512F5BA-4C3E-4346-8FA3-3EAE67A167AD}" srcOrd="0" destOrd="0" presId="urn:microsoft.com/office/officeart/2005/8/layout/list1"/>
    <dgm:cxn modelId="{9E97B1DD-507F-4723-87D1-950254C5A95C}" srcId="{02FC3E66-4438-496F-BAE7-6B6D0236E2CF}" destId="{0B92302C-F39E-4FCD-AF6B-D0D02573FFC0}" srcOrd="4" destOrd="0" parTransId="{93A8916C-8DF8-424F-B470-FB1AB83DBE28}" sibTransId="{0DED02F1-0208-466B-942E-27036ABE089A}"/>
    <dgm:cxn modelId="{066637E2-A5D2-4F93-A774-D34AB62EDAEC}" type="presOf" srcId="{E9BF1A1E-1948-442C-AA93-5EAA8717E767}" destId="{6600FDC5-F6D0-4D03-BEEE-263D9EB25EC1}" srcOrd="1" destOrd="0" presId="urn:microsoft.com/office/officeart/2005/8/layout/list1"/>
    <dgm:cxn modelId="{0510162A-D89B-484F-8595-48B8CF0EB35B}" type="presParOf" srcId="{038D8BEA-5644-4990-99DC-DE3982A21D5A}" destId="{99D25C93-8F8F-43BF-BF01-13E5F68B70ED}" srcOrd="0" destOrd="0" presId="urn:microsoft.com/office/officeart/2005/8/layout/list1"/>
    <dgm:cxn modelId="{AEC1C7BE-90BA-4BD2-AC76-D3B1B7113B77}" type="presParOf" srcId="{99D25C93-8F8F-43BF-BF01-13E5F68B70ED}" destId="{5A167597-CCB9-4FFC-802D-12FAEA0D1752}" srcOrd="0" destOrd="0" presId="urn:microsoft.com/office/officeart/2005/8/layout/list1"/>
    <dgm:cxn modelId="{D7D77511-5684-481B-AC17-7DD97E93B2CC}" type="presParOf" srcId="{99D25C93-8F8F-43BF-BF01-13E5F68B70ED}" destId="{6600FDC5-F6D0-4D03-BEEE-263D9EB25EC1}" srcOrd="1" destOrd="0" presId="urn:microsoft.com/office/officeart/2005/8/layout/list1"/>
    <dgm:cxn modelId="{D0F9C3BA-1AAA-410E-9A01-C3603B21F3F5}" type="presParOf" srcId="{038D8BEA-5644-4990-99DC-DE3982A21D5A}" destId="{C202CA9C-0352-4859-9D2F-A7C8209B9DA9}" srcOrd="1" destOrd="0" presId="urn:microsoft.com/office/officeart/2005/8/layout/list1"/>
    <dgm:cxn modelId="{D052E882-7145-4A23-A8F4-74687B17527E}" type="presParOf" srcId="{038D8BEA-5644-4990-99DC-DE3982A21D5A}" destId="{EB93021C-EFB3-4E11-9084-BAC799753FFF}" srcOrd="2" destOrd="0" presId="urn:microsoft.com/office/officeart/2005/8/layout/list1"/>
    <dgm:cxn modelId="{4088A284-C998-4195-AF4F-07250FBCAE00}" type="presParOf" srcId="{038D8BEA-5644-4990-99DC-DE3982A21D5A}" destId="{7AA7465C-83DC-459F-9B61-B0337530FF54}" srcOrd="3" destOrd="0" presId="urn:microsoft.com/office/officeart/2005/8/layout/list1"/>
    <dgm:cxn modelId="{41121E69-4F30-4EA1-BC39-08001B305093}" type="presParOf" srcId="{038D8BEA-5644-4990-99DC-DE3982A21D5A}" destId="{93D4E381-C0C6-428E-9298-914EAD75F910}" srcOrd="4" destOrd="0" presId="urn:microsoft.com/office/officeart/2005/8/layout/list1"/>
    <dgm:cxn modelId="{368C7943-4699-4EF3-ABAD-E2129C17EE82}" type="presParOf" srcId="{93D4E381-C0C6-428E-9298-914EAD75F910}" destId="{CA1C48D6-0231-4EE2-8403-9111237043A0}" srcOrd="0" destOrd="0" presId="urn:microsoft.com/office/officeart/2005/8/layout/list1"/>
    <dgm:cxn modelId="{A883AB12-E943-4D0F-920B-FC61CB3A3212}" type="presParOf" srcId="{93D4E381-C0C6-428E-9298-914EAD75F910}" destId="{12EFDABA-202E-4DF6-90B3-55E322EDA625}" srcOrd="1" destOrd="0" presId="urn:microsoft.com/office/officeart/2005/8/layout/list1"/>
    <dgm:cxn modelId="{F6F6119A-5012-4B20-BCDF-3D9C1DB338CD}" type="presParOf" srcId="{038D8BEA-5644-4990-99DC-DE3982A21D5A}" destId="{E9DF4967-CDF9-4011-BEF4-3D10A11A241E}" srcOrd="5" destOrd="0" presId="urn:microsoft.com/office/officeart/2005/8/layout/list1"/>
    <dgm:cxn modelId="{B5E88AC1-8B2D-43F4-A81E-B0D7A49EA989}" type="presParOf" srcId="{038D8BEA-5644-4990-99DC-DE3982A21D5A}" destId="{086B60BF-93E2-4B3C-951B-236B9CCC82DC}" srcOrd="6" destOrd="0" presId="urn:microsoft.com/office/officeart/2005/8/layout/list1"/>
    <dgm:cxn modelId="{6098FEF7-ABF8-402F-A105-D2EB793307F0}" type="presParOf" srcId="{038D8BEA-5644-4990-99DC-DE3982A21D5A}" destId="{A7EB13DE-5E14-420B-8C71-60BEC593AB9A}" srcOrd="7" destOrd="0" presId="urn:microsoft.com/office/officeart/2005/8/layout/list1"/>
    <dgm:cxn modelId="{94D70D93-0E29-49B8-A79C-FE8ED2877991}" type="presParOf" srcId="{038D8BEA-5644-4990-99DC-DE3982A21D5A}" destId="{1150A6C2-C8D8-4CA2-A83B-5939750B3CFE}" srcOrd="8" destOrd="0" presId="urn:microsoft.com/office/officeart/2005/8/layout/list1"/>
    <dgm:cxn modelId="{DFE13633-1CD8-43AE-A580-AC5255E73843}" type="presParOf" srcId="{1150A6C2-C8D8-4CA2-A83B-5939750B3CFE}" destId="{6B610F1A-121B-4026-8516-7D8ADE4AE5E9}" srcOrd="0" destOrd="0" presId="urn:microsoft.com/office/officeart/2005/8/layout/list1"/>
    <dgm:cxn modelId="{D2A7125B-4186-4C6B-AC79-EEFA5C664410}" type="presParOf" srcId="{1150A6C2-C8D8-4CA2-A83B-5939750B3CFE}" destId="{7E20FE53-75E5-46BD-9CB5-516B3AC0C59D}" srcOrd="1" destOrd="0" presId="urn:microsoft.com/office/officeart/2005/8/layout/list1"/>
    <dgm:cxn modelId="{65148227-7FE1-42CA-9522-57AE15F3AE0C}" type="presParOf" srcId="{038D8BEA-5644-4990-99DC-DE3982A21D5A}" destId="{E5ADB623-932B-4C60-85B9-79439B4D57E8}" srcOrd="9" destOrd="0" presId="urn:microsoft.com/office/officeart/2005/8/layout/list1"/>
    <dgm:cxn modelId="{42C8500A-7845-4B51-86E8-0CFE6D7BD359}" type="presParOf" srcId="{038D8BEA-5644-4990-99DC-DE3982A21D5A}" destId="{1F9258AB-B6CF-45D8-8D19-5ED55B3852F4}" srcOrd="10" destOrd="0" presId="urn:microsoft.com/office/officeart/2005/8/layout/list1"/>
    <dgm:cxn modelId="{A5D5AFD0-B375-48FB-B1B4-AED34B1931F4}" type="presParOf" srcId="{038D8BEA-5644-4990-99DC-DE3982A21D5A}" destId="{140EA979-A174-465E-855B-AC26C097DBCE}" srcOrd="11" destOrd="0" presId="urn:microsoft.com/office/officeart/2005/8/layout/list1"/>
    <dgm:cxn modelId="{52495CC3-3853-4409-A4EC-AC9F5122D838}" type="presParOf" srcId="{038D8BEA-5644-4990-99DC-DE3982A21D5A}" destId="{F19FD7A5-4F76-446F-BB0F-76D2B458BF40}" srcOrd="12" destOrd="0" presId="urn:microsoft.com/office/officeart/2005/8/layout/list1"/>
    <dgm:cxn modelId="{AB544C5D-61E9-4C9B-B916-34C2A8126A76}" type="presParOf" srcId="{F19FD7A5-4F76-446F-BB0F-76D2B458BF40}" destId="{B7899189-92C4-407A-BF98-A00A51495273}" srcOrd="0" destOrd="0" presId="urn:microsoft.com/office/officeart/2005/8/layout/list1"/>
    <dgm:cxn modelId="{9A29F2E3-3356-487D-8B29-16C6DDDC8879}" type="presParOf" srcId="{F19FD7A5-4F76-446F-BB0F-76D2B458BF40}" destId="{9E5423A5-CE58-4CEB-8A07-AD8AB173714E}" srcOrd="1" destOrd="0" presId="urn:microsoft.com/office/officeart/2005/8/layout/list1"/>
    <dgm:cxn modelId="{7EECE6D7-A597-4A7C-9995-67714A66CC85}" type="presParOf" srcId="{038D8BEA-5644-4990-99DC-DE3982A21D5A}" destId="{BE2AB936-5DF5-4609-BC87-6D5D8030B379}" srcOrd="13" destOrd="0" presId="urn:microsoft.com/office/officeart/2005/8/layout/list1"/>
    <dgm:cxn modelId="{B64AF490-D09C-4264-BE7A-7975263ACFCD}" type="presParOf" srcId="{038D8BEA-5644-4990-99DC-DE3982A21D5A}" destId="{D0F0B73C-6821-4046-9BB8-1522F9B208D9}" srcOrd="14" destOrd="0" presId="urn:microsoft.com/office/officeart/2005/8/layout/list1"/>
    <dgm:cxn modelId="{0CA6885E-660A-4233-8B29-0AA80FB629FC}" type="presParOf" srcId="{038D8BEA-5644-4990-99DC-DE3982A21D5A}" destId="{B64397D8-27F2-4694-85F8-CCF7F29608B9}" srcOrd="15" destOrd="0" presId="urn:microsoft.com/office/officeart/2005/8/layout/list1"/>
    <dgm:cxn modelId="{39404EC9-227B-4A54-BB00-58CAA55CDFF6}" type="presParOf" srcId="{038D8BEA-5644-4990-99DC-DE3982A21D5A}" destId="{253F090E-2A8C-4269-9475-168609911882}" srcOrd="16" destOrd="0" presId="urn:microsoft.com/office/officeart/2005/8/layout/list1"/>
    <dgm:cxn modelId="{1C292AFF-D1A2-49D4-89A3-6909A761EF3D}" type="presParOf" srcId="{253F090E-2A8C-4269-9475-168609911882}" destId="{0512F5BA-4C3E-4346-8FA3-3EAE67A167AD}" srcOrd="0" destOrd="0" presId="urn:microsoft.com/office/officeart/2005/8/layout/list1"/>
    <dgm:cxn modelId="{3BDDF07A-3783-48E3-8AFB-294E8ABF3B59}" type="presParOf" srcId="{253F090E-2A8C-4269-9475-168609911882}" destId="{5C41177C-B3A1-486B-9227-0AD8F275265C}" srcOrd="1" destOrd="0" presId="urn:microsoft.com/office/officeart/2005/8/layout/list1"/>
    <dgm:cxn modelId="{C8AD225F-9864-46BD-B0D6-435C46FAD5E8}" type="presParOf" srcId="{038D8BEA-5644-4990-99DC-DE3982A21D5A}" destId="{8FD6AE4D-BF3E-4C4F-BD52-E9EB603CF662}" srcOrd="17" destOrd="0" presId="urn:microsoft.com/office/officeart/2005/8/layout/list1"/>
    <dgm:cxn modelId="{8729E5F8-99EB-4ABD-BA92-F7548EF884C4}" type="presParOf" srcId="{038D8BEA-5644-4990-99DC-DE3982A21D5A}" destId="{6436D5E9-2212-4719-B75D-DD4F84F85863}" srcOrd="18" destOrd="0" presId="urn:microsoft.com/office/officeart/2005/8/layout/list1"/>
    <dgm:cxn modelId="{4D0C1E5E-F477-45CE-8221-DDA7F9E3D0FD}" type="presParOf" srcId="{038D8BEA-5644-4990-99DC-DE3982A21D5A}" destId="{DC5B4734-21AA-40A8-A541-58BC90F78EDC}" srcOrd="19" destOrd="0" presId="urn:microsoft.com/office/officeart/2005/8/layout/list1"/>
    <dgm:cxn modelId="{7B0D88CD-1DF6-439C-9C4C-DE94AA96B96E}" type="presParOf" srcId="{038D8BEA-5644-4990-99DC-DE3982A21D5A}" destId="{AD5B38EF-C0CE-465E-90B5-1EFBC2576A79}" srcOrd="20" destOrd="0" presId="urn:microsoft.com/office/officeart/2005/8/layout/list1"/>
    <dgm:cxn modelId="{210A92CB-2E71-426C-AFA6-8DE8951252B9}" type="presParOf" srcId="{AD5B38EF-C0CE-465E-90B5-1EFBC2576A79}" destId="{2E70AC49-C256-4761-A823-0B2E706CD659}" srcOrd="0" destOrd="0" presId="urn:microsoft.com/office/officeart/2005/8/layout/list1"/>
    <dgm:cxn modelId="{7106FA2F-EA57-4C2B-8F3B-AFFAAD1AC273}" type="presParOf" srcId="{AD5B38EF-C0CE-465E-90B5-1EFBC2576A79}" destId="{439884D4-8045-45E0-99F4-079918D503C3}" srcOrd="1" destOrd="0" presId="urn:microsoft.com/office/officeart/2005/8/layout/list1"/>
    <dgm:cxn modelId="{B98FDD07-B2C0-4E54-BFC5-D058DD3A6D88}" type="presParOf" srcId="{038D8BEA-5644-4990-99DC-DE3982A21D5A}" destId="{1F13019C-DBFE-4436-A83E-F114179CB08F}" srcOrd="21" destOrd="0" presId="urn:microsoft.com/office/officeart/2005/8/layout/list1"/>
    <dgm:cxn modelId="{B9023AA5-55C1-4DD9-9A06-478DF29BA621}" type="presParOf" srcId="{038D8BEA-5644-4990-99DC-DE3982A21D5A}" destId="{7BBBDDEC-E5ED-4376-8491-36E2301F7BF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3021C-EFB3-4E11-9084-BAC799753FFF}">
      <dsp:nvSpPr>
        <dsp:cNvPr id="0" name=""/>
        <dsp:cNvSpPr/>
      </dsp:nvSpPr>
      <dsp:spPr>
        <a:xfrm>
          <a:off x="0" y="385577"/>
          <a:ext cx="748782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0FDC5-F6D0-4D03-BEEE-263D9EB25EC1}">
      <dsp:nvSpPr>
        <dsp:cNvPr id="0" name=""/>
        <dsp:cNvSpPr/>
      </dsp:nvSpPr>
      <dsp:spPr>
        <a:xfrm>
          <a:off x="374391" y="119897"/>
          <a:ext cx="5241474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Dictionary Attack</a:t>
          </a:r>
          <a:endParaRPr lang="en-ID" sz="1800" kern="1200" dirty="0"/>
        </a:p>
      </dsp:txBody>
      <dsp:txXfrm>
        <a:off x="400330" y="145836"/>
        <a:ext cx="5189596" cy="479482"/>
      </dsp:txXfrm>
    </dsp:sp>
    <dsp:sp modelId="{086B60BF-93E2-4B3C-951B-236B9CCC82DC}">
      <dsp:nvSpPr>
        <dsp:cNvPr id="0" name=""/>
        <dsp:cNvSpPr/>
      </dsp:nvSpPr>
      <dsp:spPr>
        <a:xfrm>
          <a:off x="0" y="1202057"/>
          <a:ext cx="748782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892954"/>
              <a:satOff val="5380"/>
              <a:lumOff val="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FDABA-202E-4DF6-90B3-55E322EDA625}">
      <dsp:nvSpPr>
        <dsp:cNvPr id="0" name=""/>
        <dsp:cNvSpPr/>
      </dsp:nvSpPr>
      <dsp:spPr>
        <a:xfrm>
          <a:off x="374391" y="936377"/>
          <a:ext cx="5241474" cy="531360"/>
        </a:xfrm>
        <a:prstGeom prst="roundRect">
          <a:avLst/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Physical Attack</a:t>
          </a:r>
          <a:endParaRPr lang="en-ID" sz="1800" kern="1200" dirty="0"/>
        </a:p>
      </dsp:txBody>
      <dsp:txXfrm>
        <a:off x="400330" y="962316"/>
        <a:ext cx="5189596" cy="479482"/>
      </dsp:txXfrm>
    </dsp:sp>
    <dsp:sp modelId="{1F9258AB-B6CF-45D8-8D19-5ED55B3852F4}">
      <dsp:nvSpPr>
        <dsp:cNvPr id="0" name=""/>
        <dsp:cNvSpPr/>
      </dsp:nvSpPr>
      <dsp:spPr>
        <a:xfrm>
          <a:off x="0" y="2018537"/>
          <a:ext cx="748782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785908"/>
              <a:satOff val="10760"/>
              <a:lumOff val="8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0FE53-75E5-46BD-9CB5-516B3AC0C59D}">
      <dsp:nvSpPr>
        <dsp:cNvPr id="0" name=""/>
        <dsp:cNvSpPr/>
      </dsp:nvSpPr>
      <dsp:spPr>
        <a:xfrm>
          <a:off x="374391" y="1752857"/>
          <a:ext cx="5241474" cy="531360"/>
        </a:xfrm>
        <a:prstGeom prst="roundRect">
          <a:avLst/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/>
            <a:t>Leaked or Shared Passwords</a:t>
          </a:r>
        </a:p>
      </dsp:txBody>
      <dsp:txXfrm>
        <a:off x="400330" y="1778796"/>
        <a:ext cx="5189596" cy="479482"/>
      </dsp:txXfrm>
    </dsp:sp>
    <dsp:sp modelId="{D0F0B73C-6821-4046-9BB8-1522F9B208D9}">
      <dsp:nvSpPr>
        <dsp:cNvPr id="0" name=""/>
        <dsp:cNvSpPr/>
      </dsp:nvSpPr>
      <dsp:spPr>
        <a:xfrm>
          <a:off x="0" y="2835017"/>
          <a:ext cx="748782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678862"/>
              <a:satOff val="16139"/>
              <a:lumOff val="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423A5-CE58-4CEB-8A07-AD8AB173714E}">
      <dsp:nvSpPr>
        <dsp:cNvPr id="0" name=""/>
        <dsp:cNvSpPr/>
      </dsp:nvSpPr>
      <dsp:spPr>
        <a:xfrm>
          <a:off x="374391" y="2569337"/>
          <a:ext cx="5241474" cy="531360"/>
        </a:xfrm>
        <a:prstGeom prst="roundRect">
          <a:avLst/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Cracked Passwords</a:t>
          </a:r>
          <a:endParaRPr lang="en-ID" sz="1800" kern="1200" dirty="0"/>
        </a:p>
      </dsp:txBody>
      <dsp:txXfrm>
        <a:off x="400330" y="2595276"/>
        <a:ext cx="5189596" cy="479482"/>
      </dsp:txXfrm>
    </dsp:sp>
    <dsp:sp modelId="{6436D5E9-2212-4719-B75D-DD4F84F85863}">
      <dsp:nvSpPr>
        <dsp:cNvPr id="0" name=""/>
        <dsp:cNvSpPr/>
      </dsp:nvSpPr>
      <dsp:spPr>
        <a:xfrm>
          <a:off x="0" y="3651497"/>
          <a:ext cx="748782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3571816"/>
              <a:satOff val="21519"/>
              <a:lumOff val="1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1177C-B3A1-486B-9227-0AD8F275265C}">
      <dsp:nvSpPr>
        <dsp:cNvPr id="0" name=""/>
        <dsp:cNvSpPr/>
      </dsp:nvSpPr>
      <dsp:spPr>
        <a:xfrm>
          <a:off x="374391" y="3385817"/>
          <a:ext cx="5241474" cy="531360"/>
        </a:xfrm>
        <a:prstGeom prst="roundRect">
          <a:avLst/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Network/Wireless Sniffer</a:t>
          </a:r>
          <a:endParaRPr lang="en-ID" sz="1800" kern="1200" dirty="0"/>
        </a:p>
      </dsp:txBody>
      <dsp:txXfrm>
        <a:off x="400330" y="3411756"/>
        <a:ext cx="5189596" cy="479482"/>
      </dsp:txXfrm>
    </dsp:sp>
    <dsp:sp modelId="{7BBBDDEC-E5ED-4376-8491-36E2301F7BF3}">
      <dsp:nvSpPr>
        <dsp:cNvPr id="0" name=""/>
        <dsp:cNvSpPr/>
      </dsp:nvSpPr>
      <dsp:spPr>
        <a:xfrm>
          <a:off x="0" y="4467977"/>
          <a:ext cx="7487821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884D4-8045-45E0-99F4-079918D503C3}">
      <dsp:nvSpPr>
        <dsp:cNvPr id="0" name=""/>
        <dsp:cNvSpPr/>
      </dsp:nvSpPr>
      <dsp:spPr>
        <a:xfrm>
          <a:off x="374391" y="4202297"/>
          <a:ext cx="5241474" cy="53136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Guessed Passwords</a:t>
          </a:r>
          <a:endParaRPr lang="en-ID" sz="1800" kern="1200" dirty="0"/>
        </a:p>
      </dsp:txBody>
      <dsp:txXfrm>
        <a:off x="400330" y="4228236"/>
        <a:ext cx="5189596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s.norton.com/blog/emerging-threats/dictionary-attack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>
                <a:hlinkClick r:id="rId3"/>
              </a:rPr>
              <a:t>https://us.norton.com/blog/emerging-threats/dictionary-attack</a:t>
            </a:r>
            <a:endParaRPr lang="en-ID" dirty="0"/>
          </a:p>
          <a:p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D933DC8-5F40-4DE1-1800-4555D43F0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2054347"/>
            <a:ext cx="8286748" cy="819237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COURSE NAME*</a:t>
            </a:r>
            <a:endParaRPr lang="id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D9D23-A348-F595-B710-95E853784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0300" y="4462536"/>
            <a:ext cx="8286750" cy="642864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pPr lvl="0"/>
            <a:r>
              <a:rPr lang="en-US"/>
              <a:t>TOPIC*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AF6EC7A6-1644-1988-E351-DCDA588E6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00300" y="2879439"/>
            <a:ext cx="8286748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COURSE CODE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521841C5-28C7-B1B8-56E4-4193C60094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0298" y="5105400"/>
            <a:ext cx="8286750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SESSION #*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9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6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5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4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3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16/12/2022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257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94" y="3153814"/>
            <a:ext cx="8260933" cy="1260475"/>
          </a:xfrm>
        </p:spPr>
        <p:txBody>
          <a:bodyPr>
            <a:normAutofit/>
          </a:bodyPr>
          <a:lstStyle>
            <a:lvl1pPr>
              <a:defRPr sz="353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940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2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8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1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2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6" indent="-390526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1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41" indent="-325439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31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9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47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85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23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8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4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5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9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9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6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505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s.norton.com/blog/emerging-threats/dictionary-attack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us.norton.com/blog/emerging-threats/dictionary-attac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06AC66-8F8F-AE18-BEF4-9B3C75D6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80" y="2015900"/>
            <a:ext cx="8286748" cy="819237"/>
          </a:xfrm>
        </p:spPr>
        <p:txBody>
          <a:bodyPr/>
          <a:lstStyle/>
          <a:p>
            <a:pPr marL="160020"/>
            <a:r>
              <a:rPr lang="en-US" sz="4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 Security Principles</a:t>
            </a:r>
            <a:endParaRPr lang="en-ID" sz="40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6EC62A-27C2-091D-EB52-B027A4D21F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0300" y="4462536"/>
            <a:ext cx="8036228" cy="642864"/>
          </a:xfrm>
        </p:spPr>
        <p:txBody>
          <a:bodyPr/>
          <a:lstStyle/>
          <a:p>
            <a:r>
              <a:rPr lang="en-US" dirty="0"/>
              <a:t>Understanding Common Attack Methods &amp; Policies</a:t>
            </a:r>
            <a:endParaRPr lang="id-ID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EC31AE-8EDA-FF91-CB1A-43328D9DE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COMP6824001</a:t>
            </a:r>
            <a:endParaRPr lang="id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5996A7-AF79-38BF-09FD-195669101D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Session 6</a:t>
            </a:r>
            <a:endParaRPr lang="id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2" y="1764336"/>
            <a:ext cx="8219073" cy="4954066"/>
          </a:xfrm>
        </p:spPr>
        <p:txBody>
          <a:bodyPr>
            <a:normAutofit/>
          </a:bodyPr>
          <a:lstStyle/>
          <a:p>
            <a:pPr algn="ctr"/>
            <a:r>
              <a:rPr lang="en-US" sz="2647" b="1" dirty="0">
                <a:solidFill>
                  <a:srgbClr val="0070C0"/>
                </a:solidFill>
              </a:rPr>
              <a:t>These slides have been adapted from: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 err="1">
                <a:solidFill>
                  <a:srgbClr val="0070C0"/>
                </a:solidFill>
              </a:rPr>
              <a:t>Panek</a:t>
            </a:r>
            <a:r>
              <a:rPr lang="en-US" sz="2647" b="1" dirty="0">
                <a:solidFill>
                  <a:srgbClr val="0070C0"/>
                </a:solidFill>
              </a:rPr>
              <a:t>, Crystal. (2019). Security Fundamental, John Wiley &amp; Sons, Inc. Indianapolis. ISBN: 978-1-119-65066-9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>
                <a:solidFill>
                  <a:srgbClr val="0070C0"/>
                </a:solidFill>
              </a:rPr>
              <a:t>Lesson 3</a:t>
            </a:r>
            <a:br>
              <a:rPr lang="en-US" sz="2647" b="1" dirty="0">
                <a:solidFill>
                  <a:srgbClr val="0070C0"/>
                </a:solidFill>
              </a:rPr>
            </a:b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680" y="899999"/>
            <a:ext cx="4577279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320567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8745" y="386364"/>
            <a:ext cx="6390100" cy="725892"/>
          </a:xfrm>
        </p:spPr>
        <p:txBody>
          <a:bodyPr/>
          <a:lstStyle/>
          <a:p>
            <a:r>
              <a:rPr lang="id-ID" sz="4000" b="1" dirty="0" err="1"/>
              <a:t>Learning</a:t>
            </a:r>
            <a:r>
              <a:rPr lang="id-ID" sz="4000" b="1" dirty="0"/>
              <a:t> </a:t>
            </a:r>
            <a:r>
              <a:rPr lang="id-ID" sz="4000" b="1" dirty="0" err="1"/>
              <a:t>Objectives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520046" cy="4230265"/>
          </a:xfrm>
        </p:spPr>
        <p:txBody>
          <a:bodyPr/>
          <a:lstStyle/>
          <a:p>
            <a:pPr algn="just"/>
            <a:r>
              <a:rPr lang="en-US" sz="2800" dirty="0"/>
              <a:t>LO1: To explain the security principles, threats, attacks and security strategy </a:t>
            </a:r>
          </a:p>
          <a:p>
            <a:pPr algn="just"/>
            <a:r>
              <a:rPr lang="en-US" sz="2800" dirty="0"/>
              <a:t>LO2: To evaluate different strategies to handle security threats and attacks</a:t>
            </a:r>
          </a:p>
          <a:p>
            <a:pPr algn="just"/>
            <a:r>
              <a:rPr lang="en-US" sz="2800" dirty="0"/>
              <a:t>LO3: To apply different  techniques in handling computer and network security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77586" y="172619"/>
            <a:ext cx="8260933" cy="1260475"/>
          </a:xfrm>
        </p:spPr>
        <p:txBody>
          <a:bodyPr/>
          <a:lstStyle/>
          <a:p>
            <a:pPr algn="ctr"/>
            <a:r>
              <a:rPr lang="en-US" dirty="0"/>
              <a:t>Topics</a:t>
            </a:r>
            <a:endParaRPr lang="id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7EDF9-7ADE-FFBE-251A-64015A133368}"/>
              </a:ext>
            </a:extLst>
          </p:cNvPr>
          <p:cNvSpPr txBox="1"/>
          <p:nvPr/>
        </p:nvSpPr>
        <p:spPr>
          <a:xfrm>
            <a:off x="1677585" y="1614834"/>
            <a:ext cx="82609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Common Attack Methods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Dictionary Attack/Brute Force Attack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Physical Attack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Leaked or Shared Passwords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Cracked Password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Network/Wireless Sniffer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Guessed Passwords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Protecting Domain User Account Passwords </a:t>
            </a:r>
            <a:endParaRPr lang="en-ID" sz="28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43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52325" y="3151187"/>
            <a:ext cx="8260933" cy="1260475"/>
          </a:xfrm>
        </p:spPr>
        <p:txBody>
          <a:bodyPr/>
          <a:lstStyle/>
          <a:p>
            <a:pPr lvl="0" algn="ctr"/>
            <a:r>
              <a:rPr lang="en-ID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Common Attack Methods</a:t>
            </a:r>
            <a:endParaRPr lang="en-ID" sz="4000" dirty="0">
              <a:solidFill>
                <a:schemeClr val="bg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1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Understanding Common </a:t>
            </a:r>
            <a:br>
              <a:rPr lang="en-US" sz="3600" b="1" dirty="0"/>
            </a:br>
            <a:r>
              <a:rPr lang="en-US" sz="3600" b="1" dirty="0"/>
              <a:t>Attack Methods</a:t>
            </a:r>
            <a:endParaRPr lang="id-ID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732989" cy="4991101"/>
          </a:xfrm>
        </p:spPr>
        <p:txBody>
          <a:bodyPr/>
          <a:lstStyle/>
          <a:p>
            <a:pPr algn="just"/>
            <a:r>
              <a:rPr lang="en-US" sz="3200" dirty="0"/>
              <a:t>Passwords have long been recognized as one of the weak links in many security programs.</a:t>
            </a:r>
          </a:p>
          <a:p>
            <a:pPr algn="just"/>
            <a:r>
              <a:rPr lang="en-US" sz="3200" dirty="0"/>
              <a:t>Passwords are considered a weak link for two main reasons: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2799" dirty="0"/>
              <a:t>	</a:t>
            </a:r>
            <a:r>
              <a:rPr lang="en-US" sz="2400" dirty="0"/>
              <a:t>Users select their own passwords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2400" dirty="0"/>
              <a:t>	Strong passwords are vulnerable to attack through a variety of different mechanisms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71511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BC9DF4-0A39-F099-3D4B-BE97E33A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Understanding Common </a:t>
            </a:r>
            <a:br>
              <a:rPr lang="en-US" sz="3600" b="1" dirty="0"/>
            </a:br>
            <a:r>
              <a:rPr lang="en-US" sz="3600" b="1" dirty="0"/>
              <a:t>Attack Methods</a:t>
            </a:r>
            <a:endParaRPr lang="id-ID" sz="3600" b="1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8BAF2A3-0589-550C-884D-50BA058009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228911"/>
              </p:ext>
            </p:extLst>
          </p:nvPr>
        </p:nvGraphicFramePr>
        <p:xfrm>
          <a:off x="1781439" y="1772683"/>
          <a:ext cx="7487821" cy="504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780" y="1127342"/>
            <a:ext cx="8507521" cy="5952925"/>
          </a:xfrm>
        </p:spPr>
        <p:txBody>
          <a:bodyPr/>
          <a:lstStyle/>
          <a:p>
            <a:pPr algn="just"/>
            <a:r>
              <a:rPr lang="en-US" sz="2400" dirty="0"/>
              <a:t>A dictionary attack is a brute force attack technique uses a dictionary containing an extensive list of potential passwords that the attacker then tries in conjunction with a user ID to attempt to guess the correct password</a:t>
            </a:r>
          </a:p>
          <a:p>
            <a:pPr algn="just"/>
            <a:r>
              <a:rPr lang="en-US" sz="2400" dirty="0"/>
              <a:t>Custom dictionaries with likely passwords are available for download from the internet, commonly used as passwords. </a:t>
            </a:r>
          </a:p>
          <a:p>
            <a:pPr algn="just"/>
            <a:r>
              <a:rPr lang="en-US" sz="2400" dirty="0"/>
              <a:t>Attacks tend to be more successful when the password length is 7 characters or less</a:t>
            </a:r>
          </a:p>
          <a:p>
            <a:pPr algn="just"/>
            <a:r>
              <a:rPr lang="en-US" sz="2400" dirty="0"/>
              <a:t>Users will sometimes use common words with the first letter capitalized and then append a number to meet </a:t>
            </a:r>
            <a:r>
              <a:rPr lang="en-US" sz="2400" b="1" dirty="0"/>
              <a:t>the complexity guidelines.</a:t>
            </a:r>
            <a:endParaRPr lang="en-ID" sz="24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036" y="84127"/>
            <a:ext cx="8745515" cy="1043215"/>
          </a:xfrm>
        </p:spPr>
        <p:txBody>
          <a:bodyPr/>
          <a:lstStyle/>
          <a:p>
            <a:pPr algn="ctr"/>
            <a:r>
              <a:rPr lang="en-US" b="1" dirty="0"/>
              <a:t>Dictionary Attack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0277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492" y="110920"/>
            <a:ext cx="6359236" cy="1510144"/>
          </a:xfrm>
        </p:spPr>
        <p:txBody>
          <a:bodyPr/>
          <a:lstStyle/>
          <a:p>
            <a:pPr algn="ctr"/>
            <a:r>
              <a:rPr lang="en-US" b="1" dirty="0"/>
              <a:t>Dictionary Attack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2D751-0E71-D431-D4E2-3D5AC88D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039" y="1409273"/>
            <a:ext cx="6083613" cy="19114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B65636-DD68-CEA1-8715-61034A1F6CA7}"/>
              </a:ext>
            </a:extLst>
          </p:cNvPr>
          <p:cNvSpPr txBox="1"/>
          <p:nvPr/>
        </p:nvSpPr>
        <p:spPr>
          <a:xfrm>
            <a:off x="439882" y="6842551"/>
            <a:ext cx="84963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hlinkClick r:id="rId4"/>
              </a:rPr>
              <a:t>https://us.norton.com/blog/emerging-threats/dictionary-attack</a:t>
            </a:r>
            <a:endParaRPr lang="en-ID" dirty="0"/>
          </a:p>
          <a:p>
            <a:endParaRPr lang="en-ID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BBB2C2D-8E1F-EA95-0BE8-BBE5FBE0C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781" y="3351308"/>
            <a:ext cx="2339401" cy="191144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Hacker creates dictionary from common words and phrases </a:t>
            </a:r>
            <a:endParaRPr lang="en-ID" sz="2400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CF0C566-4509-83C6-0828-1F7776C7D62C}"/>
              </a:ext>
            </a:extLst>
          </p:cNvPr>
          <p:cNvSpPr txBox="1">
            <a:spLocks/>
          </p:cNvSpPr>
          <p:nvPr/>
        </p:nvSpPr>
        <p:spPr bwMode="auto">
          <a:xfrm>
            <a:off x="4358246" y="3315287"/>
            <a:ext cx="2611439" cy="232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>
            <a:lvl1pPr marL="390526" indent="-390526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601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marL="846141" indent="-325439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2pPr>
            <a:lvl3pPr marL="13033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3pPr>
            <a:lvl4pPr marL="18240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4pPr>
            <a:lvl5pPr marL="2346331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5pPr>
            <a:lvl6pPr marL="2867909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47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85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23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/>
              <a:t>Automated dictionary attack tools use the password dictionary to hack </a:t>
            </a:r>
            <a:r>
              <a:rPr lang="en-US" sz="2400" dirty="0" err="1"/>
              <a:t>accunts</a:t>
            </a:r>
            <a:r>
              <a:rPr lang="en-US" sz="2400" dirty="0"/>
              <a:t>. </a:t>
            </a:r>
            <a:endParaRPr lang="en-ID" sz="2400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2138DDB-0EE8-3134-5B72-E4FA5B257B9E}"/>
              </a:ext>
            </a:extLst>
          </p:cNvPr>
          <p:cNvSpPr txBox="1">
            <a:spLocks/>
          </p:cNvSpPr>
          <p:nvPr/>
        </p:nvSpPr>
        <p:spPr bwMode="auto">
          <a:xfrm>
            <a:off x="7467896" y="3325361"/>
            <a:ext cx="2395951" cy="232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>
            <a:lvl1pPr marL="390526" indent="-390526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601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marL="846141" indent="-325439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2pPr>
            <a:lvl3pPr marL="13033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3pPr>
            <a:lvl4pPr marL="18240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4pPr>
            <a:lvl5pPr marL="2346331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5pPr>
            <a:lvl6pPr marL="2867909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47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85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23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/>
              <a:t>Hacker steals and/or exposes the sensitive data stored on your profile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02546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1" y="1233328"/>
            <a:ext cx="8434242" cy="4640398"/>
          </a:xfrm>
        </p:spPr>
        <p:txBody>
          <a:bodyPr/>
          <a:lstStyle/>
          <a:p>
            <a:r>
              <a:rPr lang="en-US" sz="2800" dirty="0"/>
              <a:t>Physical attacks on a computer can completely bypass almost all security mechanisms</a:t>
            </a:r>
          </a:p>
          <a:p>
            <a:pPr lvl="1" algn="just"/>
            <a:r>
              <a:rPr lang="en-US" sz="2800" dirty="0"/>
              <a:t>Capturing the passwords &amp; critical data directly from the keyboard when a software or hardware keylogger is used.</a:t>
            </a:r>
            <a:endParaRPr lang="en-ID" sz="2800" dirty="0"/>
          </a:p>
          <a:p>
            <a:pPr marL="512763" lvl="1" indent="-457200" algn="just">
              <a:buFont typeface="Wingdings" panose="05000000000000000000" pitchFamily="2" charset="2"/>
              <a:buChar char="§"/>
            </a:pPr>
            <a:r>
              <a:rPr lang="en-US" sz="2800" dirty="0"/>
              <a:t>The use of a hidden camera to tape keystrokes, or even the removal and duplication (or direct theft) of a hard drive.</a:t>
            </a:r>
          </a:p>
          <a:p>
            <a:pPr marL="512763" lvl="1" indent="-457200" algn="just">
              <a:buFont typeface="Wingdings" panose="05000000000000000000" pitchFamily="2" charset="2"/>
              <a:buChar char="§"/>
            </a:pPr>
            <a:r>
              <a:rPr lang="en-US" sz="2800" dirty="0"/>
              <a:t>Attackers can frequently bypass password controls by mounting the drive remotely, and accessing data directly from the drive, without an intervening operating system.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994" y="195401"/>
            <a:ext cx="8434242" cy="1037927"/>
          </a:xfrm>
        </p:spPr>
        <p:txBody>
          <a:bodyPr/>
          <a:lstStyle/>
          <a:p>
            <a:pPr algn="ctr"/>
            <a:r>
              <a:rPr lang="en-ID" sz="4400" b="1" dirty="0"/>
              <a:t>Physical Attack</a:t>
            </a:r>
          </a:p>
        </p:txBody>
      </p:sp>
    </p:spTree>
    <p:extLst>
      <p:ext uri="{BB962C8B-B14F-4D97-AF65-F5344CB8AC3E}">
        <p14:creationId xmlns:p14="http://schemas.microsoft.com/office/powerpoint/2010/main" val="894992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0" y="1379546"/>
            <a:ext cx="8705849" cy="5353763"/>
          </a:xfrm>
        </p:spPr>
        <p:txBody>
          <a:bodyPr/>
          <a:lstStyle/>
          <a:p>
            <a:pPr algn="just"/>
            <a:r>
              <a:rPr lang="en-US" dirty="0"/>
              <a:t>Another challenge that is commonly encountered when dealing with users in an office environment is the leaked or shared password.</a:t>
            </a:r>
          </a:p>
          <a:p>
            <a:pPr algn="just"/>
            <a:r>
              <a:rPr lang="en-US" dirty="0"/>
              <a:t>A user could easily be convinced to share their password with a co-worker who felt they “needed it.”</a:t>
            </a:r>
          </a:p>
          <a:p>
            <a:pPr algn="just"/>
            <a:r>
              <a:rPr lang="en-US" dirty="0"/>
              <a:t>User awareness is the best way to combat this type of attack. </a:t>
            </a:r>
          </a:p>
          <a:p>
            <a:pPr algn="just"/>
            <a:endParaRPr lang="en-ID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1" y="119071"/>
            <a:ext cx="9069531" cy="1260475"/>
          </a:xfrm>
        </p:spPr>
        <p:txBody>
          <a:bodyPr/>
          <a:lstStyle/>
          <a:p>
            <a:pPr algn="ctr"/>
            <a:r>
              <a:rPr lang="en-ID" sz="4000" b="1" dirty="0"/>
              <a:t>Leaked or Shared Passwords</a:t>
            </a:r>
          </a:p>
        </p:txBody>
      </p:sp>
    </p:spTree>
    <p:extLst>
      <p:ext uri="{BB962C8B-B14F-4D97-AF65-F5344CB8AC3E}">
        <p14:creationId xmlns:p14="http://schemas.microsoft.com/office/powerpoint/2010/main" val="858980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623" y="1285875"/>
            <a:ext cx="9426286" cy="4810126"/>
          </a:xfrm>
        </p:spPr>
        <p:txBody>
          <a:bodyPr/>
          <a:lstStyle/>
          <a:p>
            <a:pPr algn="just"/>
            <a:r>
              <a:rPr lang="en-US" sz="2800" dirty="0"/>
              <a:t>The attacker gets access to an encrypted password file from a workstation or server</a:t>
            </a:r>
          </a:p>
          <a:p>
            <a:pPr algn="just"/>
            <a:r>
              <a:rPr lang="en-US" sz="2800" dirty="0"/>
              <a:t>The attacker will start running password cracking tools against the file</a:t>
            </a:r>
          </a:p>
          <a:p>
            <a:pPr algn="just"/>
            <a:r>
              <a:rPr lang="en-US" sz="2800" dirty="0"/>
              <a:t>Towards breaking as many passwords as possible, then leveraging them to further compromise the company’s network and systems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08271"/>
            <a:ext cx="7989022" cy="1067675"/>
          </a:xfrm>
        </p:spPr>
        <p:txBody>
          <a:bodyPr/>
          <a:lstStyle/>
          <a:p>
            <a:pPr algn="ctr"/>
            <a:r>
              <a:rPr lang="en-ID" sz="4000" b="1" dirty="0"/>
              <a:t>Cracked Password</a:t>
            </a:r>
          </a:p>
        </p:txBody>
      </p:sp>
    </p:spTree>
    <p:extLst>
      <p:ext uri="{BB962C8B-B14F-4D97-AF65-F5344CB8AC3E}">
        <p14:creationId xmlns:p14="http://schemas.microsoft.com/office/powerpoint/2010/main" val="349620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788" y="1408130"/>
            <a:ext cx="9618662" cy="4991101"/>
          </a:xfrm>
        </p:spPr>
        <p:txBody>
          <a:bodyPr/>
          <a:lstStyle/>
          <a:p>
            <a:pPr algn="just"/>
            <a:r>
              <a:rPr lang="en-US" sz="3200" dirty="0"/>
              <a:t>Sniffers are specially designed software (and in some cases hardware) applications that capture network packets as they traverse the network and display them for the attacker.</a:t>
            </a:r>
          </a:p>
          <a:p>
            <a:pPr algn="just"/>
            <a:r>
              <a:rPr lang="en-US" sz="3200" dirty="0"/>
              <a:t>Sniffers are valid forms of test equipment, used to identify network and application issues, but the technology was rapidly co-opted by attackers as an easy way to grab logon credentials.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119071"/>
            <a:ext cx="9618662" cy="1260475"/>
          </a:xfrm>
        </p:spPr>
        <p:txBody>
          <a:bodyPr/>
          <a:lstStyle/>
          <a:p>
            <a:pPr algn="ctr"/>
            <a:r>
              <a:rPr lang="en-ID" sz="4000" b="1" dirty="0"/>
              <a:t>Network/Wireless Sniffer</a:t>
            </a:r>
          </a:p>
        </p:txBody>
      </p:sp>
    </p:spTree>
    <p:extLst>
      <p:ext uri="{BB962C8B-B14F-4D97-AF65-F5344CB8AC3E}">
        <p14:creationId xmlns:p14="http://schemas.microsoft.com/office/powerpoint/2010/main" val="752942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788" y="1408130"/>
            <a:ext cx="9618662" cy="4991101"/>
          </a:xfrm>
        </p:spPr>
        <p:txBody>
          <a:bodyPr/>
          <a:lstStyle/>
          <a:p>
            <a:pPr algn="just"/>
            <a:r>
              <a:rPr lang="en-US" sz="3200" dirty="0"/>
              <a:t>There is still the possibility that someone could sit down at your computer and guess the password</a:t>
            </a:r>
          </a:p>
          <a:p>
            <a:pPr algn="just"/>
            <a:r>
              <a:rPr lang="en-US" sz="3200" dirty="0"/>
              <a:t>The attacker is familiar with the person whose system they are trying to compromise</a:t>
            </a:r>
          </a:p>
          <a:p>
            <a:pPr algn="just"/>
            <a:r>
              <a:rPr lang="en-US" sz="3200" dirty="0"/>
              <a:t>They look around the office and see a postcard from a trip, or pictures of the kids with their names on them to ascertain the password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119071"/>
            <a:ext cx="9618662" cy="1260475"/>
          </a:xfrm>
        </p:spPr>
        <p:txBody>
          <a:bodyPr/>
          <a:lstStyle/>
          <a:p>
            <a:pPr algn="ctr"/>
            <a:r>
              <a:rPr lang="en-ID" sz="4000" b="1" dirty="0"/>
              <a:t>Guessed Passwords</a:t>
            </a:r>
          </a:p>
        </p:txBody>
      </p:sp>
    </p:spTree>
    <p:extLst>
      <p:ext uri="{BB962C8B-B14F-4D97-AF65-F5344CB8AC3E}">
        <p14:creationId xmlns:p14="http://schemas.microsoft.com/office/powerpoint/2010/main" val="164534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6BDEE2-D533-292C-8730-73ADFC21D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1" y="1857384"/>
            <a:ext cx="8830540" cy="4626543"/>
          </a:xfrm>
        </p:spPr>
        <p:txBody>
          <a:bodyPr/>
          <a:lstStyle/>
          <a:p>
            <a:pPr algn="just"/>
            <a:r>
              <a:rPr lang="en-US" sz="3200" dirty="0"/>
              <a:t>Malware has changed dramatically and has become quite sophisticated.</a:t>
            </a:r>
          </a:p>
          <a:p>
            <a:pPr algn="just"/>
            <a:r>
              <a:rPr lang="en-US" sz="3200" dirty="0"/>
              <a:t>Device Guard helps harden a computer system against malware by running only trusted applications.</a:t>
            </a:r>
          </a:p>
          <a:p>
            <a:pPr algn="just"/>
            <a:r>
              <a:rPr lang="en-US" sz="3200" dirty="0"/>
              <a:t> Install Hyper-V and Isolated User Mode on Windows 10</a:t>
            </a:r>
          </a:p>
          <a:p>
            <a:pPr algn="just"/>
            <a:r>
              <a:rPr lang="en-US" sz="3200" dirty="0"/>
              <a:t>Enable Device Guard and Credential Guard</a:t>
            </a:r>
          </a:p>
          <a:p>
            <a:pPr algn="just"/>
            <a:endParaRPr lang="en-ID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9CE252-7725-0EB0-B965-6FB2159C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Protecting Domain User Account Passwords 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620919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2832E-6647-AEAF-1272-014891FC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672" y="2868767"/>
            <a:ext cx="6276109" cy="1107488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b="1" dirty="0"/>
              <a:t>Question ?</a:t>
            </a:r>
            <a:endParaRPr lang="en-ID" sz="19900" b="1" dirty="0"/>
          </a:p>
        </p:txBody>
      </p:sp>
    </p:spTree>
    <p:extLst>
      <p:ext uri="{BB962C8B-B14F-4D97-AF65-F5344CB8AC3E}">
        <p14:creationId xmlns:p14="http://schemas.microsoft.com/office/powerpoint/2010/main" val="3622753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2832E-6647-AEAF-1272-014891FC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42" y="1621857"/>
            <a:ext cx="9618662" cy="4991101"/>
          </a:xfrm>
        </p:spPr>
        <p:txBody>
          <a:bodyPr/>
          <a:lstStyle/>
          <a:p>
            <a:pPr algn="just"/>
            <a:r>
              <a:rPr lang="en-US" sz="2400" dirty="0" err="1"/>
              <a:t>Panek</a:t>
            </a:r>
            <a:r>
              <a:rPr lang="en-US" sz="2400" dirty="0"/>
              <a:t>, Crystal. (2019). Security Fundamental, John Wiley &amp;     			Sons, Inc. Indianapolis. ISBN: 978-1-119-65066-9</a:t>
            </a:r>
          </a:p>
          <a:p>
            <a:r>
              <a:rPr lang="en-ID" sz="2800" dirty="0">
                <a:hlinkClick r:id="rId2"/>
              </a:rPr>
              <a:t>https://us.norton.com/blog/emerging-threats/dictionary-attack</a:t>
            </a:r>
            <a:br>
              <a:rPr lang="en-US" sz="6600" dirty="0"/>
            </a:br>
            <a:endParaRPr lang="en-ID" sz="6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CDB2E-CD11-5B75-97C6-A3ABA01F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995" y="119071"/>
            <a:ext cx="6605442" cy="1260475"/>
          </a:xfrm>
        </p:spPr>
        <p:txBody>
          <a:bodyPr/>
          <a:lstStyle/>
          <a:p>
            <a:pPr algn="ctr"/>
            <a:r>
              <a:rPr lang="en-US" sz="4000" b="1" dirty="0"/>
              <a:t>References</a:t>
            </a:r>
            <a:endParaRPr lang="en-ID" sz="4000" b="1" dirty="0"/>
          </a:p>
        </p:txBody>
      </p:sp>
    </p:spTree>
    <p:extLst>
      <p:ext uri="{BB962C8B-B14F-4D97-AF65-F5344CB8AC3E}">
        <p14:creationId xmlns:p14="http://schemas.microsoft.com/office/powerpoint/2010/main" val="66189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  <TaxCatchAll xmlns="9fdf624c-fedc-4f6c-b928-0c7bf4c9e100" xsi:nil="true"/>
  </documentManagement>
</p:properties>
</file>

<file path=customXml/itemProps1.xml><?xml version="1.0" encoding="utf-8"?>
<ds:datastoreItem xmlns:ds="http://schemas.openxmlformats.org/officeDocument/2006/customXml" ds:itemID="{CC9D0B23-B8ED-45C8-A14C-9C0889457D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F313E50-9F1C-4EB2-8248-D1942A92381A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47793baa-3cbb-486e-a055-4d42ce3882d7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sharepoint/v3/fields"/>
    <ds:schemaRef ds:uri="9fdf624c-fedc-4f6c-b928-0c7bf4c9e10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754</Words>
  <Application>Microsoft Office PowerPoint</Application>
  <PresentationFormat>Custom</PresentationFormat>
  <Paragraphs>73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Courier New</vt:lpstr>
      <vt:lpstr>Open Sans</vt:lpstr>
      <vt:lpstr>Open Sans Extrabold</vt:lpstr>
      <vt:lpstr>Open Sans Semibold</vt:lpstr>
      <vt:lpstr>Verdana</vt:lpstr>
      <vt:lpstr>Wingdings</vt:lpstr>
      <vt:lpstr>Office Theme</vt:lpstr>
      <vt:lpstr>Computer Security Principles</vt:lpstr>
      <vt:lpstr>These slides have been adapted from:  Panek, Crystal. (2019). Security Fundamental, John Wiley &amp; Sons, Inc. Indianapolis. ISBN: 978-1-119-65066-9  Lesson 3 </vt:lpstr>
      <vt:lpstr>Learning Objectives</vt:lpstr>
      <vt:lpstr>Topics</vt:lpstr>
      <vt:lpstr>Understanding Common Attack Methods</vt:lpstr>
      <vt:lpstr>Understanding Common  Attack Methods</vt:lpstr>
      <vt:lpstr>Understanding Common  Attack Methods</vt:lpstr>
      <vt:lpstr>Dictionary Attack</vt:lpstr>
      <vt:lpstr>Dictionary Attack</vt:lpstr>
      <vt:lpstr>Physical Attack</vt:lpstr>
      <vt:lpstr>Leaked or Shared Passwords</vt:lpstr>
      <vt:lpstr>Cracked Password</vt:lpstr>
      <vt:lpstr>Network/Wireless Sniffer</vt:lpstr>
      <vt:lpstr>Guessed Passwords</vt:lpstr>
      <vt:lpstr>Protecting Domain User Account Passwords 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danton sihombing</dc:creator>
  <cp:lastModifiedBy>Ika Dyah Agustia Rachmawati</cp:lastModifiedBy>
  <cp:revision>33</cp:revision>
  <dcterms:created xsi:type="dcterms:W3CDTF">2014-01-27T02:13:18Z</dcterms:created>
  <dcterms:modified xsi:type="dcterms:W3CDTF">2022-12-16T03:45:04Z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