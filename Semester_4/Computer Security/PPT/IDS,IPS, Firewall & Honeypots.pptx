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2"/>
  </p:notesMasterIdLst>
  <p:sldIdLst>
    <p:sldId id="256" r:id="rId6"/>
    <p:sldId id="263" r:id="rId7"/>
    <p:sldId id="271" r:id="rId8"/>
    <p:sldId id="257" r:id="rId9"/>
    <p:sldId id="272" r:id="rId10"/>
    <p:sldId id="269" r:id="rId11"/>
    <p:sldId id="270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3" r:id="rId21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URSE CONTENT" id="{6162E7E0-B512-4FEF-B619-C9187795397D}">
          <p14:sldIdLst>
            <p14:sldId id="263"/>
            <p14:sldId id="271"/>
            <p14:sldId id="257"/>
            <p14:sldId id="272"/>
            <p14:sldId id="269"/>
            <p14:sldId id="270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FERENCES" id="{11ED6803-A38C-4226-8496-86D05012E7E0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6ABD-9294-408D-9654-1E18CD648961}" v="125" dt="2022-09-05T17:36:29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0"/>
    <p:restoredTop sz="93447" autoAdjust="0"/>
  </p:normalViewPr>
  <p:slideViewPr>
    <p:cSldViewPr snapToGrid="0" snapToObjects="1">
      <p:cViewPr varScale="1">
        <p:scale>
          <a:sx n="51" d="100"/>
          <a:sy n="51" d="100"/>
        </p:scale>
        <p:origin x="1668" y="36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ki Sadekh" userId="b15e8503-bfd0-4da6-add0-4a5f50c7c7cc" providerId="ADAL" clId="{7A406ABD-9294-408D-9654-1E18CD648961}"/>
    <pc:docChg chg="undo custSel modSld modMainMaster modNotesMaster">
      <pc:chgData name="Melki Sadekh" userId="b15e8503-bfd0-4da6-add0-4a5f50c7c7cc" providerId="ADAL" clId="{7A406ABD-9294-408D-9654-1E18CD648961}" dt="2022-09-05T17:36:41.950" v="512" actId="242"/>
      <pc:docMkLst>
        <pc:docMk/>
      </pc:docMkLst>
      <pc:sldChg chg="addSp delSp modSp mod chgLayout">
        <pc:chgData name="Melki Sadekh" userId="b15e8503-bfd0-4da6-add0-4a5f50c7c7cc" providerId="ADAL" clId="{7A406ABD-9294-408D-9654-1E18CD648961}" dt="2022-09-05T17:34:16.911" v="503" actId="20577"/>
        <pc:sldMkLst>
          <pc:docMk/>
          <pc:sldMk cId="0" sldId="256"/>
        </pc:sldMkLst>
        <pc:spChg chg="add del mod ord">
          <ac:chgData name="Melki Sadekh" userId="b15e8503-bfd0-4da6-add0-4a5f50c7c7cc" providerId="ADAL" clId="{7A406ABD-9294-408D-9654-1E18CD648961}" dt="2022-09-05T17:18:07.416" v="163" actId="700"/>
          <ac:spMkLst>
            <pc:docMk/>
            <pc:sldMk cId="0" sldId="256"/>
            <ac:spMk id="2" creationId="{3C3955F9-70BA-B310-DE94-3479BEFC7AD4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3" creationId="{7FA8C5E2-58EF-6780-CA47-2E061788505B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4" creationId="{C186A370-C71E-651E-ED93-2E0AE1D303DC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5" creationId="{723AB480-49D7-23F5-75B4-8CA002A71305}"/>
          </ac:spMkLst>
        </pc:spChg>
        <pc:spChg chg="add mod ord">
          <ac:chgData name="Melki Sadekh" userId="b15e8503-bfd0-4da6-add0-4a5f50c7c7cc" providerId="ADAL" clId="{7A406ABD-9294-408D-9654-1E18CD648961}" dt="2022-09-05T17:34:16.911" v="503" actId="20577"/>
          <ac:spMkLst>
            <pc:docMk/>
            <pc:sldMk cId="0" sldId="256"/>
            <ac:spMk id="6" creationId="{0A06AC66-8F8F-AE18-BEF4-9B3C75D6072A}"/>
          </ac:spMkLst>
        </pc:spChg>
        <pc:spChg chg="add mod ord">
          <ac:chgData name="Melki Sadekh" userId="b15e8503-bfd0-4da6-add0-4a5f50c7c7cc" providerId="ADAL" clId="{7A406ABD-9294-408D-9654-1E18CD648961}" dt="2022-09-05T17:30:53.503" v="437" actId="20577"/>
          <ac:spMkLst>
            <pc:docMk/>
            <pc:sldMk cId="0" sldId="256"/>
            <ac:spMk id="7" creationId="{0B6EC62A-27C2-091D-EB52-B027A4D21F65}"/>
          </ac:spMkLst>
        </pc:spChg>
        <pc:spChg chg="add del mod ord">
          <ac:chgData name="Melki Sadekh" userId="b15e8503-bfd0-4da6-add0-4a5f50c7c7cc" providerId="ADAL" clId="{7A406ABD-9294-408D-9654-1E18CD648961}" dt="2022-09-05T17:28:37.556" v="350" actId="700"/>
          <ac:spMkLst>
            <pc:docMk/>
            <pc:sldMk cId="0" sldId="256"/>
            <ac:spMk id="8" creationId="{69B7264D-82D5-CDB0-1942-D007A8D9C934}"/>
          </ac:spMkLst>
        </pc:spChg>
        <pc:spChg chg="add mod ord">
          <ac:chgData name="Melki Sadekh" userId="b15e8503-bfd0-4da6-add0-4a5f50c7c7cc" providerId="ADAL" clId="{7A406ABD-9294-408D-9654-1E18CD648961}" dt="2022-09-05T17:31:12.791" v="448" actId="1076"/>
          <ac:spMkLst>
            <pc:docMk/>
            <pc:sldMk cId="0" sldId="256"/>
            <ac:spMk id="9" creationId="{005996A7-AF79-38BF-09FD-195669101DF2}"/>
          </ac:spMkLst>
        </pc:spChg>
        <pc:spChg chg="add mod ord">
          <ac:chgData name="Melki Sadekh" userId="b15e8503-bfd0-4da6-add0-4a5f50c7c7cc" providerId="ADAL" clId="{7A406ABD-9294-408D-9654-1E18CD648961}" dt="2022-09-05T17:30:43.061" v="418" actId="20577"/>
          <ac:spMkLst>
            <pc:docMk/>
            <pc:sldMk cId="0" sldId="256"/>
            <ac:spMk id="10" creationId="{31EC31AE-8EDA-FF91-CB1A-43328D9DED3C}"/>
          </ac:spMkLst>
        </pc:spChg>
        <pc:spChg chg="del mod">
          <ac:chgData name="Melki Sadekh" userId="b15e8503-bfd0-4da6-add0-4a5f50c7c7cc" providerId="ADAL" clId="{7A406ABD-9294-408D-9654-1E18CD648961}" dt="2022-09-05T17:01:15.663" v="61" actId="478"/>
          <ac:spMkLst>
            <pc:docMk/>
            <pc:sldMk cId="0" sldId="256"/>
            <ac:spMk id="17" creationId="{CE9AF79D-845E-461B-ADC4-7B9B51F04481}"/>
          </ac:spMkLst>
        </pc:spChg>
        <pc:spChg chg="del mod">
          <ac:chgData name="Melki Sadekh" userId="b15e8503-bfd0-4da6-add0-4a5f50c7c7cc" providerId="ADAL" clId="{7A406ABD-9294-408D-9654-1E18CD648961}" dt="2022-09-05T17:04:27.291" v="79" actId="478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Melki Sadekh" userId="b15e8503-bfd0-4da6-add0-4a5f50c7c7cc" providerId="ADAL" clId="{7A406ABD-9294-408D-9654-1E18CD648961}" dt="2022-09-05T16:52:17.125" v="11"/>
        <pc:sldMkLst>
          <pc:docMk/>
          <pc:sldMk cId="2516975436" sldId="259"/>
        </pc:sld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3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5" creationId="{00000000-0000-0000-0000-000000000000}"/>
          </ac:spMkLst>
        </pc:spChg>
      </pc:sldChg>
      <pc:sldChg chg="modSp mod">
        <pc:chgData name="Melki Sadekh" userId="b15e8503-bfd0-4da6-add0-4a5f50c7c7cc" providerId="ADAL" clId="{7A406ABD-9294-408D-9654-1E18CD648961}" dt="2022-09-05T17:08:05.999" v="113" actId="12788"/>
        <pc:sldMkLst>
          <pc:docMk/>
          <pc:sldMk cId="3205675800" sldId="271"/>
        </pc:sldMkLst>
        <pc:spChg chg="mod">
          <ac:chgData name="Melki Sadekh" userId="b15e8503-bfd0-4da6-add0-4a5f50c7c7cc" providerId="ADAL" clId="{7A406ABD-9294-408D-9654-1E18CD648961}" dt="2022-09-05T17:08:01.702" v="112" actId="12788"/>
          <ac:spMkLst>
            <pc:docMk/>
            <pc:sldMk cId="3205675800" sldId="271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7:08:05.999" v="113" actId="12788"/>
          <ac:spMkLst>
            <pc:docMk/>
            <pc:sldMk cId="3205675800" sldId="271"/>
            <ac:spMk id="5" creationId="{00000000-0000-0000-0000-000000000000}"/>
          </ac:spMkLst>
        </pc:spChg>
      </pc:sldChg>
      <pc:sldMasterChg chg="modSp modSldLayout">
        <pc:chgData name="Melki Sadekh" userId="b15e8503-bfd0-4da6-add0-4a5f50c7c7cc" providerId="ADAL" clId="{7A406ABD-9294-408D-9654-1E18CD648961}" dt="2022-09-05T17:36:41.950" v="512" actId="242"/>
        <pc:sldMasterMkLst>
          <pc:docMk/>
          <pc:sldMasterMk cId="0" sldId="2147483648"/>
        </pc:sldMaster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7" creationId="{00000000-0000-0000-0000-000000000000}"/>
          </ac:spMkLst>
        </pc:spChg>
        <pc:picChg chg="mod">
          <ac:chgData name="Melki Sadekh" userId="b15e8503-bfd0-4da6-add0-4a5f50c7c7cc" providerId="ADAL" clId="{7A406ABD-9294-408D-9654-1E18CD648961}" dt="2022-09-05T16:52:17.125" v="11"/>
          <ac:picMkLst>
            <pc:docMk/>
            <pc:sldMasterMk cId="0" sldId="2147483648"/>
            <ac:picMk id="7" creationId="{00000000-0000-0000-0000-000000000000}"/>
          </ac:picMkLst>
        </pc:picChg>
        <pc:sldLayoutChg chg="addSp delSp modSp mod">
          <pc:chgData name="Melki Sadekh" userId="b15e8503-bfd0-4da6-add0-4a5f50c7c7cc" providerId="ADAL" clId="{7A406ABD-9294-408D-9654-1E18CD648961}" dt="2022-09-05T17:36:41.950" v="512" actId="242"/>
          <pc:sldLayoutMkLst>
            <pc:docMk/>
            <pc:sldMasterMk cId="0" sldId="2147483648"/>
            <pc:sldLayoutMk cId="0" sldId="2147483649"/>
          </pc:sldLayoutMkLst>
          <pc:spChg chg="add del mod">
            <ac:chgData name="Melki Sadekh" userId="b15e8503-bfd0-4da6-add0-4a5f50c7c7cc" providerId="ADAL" clId="{7A406ABD-9294-408D-9654-1E18CD648961}" dt="2022-09-05T16:57:34.307" v="15" actId="478"/>
            <ac:spMkLst>
              <pc:docMk/>
              <pc:sldMasterMk cId="0" sldId="2147483648"/>
              <pc:sldLayoutMk cId="0" sldId="2147483649"/>
              <ac:spMk id="2" creationId="{CD3B7000-5397-A28D-5FE7-07A2D1A50386}"/>
            </ac:spMkLst>
          </pc:spChg>
          <pc:spChg chg="add del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3" creationId="{FD75122C-7B91-D349-884F-EBD758C4BC3F}"/>
            </ac:spMkLst>
          </pc:spChg>
          <pc:spChg chg="add del mod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4" creationId="{F97D6384-5BD7-023B-0B85-A333438E8B82}"/>
            </ac:spMkLst>
          </pc:spChg>
          <pc:spChg chg="add del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5" creationId="{976AE189-93B7-0C81-340D-2700AA0269C9}"/>
            </ac:spMkLst>
          </pc:spChg>
          <pc:spChg chg="add del mod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6" creationId="{A9E4038A-3EBB-D7F8-2B31-3D62C7566B98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8" creationId="{0D8F372F-1EE1-458C-4248-6F4255BE2F94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9" creationId="{6E4C8F5B-1627-51DA-EB6B-F77C4594A75F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10" creationId="{86AF7980-0673-45F0-F535-194125650B0A}"/>
            </ac:spMkLst>
          </pc:spChg>
          <pc:spChg chg="add mod">
            <ac:chgData name="Melki Sadekh" userId="b15e8503-bfd0-4da6-add0-4a5f50c7c7cc" providerId="ADAL" clId="{7A406ABD-9294-408D-9654-1E18CD648961}" dt="2022-09-05T17:36:17.989" v="508" actId="404"/>
            <ac:spMkLst>
              <pc:docMk/>
              <pc:sldMasterMk cId="0" sldId="2147483648"/>
              <pc:sldLayoutMk cId="0" sldId="2147483649"/>
              <ac:spMk id="13" creationId="{FD933DC8-5F40-4DE1-1800-4555D43F04F4}"/>
            </ac:spMkLst>
          </pc:spChg>
          <pc:spChg chg="add del mod">
            <ac:chgData name="Melki Sadekh" userId="b15e8503-bfd0-4da6-add0-4a5f50c7c7cc" providerId="ADAL" clId="{7A406ABD-9294-408D-9654-1E18CD648961}" dt="2022-09-05T17:14:13.190" v="124" actId="478"/>
            <ac:spMkLst>
              <pc:docMk/>
              <pc:sldMasterMk cId="0" sldId="2147483648"/>
              <pc:sldLayoutMk cId="0" sldId="2147483649"/>
              <ac:spMk id="16" creationId="{DD5C0D8D-1877-C891-2896-9219D19CFFC6}"/>
            </ac:spMkLst>
          </pc:spChg>
          <pc:spChg chg="add del mod">
            <ac:chgData name="Melki Sadekh" userId="b15e8503-bfd0-4da6-add0-4a5f50c7c7cc" providerId="ADAL" clId="{7A406ABD-9294-408D-9654-1E18CD648961}" dt="2022-09-05T17:15:29.145" v="131" actId="478"/>
            <ac:spMkLst>
              <pc:docMk/>
              <pc:sldMasterMk cId="0" sldId="2147483648"/>
              <pc:sldLayoutMk cId="0" sldId="2147483649"/>
              <ac:spMk id="17" creationId="{1530A19B-7E4A-7831-6CD7-2661BA4B5248}"/>
            </ac:spMkLst>
          </pc:spChg>
          <pc:spChg chg="add del">
            <ac:chgData name="Melki Sadekh" userId="b15e8503-bfd0-4da6-add0-4a5f50c7c7cc" providerId="ADAL" clId="{7A406ABD-9294-408D-9654-1E18CD648961}" dt="2022-09-05T17:13:46.599" v="114" actId="11529"/>
            <ac:spMkLst>
              <pc:docMk/>
              <pc:sldMasterMk cId="0" sldId="2147483648"/>
              <pc:sldLayoutMk cId="0" sldId="2147483649"/>
              <ac:spMk id="18" creationId="{35646AAE-5990-C8BC-7F65-177582E9DD0D}"/>
            </ac:spMkLst>
          </pc:spChg>
          <pc:spChg chg="add mod">
            <ac:chgData name="Melki Sadekh" userId="b15e8503-bfd0-4da6-add0-4a5f50c7c7cc" providerId="ADAL" clId="{7A406ABD-9294-408D-9654-1E18CD648961}" dt="2022-09-05T17:36:41.950" v="512" actId="242"/>
            <ac:spMkLst>
              <pc:docMk/>
              <pc:sldMasterMk cId="0" sldId="2147483648"/>
              <pc:sldLayoutMk cId="0" sldId="2147483649"/>
              <ac:spMk id="19" creationId="{07BD9D23-A348-F595-B710-95E853784A1D}"/>
            </ac:spMkLst>
          </pc:spChg>
          <pc:spChg chg="add del">
            <ac:chgData name="Melki Sadekh" userId="b15e8503-bfd0-4da6-add0-4a5f50c7c7cc" providerId="ADAL" clId="{7A406ABD-9294-408D-9654-1E18CD648961}" dt="2022-09-05T17:15:41.142" v="132" actId="11529"/>
            <ac:spMkLst>
              <pc:docMk/>
              <pc:sldMasterMk cId="0" sldId="2147483648"/>
              <pc:sldLayoutMk cId="0" sldId="2147483649"/>
              <ac:spMk id="20" creationId="{18CAEB49-DCC2-C826-8C7C-969A3E6F6E4A}"/>
            </ac:spMkLst>
          </pc:spChg>
          <pc:spChg chg="add del mod">
            <ac:chgData name="Melki Sadekh" userId="b15e8503-bfd0-4da6-add0-4a5f50c7c7cc" providerId="ADAL" clId="{7A406ABD-9294-408D-9654-1E18CD648961}" dt="2022-09-05T17:15:53.084" v="135" actId="478"/>
            <ac:spMkLst>
              <pc:docMk/>
              <pc:sldMasterMk cId="0" sldId="2147483648"/>
              <pc:sldLayoutMk cId="0" sldId="2147483649"/>
              <ac:spMk id="21" creationId="{DE7986EB-C68C-7160-6E5D-C702D390BA8D}"/>
            </ac:spMkLst>
          </pc:spChg>
          <pc:spChg chg="add del">
            <ac:chgData name="Melki Sadekh" userId="b15e8503-bfd0-4da6-add0-4a5f50c7c7cc" providerId="ADAL" clId="{7A406ABD-9294-408D-9654-1E18CD648961}" dt="2022-09-05T17:15:59.719" v="136" actId="11529"/>
            <ac:spMkLst>
              <pc:docMk/>
              <pc:sldMasterMk cId="0" sldId="2147483648"/>
              <pc:sldLayoutMk cId="0" sldId="2147483649"/>
              <ac:spMk id="22" creationId="{144339EC-F3C2-6A6E-EE74-06A2B3497D97}"/>
            </ac:spMkLst>
          </pc:spChg>
          <pc:spChg chg="add del mod">
            <ac:chgData name="Melki Sadekh" userId="b15e8503-bfd0-4da6-add0-4a5f50c7c7cc" providerId="ADAL" clId="{7A406ABD-9294-408D-9654-1E18CD648961}" dt="2022-09-05T17:19:23.461" v="166" actId="478"/>
            <ac:spMkLst>
              <pc:docMk/>
              <pc:sldMasterMk cId="0" sldId="2147483648"/>
              <pc:sldLayoutMk cId="0" sldId="2147483649"/>
              <ac:spMk id="23" creationId="{743FCAE2-0914-1426-6667-6053B7EA6EC9}"/>
            </ac:spMkLst>
          </pc:spChg>
          <pc:spChg chg="add mod">
            <ac:chgData name="Melki Sadekh" userId="b15e8503-bfd0-4da6-add0-4a5f50c7c7cc" providerId="ADAL" clId="{7A406ABD-9294-408D-9654-1E18CD648961}" dt="2022-09-05T17:35:18.142" v="507" actId="14100"/>
            <ac:spMkLst>
              <pc:docMk/>
              <pc:sldMasterMk cId="0" sldId="2147483648"/>
              <pc:sldLayoutMk cId="0" sldId="2147483649"/>
              <ac:spMk id="24" creationId="{AF6EC7A6-1644-1988-E351-DCDA588E6A1F}"/>
            </ac:spMkLst>
          </pc:spChg>
          <pc:spChg chg="add mod">
            <ac:chgData name="Melki Sadekh" userId="b15e8503-bfd0-4da6-add0-4a5f50c7c7cc" providerId="ADAL" clId="{7A406ABD-9294-408D-9654-1E18CD648961}" dt="2022-09-05T17:36:38.722" v="511" actId="242"/>
            <ac:spMkLst>
              <pc:docMk/>
              <pc:sldMasterMk cId="0" sldId="2147483648"/>
              <pc:sldLayoutMk cId="0" sldId="2147483649"/>
              <ac:spMk id="25" creationId="{521841C5-28C7-B1B8-56E4-4193C600942A}"/>
            </ac:spMkLst>
          </pc:spChg>
          <pc:picChg chg="mod">
            <ac:chgData name="Melki Sadekh" userId="b15e8503-bfd0-4da6-add0-4a5f50c7c7cc" providerId="ADAL" clId="{7A406ABD-9294-408D-9654-1E18CD648961}" dt="2022-09-05T17:19:52.385" v="174" actId="34135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del">
            <ac:chgData name="Melki Sadekh" userId="b15e8503-bfd0-4da6-add0-4a5f50c7c7cc" providerId="ADAL" clId="{7A406ABD-9294-408D-9654-1E18CD648961}" dt="2022-09-05T16:50:13.312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  <pc:picChg chg="del">
            <ac:chgData name="Melki Sadekh" userId="b15e8503-bfd0-4da6-add0-4a5f50c7c7cc" providerId="ADAL" clId="{7A406ABD-9294-408D-9654-1E18CD648961}" dt="2022-09-05T16:50:12.259" v="1" actId="478"/>
            <ac:picMkLst>
              <pc:docMk/>
              <pc:sldMasterMk cId="0" sldId="2147483648"/>
              <pc:sldLayoutMk cId="0" sldId="2147483649"/>
              <ac:picMk id="12" creationId="{9EA64FB5-AD3D-6B4E-9CDC-DAE578F5C07C}"/>
            </ac:picMkLst>
          </pc:picChg>
          <pc:picChg chg="add del">
            <ac:chgData name="Melki Sadekh" userId="b15e8503-bfd0-4da6-add0-4a5f50c7c7cc" providerId="ADAL" clId="{7A406ABD-9294-408D-9654-1E18CD648961}" dt="2022-09-05T17:03:03.153" v="65" actId="22"/>
            <ac:picMkLst>
              <pc:docMk/>
              <pc:sldMasterMk cId="0" sldId="2147483648"/>
              <pc:sldLayoutMk cId="0" sldId="2147483649"/>
              <ac:picMk id="15" creationId="{AEAD4078-E437-914A-3D5D-158FB4C1FFF2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6.383" v="107" actId="478"/>
          <pc:sldLayoutMkLst>
            <pc:docMk/>
            <pc:sldMasterMk cId="0" sldId="2147483648"/>
            <pc:sldLayoutMk cId="0" sldId="2147483650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26.383" v="107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  <pc:picChg chg="del mod">
            <ac:chgData name="Melki Sadekh" userId="b15e8503-bfd0-4da6-add0-4a5f50c7c7cc" providerId="ADAL" clId="{7A406ABD-9294-408D-9654-1E18CD648961}" dt="2022-09-05T17:06:52.066" v="102" actId="478"/>
            <ac:picMkLst>
              <pc:docMk/>
              <pc:sldMasterMk cId="0" sldId="2147483648"/>
              <pc:sldLayoutMk cId="0" sldId="2147483650"/>
              <ac:picMk id="12" creationId="{5317F68B-01F1-E94A-99D3-3F09D8A936B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8.942" v="108" actId="478"/>
          <pc:sldLayoutMkLst>
            <pc:docMk/>
            <pc:sldMasterMk cId="0" sldId="2147483648"/>
            <pc:sldLayoutMk cId="0" sldId="2147483651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28.942" v="108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0.839" v="109" actId="478"/>
          <pc:sldLayoutMkLst>
            <pc:docMk/>
            <pc:sldMasterMk cId="0" sldId="2147483648"/>
            <pc:sldLayoutMk cId="0" sldId="2147483652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2"/>
              <ac:picMk id="8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30.839" v="109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  <pc:picChg chg="del mod">
            <ac:chgData name="Melki Sadekh" userId="b15e8503-bfd0-4da6-add0-4a5f50c7c7cc" providerId="ADAL" clId="{7A406ABD-9294-408D-9654-1E18CD648961}" dt="2022-09-05T17:06:56.938" v="103" actId="478"/>
            <ac:picMkLst>
              <pc:docMk/>
              <pc:sldMasterMk cId="0" sldId="2147483648"/>
              <pc:sldLayoutMk cId="0" sldId="2147483652"/>
              <ac:picMk id="13" creationId="{E24EA1D8-E779-9B4C-A906-459512BC2D8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2.784" v="110" actId="478"/>
          <pc:sldLayoutMkLst>
            <pc:docMk/>
            <pc:sldMasterMk cId="0" sldId="2147483648"/>
            <pc:sldLayoutMk cId="0" sldId="2147483653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1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6:59.897" v="105" actId="478"/>
            <ac:picMkLst>
              <pc:docMk/>
              <pc:sldMasterMk cId="0" sldId="2147483648"/>
              <pc:sldLayoutMk cId="0" sldId="2147483653"/>
              <ac:picMk id="12" creationId="{0859D3EC-5E23-3B41-9DA0-38316698BC36}"/>
            </ac:picMkLst>
          </pc:picChg>
          <pc:picChg chg="del mod">
            <ac:chgData name="Melki Sadekh" userId="b15e8503-bfd0-4da6-add0-4a5f50c7c7cc" providerId="ADAL" clId="{7A406ABD-9294-408D-9654-1E18CD648961}" dt="2022-09-05T17:07:32.784" v="110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4.904" v="111" actId="478"/>
          <pc:sldLayoutMkLst>
            <pc:docMk/>
            <pc:sldMasterMk cId="0" sldId="2147483648"/>
            <pc:sldLayoutMk cId="0" sldId="2147483654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34.904" v="111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  <pc:picChg chg="del mod">
            <ac:chgData name="Melki Sadekh" userId="b15e8503-bfd0-4da6-add0-4a5f50c7c7cc" providerId="ADAL" clId="{7A406ABD-9294-408D-9654-1E18CD648961}" dt="2022-09-05T17:07:05.532" v="106" actId="478"/>
            <ac:picMkLst>
              <pc:docMk/>
              <pc:sldMasterMk cId="0" sldId="2147483648"/>
              <pc:sldLayoutMk cId="0" sldId="2147483654"/>
              <ac:picMk id="9" creationId="{EDE9ED95-923D-3548-823B-31E4248CF767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0" sldId="2147483655"/>
          </pc:sldLayoutMkLst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5"/>
              <ac:picMk id="5" creationId="{00000000-0000-0000-0000-000000000000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3329407852" sldId="2147483656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3329407852" sldId="2147483656"/>
              <ac:spMk id="6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3329407852" sldId="2147483656"/>
              <ac:picMk id="5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D9B4B-1495-4805-AB31-C092E7A6ED8C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A99F4823-1631-454B-A948-58D3660BEA1A}">
      <dgm:prSet phldrT="[Text]"/>
      <dgm:spPr/>
      <dgm:t>
        <a:bodyPr/>
        <a:lstStyle/>
        <a:p>
          <a:r>
            <a:rPr lang="id-ID" dirty="0"/>
            <a:t>Understanding Packet Filtering</a:t>
          </a:r>
          <a:endParaRPr lang="en-ID" dirty="0"/>
        </a:p>
      </dgm:t>
    </dgm:pt>
    <dgm:pt modelId="{1DDAC8FD-8941-4112-88B9-DF21ADE82F8E}" type="parTrans" cxnId="{D5C75161-CE98-47BB-B646-B887FBC8D4F0}">
      <dgm:prSet/>
      <dgm:spPr/>
      <dgm:t>
        <a:bodyPr/>
        <a:lstStyle/>
        <a:p>
          <a:endParaRPr lang="en-ID"/>
        </a:p>
      </dgm:t>
    </dgm:pt>
    <dgm:pt modelId="{998FCC43-2B69-4DB5-AD78-A552D8ED83FE}" type="sibTrans" cxnId="{D5C75161-CE98-47BB-B646-B887FBC8D4F0}">
      <dgm:prSet/>
      <dgm:spPr/>
      <dgm:t>
        <a:bodyPr/>
        <a:lstStyle/>
        <a:p>
          <a:endParaRPr lang="en-ID"/>
        </a:p>
      </dgm:t>
    </dgm:pt>
    <dgm:pt modelId="{E0610798-8A2B-451D-8A32-43ECEC25DD30}">
      <dgm:prSet phldrT="[Text]"/>
      <dgm:spPr/>
      <dgm:t>
        <a:bodyPr/>
        <a:lstStyle/>
        <a:p>
          <a:r>
            <a:rPr lang="id-ID" dirty="0"/>
            <a:t>Understanding Circuit-Level Firewalls</a:t>
          </a:r>
          <a:endParaRPr lang="en-ID" dirty="0"/>
        </a:p>
      </dgm:t>
    </dgm:pt>
    <dgm:pt modelId="{D2FB1833-FA81-44EC-822F-E6A625EEE314}" type="parTrans" cxnId="{96EAB6DE-C144-4CFE-8B28-E2DF1FF77CDC}">
      <dgm:prSet/>
      <dgm:spPr/>
      <dgm:t>
        <a:bodyPr/>
        <a:lstStyle/>
        <a:p>
          <a:endParaRPr lang="en-ID"/>
        </a:p>
      </dgm:t>
    </dgm:pt>
    <dgm:pt modelId="{659D7602-F980-407B-A458-F234C143C921}" type="sibTrans" cxnId="{96EAB6DE-C144-4CFE-8B28-E2DF1FF77CDC}">
      <dgm:prSet/>
      <dgm:spPr/>
      <dgm:t>
        <a:bodyPr/>
        <a:lstStyle/>
        <a:p>
          <a:endParaRPr lang="en-ID"/>
        </a:p>
      </dgm:t>
    </dgm:pt>
    <dgm:pt modelId="{C1956739-22FA-40CE-936D-5838B062F073}">
      <dgm:prSet phldrT="[Text]"/>
      <dgm:spPr/>
      <dgm:t>
        <a:bodyPr/>
        <a:lstStyle/>
        <a:p>
          <a:r>
            <a:rPr lang="id-ID" dirty="0"/>
            <a:t>Understanding Application-Level Firewalls</a:t>
          </a:r>
          <a:endParaRPr lang="en-ID" dirty="0"/>
        </a:p>
      </dgm:t>
    </dgm:pt>
    <dgm:pt modelId="{31E8FCE2-E735-4DC6-AA51-01870233127A}" type="parTrans" cxnId="{7B40CF64-68D1-439C-983B-6E3FBB90607B}">
      <dgm:prSet/>
      <dgm:spPr/>
      <dgm:t>
        <a:bodyPr/>
        <a:lstStyle/>
        <a:p>
          <a:endParaRPr lang="en-ID"/>
        </a:p>
      </dgm:t>
    </dgm:pt>
    <dgm:pt modelId="{4C491AF0-DB01-49A5-8A1A-6CB6C2D037A2}" type="sibTrans" cxnId="{7B40CF64-68D1-439C-983B-6E3FBB90607B}">
      <dgm:prSet/>
      <dgm:spPr/>
      <dgm:t>
        <a:bodyPr/>
        <a:lstStyle/>
        <a:p>
          <a:endParaRPr lang="en-ID"/>
        </a:p>
      </dgm:t>
    </dgm:pt>
    <dgm:pt modelId="{D99A102B-99BE-43A5-8F98-D8280CAAEAB1}">
      <dgm:prSet phldrT="[Text]"/>
      <dgm:spPr/>
      <dgm:t>
        <a:bodyPr/>
        <a:lstStyle/>
        <a:p>
          <a:r>
            <a:rPr lang="id-ID" dirty="0"/>
            <a:t>Understanding Stateful Multi-level Firewalls</a:t>
          </a:r>
          <a:endParaRPr lang="en-ID" dirty="0"/>
        </a:p>
      </dgm:t>
    </dgm:pt>
    <dgm:pt modelId="{EBB73B65-730E-42F1-88C3-2E991E4432FB}" type="parTrans" cxnId="{EF6CDACD-2817-4F8A-8DFA-3E7F06F9F8F7}">
      <dgm:prSet/>
      <dgm:spPr/>
      <dgm:t>
        <a:bodyPr/>
        <a:lstStyle/>
        <a:p>
          <a:endParaRPr lang="en-ID"/>
        </a:p>
      </dgm:t>
    </dgm:pt>
    <dgm:pt modelId="{AACA2EE0-ED13-48AC-8601-A550D7BFA6D3}" type="sibTrans" cxnId="{EF6CDACD-2817-4F8A-8DFA-3E7F06F9F8F7}">
      <dgm:prSet/>
      <dgm:spPr/>
      <dgm:t>
        <a:bodyPr/>
        <a:lstStyle/>
        <a:p>
          <a:endParaRPr lang="en-ID"/>
        </a:p>
      </dgm:t>
    </dgm:pt>
    <dgm:pt modelId="{6205BB6D-2AAC-44FC-9FD2-00F36A1DC99A}" type="pres">
      <dgm:prSet presAssocID="{A85D9B4B-1495-4805-AB31-C092E7A6ED8C}" presName="Name0" presStyleCnt="0">
        <dgm:presLayoutVars>
          <dgm:chMax val="7"/>
          <dgm:chPref val="7"/>
          <dgm:dir/>
        </dgm:presLayoutVars>
      </dgm:prSet>
      <dgm:spPr/>
    </dgm:pt>
    <dgm:pt modelId="{B30763AC-7603-4E1E-961B-A4F044E5B3E6}" type="pres">
      <dgm:prSet presAssocID="{A85D9B4B-1495-4805-AB31-C092E7A6ED8C}" presName="Name1" presStyleCnt="0"/>
      <dgm:spPr/>
    </dgm:pt>
    <dgm:pt modelId="{932AAAB3-3EE0-47B1-99B5-BF948CABC39D}" type="pres">
      <dgm:prSet presAssocID="{A85D9B4B-1495-4805-AB31-C092E7A6ED8C}" presName="cycle" presStyleCnt="0"/>
      <dgm:spPr/>
    </dgm:pt>
    <dgm:pt modelId="{EADFD3C1-4645-420F-B1EC-46E77FFC0C9B}" type="pres">
      <dgm:prSet presAssocID="{A85D9B4B-1495-4805-AB31-C092E7A6ED8C}" presName="srcNode" presStyleLbl="node1" presStyleIdx="0" presStyleCnt="4"/>
      <dgm:spPr/>
    </dgm:pt>
    <dgm:pt modelId="{A0715C8E-A17C-41E0-88C5-CE98EECAAA2E}" type="pres">
      <dgm:prSet presAssocID="{A85D9B4B-1495-4805-AB31-C092E7A6ED8C}" presName="conn" presStyleLbl="parChTrans1D2" presStyleIdx="0" presStyleCnt="1"/>
      <dgm:spPr/>
    </dgm:pt>
    <dgm:pt modelId="{D3397E23-6B26-4937-9D71-9BD5F99DCFFA}" type="pres">
      <dgm:prSet presAssocID="{A85D9B4B-1495-4805-AB31-C092E7A6ED8C}" presName="extraNode" presStyleLbl="node1" presStyleIdx="0" presStyleCnt="4"/>
      <dgm:spPr/>
    </dgm:pt>
    <dgm:pt modelId="{8553BB8B-D181-470D-A829-9202D978E68E}" type="pres">
      <dgm:prSet presAssocID="{A85D9B4B-1495-4805-AB31-C092E7A6ED8C}" presName="dstNode" presStyleLbl="node1" presStyleIdx="0" presStyleCnt="4"/>
      <dgm:spPr/>
    </dgm:pt>
    <dgm:pt modelId="{15096970-55C6-4367-BB4D-70180C9633C3}" type="pres">
      <dgm:prSet presAssocID="{A99F4823-1631-454B-A948-58D3660BEA1A}" presName="text_1" presStyleLbl="node1" presStyleIdx="0" presStyleCnt="4">
        <dgm:presLayoutVars>
          <dgm:bulletEnabled val="1"/>
        </dgm:presLayoutVars>
      </dgm:prSet>
      <dgm:spPr/>
    </dgm:pt>
    <dgm:pt modelId="{6BB9580B-069F-45A2-BAC3-C2A2343BEE99}" type="pres">
      <dgm:prSet presAssocID="{A99F4823-1631-454B-A948-58D3660BEA1A}" presName="accent_1" presStyleCnt="0"/>
      <dgm:spPr/>
    </dgm:pt>
    <dgm:pt modelId="{2A309DB9-91E0-4C9F-A5B0-603B8002EE3D}" type="pres">
      <dgm:prSet presAssocID="{A99F4823-1631-454B-A948-58D3660BEA1A}" presName="accentRepeatNode" presStyleLbl="solidFgAcc1" presStyleIdx="0" presStyleCnt="4"/>
      <dgm:spPr/>
    </dgm:pt>
    <dgm:pt modelId="{5F62B801-D79D-4445-BDB9-BDA3CD7337CD}" type="pres">
      <dgm:prSet presAssocID="{E0610798-8A2B-451D-8A32-43ECEC25DD30}" presName="text_2" presStyleLbl="node1" presStyleIdx="1" presStyleCnt="4">
        <dgm:presLayoutVars>
          <dgm:bulletEnabled val="1"/>
        </dgm:presLayoutVars>
      </dgm:prSet>
      <dgm:spPr/>
    </dgm:pt>
    <dgm:pt modelId="{F9FF7426-E1FE-464F-8323-A7266DCB50DA}" type="pres">
      <dgm:prSet presAssocID="{E0610798-8A2B-451D-8A32-43ECEC25DD30}" presName="accent_2" presStyleCnt="0"/>
      <dgm:spPr/>
    </dgm:pt>
    <dgm:pt modelId="{9CCED706-6181-411E-850A-45C98AF14162}" type="pres">
      <dgm:prSet presAssocID="{E0610798-8A2B-451D-8A32-43ECEC25DD30}" presName="accentRepeatNode" presStyleLbl="solidFgAcc1" presStyleIdx="1" presStyleCnt="4"/>
      <dgm:spPr/>
    </dgm:pt>
    <dgm:pt modelId="{DB2741EA-4ACE-4784-9832-EDB820D6F538}" type="pres">
      <dgm:prSet presAssocID="{C1956739-22FA-40CE-936D-5838B062F073}" presName="text_3" presStyleLbl="node1" presStyleIdx="2" presStyleCnt="4">
        <dgm:presLayoutVars>
          <dgm:bulletEnabled val="1"/>
        </dgm:presLayoutVars>
      </dgm:prSet>
      <dgm:spPr/>
    </dgm:pt>
    <dgm:pt modelId="{D6863DAA-6248-46EC-B358-AA32DCDF1C45}" type="pres">
      <dgm:prSet presAssocID="{C1956739-22FA-40CE-936D-5838B062F073}" presName="accent_3" presStyleCnt="0"/>
      <dgm:spPr/>
    </dgm:pt>
    <dgm:pt modelId="{0A5009E8-A2F3-43E5-96EC-33DF10C13466}" type="pres">
      <dgm:prSet presAssocID="{C1956739-22FA-40CE-936D-5838B062F073}" presName="accentRepeatNode" presStyleLbl="solidFgAcc1" presStyleIdx="2" presStyleCnt="4"/>
      <dgm:spPr/>
    </dgm:pt>
    <dgm:pt modelId="{0C342A24-A856-40B8-B27F-B96C9EBE3A87}" type="pres">
      <dgm:prSet presAssocID="{D99A102B-99BE-43A5-8F98-D8280CAAEAB1}" presName="text_4" presStyleLbl="node1" presStyleIdx="3" presStyleCnt="4">
        <dgm:presLayoutVars>
          <dgm:bulletEnabled val="1"/>
        </dgm:presLayoutVars>
      </dgm:prSet>
      <dgm:spPr/>
    </dgm:pt>
    <dgm:pt modelId="{81E92F81-E9EB-4372-A1DF-726BE3A12FB9}" type="pres">
      <dgm:prSet presAssocID="{D99A102B-99BE-43A5-8F98-D8280CAAEAB1}" presName="accent_4" presStyleCnt="0"/>
      <dgm:spPr/>
    </dgm:pt>
    <dgm:pt modelId="{C73A7026-E758-4B3F-8DB2-D7A5D2C8714B}" type="pres">
      <dgm:prSet presAssocID="{D99A102B-99BE-43A5-8F98-D8280CAAEAB1}" presName="accentRepeatNode" presStyleLbl="solidFgAcc1" presStyleIdx="3" presStyleCnt="4"/>
      <dgm:spPr/>
    </dgm:pt>
  </dgm:ptLst>
  <dgm:cxnLst>
    <dgm:cxn modelId="{56DE4313-333A-4A4B-A5BF-EF2B5AF2F9D5}" type="presOf" srcId="{A85D9B4B-1495-4805-AB31-C092E7A6ED8C}" destId="{6205BB6D-2AAC-44FC-9FD2-00F36A1DC99A}" srcOrd="0" destOrd="0" presId="urn:microsoft.com/office/officeart/2008/layout/VerticalCurvedList"/>
    <dgm:cxn modelId="{D5C75161-CE98-47BB-B646-B887FBC8D4F0}" srcId="{A85D9B4B-1495-4805-AB31-C092E7A6ED8C}" destId="{A99F4823-1631-454B-A948-58D3660BEA1A}" srcOrd="0" destOrd="0" parTransId="{1DDAC8FD-8941-4112-88B9-DF21ADE82F8E}" sibTransId="{998FCC43-2B69-4DB5-AD78-A552D8ED83FE}"/>
    <dgm:cxn modelId="{7B40CF64-68D1-439C-983B-6E3FBB90607B}" srcId="{A85D9B4B-1495-4805-AB31-C092E7A6ED8C}" destId="{C1956739-22FA-40CE-936D-5838B062F073}" srcOrd="2" destOrd="0" parTransId="{31E8FCE2-E735-4DC6-AA51-01870233127A}" sibTransId="{4C491AF0-DB01-49A5-8A1A-6CB6C2D037A2}"/>
    <dgm:cxn modelId="{CFDE4966-F863-4D12-BDDC-F3F7BDE82B71}" type="presOf" srcId="{C1956739-22FA-40CE-936D-5838B062F073}" destId="{DB2741EA-4ACE-4784-9832-EDB820D6F538}" srcOrd="0" destOrd="0" presId="urn:microsoft.com/office/officeart/2008/layout/VerticalCurvedList"/>
    <dgm:cxn modelId="{8B639078-101E-4E2F-93E2-97459FE649A5}" type="presOf" srcId="{998FCC43-2B69-4DB5-AD78-A552D8ED83FE}" destId="{A0715C8E-A17C-41E0-88C5-CE98EECAAA2E}" srcOrd="0" destOrd="0" presId="urn:microsoft.com/office/officeart/2008/layout/VerticalCurvedList"/>
    <dgm:cxn modelId="{79D59FB4-F051-4788-BFCC-C36EF7AC8338}" type="presOf" srcId="{E0610798-8A2B-451D-8A32-43ECEC25DD30}" destId="{5F62B801-D79D-4445-BDB9-BDA3CD7337CD}" srcOrd="0" destOrd="0" presId="urn:microsoft.com/office/officeart/2008/layout/VerticalCurvedList"/>
    <dgm:cxn modelId="{0ED637BC-BCC3-4AA8-B741-490CF413A4AB}" type="presOf" srcId="{D99A102B-99BE-43A5-8F98-D8280CAAEAB1}" destId="{0C342A24-A856-40B8-B27F-B96C9EBE3A87}" srcOrd="0" destOrd="0" presId="urn:microsoft.com/office/officeart/2008/layout/VerticalCurvedList"/>
    <dgm:cxn modelId="{EF6CDACD-2817-4F8A-8DFA-3E7F06F9F8F7}" srcId="{A85D9B4B-1495-4805-AB31-C092E7A6ED8C}" destId="{D99A102B-99BE-43A5-8F98-D8280CAAEAB1}" srcOrd="3" destOrd="0" parTransId="{EBB73B65-730E-42F1-88C3-2E991E4432FB}" sibTransId="{AACA2EE0-ED13-48AC-8601-A550D7BFA6D3}"/>
    <dgm:cxn modelId="{9C3D8CDE-9690-43D8-BAEC-8082DFC347C8}" type="presOf" srcId="{A99F4823-1631-454B-A948-58D3660BEA1A}" destId="{15096970-55C6-4367-BB4D-70180C9633C3}" srcOrd="0" destOrd="0" presId="urn:microsoft.com/office/officeart/2008/layout/VerticalCurvedList"/>
    <dgm:cxn modelId="{96EAB6DE-C144-4CFE-8B28-E2DF1FF77CDC}" srcId="{A85D9B4B-1495-4805-AB31-C092E7A6ED8C}" destId="{E0610798-8A2B-451D-8A32-43ECEC25DD30}" srcOrd="1" destOrd="0" parTransId="{D2FB1833-FA81-44EC-822F-E6A625EEE314}" sibTransId="{659D7602-F980-407B-A458-F234C143C921}"/>
    <dgm:cxn modelId="{D3E6C4D6-D7FF-4A6C-9B76-7147671645D0}" type="presParOf" srcId="{6205BB6D-2AAC-44FC-9FD2-00F36A1DC99A}" destId="{B30763AC-7603-4E1E-961B-A4F044E5B3E6}" srcOrd="0" destOrd="0" presId="urn:microsoft.com/office/officeart/2008/layout/VerticalCurvedList"/>
    <dgm:cxn modelId="{16E593D4-A49A-45D9-8C62-845EBB831018}" type="presParOf" srcId="{B30763AC-7603-4E1E-961B-A4F044E5B3E6}" destId="{932AAAB3-3EE0-47B1-99B5-BF948CABC39D}" srcOrd="0" destOrd="0" presId="urn:microsoft.com/office/officeart/2008/layout/VerticalCurvedList"/>
    <dgm:cxn modelId="{2DC719BC-0DBD-430F-A791-CD010B045D5D}" type="presParOf" srcId="{932AAAB3-3EE0-47B1-99B5-BF948CABC39D}" destId="{EADFD3C1-4645-420F-B1EC-46E77FFC0C9B}" srcOrd="0" destOrd="0" presId="urn:microsoft.com/office/officeart/2008/layout/VerticalCurvedList"/>
    <dgm:cxn modelId="{88A49574-DFB2-45A7-881E-EBAAB78C93A8}" type="presParOf" srcId="{932AAAB3-3EE0-47B1-99B5-BF948CABC39D}" destId="{A0715C8E-A17C-41E0-88C5-CE98EECAAA2E}" srcOrd="1" destOrd="0" presId="urn:microsoft.com/office/officeart/2008/layout/VerticalCurvedList"/>
    <dgm:cxn modelId="{C6D705D3-406C-42C2-B497-20878AD03101}" type="presParOf" srcId="{932AAAB3-3EE0-47B1-99B5-BF948CABC39D}" destId="{D3397E23-6B26-4937-9D71-9BD5F99DCFFA}" srcOrd="2" destOrd="0" presId="urn:microsoft.com/office/officeart/2008/layout/VerticalCurvedList"/>
    <dgm:cxn modelId="{18167E73-1C83-427B-A86E-7ED183914971}" type="presParOf" srcId="{932AAAB3-3EE0-47B1-99B5-BF948CABC39D}" destId="{8553BB8B-D181-470D-A829-9202D978E68E}" srcOrd="3" destOrd="0" presId="urn:microsoft.com/office/officeart/2008/layout/VerticalCurvedList"/>
    <dgm:cxn modelId="{16FC8604-B434-4C6E-897D-9134418BF73A}" type="presParOf" srcId="{B30763AC-7603-4E1E-961B-A4F044E5B3E6}" destId="{15096970-55C6-4367-BB4D-70180C9633C3}" srcOrd="1" destOrd="0" presId="urn:microsoft.com/office/officeart/2008/layout/VerticalCurvedList"/>
    <dgm:cxn modelId="{006A5318-B86E-4550-9AD7-3C3444DEF402}" type="presParOf" srcId="{B30763AC-7603-4E1E-961B-A4F044E5B3E6}" destId="{6BB9580B-069F-45A2-BAC3-C2A2343BEE99}" srcOrd="2" destOrd="0" presId="urn:microsoft.com/office/officeart/2008/layout/VerticalCurvedList"/>
    <dgm:cxn modelId="{0CB67033-578C-4B18-849B-67A8571FCFD1}" type="presParOf" srcId="{6BB9580B-069F-45A2-BAC3-C2A2343BEE99}" destId="{2A309DB9-91E0-4C9F-A5B0-603B8002EE3D}" srcOrd="0" destOrd="0" presId="urn:microsoft.com/office/officeart/2008/layout/VerticalCurvedList"/>
    <dgm:cxn modelId="{80FC3B02-E186-498C-8F02-21481B12BFB6}" type="presParOf" srcId="{B30763AC-7603-4E1E-961B-A4F044E5B3E6}" destId="{5F62B801-D79D-4445-BDB9-BDA3CD7337CD}" srcOrd="3" destOrd="0" presId="urn:microsoft.com/office/officeart/2008/layout/VerticalCurvedList"/>
    <dgm:cxn modelId="{4248B135-117C-4BD0-8AF1-E12AD91EDC21}" type="presParOf" srcId="{B30763AC-7603-4E1E-961B-A4F044E5B3E6}" destId="{F9FF7426-E1FE-464F-8323-A7266DCB50DA}" srcOrd="4" destOrd="0" presId="urn:microsoft.com/office/officeart/2008/layout/VerticalCurvedList"/>
    <dgm:cxn modelId="{B62AC786-EA40-467C-82D7-EA3E533AA1B6}" type="presParOf" srcId="{F9FF7426-E1FE-464F-8323-A7266DCB50DA}" destId="{9CCED706-6181-411E-850A-45C98AF14162}" srcOrd="0" destOrd="0" presId="urn:microsoft.com/office/officeart/2008/layout/VerticalCurvedList"/>
    <dgm:cxn modelId="{73137A3F-4489-485A-BB1B-D7A12EFCEF85}" type="presParOf" srcId="{B30763AC-7603-4E1E-961B-A4F044E5B3E6}" destId="{DB2741EA-4ACE-4784-9832-EDB820D6F538}" srcOrd="5" destOrd="0" presId="urn:microsoft.com/office/officeart/2008/layout/VerticalCurvedList"/>
    <dgm:cxn modelId="{35FBEC2B-10C8-4270-BD28-FA8E488184A6}" type="presParOf" srcId="{B30763AC-7603-4E1E-961B-A4F044E5B3E6}" destId="{D6863DAA-6248-46EC-B358-AA32DCDF1C45}" srcOrd="6" destOrd="0" presId="urn:microsoft.com/office/officeart/2008/layout/VerticalCurvedList"/>
    <dgm:cxn modelId="{8D2CFB5E-093F-424C-BB69-E951D2A01A5E}" type="presParOf" srcId="{D6863DAA-6248-46EC-B358-AA32DCDF1C45}" destId="{0A5009E8-A2F3-43E5-96EC-33DF10C13466}" srcOrd="0" destOrd="0" presId="urn:microsoft.com/office/officeart/2008/layout/VerticalCurvedList"/>
    <dgm:cxn modelId="{6255197F-D199-425E-93E2-6637E3DE1B34}" type="presParOf" srcId="{B30763AC-7603-4E1E-961B-A4F044E5B3E6}" destId="{0C342A24-A856-40B8-B27F-B96C9EBE3A87}" srcOrd="7" destOrd="0" presId="urn:microsoft.com/office/officeart/2008/layout/VerticalCurvedList"/>
    <dgm:cxn modelId="{8CAC0ADE-507A-46FE-BC8E-1C2B998EA03F}" type="presParOf" srcId="{B30763AC-7603-4E1E-961B-A4F044E5B3E6}" destId="{81E92F81-E9EB-4372-A1DF-726BE3A12FB9}" srcOrd="8" destOrd="0" presId="urn:microsoft.com/office/officeart/2008/layout/VerticalCurvedList"/>
    <dgm:cxn modelId="{011C5517-8CBF-4932-8A69-7CE6E54D5561}" type="presParOf" srcId="{81E92F81-E9EB-4372-A1DF-726BE3A12FB9}" destId="{C73A7026-E758-4B3F-8DB2-D7A5D2C871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FC3E66-4438-496F-BAE7-6B6D0236E2C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E9BF1A1E-1948-442C-AA93-5EAA8717E767}">
      <dgm:prSet phldrT="[Text]"/>
      <dgm:spPr/>
      <dgm:t>
        <a:bodyPr/>
        <a:lstStyle/>
        <a:p>
          <a:r>
            <a:rPr lang="en-ID" dirty="0"/>
            <a:t>Host Firewall</a:t>
          </a:r>
        </a:p>
      </dgm:t>
    </dgm:pt>
    <dgm:pt modelId="{C34268C5-101A-4CDB-B139-3489E49427DF}" type="parTrans" cxnId="{FF2B6072-1CBE-4FE6-861C-C916CBF51C15}">
      <dgm:prSet/>
      <dgm:spPr/>
      <dgm:t>
        <a:bodyPr/>
        <a:lstStyle/>
        <a:p>
          <a:endParaRPr lang="en-ID"/>
        </a:p>
      </dgm:t>
    </dgm:pt>
    <dgm:pt modelId="{96EBD2FD-F9F1-4AB7-87A9-D426270CD667}" type="sibTrans" cxnId="{FF2B6072-1CBE-4FE6-861C-C916CBF51C15}">
      <dgm:prSet/>
      <dgm:spPr/>
      <dgm:t>
        <a:bodyPr/>
        <a:lstStyle/>
        <a:p>
          <a:endParaRPr lang="en-ID"/>
        </a:p>
      </dgm:t>
    </dgm:pt>
    <dgm:pt modelId="{7B743794-0369-410D-A0CE-B77EF1E0368F}">
      <dgm:prSet phldrT="[Text]"/>
      <dgm:spPr/>
      <dgm:t>
        <a:bodyPr/>
        <a:lstStyle/>
        <a:p>
          <a:r>
            <a:rPr lang="en-ID" dirty="0"/>
            <a:t>Network Firewall</a:t>
          </a:r>
        </a:p>
      </dgm:t>
    </dgm:pt>
    <dgm:pt modelId="{6001F97E-BB4F-47D4-BE6D-C8538E8E67BF}" type="parTrans" cxnId="{681ADD20-1D22-4CF2-9418-8AC1C8534EC7}">
      <dgm:prSet/>
      <dgm:spPr/>
      <dgm:t>
        <a:bodyPr/>
        <a:lstStyle/>
        <a:p>
          <a:endParaRPr lang="en-ID"/>
        </a:p>
      </dgm:t>
    </dgm:pt>
    <dgm:pt modelId="{FF3B8034-A253-45F2-96BC-47BF38925BB2}" type="sibTrans" cxnId="{681ADD20-1D22-4CF2-9418-8AC1C8534EC7}">
      <dgm:prSet/>
      <dgm:spPr/>
      <dgm:t>
        <a:bodyPr/>
        <a:lstStyle/>
        <a:p>
          <a:endParaRPr lang="en-ID"/>
        </a:p>
      </dgm:t>
    </dgm:pt>
    <dgm:pt modelId="{038D8BEA-5644-4990-99DC-DE3982A21D5A}" type="pres">
      <dgm:prSet presAssocID="{02FC3E66-4438-496F-BAE7-6B6D0236E2CF}" presName="linear" presStyleCnt="0">
        <dgm:presLayoutVars>
          <dgm:dir/>
          <dgm:animLvl val="lvl"/>
          <dgm:resizeHandles val="exact"/>
        </dgm:presLayoutVars>
      </dgm:prSet>
      <dgm:spPr/>
    </dgm:pt>
    <dgm:pt modelId="{99D25C93-8F8F-43BF-BF01-13E5F68B70ED}" type="pres">
      <dgm:prSet presAssocID="{E9BF1A1E-1948-442C-AA93-5EAA8717E767}" presName="parentLin" presStyleCnt="0"/>
      <dgm:spPr/>
    </dgm:pt>
    <dgm:pt modelId="{5A167597-CCB9-4FFC-802D-12FAEA0D1752}" type="pres">
      <dgm:prSet presAssocID="{E9BF1A1E-1948-442C-AA93-5EAA8717E767}" presName="parentLeftMargin" presStyleLbl="node1" presStyleIdx="0" presStyleCnt="2"/>
      <dgm:spPr/>
    </dgm:pt>
    <dgm:pt modelId="{6600FDC5-F6D0-4D03-BEEE-263D9EB25EC1}" type="pres">
      <dgm:prSet presAssocID="{E9BF1A1E-1948-442C-AA93-5EAA8717E7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02CA9C-0352-4859-9D2F-A7C8209B9DA9}" type="pres">
      <dgm:prSet presAssocID="{E9BF1A1E-1948-442C-AA93-5EAA8717E767}" presName="negativeSpace" presStyleCnt="0"/>
      <dgm:spPr/>
    </dgm:pt>
    <dgm:pt modelId="{EB93021C-EFB3-4E11-9084-BAC799753FFF}" type="pres">
      <dgm:prSet presAssocID="{E9BF1A1E-1948-442C-AA93-5EAA8717E767}" presName="childText" presStyleLbl="conFgAcc1" presStyleIdx="0" presStyleCnt="2">
        <dgm:presLayoutVars>
          <dgm:bulletEnabled val="1"/>
        </dgm:presLayoutVars>
      </dgm:prSet>
      <dgm:spPr/>
    </dgm:pt>
    <dgm:pt modelId="{7AA7465C-83DC-459F-9B61-B0337530FF54}" type="pres">
      <dgm:prSet presAssocID="{96EBD2FD-F9F1-4AB7-87A9-D426270CD667}" presName="spaceBetweenRectangles" presStyleCnt="0"/>
      <dgm:spPr/>
    </dgm:pt>
    <dgm:pt modelId="{93D4E381-C0C6-428E-9298-914EAD75F910}" type="pres">
      <dgm:prSet presAssocID="{7B743794-0369-410D-A0CE-B77EF1E0368F}" presName="parentLin" presStyleCnt="0"/>
      <dgm:spPr/>
    </dgm:pt>
    <dgm:pt modelId="{CA1C48D6-0231-4EE2-8403-9111237043A0}" type="pres">
      <dgm:prSet presAssocID="{7B743794-0369-410D-A0CE-B77EF1E0368F}" presName="parentLeftMargin" presStyleLbl="node1" presStyleIdx="0" presStyleCnt="2"/>
      <dgm:spPr/>
    </dgm:pt>
    <dgm:pt modelId="{12EFDABA-202E-4DF6-90B3-55E322EDA625}" type="pres">
      <dgm:prSet presAssocID="{7B743794-0369-410D-A0CE-B77EF1E036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9DF4967-CDF9-4011-BEF4-3D10A11A241E}" type="pres">
      <dgm:prSet presAssocID="{7B743794-0369-410D-A0CE-B77EF1E0368F}" presName="negativeSpace" presStyleCnt="0"/>
      <dgm:spPr/>
    </dgm:pt>
    <dgm:pt modelId="{086B60BF-93E2-4B3C-951B-236B9CCC82DC}" type="pres">
      <dgm:prSet presAssocID="{7B743794-0369-410D-A0CE-B77EF1E0368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D92401C-15AE-422F-8217-336AB3B5C9D7}" type="presOf" srcId="{7B743794-0369-410D-A0CE-B77EF1E0368F}" destId="{CA1C48D6-0231-4EE2-8403-9111237043A0}" srcOrd="0" destOrd="0" presId="urn:microsoft.com/office/officeart/2005/8/layout/list1"/>
    <dgm:cxn modelId="{681ADD20-1D22-4CF2-9418-8AC1C8534EC7}" srcId="{02FC3E66-4438-496F-BAE7-6B6D0236E2CF}" destId="{7B743794-0369-410D-A0CE-B77EF1E0368F}" srcOrd="1" destOrd="0" parTransId="{6001F97E-BB4F-47D4-BE6D-C8538E8E67BF}" sibTransId="{FF3B8034-A253-45F2-96BC-47BF38925BB2}"/>
    <dgm:cxn modelId="{58EAD84C-04AC-4757-9416-CD7895AC5D2F}" type="presOf" srcId="{7B743794-0369-410D-A0CE-B77EF1E0368F}" destId="{12EFDABA-202E-4DF6-90B3-55E322EDA625}" srcOrd="1" destOrd="0" presId="urn:microsoft.com/office/officeart/2005/8/layout/list1"/>
    <dgm:cxn modelId="{FF2B6072-1CBE-4FE6-861C-C916CBF51C15}" srcId="{02FC3E66-4438-496F-BAE7-6B6D0236E2CF}" destId="{E9BF1A1E-1948-442C-AA93-5EAA8717E767}" srcOrd="0" destOrd="0" parTransId="{C34268C5-101A-4CDB-B139-3489E49427DF}" sibTransId="{96EBD2FD-F9F1-4AB7-87A9-D426270CD667}"/>
    <dgm:cxn modelId="{46BAB853-3854-4945-A246-E20E96DF86AD}" type="presOf" srcId="{E9BF1A1E-1948-442C-AA93-5EAA8717E767}" destId="{5A167597-CCB9-4FFC-802D-12FAEA0D1752}" srcOrd="0" destOrd="0" presId="urn:microsoft.com/office/officeart/2005/8/layout/list1"/>
    <dgm:cxn modelId="{51DEE0D2-15E0-4683-8DF9-B86F3526323D}" type="presOf" srcId="{02FC3E66-4438-496F-BAE7-6B6D0236E2CF}" destId="{038D8BEA-5644-4990-99DC-DE3982A21D5A}" srcOrd="0" destOrd="0" presId="urn:microsoft.com/office/officeart/2005/8/layout/list1"/>
    <dgm:cxn modelId="{066637E2-A5D2-4F93-A774-D34AB62EDAEC}" type="presOf" srcId="{E9BF1A1E-1948-442C-AA93-5EAA8717E767}" destId="{6600FDC5-F6D0-4D03-BEEE-263D9EB25EC1}" srcOrd="1" destOrd="0" presId="urn:microsoft.com/office/officeart/2005/8/layout/list1"/>
    <dgm:cxn modelId="{0510162A-D89B-484F-8595-48B8CF0EB35B}" type="presParOf" srcId="{038D8BEA-5644-4990-99DC-DE3982A21D5A}" destId="{99D25C93-8F8F-43BF-BF01-13E5F68B70ED}" srcOrd="0" destOrd="0" presId="urn:microsoft.com/office/officeart/2005/8/layout/list1"/>
    <dgm:cxn modelId="{AEC1C7BE-90BA-4BD2-AC76-D3B1B7113B77}" type="presParOf" srcId="{99D25C93-8F8F-43BF-BF01-13E5F68B70ED}" destId="{5A167597-CCB9-4FFC-802D-12FAEA0D1752}" srcOrd="0" destOrd="0" presId="urn:microsoft.com/office/officeart/2005/8/layout/list1"/>
    <dgm:cxn modelId="{D7D77511-5684-481B-AC17-7DD97E93B2CC}" type="presParOf" srcId="{99D25C93-8F8F-43BF-BF01-13E5F68B70ED}" destId="{6600FDC5-F6D0-4D03-BEEE-263D9EB25EC1}" srcOrd="1" destOrd="0" presId="urn:microsoft.com/office/officeart/2005/8/layout/list1"/>
    <dgm:cxn modelId="{D0F9C3BA-1AAA-410E-9A01-C3603B21F3F5}" type="presParOf" srcId="{038D8BEA-5644-4990-99DC-DE3982A21D5A}" destId="{C202CA9C-0352-4859-9D2F-A7C8209B9DA9}" srcOrd="1" destOrd="0" presId="urn:microsoft.com/office/officeart/2005/8/layout/list1"/>
    <dgm:cxn modelId="{D052E882-7145-4A23-A8F4-74687B17527E}" type="presParOf" srcId="{038D8BEA-5644-4990-99DC-DE3982A21D5A}" destId="{EB93021C-EFB3-4E11-9084-BAC799753FFF}" srcOrd="2" destOrd="0" presId="urn:microsoft.com/office/officeart/2005/8/layout/list1"/>
    <dgm:cxn modelId="{4088A284-C998-4195-AF4F-07250FBCAE00}" type="presParOf" srcId="{038D8BEA-5644-4990-99DC-DE3982A21D5A}" destId="{7AA7465C-83DC-459F-9B61-B0337530FF54}" srcOrd="3" destOrd="0" presId="urn:microsoft.com/office/officeart/2005/8/layout/list1"/>
    <dgm:cxn modelId="{41121E69-4F30-4EA1-BC39-08001B305093}" type="presParOf" srcId="{038D8BEA-5644-4990-99DC-DE3982A21D5A}" destId="{93D4E381-C0C6-428E-9298-914EAD75F910}" srcOrd="4" destOrd="0" presId="urn:microsoft.com/office/officeart/2005/8/layout/list1"/>
    <dgm:cxn modelId="{368C7943-4699-4EF3-ABAD-E2129C17EE82}" type="presParOf" srcId="{93D4E381-C0C6-428E-9298-914EAD75F910}" destId="{CA1C48D6-0231-4EE2-8403-9111237043A0}" srcOrd="0" destOrd="0" presId="urn:microsoft.com/office/officeart/2005/8/layout/list1"/>
    <dgm:cxn modelId="{A883AB12-E943-4D0F-920B-FC61CB3A3212}" type="presParOf" srcId="{93D4E381-C0C6-428E-9298-914EAD75F910}" destId="{12EFDABA-202E-4DF6-90B3-55E322EDA625}" srcOrd="1" destOrd="0" presId="urn:microsoft.com/office/officeart/2005/8/layout/list1"/>
    <dgm:cxn modelId="{F6F6119A-5012-4B20-BCDF-3D9C1DB338CD}" type="presParOf" srcId="{038D8BEA-5644-4990-99DC-DE3982A21D5A}" destId="{E9DF4967-CDF9-4011-BEF4-3D10A11A241E}" srcOrd="5" destOrd="0" presId="urn:microsoft.com/office/officeart/2005/8/layout/list1"/>
    <dgm:cxn modelId="{B5E88AC1-8B2D-43F4-A81E-B0D7A49EA989}" type="presParOf" srcId="{038D8BEA-5644-4990-99DC-DE3982A21D5A}" destId="{086B60BF-93E2-4B3C-951B-236B9CCC82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15C8E-A17C-41E0-88C5-CE98EECAAA2E}">
      <dsp:nvSpPr>
        <dsp:cNvPr id="0" name=""/>
        <dsp:cNvSpPr/>
      </dsp:nvSpPr>
      <dsp:spPr>
        <a:xfrm>
          <a:off x="-5371036" y="-822487"/>
          <a:ext cx="6395480" cy="6395480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096970-55C6-4367-BB4D-70180C9633C3}">
      <dsp:nvSpPr>
        <dsp:cNvPr id="0" name=""/>
        <dsp:cNvSpPr/>
      </dsp:nvSpPr>
      <dsp:spPr>
        <a:xfrm>
          <a:off x="536334" y="365218"/>
          <a:ext cx="6523394" cy="7308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08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Understanding Packet Filtering</a:t>
          </a:r>
          <a:endParaRPr lang="en-ID" sz="2500" kern="1200" dirty="0"/>
        </a:p>
      </dsp:txBody>
      <dsp:txXfrm>
        <a:off x="536334" y="365218"/>
        <a:ext cx="6523394" cy="730817"/>
      </dsp:txXfrm>
    </dsp:sp>
    <dsp:sp modelId="{2A309DB9-91E0-4C9F-A5B0-603B8002EE3D}">
      <dsp:nvSpPr>
        <dsp:cNvPr id="0" name=""/>
        <dsp:cNvSpPr/>
      </dsp:nvSpPr>
      <dsp:spPr>
        <a:xfrm>
          <a:off x="79573" y="273866"/>
          <a:ext cx="913522" cy="9135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2B801-D79D-4445-BDB9-BDA3CD7337CD}">
      <dsp:nvSpPr>
        <dsp:cNvPr id="0" name=""/>
        <dsp:cNvSpPr/>
      </dsp:nvSpPr>
      <dsp:spPr>
        <a:xfrm>
          <a:off x="955329" y="1461635"/>
          <a:ext cx="6104400" cy="730817"/>
        </a:xfrm>
        <a:prstGeom prst="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08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Understanding Circuit-Level Firewalls</a:t>
          </a:r>
          <a:endParaRPr lang="en-ID" sz="2500" kern="1200" dirty="0"/>
        </a:p>
      </dsp:txBody>
      <dsp:txXfrm>
        <a:off x="955329" y="1461635"/>
        <a:ext cx="6104400" cy="730817"/>
      </dsp:txXfrm>
    </dsp:sp>
    <dsp:sp modelId="{9CCED706-6181-411E-850A-45C98AF14162}">
      <dsp:nvSpPr>
        <dsp:cNvPr id="0" name=""/>
        <dsp:cNvSpPr/>
      </dsp:nvSpPr>
      <dsp:spPr>
        <a:xfrm>
          <a:off x="498568" y="1370283"/>
          <a:ext cx="913522" cy="9135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1488257"/>
              <a:satOff val="8966"/>
              <a:lumOff val="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741EA-4ACE-4784-9832-EDB820D6F538}">
      <dsp:nvSpPr>
        <dsp:cNvPr id="0" name=""/>
        <dsp:cNvSpPr/>
      </dsp:nvSpPr>
      <dsp:spPr>
        <a:xfrm>
          <a:off x="955329" y="2558052"/>
          <a:ext cx="6104400" cy="730817"/>
        </a:xfrm>
        <a:prstGeom prst="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08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Understanding Application-Level Firewalls</a:t>
          </a:r>
          <a:endParaRPr lang="en-ID" sz="2500" kern="1200" dirty="0"/>
        </a:p>
      </dsp:txBody>
      <dsp:txXfrm>
        <a:off x="955329" y="2558052"/>
        <a:ext cx="6104400" cy="730817"/>
      </dsp:txXfrm>
    </dsp:sp>
    <dsp:sp modelId="{0A5009E8-A2F3-43E5-96EC-33DF10C13466}">
      <dsp:nvSpPr>
        <dsp:cNvPr id="0" name=""/>
        <dsp:cNvSpPr/>
      </dsp:nvSpPr>
      <dsp:spPr>
        <a:xfrm>
          <a:off x="498568" y="2466700"/>
          <a:ext cx="913522" cy="9135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976513"/>
              <a:satOff val="17933"/>
              <a:lumOff val="1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42A24-A856-40B8-B27F-B96C9EBE3A87}">
      <dsp:nvSpPr>
        <dsp:cNvPr id="0" name=""/>
        <dsp:cNvSpPr/>
      </dsp:nvSpPr>
      <dsp:spPr>
        <a:xfrm>
          <a:off x="536334" y="3654469"/>
          <a:ext cx="6523394" cy="730817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0087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Understanding Stateful Multi-level Firewalls</a:t>
          </a:r>
          <a:endParaRPr lang="en-ID" sz="2500" kern="1200" dirty="0"/>
        </a:p>
      </dsp:txBody>
      <dsp:txXfrm>
        <a:off x="536334" y="3654469"/>
        <a:ext cx="6523394" cy="730817"/>
      </dsp:txXfrm>
    </dsp:sp>
    <dsp:sp modelId="{C73A7026-E758-4B3F-8DB2-D7A5D2C8714B}">
      <dsp:nvSpPr>
        <dsp:cNvPr id="0" name=""/>
        <dsp:cNvSpPr/>
      </dsp:nvSpPr>
      <dsp:spPr>
        <a:xfrm>
          <a:off x="79573" y="3563117"/>
          <a:ext cx="913522" cy="9135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3021C-EFB3-4E11-9084-BAC799753FFF}">
      <dsp:nvSpPr>
        <dsp:cNvPr id="0" name=""/>
        <dsp:cNvSpPr/>
      </dsp:nvSpPr>
      <dsp:spPr>
        <a:xfrm>
          <a:off x="0" y="396560"/>
          <a:ext cx="3832034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0FDC5-F6D0-4D03-BEEE-263D9EB25EC1}">
      <dsp:nvSpPr>
        <dsp:cNvPr id="0" name=""/>
        <dsp:cNvSpPr/>
      </dsp:nvSpPr>
      <dsp:spPr>
        <a:xfrm>
          <a:off x="191601" y="42320"/>
          <a:ext cx="268242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89" tIns="0" rIns="10138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kern="1200" dirty="0"/>
            <a:t>Host Firewall</a:t>
          </a:r>
        </a:p>
      </dsp:txBody>
      <dsp:txXfrm>
        <a:off x="226186" y="76905"/>
        <a:ext cx="2613253" cy="639310"/>
      </dsp:txXfrm>
    </dsp:sp>
    <dsp:sp modelId="{086B60BF-93E2-4B3C-951B-236B9CCC82DC}">
      <dsp:nvSpPr>
        <dsp:cNvPr id="0" name=""/>
        <dsp:cNvSpPr/>
      </dsp:nvSpPr>
      <dsp:spPr>
        <a:xfrm>
          <a:off x="0" y="1485200"/>
          <a:ext cx="3832034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FDABA-202E-4DF6-90B3-55E322EDA625}">
      <dsp:nvSpPr>
        <dsp:cNvPr id="0" name=""/>
        <dsp:cNvSpPr/>
      </dsp:nvSpPr>
      <dsp:spPr>
        <a:xfrm>
          <a:off x="191601" y="1130960"/>
          <a:ext cx="2682423" cy="70848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89" tIns="0" rIns="10138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kern="1200" dirty="0"/>
            <a:t>Network Firewall</a:t>
          </a:r>
        </a:p>
      </dsp:txBody>
      <dsp:txXfrm>
        <a:off x="226186" y="1165545"/>
        <a:ext cx="2613253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dirty="0"/>
              <a:t>Firewalls remain the foundation of network security technologies. </a:t>
            </a:r>
          </a:p>
          <a:p>
            <a:pPr algn="just"/>
            <a:r>
              <a:rPr lang="en-US" sz="1200" dirty="0"/>
              <a:t>There are a number of options, types, and technologies associated with selecting, implementing, and maintaining</a:t>
            </a:r>
          </a:p>
          <a:p>
            <a:pPr algn="just"/>
            <a:r>
              <a:rPr lang="en-US" sz="1200" dirty="0"/>
              <a:t>The firewalls in a network. </a:t>
            </a:r>
          </a:p>
          <a:p>
            <a:pPr algn="just"/>
            <a:r>
              <a:rPr lang="en-US" sz="1200" dirty="0"/>
              <a:t>There are also a number of factors that help determine the proper solution to meet business requirements.</a:t>
            </a:r>
            <a:endParaRPr lang="id-ID" sz="1200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2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Crystal </a:t>
            </a:r>
            <a:r>
              <a:rPr lang="en-US" dirty="0" err="1"/>
              <a:t>Panek</a:t>
            </a:r>
            <a:r>
              <a:rPr lang="en-US" dirty="0"/>
              <a:t>, page 140-143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</a:t>
            </a:r>
          </a:p>
          <a:p>
            <a:r>
              <a:rPr lang="en-US" dirty="0"/>
              <a:t>&gt;</a:t>
            </a:r>
            <a:r>
              <a:rPr lang="en-ID" sz="1800" b="1" i="0" u="none" strike="noStrike" baseline="0" dirty="0">
                <a:latin typeface="SabonLTStd-Bold"/>
              </a:rPr>
              <a:t>Smaller Routing Tables</a:t>
            </a:r>
            <a:endParaRPr lang="en-US" sz="1800" b="1" i="0" u="none" strike="noStrike" baseline="0" dirty="0">
              <a:latin typeface="SabonLTStd-Bold"/>
            </a:endParaRPr>
          </a:p>
          <a:p>
            <a:r>
              <a:rPr lang="en-US" sz="1800" b="1" i="0" u="none" strike="noStrike" baseline="0" dirty="0">
                <a:latin typeface="SabonLTStd-Bold"/>
              </a:rPr>
              <a:t>&gt;</a:t>
            </a:r>
            <a:r>
              <a:rPr lang="en-ID" sz="1800" b="1" i="0" u="none" strike="noStrike" baseline="0" dirty="0">
                <a:latin typeface="SabonLTStd-Bold"/>
              </a:rPr>
              <a:t>Highly Scalable</a:t>
            </a:r>
            <a:endParaRPr lang="en-US" sz="1800" b="1" i="0" u="none" strike="noStrike" baseline="0" dirty="0">
              <a:latin typeface="SabonLTStd-Bold"/>
            </a:endParaRPr>
          </a:p>
          <a:p>
            <a:r>
              <a:rPr lang="en-US" sz="1800" b="1" i="0" u="none" strike="noStrike" baseline="0" dirty="0">
                <a:latin typeface="SabonLTStd-Bold"/>
              </a:rPr>
              <a:t>&gt;More Efficient Use of Network Bandwidth</a:t>
            </a:r>
          </a:p>
          <a:p>
            <a:r>
              <a:rPr lang="en-US" sz="1800" b="1" i="0" u="none" strike="noStrike" baseline="0" dirty="0">
                <a:latin typeface="SabonLTStd-Bold"/>
              </a:rPr>
              <a:t>&gt;</a:t>
            </a:r>
            <a:r>
              <a:rPr lang="en-ID" sz="1800" b="1" i="0" u="none" strike="noStrike" baseline="0" dirty="0">
                <a:latin typeface="SabonLTStd-Bold"/>
              </a:rPr>
              <a:t>Faster Convergence</a:t>
            </a:r>
            <a:endParaRPr lang="en-US" sz="1800" b="1" i="0" u="none" strike="noStrike" baseline="0" dirty="0">
              <a:latin typeface="SabonLTStd-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15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https://www.kaspersky.com/resource-center/threats/what-is-a-honeypot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87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https://www.fortinet.com/resources/cyberglossary/what-is-dmz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64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  <a:p>
            <a:endParaRPr lang="en-US" dirty="0"/>
          </a:p>
          <a:p>
            <a:r>
              <a:rPr lang="en-ID" dirty="0"/>
              <a:t>https://www.cloudflare.com/learning/ddos/glossary/open-systems-interconnection-model-osi/</a:t>
            </a:r>
          </a:p>
          <a:p>
            <a:r>
              <a:rPr lang="en-ID" dirty="0"/>
              <a:t>https://www.cloudflare.com/learning/ddos/glossary/open-systems-interconnection-model-osi/ </a:t>
            </a:r>
          </a:p>
          <a:p>
            <a:r>
              <a:rPr lang="en-ID" dirty="0"/>
              <a:t>https://learningnetwork.cisco.com/s/contentdocument/0693i000001r6HTAAY </a:t>
            </a:r>
          </a:p>
          <a:p>
            <a:r>
              <a:rPr lang="en-ID" dirty="0"/>
              <a:t>https://www.cloudflare.com/learning/network-layer/what-is-ipsec/ </a:t>
            </a:r>
          </a:p>
          <a:p>
            <a:r>
              <a:rPr lang="en-ID" dirty="0"/>
              <a:t>https://www.hypr.com/security-encyclopedia/transport-mode#:~:text=Transport%20Mode%20is%20a%20method,Transport%20Mode%20or%20Tunnel%20Mode.</a:t>
            </a:r>
          </a:p>
          <a:p>
            <a:r>
              <a:rPr lang="en-ID" dirty="0"/>
              <a:t>https://www.ibm.com/docs/en/zos/2.2.0?topic=encapsulation-transport-mode-tunnel-mode</a:t>
            </a:r>
          </a:p>
          <a:p>
            <a:r>
              <a:rPr lang="en-ID" dirty="0"/>
              <a:t>https://docs.oracle.com/cd/E36784_01/html/E36838/ipsecov-13.html</a:t>
            </a:r>
          </a:p>
          <a:p>
            <a:r>
              <a:rPr lang="en-ID" dirty="0"/>
              <a:t>https://www.hypr.com/security-encyclopedia/tunnel-mode#:~:text=Tunnel%20Mode%20is%20a%20method,address%20information%20is%20also%20encrypted.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3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D933DC8-5F40-4DE1-1800-4555D43F0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2054347"/>
            <a:ext cx="8286748" cy="819237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COURSE NAME*</a:t>
            </a:r>
            <a:endParaRPr lang="id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D9D23-A348-F595-B710-95E853784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0" y="4462536"/>
            <a:ext cx="8286750" cy="642864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pPr lvl="0"/>
            <a:r>
              <a:rPr lang="en-US"/>
              <a:t>TOPIC*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AF6EC7A6-1644-1988-E351-DCDA588E6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00300" y="2879439"/>
            <a:ext cx="8286748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COURSE CODE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521841C5-28C7-B1B8-56E4-4193C60094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0298" y="5105400"/>
            <a:ext cx="8286750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SESSION #*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9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6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4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3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257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8260933" cy="1260475"/>
          </a:xfrm>
        </p:spPr>
        <p:txBody>
          <a:bodyPr>
            <a:normAutofit/>
          </a:bodyPr>
          <a:lstStyle>
            <a:lvl1pPr>
              <a:defRPr sz="353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4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2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8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1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2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6" indent="-390526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1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41" indent="-325439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31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9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47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85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23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8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4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5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9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9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6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505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tinet.com/resources/cyberglossary/what-is-dmz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>
            <a:extLst>
              <a:ext uri="{FF2B5EF4-FFF2-40B4-BE49-F238E27FC236}">
                <a16:creationId xmlns:a16="http://schemas.microsoft.com/office/drawing/2014/main" id="{A8E11B89-3F7C-070B-9109-328EF6A2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80" y="2015900"/>
            <a:ext cx="8286748" cy="819237"/>
          </a:xfrm>
        </p:spPr>
        <p:txBody>
          <a:bodyPr/>
          <a:lstStyle/>
          <a:p>
            <a:pPr marL="160020"/>
            <a:r>
              <a:rPr lang="en-US" sz="4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Security Principles</a:t>
            </a:r>
            <a:endParaRPr lang="en-ID" sz="40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9965367-0D54-1233-7100-E845F639A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0300" y="4462536"/>
            <a:ext cx="8036228" cy="642864"/>
          </a:xfrm>
        </p:spPr>
        <p:txBody>
          <a:bodyPr/>
          <a:lstStyle/>
          <a:p>
            <a:r>
              <a:rPr lang="en-US" dirty="0"/>
              <a:t>IDS,IPS, Firewall &amp; Honeypots</a:t>
            </a:r>
            <a:endParaRPr lang="id-ID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3D0756CA-8A0F-B909-52F0-DD7F308A92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0300" y="2879439"/>
            <a:ext cx="8286748" cy="453920"/>
          </a:xfrm>
        </p:spPr>
        <p:txBody>
          <a:bodyPr/>
          <a:lstStyle/>
          <a:p>
            <a:r>
              <a:rPr lang="en-US" dirty="0"/>
              <a:t>COMP6824001</a:t>
            </a:r>
            <a:endParaRPr lang="id-ID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552E864-4412-E90E-C4B7-1F07C9BCB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00298" y="5105400"/>
            <a:ext cx="8286750" cy="453920"/>
          </a:xfrm>
        </p:spPr>
        <p:txBody>
          <a:bodyPr/>
          <a:lstStyle/>
          <a:p>
            <a:r>
              <a:rPr lang="en-US" dirty="0"/>
              <a:t>Session 8</a:t>
            </a:r>
            <a:endParaRPr lang="id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9153544" cy="1260475"/>
          </a:xfrm>
        </p:spPr>
        <p:txBody>
          <a:bodyPr>
            <a:noAutofit/>
          </a:bodyPr>
          <a:lstStyle/>
          <a:p>
            <a:r>
              <a:rPr lang="en-US" sz="2400" dirty="0"/>
              <a:t>-	Type of Hardware firewalls and Characteristics</a:t>
            </a:r>
            <a:br>
              <a:rPr lang="en-US" sz="2400" dirty="0"/>
            </a:br>
            <a:r>
              <a:rPr lang="en-US" sz="2400" dirty="0"/>
              <a:t>-	Time to Use a Hardware Firewall instead of a Software Firewall</a:t>
            </a:r>
            <a:br>
              <a:rPr lang="en-US" sz="2400" dirty="0"/>
            </a:br>
            <a:r>
              <a:rPr lang="en-US" sz="2400" dirty="0"/>
              <a:t>-	</a:t>
            </a:r>
            <a:r>
              <a:rPr lang="en-US" sz="2400" dirty="0" err="1"/>
              <a:t>Statefull</a:t>
            </a:r>
            <a:r>
              <a:rPr lang="en-US" sz="2400" dirty="0"/>
              <a:t> Inspection and Stateless Inspection</a:t>
            </a:r>
            <a:br>
              <a:rPr lang="en-US" sz="2400" dirty="0"/>
            </a:br>
            <a:r>
              <a:rPr lang="en-US" sz="2400" dirty="0"/>
              <a:t>-	Understanding VLANs</a:t>
            </a:r>
            <a:br>
              <a:rPr lang="en-US" sz="2400" dirty="0"/>
            </a:br>
            <a:r>
              <a:rPr lang="en-US" sz="2400" dirty="0"/>
              <a:t>-	Understanding Routing</a:t>
            </a:r>
            <a:br>
              <a:rPr lang="en-US" sz="2400" dirty="0"/>
            </a:br>
            <a:r>
              <a:rPr lang="en-US" sz="2400" dirty="0"/>
              <a:t>-	</a:t>
            </a:r>
            <a:r>
              <a:rPr lang="en-US" sz="2400" dirty="0" err="1"/>
              <a:t>Intrussion</a:t>
            </a:r>
            <a:r>
              <a:rPr lang="en-US" sz="2400" dirty="0"/>
              <a:t> Detection System (IDS) &amp; </a:t>
            </a:r>
            <a:br>
              <a:rPr lang="en-US" sz="2400" dirty="0"/>
            </a:br>
            <a:r>
              <a:rPr lang="en-US" sz="2400" dirty="0"/>
              <a:t>      Intrusion Prevention System (IPS)</a:t>
            </a:r>
            <a:br>
              <a:rPr lang="en-US" sz="2400" dirty="0"/>
            </a:br>
            <a:r>
              <a:rPr lang="en-US" sz="2400" dirty="0"/>
              <a:t>-	Honeypots</a:t>
            </a:r>
            <a:br>
              <a:rPr lang="en-US" sz="2400" dirty="0"/>
            </a:br>
            <a:r>
              <a:rPr lang="en-US" sz="2400" dirty="0"/>
              <a:t>-	DMZ</a:t>
            </a:r>
            <a:br>
              <a:rPr lang="en-US" sz="2400" dirty="0"/>
            </a:br>
            <a:r>
              <a:rPr lang="en-US" sz="2400" dirty="0"/>
              <a:t>-	NAT</a:t>
            </a:r>
            <a:br>
              <a:rPr lang="en-US" sz="2400" dirty="0"/>
            </a:br>
            <a:r>
              <a:rPr lang="en-US" sz="2400" dirty="0"/>
              <a:t>-	VPN</a:t>
            </a:r>
            <a:br>
              <a:rPr lang="en-US" sz="2400" dirty="0"/>
            </a:br>
            <a:r>
              <a:rPr lang="en-US" sz="2400" dirty="0"/>
              <a:t>-	Other VPN Protocols</a:t>
            </a:r>
            <a:br>
              <a:rPr lang="en-US" sz="2400" dirty="0"/>
            </a:br>
            <a:r>
              <a:rPr lang="en-US" sz="2400" dirty="0"/>
              <a:t>-	Server and Domain Isolation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2C5C5-4B1F-03A1-1DA9-78BEE1D3BEB2}"/>
              </a:ext>
            </a:extLst>
          </p:cNvPr>
          <p:cNvSpPr txBox="1"/>
          <p:nvPr/>
        </p:nvSpPr>
        <p:spPr>
          <a:xfrm>
            <a:off x="4797628" y="264837"/>
            <a:ext cx="2628476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11" b="1" dirty="0"/>
              <a:t>Sub Topics</a:t>
            </a:r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3" y="2272658"/>
            <a:ext cx="8219073" cy="49540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647" b="1" u="sng" dirty="0">
                <a:solidFill>
                  <a:srgbClr val="0070C0"/>
                </a:solidFill>
              </a:rPr>
              <a:t>If you are using PowerPoint from textbook, please use this slide to give information about the source of the slides.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u="sng" dirty="0">
                <a:solidFill>
                  <a:srgbClr val="0070C0"/>
                </a:solidFill>
              </a:rPr>
              <a:t>Example: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Horton, W. (2012). E-Learning by Design, John Wiley &amp; Sons, Inc. San Francisco. ISBN: 978-0-470-90002-4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>
                <a:solidFill>
                  <a:srgbClr val="0070C0"/>
                </a:solidFill>
              </a:rPr>
              <a:t>Chapter 1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320567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6" y="223215"/>
            <a:ext cx="9618662" cy="1260475"/>
          </a:xfrm>
        </p:spPr>
        <p:txBody>
          <a:bodyPr/>
          <a:lstStyle/>
          <a:p>
            <a:pPr algn="ctr"/>
            <a:r>
              <a:rPr lang="en-US" b="1" dirty="0"/>
              <a:t>Type of Hardware firewalls and Characteristics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113" y="1857385"/>
            <a:ext cx="8723375" cy="3683879"/>
          </a:xfrm>
        </p:spPr>
        <p:txBody>
          <a:bodyPr/>
          <a:lstStyle/>
          <a:p>
            <a:pPr algn="just"/>
            <a:r>
              <a:rPr lang="en-US" sz="2400" b="0" i="0" u="none" strike="noStrike" baseline="0" dirty="0">
                <a:latin typeface="SabonLTStd-Roman"/>
              </a:rPr>
              <a:t>A </a:t>
            </a:r>
            <a:r>
              <a:rPr lang="en-US" sz="2400" b="0" i="1" u="none" strike="noStrike" baseline="0" dirty="0">
                <a:latin typeface="SabonLTStd-Italic"/>
              </a:rPr>
              <a:t>firewall </a:t>
            </a:r>
            <a:r>
              <a:rPr lang="en-US" sz="2400" b="0" i="0" u="none" strike="noStrike" baseline="0" dirty="0">
                <a:latin typeface="SabonLTStd-Roman"/>
              </a:rPr>
              <a:t>is a system that is designed to protect a computer or a computer network from network-based attacks. A firewall does this by filtering the data packets traversing the network.</a:t>
            </a:r>
          </a:p>
          <a:p>
            <a:pPr algn="just"/>
            <a:r>
              <a:rPr lang="en-US" sz="2400" b="0" i="0" u="none" strike="noStrike" baseline="0" dirty="0">
                <a:latin typeface="SabonLTStd-Roman"/>
              </a:rPr>
              <a:t>A typical perimeter firewall is implemented with two (or more) network connections </a:t>
            </a:r>
            <a:r>
              <a:rPr lang="en-ID" sz="2400" b="0" i="0" u="none" strike="noStrike" baseline="0" dirty="0">
                <a:latin typeface="SabonLTStd-Roman"/>
              </a:rPr>
              <a:t>(see Figure 1)</a:t>
            </a:r>
          </a:p>
          <a:p>
            <a:pPr lvl="1" algn="just"/>
            <a:r>
              <a:rPr lang="en-US" sz="2400" b="0" i="0" u="none" strike="noStrike" baseline="0" dirty="0">
                <a:latin typeface="SabonLTStd-Roman"/>
              </a:rPr>
              <a:t>A connection to the network being protected</a:t>
            </a:r>
          </a:p>
          <a:p>
            <a:pPr lvl="1" algn="just"/>
            <a:r>
              <a:rPr lang="en-US" sz="2400" b="0" i="0" u="none" strike="noStrike" baseline="0" dirty="0">
                <a:latin typeface="SabonLTStd-Roman"/>
              </a:rPr>
              <a:t>A connection to an external network</a:t>
            </a:r>
            <a:endParaRPr lang="id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2766A-A85F-8ED1-58DD-544F1654C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76" y="4666118"/>
            <a:ext cx="8760204" cy="2078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D79D9-03CB-00B9-88BE-A44908BA5EFB}"/>
              </a:ext>
            </a:extLst>
          </p:cNvPr>
          <p:cNvSpPr txBox="1"/>
          <p:nvPr/>
        </p:nvSpPr>
        <p:spPr>
          <a:xfrm>
            <a:off x="2913314" y="6754250"/>
            <a:ext cx="534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latin typeface="SabonLTStd-Roman"/>
              </a:rPr>
              <a:t>Fig. 1 </a:t>
            </a:r>
            <a:r>
              <a:rPr lang="en-US" sz="1800" b="0" i="0" u="none" strike="noStrike" baseline="0" dirty="0">
                <a:latin typeface="UniversLTStd"/>
              </a:rPr>
              <a:t>Example of a firewall implementation</a:t>
            </a:r>
            <a:r>
              <a:rPr lang="en-US" sz="2000" b="0" i="0" u="none" strike="noStrike" baseline="0" dirty="0">
                <a:latin typeface="SabonLTStd-Roman"/>
              </a:rPr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F7B3B2-9E3C-E377-927D-4FADA0CA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696" y="346474"/>
            <a:ext cx="7579678" cy="1061203"/>
          </a:xfrm>
        </p:spPr>
        <p:txBody>
          <a:bodyPr/>
          <a:lstStyle/>
          <a:p>
            <a:pPr algn="ctr"/>
            <a:r>
              <a:rPr lang="en-US" b="1" dirty="0"/>
              <a:t>Type of Hardware firewalls and Characteristics</a:t>
            </a:r>
            <a:endParaRPr lang="en-ID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A4EF125-8734-A116-0D13-308B8AC68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9943432"/>
              </p:ext>
            </p:extLst>
          </p:nvPr>
        </p:nvGraphicFramePr>
        <p:xfrm>
          <a:off x="2139696" y="1698780"/>
          <a:ext cx="7125759" cy="4750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64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224" y="145351"/>
            <a:ext cx="8618981" cy="1260475"/>
          </a:xfrm>
        </p:spPr>
        <p:txBody>
          <a:bodyPr/>
          <a:lstStyle/>
          <a:p>
            <a:pPr algn="ctr"/>
            <a:r>
              <a:rPr lang="en-US" b="1" dirty="0"/>
              <a:t>Understanding When to Use a Hardware Firewall Instead of a Software Firewall</a:t>
            </a:r>
            <a:endParaRPr lang="id-ID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EA5185-B769-E33B-4749-771404FF4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832768"/>
              </p:ext>
            </p:extLst>
          </p:nvPr>
        </p:nvGraphicFramePr>
        <p:xfrm>
          <a:off x="1677577" y="1405827"/>
          <a:ext cx="3832034" cy="2132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FA5213-2F78-338B-1822-8A78CF6B9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664" y="1405827"/>
            <a:ext cx="3584448" cy="2127504"/>
          </a:xfrm>
        </p:spPr>
        <p:txBody>
          <a:bodyPr/>
          <a:lstStyle/>
          <a:p>
            <a:pPr algn="just"/>
            <a:r>
              <a:rPr lang="en-US" sz="2400" dirty="0"/>
              <a:t>One type of software firewall is a firewall application installed on a host, used to protect the host from network-based attacks</a:t>
            </a:r>
          </a:p>
          <a:p>
            <a:pPr algn="just"/>
            <a:r>
              <a:rPr lang="en-US" sz="2400" dirty="0"/>
              <a:t>Host firewalls are also known as personal firewalls.</a:t>
            </a:r>
            <a:endParaRPr lang="id-ID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3DC8C2-38D1-781C-42A5-B85B7390508F}"/>
              </a:ext>
            </a:extLst>
          </p:cNvPr>
          <p:cNvSpPr txBox="1">
            <a:spLocks/>
          </p:cNvSpPr>
          <p:nvPr/>
        </p:nvSpPr>
        <p:spPr bwMode="auto">
          <a:xfrm>
            <a:off x="1152147" y="3781425"/>
            <a:ext cx="4882894" cy="3214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The other type of software firewall is a firewall application installed on a server used to protect network segments from other network segments</a:t>
            </a:r>
          </a:p>
          <a:p>
            <a:pPr algn="just"/>
            <a:r>
              <a:rPr lang="en-US" sz="2400" dirty="0"/>
              <a:t>The most popular network firewalls are those produced by Cisco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71511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363" y="273821"/>
            <a:ext cx="8088629" cy="1260475"/>
          </a:xfrm>
        </p:spPr>
        <p:txBody>
          <a:bodyPr/>
          <a:lstStyle/>
          <a:p>
            <a:pPr algn="ctr"/>
            <a:r>
              <a:rPr lang="en-US" sz="3600" b="1" dirty="0"/>
              <a:t>Understanding Stateful Inspection and Stateless Inspection</a:t>
            </a:r>
            <a:endParaRPr lang="id-ID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693657" cy="4890887"/>
          </a:xfrm>
        </p:spPr>
        <p:txBody>
          <a:bodyPr/>
          <a:lstStyle/>
          <a:p>
            <a:pPr algn="just"/>
            <a:r>
              <a:rPr lang="en-US" sz="2400" dirty="0"/>
              <a:t>Stateful inspection also determines whether a packet is part of an existing session, and that information can be used to determine whether to permit or deny a packet</a:t>
            </a:r>
          </a:p>
          <a:p>
            <a:pPr algn="just"/>
            <a:r>
              <a:rPr lang="en-US" sz="2400" dirty="0"/>
              <a:t>In addition to examining the header information of a packet traversing the firewall, a stateful inspection firewall also considers other factors when determining if traffic should be permitted across the firewall.</a:t>
            </a:r>
          </a:p>
          <a:p>
            <a:pPr algn="just"/>
            <a:r>
              <a:rPr lang="en-US" sz="2400" dirty="0"/>
              <a:t>The firewall doesn’t consider any other information related to the packets when determining which packets are permitted to cross the firewall and which packets are blocked. </a:t>
            </a:r>
          </a:p>
          <a:p>
            <a:pPr algn="just"/>
            <a:r>
              <a:rPr lang="en-US" sz="2400" dirty="0"/>
              <a:t>This type of data packet inspection is known as stateless inspection.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393B2C-6578-83AD-319E-99EFAB15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55" y="926006"/>
            <a:ext cx="9306931" cy="6126147"/>
          </a:xfrm>
        </p:spPr>
        <p:txBody>
          <a:bodyPr/>
          <a:lstStyle/>
          <a:p>
            <a:r>
              <a:rPr lang="en-ID" sz="3200" dirty="0"/>
              <a:t>Understanding VLANs</a:t>
            </a:r>
          </a:p>
          <a:p>
            <a:pPr lvl="1"/>
            <a:r>
              <a:rPr lang="en-ID" sz="1800" dirty="0"/>
              <a:t>VLAN Membership by Port</a:t>
            </a:r>
          </a:p>
          <a:p>
            <a:pPr lvl="1"/>
            <a:r>
              <a:rPr lang="en-US" sz="1800" dirty="0"/>
              <a:t>VLAN Membership by MAC Address</a:t>
            </a:r>
          </a:p>
          <a:p>
            <a:pPr lvl="1"/>
            <a:r>
              <a:rPr lang="en-US" sz="1800" dirty="0"/>
              <a:t>Membership by IP Subnet Address</a:t>
            </a:r>
          </a:p>
          <a:p>
            <a:pPr lvl="1"/>
            <a:r>
              <a:rPr lang="en-ID" sz="1800" dirty="0"/>
              <a:t>Membership by Protocol</a:t>
            </a:r>
          </a:p>
          <a:p>
            <a:r>
              <a:rPr lang="en-ID" sz="3200" dirty="0"/>
              <a:t>Understanding Routing</a:t>
            </a:r>
          </a:p>
          <a:p>
            <a:pPr lvl="1" algn="just"/>
            <a:r>
              <a:rPr lang="en-US" sz="1800" dirty="0"/>
              <a:t>The first method is to manually </a:t>
            </a:r>
            <a:r>
              <a:rPr lang="en-US" sz="1800" dirty="0" err="1"/>
              <a:t>confi</a:t>
            </a:r>
            <a:r>
              <a:rPr lang="en-US" sz="1800" dirty="0"/>
              <a:t> </a:t>
            </a:r>
            <a:r>
              <a:rPr lang="en-US" sz="1800" dirty="0" err="1"/>
              <a:t>gure</a:t>
            </a:r>
            <a:r>
              <a:rPr lang="en-US" sz="1800" dirty="0"/>
              <a:t> the routing table with the routes for each destination network (This is known as static routing).</a:t>
            </a:r>
          </a:p>
          <a:p>
            <a:pPr lvl="1" algn="just"/>
            <a:r>
              <a:rPr lang="en-US" sz="1800" dirty="0"/>
              <a:t>The second method for generating routing table information is to make use of a dynamic routing protocol. Because dynamic routing protocols are quite a bit more complex than static routing, we need to take a more in-depth look at the subject.</a:t>
            </a:r>
            <a:endParaRPr lang="en-ID" sz="1800" dirty="0"/>
          </a:p>
          <a:p>
            <a:r>
              <a:rPr lang="en-ID" sz="3200" dirty="0"/>
              <a:t>Understanding Routing Protocols (-)</a:t>
            </a:r>
          </a:p>
          <a:p>
            <a:pPr lvl="1"/>
            <a:r>
              <a:rPr lang="en-ID" sz="1599" dirty="0"/>
              <a:t>High Overhead 					- Not Scalable</a:t>
            </a:r>
          </a:p>
          <a:p>
            <a:pPr lvl="1"/>
            <a:r>
              <a:rPr lang="en-ID" sz="1599" dirty="0"/>
              <a:t>Network Bandwidth Intensive 		- Split Horizon</a:t>
            </a:r>
          </a:p>
          <a:p>
            <a:pPr lvl="1"/>
            <a:r>
              <a:rPr lang="en-ID" sz="1599" dirty="0"/>
              <a:t>Long Convergence Time				- </a:t>
            </a:r>
            <a:r>
              <a:rPr lang="en-US" sz="1599" dirty="0"/>
              <a:t>Split Horizon with Poison Reverse</a:t>
            </a:r>
            <a:endParaRPr lang="en-ID" sz="1599" dirty="0"/>
          </a:p>
          <a:p>
            <a:pPr lvl="1"/>
            <a:r>
              <a:rPr lang="en-ID" sz="1599" dirty="0"/>
              <a:t>Routing Loop Issues				</a:t>
            </a:r>
          </a:p>
          <a:p>
            <a:pPr lvl="1"/>
            <a:r>
              <a:rPr lang="en-ID" sz="1599" dirty="0"/>
              <a:t>Count-to-Infinity Issues (routing loops)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F6F04-F18B-395F-C67D-5E1E53A7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07" y="297186"/>
            <a:ext cx="9306931" cy="467897"/>
          </a:xfrm>
        </p:spPr>
        <p:txBody>
          <a:bodyPr/>
          <a:lstStyle/>
          <a:p>
            <a:pPr algn="ctr"/>
            <a:r>
              <a:rPr lang="en-US" sz="2800" b="1" dirty="0"/>
              <a:t>Using Isolation to Protect the Network</a:t>
            </a:r>
            <a:endParaRPr lang="en-ID" sz="2800" b="1" dirty="0"/>
          </a:p>
        </p:txBody>
      </p:sp>
    </p:spTree>
    <p:extLst>
      <p:ext uri="{BB962C8B-B14F-4D97-AF65-F5344CB8AC3E}">
        <p14:creationId xmlns:p14="http://schemas.microsoft.com/office/powerpoint/2010/main" val="4214364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DB3760-CCC4-6BA0-1055-9BC7CA02F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360" y="1581812"/>
            <a:ext cx="8647154" cy="5144664"/>
          </a:xfrm>
        </p:spPr>
        <p:txBody>
          <a:bodyPr/>
          <a:lstStyle/>
          <a:p>
            <a:pPr algn="just"/>
            <a:r>
              <a:rPr lang="en-ID" sz="2400" b="1" dirty="0"/>
              <a:t>Intrusion detection systems (IDS) </a:t>
            </a:r>
            <a:r>
              <a:rPr lang="en-US" sz="2400" dirty="0"/>
              <a:t>An IDS is a solution designed to detect unauthorized user activities, attacks, and network compromises</a:t>
            </a:r>
          </a:p>
          <a:p>
            <a:pPr algn="just"/>
            <a:r>
              <a:rPr lang="en-ID" sz="2400" dirty="0"/>
              <a:t>Intrusion Prevention Systems (IPS) </a:t>
            </a:r>
            <a:r>
              <a:rPr lang="en-US" sz="2400" dirty="0"/>
              <a:t>is very similar to an IDS, except that in addition to detecting and alerting, an IPS can also take action to prevent the breach from occurring</a:t>
            </a:r>
          </a:p>
          <a:p>
            <a:pPr algn="just"/>
            <a:r>
              <a:rPr lang="en-US" sz="2400" dirty="0"/>
              <a:t>Type of IDS/IPS:</a:t>
            </a:r>
          </a:p>
          <a:p>
            <a:pPr lvl="1" algn="just"/>
            <a:r>
              <a:rPr lang="en-US" sz="2400" dirty="0"/>
              <a:t>Network-Based</a:t>
            </a:r>
          </a:p>
          <a:p>
            <a:pPr lvl="1" algn="just"/>
            <a:r>
              <a:rPr lang="en-US" sz="2400" dirty="0"/>
              <a:t>Host-Based</a:t>
            </a:r>
          </a:p>
          <a:p>
            <a:pPr algn="just"/>
            <a:r>
              <a:rPr lang="en-US" sz="2400" dirty="0"/>
              <a:t>Common deployment methodologies:</a:t>
            </a:r>
          </a:p>
          <a:p>
            <a:pPr lvl="1" algn="just"/>
            <a:r>
              <a:rPr lang="en-US" sz="2400" dirty="0"/>
              <a:t>Unfiltered</a:t>
            </a:r>
          </a:p>
          <a:p>
            <a:pPr lvl="1" algn="just"/>
            <a:r>
              <a:rPr lang="en-US" sz="2400" dirty="0"/>
              <a:t>Screened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9B169-2D2D-E382-B14C-733C50AB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558" y="285846"/>
            <a:ext cx="8647154" cy="1108075"/>
          </a:xfrm>
        </p:spPr>
        <p:txBody>
          <a:bodyPr/>
          <a:lstStyle/>
          <a:p>
            <a:pPr algn="ctr"/>
            <a:r>
              <a:rPr lang="en-ID" b="1" dirty="0" err="1"/>
              <a:t>Intrussion</a:t>
            </a:r>
            <a:r>
              <a:rPr lang="en-ID" b="1" dirty="0"/>
              <a:t> Detection System (IDS) &amp; Intrusion Prevention System (IPS)</a:t>
            </a:r>
          </a:p>
        </p:txBody>
      </p:sp>
    </p:spTree>
    <p:extLst>
      <p:ext uri="{BB962C8B-B14F-4D97-AF65-F5344CB8AC3E}">
        <p14:creationId xmlns:p14="http://schemas.microsoft.com/office/powerpoint/2010/main" val="353442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974DC-0EB1-F384-D21B-86B60210E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976" y="1285874"/>
            <a:ext cx="9013476" cy="4991101"/>
          </a:xfrm>
        </p:spPr>
        <p:txBody>
          <a:bodyPr/>
          <a:lstStyle/>
          <a:p>
            <a:pPr algn="just"/>
            <a:r>
              <a:rPr lang="en-US" sz="2800" dirty="0"/>
              <a:t>One honeypot definition comes from the world of espionage, where Mata Hari-style spies who use a romantic relationship as a way to steal secrets are described as setting a ‘honey trap’ or ‘honeypot’. </a:t>
            </a:r>
          </a:p>
          <a:p>
            <a:pPr algn="just"/>
            <a:r>
              <a:rPr lang="en-US" sz="2800" dirty="0"/>
              <a:t>A honeypot is a trap for hackers</a:t>
            </a:r>
          </a:p>
          <a:p>
            <a:pPr algn="just"/>
            <a:r>
              <a:rPr lang="en-US" sz="2800" dirty="0"/>
              <a:t>There are a variety of different types of honeypots:</a:t>
            </a:r>
          </a:p>
          <a:p>
            <a:pPr lvl="1" algn="just"/>
            <a:r>
              <a:rPr lang="en-US" sz="2800" dirty="0"/>
              <a:t>Production</a:t>
            </a:r>
          </a:p>
          <a:p>
            <a:pPr lvl="1" algn="just"/>
            <a:r>
              <a:rPr lang="en-US" sz="2800" dirty="0"/>
              <a:t>Research</a:t>
            </a:r>
          </a:p>
          <a:p>
            <a:pPr algn="just"/>
            <a:r>
              <a:rPr lang="en-US" sz="2800" dirty="0"/>
              <a:t>Types of honeypots that can be used to combat spam:</a:t>
            </a:r>
          </a:p>
          <a:p>
            <a:pPr lvl="1" algn="just"/>
            <a:r>
              <a:rPr lang="en-US" sz="2800" dirty="0"/>
              <a:t>Email Address Honeypot</a:t>
            </a:r>
          </a:p>
          <a:p>
            <a:pPr lvl="1" algn="just"/>
            <a:r>
              <a:rPr lang="en-US" sz="2800" dirty="0"/>
              <a:t>Email Open Relay Honeypot</a:t>
            </a:r>
          </a:p>
          <a:p>
            <a:pPr algn="just"/>
            <a:endParaRPr lang="en-ID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22E7A2-2E40-D2EC-F1C9-9E82683B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834" y="95407"/>
            <a:ext cx="7096994" cy="933115"/>
          </a:xfrm>
        </p:spPr>
        <p:txBody>
          <a:bodyPr/>
          <a:lstStyle/>
          <a:p>
            <a:pPr algn="ctr"/>
            <a:r>
              <a:rPr lang="en-ID" b="1" dirty="0"/>
              <a:t>Understanding Honeypots</a:t>
            </a:r>
          </a:p>
        </p:txBody>
      </p:sp>
    </p:spTree>
    <p:extLst>
      <p:ext uri="{BB962C8B-B14F-4D97-AF65-F5344CB8AC3E}">
        <p14:creationId xmlns:p14="http://schemas.microsoft.com/office/powerpoint/2010/main" val="277560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E5245-9AE2-53F5-4986-6E1A479E2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0151" y="991868"/>
            <a:ext cx="8996272" cy="5633220"/>
          </a:xfrm>
        </p:spPr>
        <p:txBody>
          <a:bodyPr/>
          <a:lstStyle/>
          <a:p>
            <a:pPr algn="just"/>
            <a:r>
              <a:rPr lang="en-US" sz="3200" dirty="0"/>
              <a:t>DMZ (Demilitarized zone), A DMZ Network is a perimeter network that protects and adds an extra layer of security to an organization’s internal local-area network from untrusted traffic. A common DMZ is a subnetwork that sits between the public internet and private networks.</a:t>
            </a:r>
          </a:p>
          <a:p>
            <a:pPr algn="just"/>
            <a:r>
              <a:rPr lang="en-US" sz="3200" dirty="0"/>
              <a:t>Typical DMZ configurations encountered in production environments:</a:t>
            </a:r>
          </a:p>
          <a:p>
            <a:pPr lvl="1" algn="just"/>
            <a:r>
              <a:rPr lang="en-ID" sz="2400" dirty="0"/>
              <a:t>Sandwich DMZ</a:t>
            </a:r>
          </a:p>
          <a:p>
            <a:pPr lvl="1" algn="just"/>
            <a:r>
              <a:rPr lang="en-ID" sz="2400" dirty="0"/>
              <a:t>Single Firewall DMZ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DEFF7D-26CA-3951-A86C-3F41A832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464" y="172528"/>
            <a:ext cx="5870845" cy="819339"/>
          </a:xfrm>
        </p:spPr>
        <p:txBody>
          <a:bodyPr/>
          <a:lstStyle/>
          <a:p>
            <a:pPr algn="ctr"/>
            <a:r>
              <a:rPr lang="en-ID" sz="3600" b="1" dirty="0"/>
              <a:t>Understanding DMZ</a:t>
            </a:r>
          </a:p>
        </p:txBody>
      </p:sp>
    </p:spTree>
    <p:extLst>
      <p:ext uri="{BB962C8B-B14F-4D97-AF65-F5344CB8AC3E}">
        <p14:creationId xmlns:p14="http://schemas.microsoft.com/office/powerpoint/2010/main" val="665029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F3396-CD04-D53B-ABD0-9EA7935B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18" y="1387864"/>
            <a:ext cx="8961766" cy="4787122"/>
          </a:xfrm>
        </p:spPr>
        <p:txBody>
          <a:bodyPr/>
          <a:lstStyle/>
          <a:p>
            <a:pPr algn="just"/>
            <a:r>
              <a:rPr lang="en-US" sz="3600" b="1" dirty="0"/>
              <a:t>Network Address Translation (NAT) </a:t>
            </a:r>
            <a:r>
              <a:rPr lang="en-US" sz="3600" dirty="0"/>
              <a:t>is a technique used to modify the network address information of a host while traffic is traversing a router or firewall.</a:t>
            </a:r>
          </a:p>
          <a:p>
            <a:pPr algn="just"/>
            <a:r>
              <a:rPr lang="en-US" sz="3600" dirty="0"/>
              <a:t>There are two main types of NAT:</a:t>
            </a:r>
          </a:p>
          <a:p>
            <a:pPr lvl="1" algn="just"/>
            <a:r>
              <a:rPr lang="en-ID" sz="2800" dirty="0"/>
              <a:t>Static NAT</a:t>
            </a:r>
          </a:p>
          <a:p>
            <a:pPr lvl="1" algn="just"/>
            <a:r>
              <a:rPr lang="en-ID" sz="2800" dirty="0"/>
              <a:t>Dynamic NAT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B9BA-8C2D-3335-13E9-64698805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248976"/>
            <a:ext cx="7370911" cy="630917"/>
          </a:xfrm>
        </p:spPr>
        <p:txBody>
          <a:bodyPr/>
          <a:lstStyle/>
          <a:p>
            <a:pPr algn="ctr"/>
            <a:r>
              <a:rPr lang="en-ID" sz="4000" b="1" dirty="0"/>
              <a:t>Understanding NAT</a:t>
            </a:r>
          </a:p>
        </p:txBody>
      </p:sp>
    </p:spTree>
    <p:extLst>
      <p:ext uri="{BB962C8B-B14F-4D97-AF65-F5344CB8AC3E}">
        <p14:creationId xmlns:p14="http://schemas.microsoft.com/office/powerpoint/2010/main" val="3281240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F3396-CD04-D53B-ABD0-9EA7935B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18" y="1387864"/>
            <a:ext cx="8961766" cy="4787122"/>
          </a:xfrm>
        </p:spPr>
        <p:txBody>
          <a:bodyPr/>
          <a:lstStyle/>
          <a:p>
            <a:pPr algn="just"/>
            <a:r>
              <a:rPr lang="en-US" sz="3600" dirty="0"/>
              <a:t>VPN (Virtual Private Network) is a technology that uses encrypted tunnels to create secure connections across public networks like the Internet</a:t>
            </a:r>
          </a:p>
          <a:p>
            <a:pPr algn="just"/>
            <a:r>
              <a:rPr lang="en-US" sz="3600" dirty="0"/>
              <a:t>The first standards-based VPNs were based on the IPsec protocol</a:t>
            </a:r>
          </a:p>
          <a:p>
            <a:pPr algn="just"/>
            <a:r>
              <a:rPr lang="en-US" sz="3600" dirty="0"/>
              <a:t>There are two main types of NAT:</a:t>
            </a:r>
          </a:p>
          <a:p>
            <a:pPr lvl="1" algn="just"/>
            <a:r>
              <a:rPr lang="en-ID" sz="2800" dirty="0"/>
              <a:t>Static NAT</a:t>
            </a:r>
          </a:p>
          <a:p>
            <a:pPr lvl="1" algn="just"/>
            <a:r>
              <a:rPr lang="en-ID" sz="2800" dirty="0"/>
              <a:t>Dynamic NAT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B9BA-8C2D-3335-13E9-64698805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248976"/>
            <a:ext cx="7370911" cy="630917"/>
          </a:xfrm>
        </p:spPr>
        <p:txBody>
          <a:bodyPr/>
          <a:lstStyle/>
          <a:p>
            <a:pPr algn="ctr"/>
            <a:r>
              <a:rPr lang="en-ID" sz="4000" b="1" dirty="0"/>
              <a:t>Understanding VPN</a:t>
            </a:r>
          </a:p>
        </p:txBody>
      </p:sp>
    </p:spTree>
    <p:extLst>
      <p:ext uri="{BB962C8B-B14F-4D97-AF65-F5344CB8AC3E}">
        <p14:creationId xmlns:p14="http://schemas.microsoft.com/office/powerpoint/2010/main" val="353436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4F3396-CD04-D53B-ABD0-9EA7935B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18" y="1675963"/>
            <a:ext cx="8961766" cy="4787122"/>
          </a:xfrm>
        </p:spPr>
        <p:txBody>
          <a:bodyPr/>
          <a:lstStyle/>
          <a:p>
            <a:pPr algn="just"/>
            <a:r>
              <a:rPr lang="en-US" sz="2400" dirty="0"/>
              <a:t>The SSL protocol standard was originally proposed as a standard by Netscape. While this protocol is widely used to secure websites, it has since been formalized in the IETF standard known as Transport Layer Security (TLS).</a:t>
            </a:r>
          </a:p>
          <a:p>
            <a:pPr algn="just"/>
            <a:r>
              <a:rPr lang="en-US" sz="2400" dirty="0"/>
              <a:t>The SSL/TLS protocol provides a method for secure client/server communications across a network and prevents eavesdropping and tampering with data in transit.</a:t>
            </a:r>
          </a:p>
          <a:p>
            <a:pPr algn="just"/>
            <a:r>
              <a:rPr lang="en-US" sz="2400" dirty="0"/>
              <a:t>SSL/TLS also provides endpoint authentication and communications confidentiality using encryption.</a:t>
            </a:r>
          </a:p>
          <a:p>
            <a:pPr algn="just"/>
            <a:r>
              <a:rPr lang="en-US" sz="2400" dirty="0"/>
              <a:t>Secure Sockets Layer (SSL)/Transport Layer Security (TLS)</a:t>
            </a:r>
          </a:p>
          <a:p>
            <a:pPr lvl="1" algn="just"/>
            <a:r>
              <a:rPr lang="en-ID" sz="2400" dirty="0"/>
              <a:t>Secure Shell (SSH)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B9BA-8C2D-3335-13E9-64698805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674" y="564434"/>
            <a:ext cx="7370911" cy="630917"/>
          </a:xfrm>
        </p:spPr>
        <p:txBody>
          <a:bodyPr/>
          <a:lstStyle/>
          <a:p>
            <a:pPr algn="ctr"/>
            <a:r>
              <a:rPr lang="en-ID" sz="4000" b="1" dirty="0"/>
              <a:t>Understanding Other VPN Protocols</a:t>
            </a:r>
          </a:p>
        </p:txBody>
      </p:sp>
    </p:spTree>
    <p:extLst>
      <p:ext uri="{BB962C8B-B14F-4D97-AF65-F5344CB8AC3E}">
        <p14:creationId xmlns:p14="http://schemas.microsoft.com/office/powerpoint/2010/main" val="284375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AB9CD4-DE38-CD21-F1BD-869696A16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579" y="1531707"/>
            <a:ext cx="3685000" cy="4668677"/>
          </a:xfrm>
        </p:spPr>
        <p:txBody>
          <a:bodyPr/>
          <a:lstStyle/>
          <a:p>
            <a:pPr algn="just"/>
            <a:r>
              <a:rPr lang="en-US" sz="2000" dirty="0"/>
              <a:t>Security professionals are constantly being asked by businesses to allow greater and greater access to resources in order to facilitate business requirements</a:t>
            </a:r>
          </a:p>
          <a:p>
            <a:pPr algn="just"/>
            <a:r>
              <a:rPr lang="en-US" sz="2000" dirty="0"/>
              <a:t>Server and domain isolation is a solution based on IPsec and the Microsoft Active Directory that enables administrators to dynamically segment their Windows environment into more secure and isolated logical networks.</a:t>
            </a:r>
          </a:p>
          <a:p>
            <a:pPr algn="just"/>
            <a:endParaRPr lang="en-ID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9CBC05-0866-A134-92C5-61411039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922" y="251092"/>
            <a:ext cx="8456894" cy="926545"/>
          </a:xfrm>
        </p:spPr>
        <p:txBody>
          <a:bodyPr/>
          <a:lstStyle/>
          <a:p>
            <a:pPr algn="ctr"/>
            <a:r>
              <a:rPr lang="en-US" b="1" dirty="0"/>
              <a:t>Understanding Server and </a:t>
            </a:r>
            <a:br>
              <a:rPr lang="en-US" b="1" dirty="0"/>
            </a:br>
            <a:r>
              <a:rPr lang="en-US" b="1" dirty="0"/>
              <a:t>Domain Isolation</a:t>
            </a:r>
            <a:endParaRPr lang="en-ID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9170D-A5AB-EE6A-0726-272829F69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59" y="1651524"/>
            <a:ext cx="4268245" cy="4668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9A9723-DCCB-2972-DF7C-144E6AA57D2F}"/>
              </a:ext>
            </a:extLst>
          </p:cNvPr>
          <p:cNvSpPr txBox="1"/>
          <p:nvPr/>
        </p:nvSpPr>
        <p:spPr>
          <a:xfrm>
            <a:off x="5342350" y="6475706"/>
            <a:ext cx="46408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 2 An example of server and domain isolation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16826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42" y="1621857"/>
            <a:ext cx="9618662" cy="4991101"/>
          </a:xfrm>
        </p:spPr>
        <p:txBody>
          <a:bodyPr/>
          <a:lstStyle/>
          <a:p>
            <a:pPr algn="just"/>
            <a:r>
              <a:rPr lang="en-US" sz="2400" dirty="0" err="1"/>
              <a:t>Panek</a:t>
            </a:r>
            <a:r>
              <a:rPr lang="en-US" sz="2400" dirty="0"/>
              <a:t>, Crystal. (2019). Security Fundamental, John Wiley &amp;     	 Sons, Inc. Indianapolis. ISBN: 978-1-119-65066-9</a:t>
            </a:r>
          </a:p>
          <a:p>
            <a:r>
              <a:rPr lang="en-US" sz="2400" dirty="0"/>
              <a:t>Stallings, William and Lawrie Brown. 2018. Computer Security: Principles and Practice, 4th Edition. Global Edition, Pearson Education Limited</a:t>
            </a:r>
          </a:p>
          <a:p>
            <a:r>
              <a:rPr lang="en-US" sz="2400" dirty="0">
                <a:hlinkClick r:id="rId3"/>
              </a:rPr>
              <a:t>https://www.fortinet.com/resources/cyberglossary/what-is-dmz</a:t>
            </a:r>
            <a:endParaRPr lang="en-US" sz="2400" dirty="0"/>
          </a:p>
          <a:p>
            <a:r>
              <a:rPr lang="en-US" sz="2400" dirty="0"/>
              <a:t>https://www.kaspersky.com/resource-center/threats/what-is-a-honeypot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CDB2E-CD11-5B75-97C6-A3ABA01F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995" y="119071"/>
            <a:ext cx="6605442" cy="1260475"/>
          </a:xfrm>
        </p:spPr>
        <p:txBody>
          <a:bodyPr/>
          <a:lstStyle/>
          <a:p>
            <a:pPr algn="ctr"/>
            <a:r>
              <a:rPr lang="en-US" sz="4000" b="1" dirty="0"/>
              <a:t>References</a:t>
            </a:r>
            <a:endParaRPr lang="en-ID" sz="4000" b="1" dirty="0"/>
          </a:p>
        </p:txBody>
      </p:sp>
    </p:spTree>
    <p:extLst>
      <p:ext uri="{BB962C8B-B14F-4D97-AF65-F5344CB8AC3E}">
        <p14:creationId xmlns:p14="http://schemas.microsoft.com/office/powerpoint/2010/main" val="66189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  <TaxCatchAll xmlns="9fdf624c-fedc-4f6c-b928-0c7bf4c9e1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313E50-9F1C-4EB2-8248-D1942A92381A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47793baa-3cbb-486e-a055-4d42ce3882d7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sharepoint/v3/fields"/>
    <ds:schemaRef ds:uri="9fdf624c-fedc-4f6c-b928-0c7bf4c9e1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C9D0B23-B8ED-45C8-A14C-9C0889457D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1431</Words>
  <Application>Microsoft Office PowerPoint</Application>
  <PresentationFormat>Custom</PresentationFormat>
  <Paragraphs>125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Open Sans</vt:lpstr>
      <vt:lpstr>Open Sans Extrabold</vt:lpstr>
      <vt:lpstr>Open Sans Semibold</vt:lpstr>
      <vt:lpstr>SabonLTStd-Bold</vt:lpstr>
      <vt:lpstr>SabonLTStd-Italic</vt:lpstr>
      <vt:lpstr>SabonLTStd-Roman</vt:lpstr>
      <vt:lpstr>UniversLTStd</vt:lpstr>
      <vt:lpstr>Verdana</vt:lpstr>
      <vt:lpstr>Office Theme</vt:lpstr>
      <vt:lpstr>Computer Security Principles</vt:lpstr>
      <vt:lpstr>- Type of Hardware firewalls and Characteristics - Time to Use a Hardware Firewall instead of a Software Firewall - Statefull Inspection and Stateless Inspection - Understanding VLANs - Understanding Routing - Intrussion Detection System (IDS) &amp;        Intrusion Prevention System (IPS) - Honeypots - DMZ - NAT - VPN - Other VPN Protocols - Server and Domain Isolation</vt:lpstr>
      <vt:lpstr>If you are using PowerPoint from textbook, please use this slide to give information about the source of the slides.  Example:  These slides have been adapted from:  Horton, W. (2012). E-Learning by Design, John Wiley &amp; Sons, Inc. San Francisco. ISBN: 978-0-470-90002-4  Chapter 1 </vt:lpstr>
      <vt:lpstr>Type of Hardware firewalls and Characteristics</vt:lpstr>
      <vt:lpstr>Type of Hardware firewalls and Characteristics</vt:lpstr>
      <vt:lpstr>Understanding When to Use a Hardware Firewall Instead of a Software Firewall</vt:lpstr>
      <vt:lpstr>Understanding Stateful Inspection and Stateless Inspection</vt:lpstr>
      <vt:lpstr>Using Isolation to Protect the Network</vt:lpstr>
      <vt:lpstr>Intrussion Detection System (IDS) &amp; Intrusion Prevention System (IPS)</vt:lpstr>
      <vt:lpstr>Understanding Honeypots</vt:lpstr>
      <vt:lpstr>Understanding DMZ</vt:lpstr>
      <vt:lpstr>Understanding NAT</vt:lpstr>
      <vt:lpstr>Understanding VPN</vt:lpstr>
      <vt:lpstr>Understanding Other VPN Protocols</vt:lpstr>
      <vt:lpstr>Understanding Server and  Domain Isolation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danton sihombing</dc:creator>
  <cp:lastModifiedBy>Ika Dyah Agustia Rachmawati</cp:lastModifiedBy>
  <cp:revision>49</cp:revision>
  <dcterms:created xsi:type="dcterms:W3CDTF">2014-01-27T02:13:18Z</dcterms:created>
  <dcterms:modified xsi:type="dcterms:W3CDTF">2022-12-19T18:52:13Z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