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33"/>
  </p:notesMasterIdLst>
  <p:sldIdLst>
    <p:sldId id="256" r:id="rId6"/>
    <p:sldId id="300" r:id="rId7"/>
    <p:sldId id="257" r:id="rId8"/>
    <p:sldId id="263" r:id="rId9"/>
    <p:sldId id="287" r:id="rId10"/>
    <p:sldId id="269" r:id="rId11"/>
    <p:sldId id="272" r:id="rId12"/>
    <p:sldId id="273" r:id="rId13"/>
    <p:sldId id="274" r:id="rId14"/>
    <p:sldId id="275" r:id="rId15"/>
    <p:sldId id="289" r:id="rId16"/>
    <p:sldId id="290" r:id="rId17"/>
    <p:sldId id="276" r:id="rId18"/>
    <p:sldId id="277" r:id="rId19"/>
    <p:sldId id="278" r:id="rId20"/>
    <p:sldId id="288" r:id="rId21"/>
    <p:sldId id="280" r:id="rId22"/>
    <p:sldId id="281" r:id="rId23"/>
    <p:sldId id="291" r:id="rId24"/>
    <p:sldId id="282" r:id="rId25"/>
    <p:sldId id="292" r:id="rId26"/>
    <p:sldId id="283" r:id="rId27"/>
    <p:sldId id="284" r:id="rId28"/>
    <p:sldId id="293" r:id="rId29"/>
    <p:sldId id="285" r:id="rId30"/>
    <p:sldId id="286" r:id="rId31"/>
    <p:sldId id="270" r:id="rId32"/>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300"/>
            <p14:sldId id="257"/>
            <p14:sldId id="263"/>
            <p14:sldId id="287"/>
            <p14:sldId id="269"/>
            <p14:sldId id="272"/>
            <p14:sldId id="273"/>
            <p14:sldId id="274"/>
            <p14:sldId id="275"/>
            <p14:sldId id="289"/>
            <p14:sldId id="290"/>
            <p14:sldId id="276"/>
            <p14:sldId id="277"/>
            <p14:sldId id="278"/>
            <p14:sldId id="288"/>
            <p14:sldId id="280"/>
            <p14:sldId id="281"/>
            <p14:sldId id="291"/>
            <p14:sldId id="282"/>
            <p14:sldId id="292"/>
            <p14:sldId id="283"/>
            <p14:sldId id="284"/>
            <p14:sldId id="293"/>
            <p14:sldId id="285"/>
            <p14:sldId id="286"/>
          </p14:sldIdLst>
        </p14:section>
        <p14:section name="REFERENCES" id="{11ED6803-A38C-4226-8496-86D05012E7E0}">
          <p14:sldIdLst>
            <p14:sldId id="270"/>
          </p14:sldIdLst>
        </p14:section>
      </p14:sectionLst>
    </p:ext>
    <p:ext uri="{EFAFB233-063F-42B5-8137-9DF3F51BA10A}">
      <p15:sldGuideLst xmlns:p15="http://schemas.microsoft.com/office/powerpoint/2012/main">
        <p15:guide id="1" orient="horz" pos="2382" userDrawn="1">
          <p15:clr>
            <a:srgbClr val="A4A3A4"/>
          </p15:clr>
        </p15:guide>
        <p15:guide id="2" pos="3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06ABD-9294-408D-9654-1E18CD648961}" v="125" dt="2022-09-05T17:36:29.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3484"/>
  </p:normalViewPr>
  <p:slideViewPr>
    <p:cSldViewPr snapToGrid="0" snapToObjects="1">
      <p:cViewPr varScale="1">
        <p:scale>
          <a:sx n="44" d="100"/>
          <a:sy n="44" d="100"/>
        </p:scale>
        <p:origin x="876" y="32"/>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ki Sadekh" userId="b15e8503-bfd0-4da6-add0-4a5f50c7c7cc" providerId="ADAL" clId="{7A406ABD-9294-408D-9654-1E18CD648961}"/>
    <pc:docChg chg="undo custSel modSld modMainMaster modNotesMaster">
      <pc:chgData name="Melki Sadekh" userId="b15e8503-bfd0-4da6-add0-4a5f50c7c7cc" providerId="ADAL" clId="{7A406ABD-9294-408D-9654-1E18CD648961}" dt="2022-09-05T17:36:41.950" v="512" actId="242"/>
      <pc:docMkLst>
        <pc:docMk/>
      </pc:docMkLst>
      <pc:sldChg chg="addSp delSp modSp mod chgLayout">
        <pc:chgData name="Melki Sadekh" userId="b15e8503-bfd0-4da6-add0-4a5f50c7c7cc" providerId="ADAL" clId="{7A406ABD-9294-408D-9654-1E18CD648961}" dt="2022-09-05T17:34:16.911" v="503" actId="20577"/>
        <pc:sldMkLst>
          <pc:docMk/>
          <pc:sldMk cId="0" sldId="256"/>
        </pc:sldMkLst>
        <pc:spChg chg="add del mod ord">
          <ac:chgData name="Melki Sadekh" userId="b15e8503-bfd0-4da6-add0-4a5f50c7c7cc" providerId="ADAL" clId="{7A406ABD-9294-408D-9654-1E18CD648961}" dt="2022-09-05T17:18:07.416" v="163" actId="700"/>
          <ac:spMkLst>
            <pc:docMk/>
            <pc:sldMk cId="0" sldId="256"/>
            <ac:spMk id="2" creationId="{3C3955F9-70BA-B310-DE94-3479BEFC7AD4}"/>
          </ac:spMkLst>
        </pc:spChg>
        <pc:spChg chg="add del mod ord">
          <ac:chgData name="Melki Sadekh" userId="b15e8503-bfd0-4da6-add0-4a5f50c7c7cc" providerId="ADAL" clId="{7A406ABD-9294-408D-9654-1E18CD648961}" dt="2022-09-05T17:24:16.223" v="228" actId="700"/>
          <ac:spMkLst>
            <pc:docMk/>
            <pc:sldMk cId="0" sldId="256"/>
            <ac:spMk id="3" creationId="{7FA8C5E2-58EF-6780-CA47-2E061788505B}"/>
          </ac:spMkLst>
        </pc:spChg>
        <pc:spChg chg="add del mod ord">
          <ac:chgData name="Melki Sadekh" userId="b15e8503-bfd0-4da6-add0-4a5f50c7c7cc" providerId="ADAL" clId="{7A406ABD-9294-408D-9654-1E18CD648961}" dt="2022-09-05T17:24:16.223" v="228" actId="700"/>
          <ac:spMkLst>
            <pc:docMk/>
            <pc:sldMk cId="0" sldId="256"/>
            <ac:spMk id="4" creationId="{C186A370-C71E-651E-ED93-2E0AE1D303DC}"/>
          </ac:spMkLst>
        </pc:spChg>
        <pc:spChg chg="add del mod ord">
          <ac:chgData name="Melki Sadekh" userId="b15e8503-bfd0-4da6-add0-4a5f50c7c7cc" providerId="ADAL" clId="{7A406ABD-9294-408D-9654-1E18CD648961}" dt="2022-09-05T17:24:16.223" v="228" actId="700"/>
          <ac:spMkLst>
            <pc:docMk/>
            <pc:sldMk cId="0" sldId="256"/>
            <ac:spMk id="5" creationId="{723AB480-49D7-23F5-75B4-8CA002A71305}"/>
          </ac:spMkLst>
        </pc:spChg>
        <pc:spChg chg="add mod ord">
          <ac:chgData name="Melki Sadekh" userId="b15e8503-bfd0-4da6-add0-4a5f50c7c7cc" providerId="ADAL" clId="{7A406ABD-9294-408D-9654-1E18CD648961}" dt="2022-09-05T17:34:16.911" v="503" actId="20577"/>
          <ac:spMkLst>
            <pc:docMk/>
            <pc:sldMk cId="0" sldId="256"/>
            <ac:spMk id="6" creationId="{0A06AC66-8F8F-AE18-BEF4-9B3C75D6072A}"/>
          </ac:spMkLst>
        </pc:spChg>
        <pc:spChg chg="add mod ord">
          <ac:chgData name="Melki Sadekh" userId="b15e8503-bfd0-4da6-add0-4a5f50c7c7cc" providerId="ADAL" clId="{7A406ABD-9294-408D-9654-1E18CD648961}" dt="2022-09-05T17:30:53.503" v="437" actId="20577"/>
          <ac:spMkLst>
            <pc:docMk/>
            <pc:sldMk cId="0" sldId="256"/>
            <ac:spMk id="7" creationId="{0B6EC62A-27C2-091D-EB52-B027A4D21F65}"/>
          </ac:spMkLst>
        </pc:spChg>
        <pc:spChg chg="add del mod ord">
          <ac:chgData name="Melki Sadekh" userId="b15e8503-bfd0-4da6-add0-4a5f50c7c7cc" providerId="ADAL" clId="{7A406ABD-9294-408D-9654-1E18CD648961}" dt="2022-09-05T17:28:37.556" v="350" actId="700"/>
          <ac:spMkLst>
            <pc:docMk/>
            <pc:sldMk cId="0" sldId="256"/>
            <ac:spMk id="8" creationId="{69B7264D-82D5-CDB0-1942-D007A8D9C934}"/>
          </ac:spMkLst>
        </pc:spChg>
        <pc:spChg chg="add mod ord">
          <ac:chgData name="Melki Sadekh" userId="b15e8503-bfd0-4da6-add0-4a5f50c7c7cc" providerId="ADAL" clId="{7A406ABD-9294-408D-9654-1E18CD648961}" dt="2022-09-05T17:31:12.791" v="448" actId="1076"/>
          <ac:spMkLst>
            <pc:docMk/>
            <pc:sldMk cId="0" sldId="256"/>
            <ac:spMk id="9" creationId="{005996A7-AF79-38BF-09FD-195669101DF2}"/>
          </ac:spMkLst>
        </pc:spChg>
        <pc:spChg chg="add mod ord">
          <ac:chgData name="Melki Sadekh" userId="b15e8503-bfd0-4da6-add0-4a5f50c7c7cc" providerId="ADAL" clId="{7A406ABD-9294-408D-9654-1E18CD648961}" dt="2022-09-05T17:30:43.061" v="418" actId="20577"/>
          <ac:spMkLst>
            <pc:docMk/>
            <pc:sldMk cId="0" sldId="256"/>
            <ac:spMk id="10" creationId="{31EC31AE-8EDA-FF91-CB1A-43328D9DED3C}"/>
          </ac:spMkLst>
        </pc:spChg>
        <pc:spChg chg="del mod">
          <ac:chgData name="Melki Sadekh" userId="b15e8503-bfd0-4da6-add0-4a5f50c7c7cc" providerId="ADAL" clId="{7A406ABD-9294-408D-9654-1E18CD648961}" dt="2022-09-05T17:01:15.663" v="61" actId="478"/>
          <ac:spMkLst>
            <pc:docMk/>
            <pc:sldMk cId="0" sldId="256"/>
            <ac:spMk id="17" creationId="{CE9AF79D-845E-461B-ADC4-7B9B51F04481}"/>
          </ac:spMkLst>
        </pc:spChg>
        <pc:spChg chg="del mod">
          <ac:chgData name="Melki Sadekh" userId="b15e8503-bfd0-4da6-add0-4a5f50c7c7cc" providerId="ADAL" clId="{7A406ABD-9294-408D-9654-1E18CD648961}" dt="2022-09-05T17:04:27.291" v="79" actId="478"/>
          <ac:spMkLst>
            <pc:docMk/>
            <pc:sldMk cId="0" sldId="256"/>
            <ac:spMk id="18" creationId="{32DB365E-C0A0-4B3F-B6B1-8D39827C09A3}"/>
          </ac:spMkLst>
        </pc:spChg>
      </pc:sldChg>
      <pc:sldChg chg="modSp">
        <pc:chgData name="Melki Sadekh" userId="b15e8503-bfd0-4da6-add0-4a5f50c7c7cc" providerId="ADAL" clId="{7A406ABD-9294-408D-9654-1E18CD648961}" dt="2022-09-05T16:52:17.125" v="11"/>
        <pc:sldMkLst>
          <pc:docMk/>
          <pc:sldMk cId="2516975436" sldId="259"/>
        </pc:sldMkLst>
        <pc:spChg chg="mod">
          <ac:chgData name="Melki Sadekh" userId="b15e8503-bfd0-4da6-add0-4a5f50c7c7cc" providerId="ADAL" clId="{7A406ABD-9294-408D-9654-1E18CD648961}" dt="2022-09-05T16:52:17.125" v="11"/>
          <ac:spMkLst>
            <pc:docMk/>
            <pc:sldMk cId="2516975436" sldId="259"/>
            <ac:spMk id="2" creationId="{00000000-0000-0000-0000-000000000000}"/>
          </ac:spMkLst>
        </pc:spChg>
        <pc:spChg chg="mod">
          <ac:chgData name="Melki Sadekh" userId="b15e8503-bfd0-4da6-add0-4a5f50c7c7cc" providerId="ADAL" clId="{7A406ABD-9294-408D-9654-1E18CD648961}" dt="2022-09-05T16:52:17.125" v="11"/>
          <ac:spMkLst>
            <pc:docMk/>
            <pc:sldMk cId="2516975436" sldId="259"/>
            <ac:spMk id="3" creationId="{00000000-0000-0000-0000-000000000000}"/>
          </ac:spMkLst>
        </pc:spChg>
        <pc:spChg chg="mod">
          <ac:chgData name="Melki Sadekh" userId="b15e8503-bfd0-4da6-add0-4a5f50c7c7cc" providerId="ADAL" clId="{7A406ABD-9294-408D-9654-1E18CD648961}" dt="2022-09-05T16:52:17.125" v="11"/>
          <ac:spMkLst>
            <pc:docMk/>
            <pc:sldMk cId="2516975436" sldId="259"/>
            <ac:spMk id="5" creationId="{00000000-0000-0000-0000-000000000000}"/>
          </ac:spMkLst>
        </pc:spChg>
      </pc:sldChg>
      <pc:sldChg chg="modSp mod">
        <pc:chgData name="Melki Sadekh" userId="b15e8503-bfd0-4da6-add0-4a5f50c7c7cc" providerId="ADAL" clId="{7A406ABD-9294-408D-9654-1E18CD648961}" dt="2022-09-05T17:08:05.999" v="113" actId="12788"/>
        <pc:sldMkLst>
          <pc:docMk/>
          <pc:sldMk cId="3205675800" sldId="271"/>
        </pc:sldMkLst>
        <pc:spChg chg="mod">
          <ac:chgData name="Melki Sadekh" userId="b15e8503-bfd0-4da6-add0-4a5f50c7c7cc" providerId="ADAL" clId="{7A406ABD-9294-408D-9654-1E18CD648961}" dt="2022-09-05T17:08:01.702" v="112" actId="12788"/>
          <ac:spMkLst>
            <pc:docMk/>
            <pc:sldMk cId="3205675800" sldId="271"/>
            <ac:spMk id="2" creationId="{00000000-0000-0000-0000-000000000000}"/>
          </ac:spMkLst>
        </pc:spChg>
        <pc:spChg chg="mod">
          <ac:chgData name="Melki Sadekh" userId="b15e8503-bfd0-4da6-add0-4a5f50c7c7cc" providerId="ADAL" clId="{7A406ABD-9294-408D-9654-1E18CD648961}" dt="2022-09-05T17:08:05.999" v="113" actId="12788"/>
          <ac:spMkLst>
            <pc:docMk/>
            <pc:sldMk cId="3205675800" sldId="271"/>
            <ac:spMk id="5" creationId="{00000000-0000-0000-0000-000000000000}"/>
          </ac:spMkLst>
        </pc:spChg>
      </pc:sldChg>
      <pc:sldMasterChg chg="modSp modSldLayout">
        <pc:chgData name="Melki Sadekh" userId="b15e8503-bfd0-4da6-add0-4a5f50c7c7cc" providerId="ADAL" clId="{7A406ABD-9294-408D-9654-1E18CD648961}" dt="2022-09-05T17:36:41.950" v="512" actId="242"/>
        <pc:sldMasterMkLst>
          <pc:docMk/>
          <pc:sldMasterMk cId="0" sldId="2147483648"/>
        </pc:sldMasterMkLst>
        <pc:spChg chg="mod">
          <ac:chgData name="Melki Sadekh" userId="b15e8503-bfd0-4da6-add0-4a5f50c7c7cc" providerId="ADAL" clId="{7A406ABD-9294-408D-9654-1E18CD648961}" dt="2022-09-05T16:52:17.125" v="11"/>
          <ac:spMkLst>
            <pc:docMk/>
            <pc:sldMasterMk cId="0" sldId="2147483648"/>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5"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7" creationId="{00000000-0000-0000-0000-000000000000}"/>
          </ac:spMkLst>
        </pc:spChg>
        <pc:picChg chg="mod">
          <ac:chgData name="Melki Sadekh" userId="b15e8503-bfd0-4da6-add0-4a5f50c7c7cc" providerId="ADAL" clId="{7A406ABD-9294-408D-9654-1E18CD648961}" dt="2022-09-05T16:52:17.125" v="11"/>
          <ac:picMkLst>
            <pc:docMk/>
            <pc:sldMasterMk cId="0" sldId="2147483648"/>
            <ac:picMk id="7" creationId="{00000000-0000-0000-0000-000000000000}"/>
          </ac:picMkLst>
        </pc:picChg>
        <pc:sldLayoutChg chg="addSp delSp modSp mod">
          <pc:chgData name="Melki Sadekh" userId="b15e8503-bfd0-4da6-add0-4a5f50c7c7cc" providerId="ADAL" clId="{7A406ABD-9294-408D-9654-1E18CD648961}" dt="2022-09-05T17:36:41.950" v="512" actId="242"/>
          <pc:sldLayoutMkLst>
            <pc:docMk/>
            <pc:sldMasterMk cId="0" sldId="2147483648"/>
            <pc:sldLayoutMk cId="0" sldId="2147483649"/>
          </pc:sldLayoutMkLst>
          <pc:spChg chg="add del mod">
            <ac:chgData name="Melki Sadekh" userId="b15e8503-bfd0-4da6-add0-4a5f50c7c7cc" providerId="ADAL" clId="{7A406ABD-9294-408D-9654-1E18CD648961}" dt="2022-09-05T16:57:34.307" v="15" actId="478"/>
            <ac:spMkLst>
              <pc:docMk/>
              <pc:sldMasterMk cId="0" sldId="2147483648"/>
              <pc:sldLayoutMk cId="0" sldId="2147483649"/>
              <ac:spMk id="2" creationId="{CD3B7000-5397-A28D-5FE7-07A2D1A50386}"/>
            </ac:spMkLst>
          </pc:spChg>
          <pc:spChg chg="add del">
            <ac:chgData name="Melki Sadekh" userId="b15e8503-bfd0-4da6-add0-4a5f50c7c7cc" providerId="ADAL" clId="{7A406ABD-9294-408D-9654-1E18CD648961}" dt="2022-09-05T16:58:38.928" v="19" actId="11529"/>
            <ac:spMkLst>
              <pc:docMk/>
              <pc:sldMasterMk cId="0" sldId="2147483648"/>
              <pc:sldLayoutMk cId="0" sldId="2147483649"/>
              <ac:spMk id="3" creationId="{FD75122C-7B91-D349-884F-EBD758C4BC3F}"/>
            </ac:spMkLst>
          </pc:spChg>
          <pc:spChg chg="add del mod">
            <ac:chgData name="Melki Sadekh" userId="b15e8503-bfd0-4da6-add0-4a5f50c7c7cc" providerId="ADAL" clId="{7A406ABD-9294-408D-9654-1E18CD648961}" dt="2022-09-05T16:58:38.928" v="19" actId="11529"/>
            <ac:spMkLst>
              <pc:docMk/>
              <pc:sldMasterMk cId="0" sldId="2147483648"/>
              <pc:sldLayoutMk cId="0" sldId="2147483649"/>
              <ac:spMk id="4" creationId="{F97D6384-5BD7-023B-0B85-A333438E8B82}"/>
            </ac:spMkLst>
          </pc:spChg>
          <pc:spChg chg="add del">
            <ac:chgData name="Melki Sadekh" userId="b15e8503-bfd0-4da6-add0-4a5f50c7c7cc" providerId="ADAL" clId="{7A406ABD-9294-408D-9654-1E18CD648961}" dt="2022-09-05T16:58:38.258" v="18" actId="11529"/>
            <ac:spMkLst>
              <pc:docMk/>
              <pc:sldMasterMk cId="0" sldId="2147483648"/>
              <pc:sldLayoutMk cId="0" sldId="2147483649"/>
              <ac:spMk id="5" creationId="{976AE189-93B7-0C81-340D-2700AA0269C9}"/>
            </ac:spMkLst>
          </pc:spChg>
          <pc:spChg chg="add del mod">
            <ac:chgData name="Melki Sadekh" userId="b15e8503-bfd0-4da6-add0-4a5f50c7c7cc" providerId="ADAL" clId="{7A406ABD-9294-408D-9654-1E18CD648961}" dt="2022-09-05T16:58:38.258" v="18" actId="11529"/>
            <ac:spMkLst>
              <pc:docMk/>
              <pc:sldMasterMk cId="0" sldId="2147483648"/>
              <pc:sldLayoutMk cId="0" sldId="2147483649"/>
              <ac:spMk id="6" creationId="{A9E4038A-3EBB-D7F8-2B31-3D62C7566B98}"/>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8" creationId="{0D8F372F-1EE1-458C-4248-6F4255BE2F94}"/>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9" creationId="{6E4C8F5B-1627-51DA-EB6B-F77C4594A75F}"/>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10" creationId="{86AF7980-0673-45F0-F535-194125650B0A}"/>
            </ac:spMkLst>
          </pc:spChg>
          <pc:spChg chg="add mod">
            <ac:chgData name="Melki Sadekh" userId="b15e8503-bfd0-4da6-add0-4a5f50c7c7cc" providerId="ADAL" clId="{7A406ABD-9294-408D-9654-1E18CD648961}" dt="2022-09-05T17:36:17.989" v="508" actId="404"/>
            <ac:spMkLst>
              <pc:docMk/>
              <pc:sldMasterMk cId="0" sldId="2147483648"/>
              <pc:sldLayoutMk cId="0" sldId="2147483649"/>
              <ac:spMk id="13" creationId="{FD933DC8-5F40-4DE1-1800-4555D43F04F4}"/>
            </ac:spMkLst>
          </pc:spChg>
          <pc:spChg chg="add del mod">
            <ac:chgData name="Melki Sadekh" userId="b15e8503-bfd0-4da6-add0-4a5f50c7c7cc" providerId="ADAL" clId="{7A406ABD-9294-408D-9654-1E18CD648961}" dt="2022-09-05T17:14:13.190" v="124" actId="478"/>
            <ac:spMkLst>
              <pc:docMk/>
              <pc:sldMasterMk cId="0" sldId="2147483648"/>
              <pc:sldLayoutMk cId="0" sldId="2147483649"/>
              <ac:spMk id="16" creationId="{DD5C0D8D-1877-C891-2896-9219D19CFFC6}"/>
            </ac:spMkLst>
          </pc:spChg>
          <pc:spChg chg="add del mod">
            <ac:chgData name="Melki Sadekh" userId="b15e8503-bfd0-4da6-add0-4a5f50c7c7cc" providerId="ADAL" clId="{7A406ABD-9294-408D-9654-1E18CD648961}" dt="2022-09-05T17:15:29.145" v="131" actId="478"/>
            <ac:spMkLst>
              <pc:docMk/>
              <pc:sldMasterMk cId="0" sldId="2147483648"/>
              <pc:sldLayoutMk cId="0" sldId="2147483649"/>
              <ac:spMk id="17" creationId="{1530A19B-7E4A-7831-6CD7-2661BA4B5248}"/>
            </ac:spMkLst>
          </pc:spChg>
          <pc:spChg chg="add del">
            <ac:chgData name="Melki Sadekh" userId="b15e8503-bfd0-4da6-add0-4a5f50c7c7cc" providerId="ADAL" clId="{7A406ABD-9294-408D-9654-1E18CD648961}" dt="2022-09-05T17:13:46.599" v="114" actId="11529"/>
            <ac:spMkLst>
              <pc:docMk/>
              <pc:sldMasterMk cId="0" sldId="2147483648"/>
              <pc:sldLayoutMk cId="0" sldId="2147483649"/>
              <ac:spMk id="18" creationId="{35646AAE-5990-C8BC-7F65-177582E9DD0D}"/>
            </ac:spMkLst>
          </pc:spChg>
          <pc:spChg chg="add mod">
            <ac:chgData name="Melki Sadekh" userId="b15e8503-bfd0-4da6-add0-4a5f50c7c7cc" providerId="ADAL" clId="{7A406ABD-9294-408D-9654-1E18CD648961}" dt="2022-09-05T17:36:41.950" v="512" actId="242"/>
            <ac:spMkLst>
              <pc:docMk/>
              <pc:sldMasterMk cId="0" sldId="2147483648"/>
              <pc:sldLayoutMk cId="0" sldId="2147483649"/>
              <ac:spMk id="19" creationId="{07BD9D23-A348-F595-B710-95E853784A1D}"/>
            </ac:spMkLst>
          </pc:spChg>
          <pc:spChg chg="add del">
            <ac:chgData name="Melki Sadekh" userId="b15e8503-bfd0-4da6-add0-4a5f50c7c7cc" providerId="ADAL" clId="{7A406ABD-9294-408D-9654-1E18CD648961}" dt="2022-09-05T17:15:41.142" v="132" actId="11529"/>
            <ac:spMkLst>
              <pc:docMk/>
              <pc:sldMasterMk cId="0" sldId="2147483648"/>
              <pc:sldLayoutMk cId="0" sldId="2147483649"/>
              <ac:spMk id="20" creationId="{18CAEB49-DCC2-C826-8C7C-969A3E6F6E4A}"/>
            </ac:spMkLst>
          </pc:spChg>
          <pc:spChg chg="add del mod">
            <ac:chgData name="Melki Sadekh" userId="b15e8503-bfd0-4da6-add0-4a5f50c7c7cc" providerId="ADAL" clId="{7A406ABD-9294-408D-9654-1E18CD648961}" dt="2022-09-05T17:15:53.084" v="135" actId="478"/>
            <ac:spMkLst>
              <pc:docMk/>
              <pc:sldMasterMk cId="0" sldId="2147483648"/>
              <pc:sldLayoutMk cId="0" sldId="2147483649"/>
              <ac:spMk id="21" creationId="{DE7986EB-C68C-7160-6E5D-C702D390BA8D}"/>
            </ac:spMkLst>
          </pc:spChg>
          <pc:spChg chg="add del">
            <ac:chgData name="Melki Sadekh" userId="b15e8503-bfd0-4da6-add0-4a5f50c7c7cc" providerId="ADAL" clId="{7A406ABD-9294-408D-9654-1E18CD648961}" dt="2022-09-05T17:15:59.719" v="136" actId="11529"/>
            <ac:spMkLst>
              <pc:docMk/>
              <pc:sldMasterMk cId="0" sldId="2147483648"/>
              <pc:sldLayoutMk cId="0" sldId="2147483649"/>
              <ac:spMk id="22" creationId="{144339EC-F3C2-6A6E-EE74-06A2B3497D97}"/>
            </ac:spMkLst>
          </pc:spChg>
          <pc:spChg chg="add del mod">
            <ac:chgData name="Melki Sadekh" userId="b15e8503-bfd0-4da6-add0-4a5f50c7c7cc" providerId="ADAL" clId="{7A406ABD-9294-408D-9654-1E18CD648961}" dt="2022-09-05T17:19:23.461" v="166" actId="478"/>
            <ac:spMkLst>
              <pc:docMk/>
              <pc:sldMasterMk cId="0" sldId="2147483648"/>
              <pc:sldLayoutMk cId="0" sldId="2147483649"/>
              <ac:spMk id="23" creationId="{743FCAE2-0914-1426-6667-6053B7EA6EC9}"/>
            </ac:spMkLst>
          </pc:spChg>
          <pc:spChg chg="add mod">
            <ac:chgData name="Melki Sadekh" userId="b15e8503-bfd0-4da6-add0-4a5f50c7c7cc" providerId="ADAL" clId="{7A406ABD-9294-408D-9654-1E18CD648961}" dt="2022-09-05T17:35:18.142" v="507" actId="14100"/>
            <ac:spMkLst>
              <pc:docMk/>
              <pc:sldMasterMk cId="0" sldId="2147483648"/>
              <pc:sldLayoutMk cId="0" sldId="2147483649"/>
              <ac:spMk id="24" creationId="{AF6EC7A6-1644-1988-E351-DCDA588E6A1F}"/>
            </ac:spMkLst>
          </pc:spChg>
          <pc:spChg chg="add mod">
            <ac:chgData name="Melki Sadekh" userId="b15e8503-bfd0-4da6-add0-4a5f50c7c7cc" providerId="ADAL" clId="{7A406ABD-9294-408D-9654-1E18CD648961}" dt="2022-09-05T17:36:38.722" v="511" actId="242"/>
            <ac:spMkLst>
              <pc:docMk/>
              <pc:sldMasterMk cId="0" sldId="2147483648"/>
              <pc:sldLayoutMk cId="0" sldId="2147483649"/>
              <ac:spMk id="25" creationId="{521841C5-28C7-B1B8-56E4-4193C600942A}"/>
            </ac:spMkLst>
          </pc:spChg>
          <pc:picChg chg="mod">
            <ac:chgData name="Melki Sadekh" userId="b15e8503-bfd0-4da6-add0-4a5f50c7c7cc" providerId="ADAL" clId="{7A406ABD-9294-408D-9654-1E18CD648961}" dt="2022-09-05T17:19:52.385" v="174" actId="34135"/>
            <ac:picMkLst>
              <pc:docMk/>
              <pc:sldMasterMk cId="0" sldId="2147483648"/>
              <pc:sldLayoutMk cId="0" sldId="2147483649"/>
              <ac:picMk id="7" creationId="{00000000-0000-0000-0000-000000000000}"/>
            </ac:picMkLst>
          </pc:picChg>
          <pc:picChg chg="del">
            <ac:chgData name="Melki Sadekh" userId="b15e8503-bfd0-4da6-add0-4a5f50c7c7cc" providerId="ADAL" clId="{7A406ABD-9294-408D-9654-1E18CD648961}" dt="2022-09-05T16:50:13.312" v="2" actId="478"/>
            <ac:picMkLst>
              <pc:docMk/>
              <pc:sldMasterMk cId="0" sldId="2147483648"/>
              <pc:sldLayoutMk cId="0" sldId="2147483649"/>
              <ac:picMk id="11" creationId="{0D00FE9A-5B56-CC4A-AE9A-C22895A4A65F}"/>
            </ac:picMkLst>
          </pc:picChg>
          <pc:picChg chg="del">
            <ac:chgData name="Melki Sadekh" userId="b15e8503-bfd0-4da6-add0-4a5f50c7c7cc" providerId="ADAL" clId="{7A406ABD-9294-408D-9654-1E18CD648961}" dt="2022-09-05T16:50:12.259" v="1" actId="478"/>
            <ac:picMkLst>
              <pc:docMk/>
              <pc:sldMasterMk cId="0" sldId="2147483648"/>
              <pc:sldLayoutMk cId="0" sldId="2147483649"/>
              <ac:picMk id="12" creationId="{9EA64FB5-AD3D-6B4E-9CDC-DAE578F5C07C}"/>
            </ac:picMkLst>
          </pc:picChg>
          <pc:picChg chg="add del">
            <ac:chgData name="Melki Sadekh" userId="b15e8503-bfd0-4da6-add0-4a5f50c7c7cc" providerId="ADAL" clId="{7A406ABD-9294-408D-9654-1E18CD648961}" dt="2022-09-05T17:03:03.153" v="65" actId="22"/>
            <ac:picMkLst>
              <pc:docMk/>
              <pc:sldMasterMk cId="0" sldId="2147483648"/>
              <pc:sldLayoutMk cId="0" sldId="2147483649"/>
              <ac:picMk id="15" creationId="{AEAD4078-E437-914A-3D5D-158FB4C1FFF2}"/>
            </ac:picMkLst>
          </pc:picChg>
        </pc:sldLayoutChg>
        <pc:sldLayoutChg chg="delSp modSp mod">
          <pc:chgData name="Melki Sadekh" userId="b15e8503-bfd0-4da6-add0-4a5f50c7c7cc" providerId="ADAL" clId="{7A406ABD-9294-408D-9654-1E18CD648961}" dt="2022-09-05T17:07:26.383" v="107" actId="478"/>
          <pc:sldLayoutMkLst>
            <pc:docMk/>
            <pc:sldMasterMk cId="0" sldId="2147483648"/>
            <pc:sldLayoutMk cId="0" sldId="2147483650"/>
          </pc:sldLayoutMkLst>
          <pc:spChg chg="mod">
            <ac:chgData name="Melki Sadekh" userId="b15e8503-bfd0-4da6-add0-4a5f50c7c7cc" providerId="ADAL" clId="{7A406ABD-9294-408D-9654-1E18CD648961}" dt="2022-09-05T16:52:17.125" v="11"/>
            <ac:spMkLst>
              <pc:docMk/>
              <pc:sldMasterMk cId="0" sldId="2147483648"/>
              <pc:sldLayoutMk cId="0" sldId="2147483650"/>
              <ac:spMk id="9"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0"/>
              <ac:spMk id="10"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0"/>
              <ac:picMk id="7" creationId="{00000000-0000-0000-0000-000000000000}"/>
            </ac:picMkLst>
          </pc:picChg>
          <pc:picChg chg="del mod">
            <ac:chgData name="Melki Sadekh" userId="b15e8503-bfd0-4da6-add0-4a5f50c7c7cc" providerId="ADAL" clId="{7A406ABD-9294-408D-9654-1E18CD648961}" dt="2022-09-05T17:07:26.383" v="107" actId="478"/>
            <ac:picMkLst>
              <pc:docMk/>
              <pc:sldMasterMk cId="0" sldId="2147483648"/>
              <pc:sldLayoutMk cId="0" sldId="2147483650"/>
              <ac:picMk id="11" creationId="{B629EBDB-E5DA-C246-981F-4C19F8FC4578}"/>
            </ac:picMkLst>
          </pc:picChg>
          <pc:picChg chg="del mod">
            <ac:chgData name="Melki Sadekh" userId="b15e8503-bfd0-4da6-add0-4a5f50c7c7cc" providerId="ADAL" clId="{7A406ABD-9294-408D-9654-1E18CD648961}" dt="2022-09-05T17:06:52.066" v="102" actId="478"/>
            <ac:picMkLst>
              <pc:docMk/>
              <pc:sldMasterMk cId="0" sldId="2147483648"/>
              <pc:sldLayoutMk cId="0" sldId="2147483650"/>
              <ac:picMk id="12" creationId="{5317F68B-01F1-E94A-99D3-3F09D8A936B7}"/>
            </ac:picMkLst>
          </pc:picChg>
        </pc:sldLayoutChg>
        <pc:sldLayoutChg chg="delSp modSp mod">
          <pc:chgData name="Melki Sadekh" userId="b15e8503-bfd0-4da6-add0-4a5f50c7c7cc" providerId="ADAL" clId="{7A406ABD-9294-408D-9654-1E18CD648961}" dt="2022-09-05T17:07:28.942" v="108" actId="478"/>
          <pc:sldLayoutMkLst>
            <pc:docMk/>
            <pc:sldMasterMk cId="0" sldId="2147483648"/>
            <pc:sldLayoutMk cId="0" sldId="2147483651"/>
          </pc:sldLayoutMkLst>
          <pc:spChg chg="mod">
            <ac:chgData name="Melki Sadekh" userId="b15e8503-bfd0-4da6-add0-4a5f50c7c7cc" providerId="ADAL" clId="{7A406ABD-9294-408D-9654-1E18CD648961}" dt="2022-09-05T16:52:17.125" v="11"/>
            <ac:spMkLst>
              <pc:docMk/>
              <pc:sldMasterMk cId="0" sldId="2147483648"/>
              <pc:sldLayoutMk cId="0" sldId="2147483651"/>
              <ac:spMk id="2"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1"/>
              <ac:spMk id="3" creationId="{00000000-0000-0000-0000-000000000000}"/>
            </ac:spMkLst>
          </pc:spChg>
          <pc:picChg chg="del mod">
            <ac:chgData name="Melki Sadekh" userId="b15e8503-bfd0-4da6-add0-4a5f50c7c7cc" providerId="ADAL" clId="{7A406ABD-9294-408D-9654-1E18CD648961}" dt="2022-09-05T17:07:28.942" v="108" actId="478"/>
            <ac:picMkLst>
              <pc:docMk/>
              <pc:sldMasterMk cId="0" sldId="2147483648"/>
              <pc:sldLayoutMk cId="0" sldId="2147483651"/>
              <ac:picMk id="7" creationId="{EB33BA03-3A39-B849-9650-5243CD565A8A}"/>
            </ac:picMkLst>
          </pc:picChg>
        </pc:sldLayoutChg>
        <pc:sldLayoutChg chg="delSp modSp mod">
          <pc:chgData name="Melki Sadekh" userId="b15e8503-bfd0-4da6-add0-4a5f50c7c7cc" providerId="ADAL" clId="{7A406ABD-9294-408D-9654-1E18CD648961}" dt="2022-09-05T17:07:30.839" v="109" actId="478"/>
          <pc:sldLayoutMkLst>
            <pc:docMk/>
            <pc:sldMasterMk cId="0" sldId="2147483648"/>
            <pc:sldLayoutMk cId="0" sldId="2147483652"/>
          </pc:sldLayoutMkLst>
          <pc:spChg chg="mod">
            <ac:chgData name="Melki Sadekh" userId="b15e8503-bfd0-4da6-add0-4a5f50c7c7cc" providerId="ADAL" clId="{7A406ABD-9294-408D-9654-1E18CD648961}" dt="2022-09-05T16:52:17.125" v="11"/>
            <ac:spMkLst>
              <pc:docMk/>
              <pc:sldMasterMk cId="0" sldId="2147483648"/>
              <pc:sldLayoutMk cId="0" sldId="2147483652"/>
              <ac:spMk id="3"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1"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2"/>
              <ac:picMk id="8" creationId="{00000000-0000-0000-0000-000000000000}"/>
            </ac:picMkLst>
          </pc:picChg>
          <pc:picChg chg="del mod">
            <ac:chgData name="Melki Sadekh" userId="b15e8503-bfd0-4da6-add0-4a5f50c7c7cc" providerId="ADAL" clId="{7A406ABD-9294-408D-9654-1E18CD648961}" dt="2022-09-05T17:07:30.839" v="109" actId="478"/>
            <ac:picMkLst>
              <pc:docMk/>
              <pc:sldMasterMk cId="0" sldId="2147483648"/>
              <pc:sldLayoutMk cId="0" sldId="2147483652"/>
              <ac:picMk id="12" creationId="{3DC9F73C-0878-E542-8513-409788190553}"/>
            </ac:picMkLst>
          </pc:picChg>
          <pc:picChg chg="del mod">
            <ac:chgData name="Melki Sadekh" userId="b15e8503-bfd0-4da6-add0-4a5f50c7c7cc" providerId="ADAL" clId="{7A406ABD-9294-408D-9654-1E18CD648961}" dt="2022-09-05T17:06:56.938" v="103" actId="478"/>
            <ac:picMkLst>
              <pc:docMk/>
              <pc:sldMasterMk cId="0" sldId="2147483648"/>
              <pc:sldLayoutMk cId="0" sldId="2147483652"/>
              <ac:picMk id="13" creationId="{E24EA1D8-E779-9B4C-A906-459512BC2D87}"/>
            </ac:picMkLst>
          </pc:picChg>
        </pc:sldLayoutChg>
        <pc:sldLayoutChg chg="delSp modSp mod">
          <pc:chgData name="Melki Sadekh" userId="b15e8503-bfd0-4da6-add0-4a5f50c7c7cc" providerId="ADAL" clId="{7A406ABD-9294-408D-9654-1E18CD648961}" dt="2022-09-05T17:07:32.784" v="110" actId="478"/>
          <pc:sldLayoutMkLst>
            <pc:docMk/>
            <pc:sldMasterMk cId="0" sldId="2147483648"/>
            <pc:sldLayoutMk cId="0" sldId="2147483653"/>
          </pc:sldLayoutMkLst>
          <pc:spChg chg="mod">
            <ac:chgData name="Melki Sadekh" userId="b15e8503-bfd0-4da6-add0-4a5f50c7c7cc" providerId="ADAL" clId="{7A406ABD-9294-408D-9654-1E18CD648961}" dt="2022-09-05T16:52:17.125" v="11"/>
            <ac:spMkLst>
              <pc:docMk/>
              <pc:sldMasterMk cId="0" sldId="2147483648"/>
              <pc:sldLayoutMk cId="0" sldId="2147483653"/>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3"/>
              <ac:spMk id="11" creationId="{00000000-0000-0000-0000-000000000000}"/>
            </ac:spMkLst>
          </pc:spChg>
          <pc:picChg chg="del mod">
            <ac:chgData name="Melki Sadekh" userId="b15e8503-bfd0-4da6-add0-4a5f50c7c7cc" providerId="ADAL" clId="{7A406ABD-9294-408D-9654-1E18CD648961}" dt="2022-09-05T17:06:59.897" v="105" actId="478"/>
            <ac:picMkLst>
              <pc:docMk/>
              <pc:sldMasterMk cId="0" sldId="2147483648"/>
              <pc:sldLayoutMk cId="0" sldId="2147483653"/>
              <ac:picMk id="12" creationId="{0859D3EC-5E23-3B41-9DA0-38316698BC36}"/>
            </ac:picMkLst>
          </pc:picChg>
          <pc:picChg chg="del mod">
            <ac:chgData name="Melki Sadekh" userId="b15e8503-bfd0-4da6-add0-4a5f50c7c7cc" providerId="ADAL" clId="{7A406ABD-9294-408D-9654-1E18CD648961}" dt="2022-09-05T17:07:32.784" v="110" actId="478"/>
            <ac:picMkLst>
              <pc:docMk/>
              <pc:sldMasterMk cId="0" sldId="2147483648"/>
              <pc:sldLayoutMk cId="0" sldId="2147483653"/>
              <ac:picMk id="13" creationId="{07D22DC1-2584-BA45-ADB4-CB64B76C9196}"/>
            </ac:picMkLst>
          </pc:picChg>
        </pc:sldLayoutChg>
        <pc:sldLayoutChg chg="delSp modSp mod">
          <pc:chgData name="Melki Sadekh" userId="b15e8503-bfd0-4da6-add0-4a5f50c7c7cc" providerId="ADAL" clId="{7A406ABD-9294-408D-9654-1E18CD648961}" dt="2022-09-05T17:07:34.904" v="111" actId="478"/>
          <pc:sldLayoutMkLst>
            <pc:docMk/>
            <pc:sldMasterMk cId="0" sldId="2147483648"/>
            <pc:sldLayoutMk cId="0" sldId="2147483654"/>
          </pc:sldLayoutMkLst>
          <pc:spChg chg="mod">
            <ac:chgData name="Melki Sadekh" userId="b15e8503-bfd0-4da6-add0-4a5f50c7c7cc" providerId="ADAL" clId="{7A406ABD-9294-408D-9654-1E18CD648961}" dt="2022-09-05T16:52:17.125" v="11"/>
            <ac:spMkLst>
              <pc:docMk/>
              <pc:sldMasterMk cId="0" sldId="2147483648"/>
              <pc:sldLayoutMk cId="0" sldId="2147483654"/>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4"/>
              <ac:spMk id="7" creationId="{00000000-0000-0000-0000-000000000000}"/>
            </ac:spMkLst>
          </pc:spChg>
          <pc:picChg chg="del mod">
            <ac:chgData name="Melki Sadekh" userId="b15e8503-bfd0-4da6-add0-4a5f50c7c7cc" providerId="ADAL" clId="{7A406ABD-9294-408D-9654-1E18CD648961}" dt="2022-09-05T17:07:34.904" v="111" actId="478"/>
            <ac:picMkLst>
              <pc:docMk/>
              <pc:sldMasterMk cId="0" sldId="2147483648"/>
              <pc:sldLayoutMk cId="0" sldId="2147483654"/>
              <ac:picMk id="8" creationId="{1A1711B1-0CB2-3642-B322-BB9057DC06A4}"/>
            </ac:picMkLst>
          </pc:picChg>
          <pc:picChg chg="del mod">
            <ac:chgData name="Melki Sadekh" userId="b15e8503-bfd0-4da6-add0-4a5f50c7c7cc" providerId="ADAL" clId="{7A406ABD-9294-408D-9654-1E18CD648961}" dt="2022-09-05T17:07:05.532" v="106" actId="478"/>
            <ac:picMkLst>
              <pc:docMk/>
              <pc:sldMasterMk cId="0" sldId="2147483648"/>
              <pc:sldLayoutMk cId="0" sldId="2147483654"/>
              <ac:picMk id="9" creationId="{EDE9ED95-923D-3548-823B-31E4248CF767}"/>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0" sldId="2147483655"/>
          </pc:sldLayoutMkLst>
          <pc:picChg chg="mod">
            <ac:chgData name="Melki Sadekh" userId="b15e8503-bfd0-4da6-add0-4a5f50c7c7cc" providerId="ADAL" clId="{7A406ABD-9294-408D-9654-1E18CD648961}" dt="2022-09-05T16:52:17.125" v="11"/>
            <ac:picMkLst>
              <pc:docMk/>
              <pc:sldMasterMk cId="0" sldId="2147483648"/>
              <pc:sldLayoutMk cId="0" sldId="2147483655"/>
              <ac:picMk id="5" creationId="{00000000-0000-0000-0000-000000000000}"/>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3329407852" sldId="2147483656"/>
          </pc:sldLayoutMkLst>
          <pc:spChg chg="mod">
            <ac:chgData name="Melki Sadekh" userId="b15e8503-bfd0-4da6-add0-4a5f50c7c7cc" providerId="ADAL" clId="{7A406ABD-9294-408D-9654-1E18CD648961}" dt="2022-09-05T16:52:17.125" v="11"/>
            <ac:spMkLst>
              <pc:docMk/>
              <pc:sldMasterMk cId="0" sldId="2147483648"/>
              <pc:sldLayoutMk cId="3329407852" sldId="2147483656"/>
              <ac:spMk id="6"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3329407852" sldId="2147483656"/>
              <ac:picMk id="5"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12/20/2022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extLst>
      <p:ext uri="{BB962C8B-B14F-4D97-AF65-F5344CB8AC3E}">
        <p14:creationId xmlns:p14="http://schemas.microsoft.com/office/powerpoint/2010/main" val="26713977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Grp="1" noRot="1" noChangeAspect="1" noMove="1" noResize="1" noEditPoints="1" noAdjustHandles="1" noChangeArrowheads="1" noChangeShapeType="1" noCrop="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sp>
        <p:nvSpPr>
          <p:cNvPr id="13" name="Title 12">
            <a:extLst>
              <a:ext uri="{FF2B5EF4-FFF2-40B4-BE49-F238E27FC236}">
                <a16:creationId xmlns:a16="http://schemas.microsoft.com/office/drawing/2014/main" id="{FD933DC8-5F40-4DE1-1800-4555D43F04F4}"/>
              </a:ext>
            </a:extLst>
          </p:cNvPr>
          <p:cNvSpPr>
            <a:spLocks noGrp="1"/>
          </p:cNvSpPr>
          <p:nvPr>
            <p:ph type="title" hasCustomPrompt="1"/>
          </p:nvPr>
        </p:nvSpPr>
        <p:spPr>
          <a:xfrm>
            <a:off x="2400300" y="2054347"/>
            <a:ext cx="8286748" cy="819237"/>
          </a:xfrm>
        </p:spPr>
        <p:txBody>
          <a:bodyPr anchor="b"/>
          <a:lstStyle>
            <a:lvl1pPr>
              <a:defRPr sz="3600" b="1">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COURSE NAME*</a:t>
            </a:r>
            <a:endParaRPr lang="id-ID"/>
          </a:p>
        </p:txBody>
      </p:sp>
      <p:sp>
        <p:nvSpPr>
          <p:cNvPr id="19" name="Text Placeholder 18">
            <a:extLst>
              <a:ext uri="{FF2B5EF4-FFF2-40B4-BE49-F238E27FC236}">
                <a16:creationId xmlns:a16="http://schemas.microsoft.com/office/drawing/2014/main" id="{07BD9D23-A348-F595-B710-95E853784A1D}"/>
              </a:ext>
            </a:extLst>
          </p:cNvPr>
          <p:cNvSpPr>
            <a:spLocks noGrp="1"/>
          </p:cNvSpPr>
          <p:nvPr>
            <p:ph type="body" sz="quarter" idx="10" hasCustomPrompt="1"/>
          </p:nvPr>
        </p:nvSpPr>
        <p:spPr>
          <a:xfrm>
            <a:off x="2400300" y="4462536"/>
            <a:ext cx="8286750" cy="642864"/>
          </a:xfrm>
        </p:spPr>
        <p:txBody>
          <a:bodyPr anchor="b"/>
          <a:lstStyle>
            <a:lvl1pPr marL="0" indent="0" algn="l">
              <a:buNone/>
              <a:defRPr sz="24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TOPIC*</a:t>
            </a:r>
          </a:p>
        </p:txBody>
      </p:sp>
      <p:sp>
        <p:nvSpPr>
          <p:cNvPr id="24" name="Text Placeholder 18">
            <a:extLst>
              <a:ext uri="{FF2B5EF4-FFF2-40B4-BE49-F238E27FC236}">
                <a16:creationId xmlns:a16="http://schemas.microsoft.com/office/drawing/2014/main" id="{AF6EC7A6-1644-1988-E351-DCDA588E6A1F}"/>
              </a:ext>
            </a:extLst>
          </p:cNvPr>
          <p:cNvSpPr>
            <a:spLocks noGrp="1"/>
          </p:cNvSpPr>
          <p:nvPr>
            <p:ph type="body" sz="quarter" idx="11" hasCustomPrompt="1"/>
          </p:nvPr>
        </p:nvSpPr>
        <p:spPr>
          <a:xfrm>
            <a:off x="2400300" y="2879439"/>
            <a:ext cx="8286748"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COURSE CODE</a:t>
            </a:r>
          </a:p>
        </p:txBody>
      </p:sp>
      <p:sp>
        <p:nvSpPr>
          <p:cNvPr id="25" name="Text Placeholder 18">
            <a:extLst>
              <a:ext uri="{FF2B5EF4-FFF2-40B4-BE49-F238E27FC236}">
                <a16:creationId xmlns:a16="http://schemas.microsoft.com/office/drawing/2014/main" id="{521841C5-28C7-B1B8-56E4-4193C600942A}"/>
              </a:ext>
            </a:extLst>
          </p:cNvPr>
          <p:cNvSpPr>
            <a:spLocks noGrp="1"/>
          </p:cNvSpPr>
          <p:nvPr>
            <p:ph type="body" sz="quarter" idx="12" hasCustomPrompt="1"/>
          </p:nvPr>
        </p:nvSpPr>
        <p:spPr>
          <a:xfrm>
            <a:off x="2400298" y="5105400"/>
            <a:ext cx="8286750"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SESSION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1" y="749309"/>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1" y="20097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3"/>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66"/>
            <a:ext cx="9085342" cy="1654373"/>
          </a:xfrm>
        </p:spPr>
        <p:txBody>
          <a:bodyPr anchor="b"/>
          <a:lstStyle>
            <a:lvl1pPr marL="0" indent="0">
              <a:buNone/>
              <a:defRPr sz="2300">
                <a:solidFill>
                  <a:schemeClr val="tx1">
                    <a:tint val="75000"/>
                  </a:schemeClr>
                </a:solidFill>
              </a:defRPr>
            </a:lvl1pPr>
            <a:lvl2pPr marL="521438" indent="0">
              <a:buNone/>
              <a:defRPr sz="2100">
                <a:solidFill>
                  <a:schemeClr val="tx1">
                    <a:tint val="75000"/>
                  </a:schemeClr>
                </a:solidFill>
              </a:defRPr>
            </a:lvl2pPr>
            <a:lvl3pPr marL="1042876" indent="0">
              <a:buNone/>
              <a:defRPr sz="1800">
                <a:solidFill>
                  <a:schemeClr val="tx1">
                    <a:tint val="75000"/>
                  </a:schemeClr>
                </a:solidFill>
              </a:defRPr>
            </a:lvl3pPr>
            <a:lvl4pPr marL="1564314" indent="0">
              <a:buNone/>
              <a:defRPr sz="1600">
                <a:solidFill>
                  <a:schemeClr val="tx1">
                    <a:tint val="75000"/>
                  </a:schemeClr>
                </a:solidFill>
              </a:defRPr>
            </a:lvl4pPr>
            <a:lvl5pPr marL="2085751" indent="0">
              <a:buNone/>
              <a:defRPr sz="1600">
                <a:solidFill>
                  <a:schemeClr val="tx1">
                    <a:tint val="75000"/>
                  </a:schemeClr>
                </a:solidFill>
              </a:defRPr>
            </a:lvl5pPr>
            <a:lvl6pPr marL="2607191" indent="0">
              <a:buNone/>
              <a:defRPr sz="1600">
                <a:solidFill>
                  <a:schemeClr val="tx1">
                    <a:tint val="75000"/>
                  </a:schemeClr>
                </a:solidFill>
              </a:defRPr>
            </a:lvl6pPr>
            <a:lvl7pPr marL="3128629" indent="0">
              <a:buNone/>
              <a:defRPr sz="1600">
                <a:solidFill>
                  <a:schemeClr val="tx1">
                    <a:tint val="75000"/>
                  </a:schemeClr>
                </a:solidFill>
              </a:defRPr>
            </a:lvl7pPr>
            <a:lvl8pPr marL="3650066" indent="0">
              <a:buNone/>
              <a:defRPr sz="1600">
                <a:solidFill>
                  <a:schemeClr val="tx1">
                    <a:tint val="75000"/>
                  </a:schemeClr>
                </a:solidFill>
              </a:defRPr>
            </a:lvl8pPr>
            <a:lvl9pPr marL="41715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4"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3"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12/20/2022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12/20/2022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12/20/2022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12/20/2022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20/12/2022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5257"/>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94" y="3153814"/>
            <a:ext cx="8260933" cy="1260475"/>
          </a:xfrm>
        </p:spPr>
        <p:txBody>
          <a:bodyPr>
            <a:normAutofit/>
          </a:bodyPr>
          <a:lstStyle>
            <a:lvl1pPr>
              <a:defRPr sz="353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32940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1"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1"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12/20/2022</a:t>
            </a:fld>
            <a:endParaRPr lang="en-US"/>
          </a:p>
        </p:txBody>
      </p:sp>
      <p:sp>
        <p:nvSpPr>
          <p:cNvPr id="5" name="Footer Placeholder 4"/>
          <p:cNvSpPr>
            <a:spLocks noGrp="1"/>
          </p:cNvSpPr>
          <p:nvPr>
            <p:ph type="ftr" sz="quarter" idx="3"/>
          </p:nvPr>
        </p:nvSpPr>
        <p:spPr>
          <a:xfrm>
            <a:off x="3651252" y="7010400"/>
            <a:ext cx="3386138" cy="401638"/>
          </a:xfrm>
          <a:prstGeom prst="rect">
            <a:avLst/>
          </a:prstGeom>
        </p:spPr>
        <p:txBody>
          <a:bodyPr vert="horz" lIns="104287" tIns="52144" rIns="104287" bIns="52144" rtlCol="0" anchor="ctr"/>
          <a:lstStyle>
            <a:lvl1pPr algn="ctr" defTabSz="521438"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9"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5pPr>
      <a:lvl6pPr marL="457201"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6pPr>
      <a:lvl7pPr marL="914402"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7pPr>
      <a:lvl8pPr marL="13716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8pPr>
      <a:lvl9pPr marL="18288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9pPr>
    </p:titleStyle>
    <p:body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8" rtl="0" eaLnBrk="1" latinLnBrk="0" hangingPunct="1">
        <a:defRPr sz="2100" kern="1200">
          <a:solidFill>
            <a:schemeClr val="tx1"/>
          </a:solidFill>
          <a:latin typeface="+mn-lt"/>
          <a:ea typeface="+mn-ea"/>
          <a:cs typeface="+mn-cs"/>
        </a:defRPr>
      </a:lvl1pPr>
      <a:lvl2pPr marL="521438" algn="l" defTabSz="521438" rtl="0" eaLnBrk="1" latinLnBrk="0" hangingPunct="1">
        <a:defRPr sz="2100" kern="1200">
          <a:solidFill>
            <a:schemeClr val="tx1"/>
          </a:solidFill>
          <a:latin typeface="+mn-lt"/>
          <a:ea typeface="+mn-ea"/>
          <a:cs typeface="+mn-cs"/>
        </a:defRPr>
      </a:lvl2pPr>
      <a:lvl3pPr marL="1042876" algn="l" defTabSz="521438" rtl="0" eaLnBrk="1" latinLnBrk="0" hangingPunct="1">
        <a:defRPr sz="2100" kern="1200">
          <a:solidFill>
            <a:schemeClr val="tx1"/>
          </a:solidFill>
          <a:latin typeface="+mn-lt"/>
          <a:ea typeface="+mn-ea"/>
          <a:cs typeface="+mn-cs"/>
        </a:defRPr>
      </a:lvl3pPr>
      <a:lvl4pPr marL="1564314" algn="l" defTabSz="521438" rtl="0" eaLnBrk="1" latinLnBrk="0" hangingPunct="1">
        <a:defRPr sz="2100" kern="1200">
          <a:solidFill>
            <a:schemeClr val="tx1"/>
          </a:solidFill>
          <a:latin typeface="+mn-lt"/>
          <a:ea typeface="+mn-ea"/>
          <a:cs typeface="+mn-cs"/>
        </a:defRPr>
      </a:lvl4pPr>
      <a:lvl5pPr marL="2085751" algn="l" defTabSz="521438" rtl="0" eaLnBrk="1" latinLnBrk="0" hangingPunct="1">
        <a:defRPr sz="2100" kern="1200">
          <a:solidFill>
            <a:schemeClr val="tx1"/>
          </a:solidFill>
          <a:latin typeface="+mn-lt"/>
          <a:ea typeface="+mn-ea"/>
          <a:cs typeface="+mn-cs"/>
        </a:defRPr>
      </a:lvl5pPr>
      <a:lvl6pPr marL="2607191" algn="l" defTabSz="521438" rtl="0" eaLnBrk="1" latinLnBrk="0" hangingPunct="1">
        <a:defRPr sz="2100" kern="1200">
          <a:solidFill>
            <a:schemeClr val="tx1"/>
          </a:solidFill>
          <a:latin typeface="+mn-lt"/>
          <a:ea typeface="+mn-ea"/>
          <a:cs typeface="+mn-cs"/>
        </a:defRPr>
      </a:lvl6pPr>
      <a:lvl7pPr marL="3128629" algn="l" defTabSz="521438" rtl="0" eaLnBrk="1" latinLnBrk="0" hangingPunct="1">
        <a:defRPr sz="2100" kern="1200">
          <a:solidFill>
            <a:schemeClr val="tx1"/>
          </a:solidFill>
          <a:latin typeface="+mn-lt"/>
          <a:ea typeface="+mn-ea"/>
          <a:cs typeface="+mn-cs"/>
        </a:defRPr>
      </a:lvl7pPr>
      <a:lvl8pPr marL="3650066" algn="l" defTabSz="521438" rtl="0" eaLnBrk="1" latinLnBrk="0" hangingPunct="1">
        <a:defRPr sz="2100" kern="1200">
          <a:solidFill>
            <a:schemeClr val="tx1"/>
          </a:solidFill>
          <a:latin typeface="+mn-lt"/>
          <a:ea typeface="+mn-ea"/>
          <a:cs typeface="+mn-cs"/>
        </a:defRPr>
      </a:lvl8pPr>
      <a:lvl9pPr marL="4171505" algn="l" defTabSz="521438"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techtarget.com/searchsecurity/definition/principle-of-least-privilege-POLP" TargetMode="External"/><Relationship Id="rId2" Type="http://schemas.openxmlformats.org/officeDocument/2006/relationships/hyperlink" Target="https://assets.website-files.com/5ff66329429d880392f6cba2/6230aa98a1120fbe9e9e47f0_CIA%20Triad.jpg" TargetMode="External"/><Relationship Id="rId1" Type="http://schemas.openxmlformats.org/officeDocument/2006/relationships/slideLayout" Target="../slideLayouts/slideLayout2.xml"/><Relationship Id="rId6" Type="http://schemas.openxmlformats.org/officeDocument/2006/relationships/hyperlink" Target="https://cdn.sketchbubble.com/pub/media/catalog/product/optimized1/3/4/34e9a3739b1db8f113c2de142d642e54b3fbec27cd6a44062fc12dba79acdc7f/attack-surface-slide1.png" TargetMode="External"/><Relationship Id="rId5" Type="http://schemas.openxmlformats.org/officeDocument/2006/relationships/hyperlink" Target="https://cyberhoot.com/wp-content/uploads/2020/02/SoD-1-1.png" TargetMode="External"/><Relationship Id="rId4" Type="http://schemas.openxmlformats.org/officeDocument/2006/relationships/hyperlink" Target="https://storage.googleapis.com/gweb-cloudblog-publish/images/custom_service_accounts.0526019805760391.max-1100x1100.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06AC66-8F8F-AE18-BEF4-9B3C75D6072A}"/>
              </a:ext>
            </a:extLst>
          </p:cNvPr>
          <p:cNvSpPr>
            <a:spLocks noGrp="1"/>
          </p:cNvSpPr>
          <p:nvPr>
            <p:ph type="title"/>
          </p:nvPr>
        </p:nvSpPr>
        <p:spPr/>
        <p:txBody>
          <a:bodyPr/>
          <a:lstStyle/>
          <a:p>
            <a:r>
              <a:rPr lang="id-ID"/>
              <a:t>Computer Security</a:t>
            </a:r>
            <a:endParaRPr lang="en-GB"/>
          </a:p>
        </p:txBody>
      </p:sp>
      <p:sp>
        <p:nvSpPr>
          <p:cNvPr id="7" name="Text Placeholder 6">
            <a:extLst>
              <a:ext uri="{FF2B5EF4-FFF2-40B4-BE49-F238E27FC236}">
                <a16:creationId xmlns:a16="http://schemas.microsoft.com/office/drawing/2014/main" id="{0B6EC62A-27C2-091D-EB52-B027A4D21F65}"/>
              </a:ext>
            </a:extLst>
          </p:cNvPr>
          <p:cNvSpPr>
            <a:spLocks noGrp="1"/>
          </p:cNvSpPr>
          <p:nvPr>
            <p:ph type="body" sz="quarter" idx="10"/>
          </p:nvPr>
        </p:nvSpPr>
        <p:spPr/>
        <p:txBody>
          <a:bodyPr/>
          <a:lstStyle/>
          <a:p>
            <a:r>
              <a:rPr lang="en-US"/>
              <a:t>Computer Security Principles</a:t>
            </a:r>
            <a:endParaRPr lang="en-GB"/>
          </a:p>
        </p:txBody>
      </p:sp>
      <p:sp>
        <p:nvSpPr>
          <p:cNvPr id="10" name="Text Placeholder 9">
            <a:extLst>
              <a:ext uri="{FF2B5EF4-FFF2-40B4-BE49-F238E27FC236}">
                <a16:creationId xmlns:a16="http://schemas.microsoft.com/office/drawing/2014/main" id="{31EC31AE-8EDA-FF91-CB1A-43328D9DED3C}"/>
              </a:ext>
            </a:extLst>
          </p:cNvPr>
          <p:cNvSpPr>
            <a:spLocks noGrp="1"/>
          </p:cNvSpPr>
          <p:nvPr>
            <p:ph type="body" sz="quarter" idx="11"/>
          </p:nvPr>
        </p:nvSpPr>
        <p:spPr/>
        <p:txBody>
          <a:bodyPr/>
          <a:lstStyle/>
          <a:p>
            <a:r>
              <a:rPr lang="id-ID"/>
              <a:t>COMP6</a:t>
            </a:r>
            <a:r>
              <a:rPr lang="en-US"/>
              <a:t>824001</a:t>
            </a:r>
            <a:endParaRPr lang="en-GB"/>
          </a:p>
        </p:txBody>
      </p:sp>
      <p:sp>
        <p:nvSpPr>
          <p:cNvPr id="9" name="Text Placeholder 8">
            <a:extLst>
              <a:ext uri="{FF2B5EF4-FFF2-40B4-BE49-F238E27FC236}">
                <a16:creationId xmlns:a16="http://schemas.microsoft.com/office/drawing/2014/main" id="{005996A7-AF79-38BF-09FD-195669101DF2}"/>
              </a:ext>
            </a:extLst>
          </p:cNvPr>
          <p:cNvSpPr>
            <a:spLocks noGrp="1"/>
          </p:cNvSpPr>
          <p:nvPr>
            <p:ph type="body" sz="quarter" idx="12"/>
          </p:nvPr>
        </p:nvSpPr>
        <p:spPr/>
        <p:txBody>
          <a:bodyPr/>
          <a:lstStyle/>
          <a:p>
            <a:r>
              <a:rPr lang="en-US"/>
              <a:t>Session 1</a:t>
            </a:r>
            <a:endParaRPr lang="id-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782" y="1764336"/>
            <a:ext cx="8219073" cy="4954066"/>
          </a:xfrm>
        </p:spPr>
        <p:txBody>
          <a:bodyPr>
            <a:normAutofit/>
          </a:bodyPr>
          <a:lstStyle/>
          <a:p>
            <a:pPr algn="ctr"/>
            <a:r>
              <a:rPr lang="en-US" sz="2647" b="1" dirty="0">
                <a:solidFill>
                  <a:srgbClr val="0070C0"/>
                </a:solidFill>
              </a:rPr>
              <a:t>These slides have been adapted from:</a:t>
            </a:r>
            <a:br>
              <a:rPr lang="en-US" sz="2647" b="1" dirty="0">
                <a:solidFill>
                  <a:srgbClr val="0070C0"/>
                </a:solidFill>
              </a:rPr>
            </a:br>
            <a:br>
              <a:rPr lang="en-US" sz="2647" b="1" dirty="0">
                <a:solidFill>
                  <a:srgbClr val="0070C0"/>
                </a:solidFill>
              </a:rPr>
            </a:br>
            <a:r>
              <a:rPr lang="en-US" sz="2647" b="1" dirty="0" err="1">
                <a:solidFill>
                  <a:srgbClr val="0070C0"/>
                </a:solidFill>
              </a:rPr>
              <a:t>Panek</a:t>
            </a:r>
            <a:r>
              <a:rPr lang="en-US" sz="2647" b="1" dirty="0">
                <a:solidFill>
                  <a:srgbClr val="0070C0"/>
                </a:solidFill>
              </a:rPr>
              <a:t>, Crystal. (2019). Security Fundamental, John Wiley &amp; Sons, Inc. Indianapolis. ISBN: 978-1-119-65066-9</a:t>
            </a:r>
            <a:br>
              <a:rPr lang="en-US" sz="2647" b="1" dirty="0">
                <a:solidFill>
                  <a:srgbClr val="0070C0"/>
                </a:solidFill>
              </a:rPr>
            </a:br>
            <a:br>
              <a:rPr lang="en-US" sz="2647" b="1" dirty="0">
                <a:solidFill>
                  <a:srgbClr val="0070C0"/>
                </a:solidFill>
              </a:rPr>
            </a:br>
            <a:r>
              <a:rPr lang="en-US" sz="2647" b="1" dirty="0">
                <a:solidFill>
                  <a:srgbClr val="0070C0"/>
                </a:solidFill>
              </a:rPr>
              <a:t>Lesson 1</a:t>
            </a:r>
            <a:br>
              <a:rPr lang="en-US" sz="2647" b="1" dirty="0">
                <a:solidFill>
                  <a:srgbClr val="0070C0"/>
                </a:solidFill>
              </a:rPr>
            </a:br>
            <a:endParaRPr lang="id-ID" b="1" dirty="0">
              <a:solidFill>
                <a:srgbClr val="0070C0"/>
              </a:solidFill>
            </a:endParaRPr>
          </a:p>
        </p:txBody>
      </p:sp>
      <p:sp>
        <p:nvSpPr>
          <p:cNvPr id="5" name="TextBox 4"/>
          <p:cNvSpPr txBox="1"/>
          <p:nvPr/>
        </p:nvSpPr>
        <p:spPr>
          <a:xfrm>
            <a:off x="3055680" y="899999"/>
            <a:ext cx="4577279" cy="771109"/>
          </a:xfrm>
          <a:prstGeom prst="rect">
            <a:avLst/>
          </a:prstGeom>
          <a:noFill/>
        </p:spPr>
        <p:txBody>
          <a:bodyPr wrap="none" rtlCol="0">
            <a:spAutoFit/>
          </a:bodyPr>
          <a:lstStyle/>
          <a:p>
            <a:r>
              <a:rPr lang="en-US" sz="4411" b="1" dirty="0"/>
              <a:t>Acknowledgement</a:t>
            </a:r>
          </a:p>
        </p:txBody>
      </p:sp>
    </p:spTree>
    <p:extLst>
      <p:ext uri="{BB962C8B-B14F-4D97-AF65-F5344CB8AC3E}">
        <p14:creationId xmlns:p14="http://schemas.microsoft.com/office/powerpoint/2010/main" val="2193503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US"/>
              <a:t>LO 1: To </a:t>
            </a:r>
            <a:r>
              <a:rPr lang="id-ID"/>
              <a:t>explain the </a:t>
            </a:r>
            <a:r>
              <a:rPr lang="en-US"/>
              <a:t>security</a:t>
            </a:r>
            <a:r>
              <a:rPr lang="id-ID"/>
              <a:t> principles, threats, attacks and security strategy </a:t>
            </a:r>
            <a:endParaRPr lang="id-ID" dirty="0"/>
          </a:p>
        </p:txBody>
      </p:sp>
    </p:spTree>
    <p:extLst>
      <p:ext uri="{BB962C8B-B14F-4D97-AF65-F5344CB8AC3E}">
        <p14:creationId xmlns:p14="http://schemas.microsoft.com/office/powerpoint/2010/main" val="3560658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a:t>CIA </a:t>
            </a:r>
            <a:br>
              <a:rPr lang="en-US"/>
            </a:br>
            <a:r>
              <a:rPr lang="en-US"/>
              <a:t>(Confidentiality, Integrity and Availability)</a:t>
            </a:r>
            <a:endParaRPr lang="id-ID" dirty="0"/>
          </a:p>
        </p:txBody>
      </p:sp>
    </p:spTree>
    <p:extLst>
      <p:ext uri="{BB962C8B-B14F-4D97-AF65-F5344CB8AC3E}">
        <p14:creationId xmlns:p14="http://schemas.microsoft.com/office/powerpoint/2010/main" val="758115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CIA Triad Illustration</a:t>
            </a:r>
            <a:endParaRPr lang="id-ID" sz="4000" b="1" dirty="0"/>
          </a:p>
        </p:txBody>
      </p:sp>
      <p:sp>
        <p:nvSpPr>
          <p:cNvPr id="3" name="Content Placeholder 2"/>
          <p:cNvSpPr>
            <a:spLocks noGrp="1"/>
          </p:cNvSpPr>
          <p:nvPr>
            <p:ph idx="1"/>
          </p:nvPr>
        </p:nvSpPr>
        <p:spPr/>
        <p:txBody>
          <a:bodyPr/>
          <a:lstStyle/>
          <a:p>
            <a:pPr marL="0" indent="0">
              <a:buNone/>
            </a:pPr>
            <a:endParaRPr lang="en-GB" sz="2800"/>
          </a:p>
          <a:p>
            <a:pPr marL="0" indent="0">
              <a:buNone/>
            </a:pPr>
            <a:r>
              <a:rPr lang="en-GB" sz="2800"/>
              <a:t> </a:t>
            </a:r>
            <a:endParaRPr lang="en-US" sz="280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3839" y="1857384"/>
            <a:ext cx="8064502" cy="4838701"/>
          </a:xfrm>
          <a:prstGeom prst="rect">
            <a:avLst/>
          </a:prstGeom>
        </p:spPr>
      </p:pic>
    </p:spTree>
    <p:extLst>
      <p:ext uri="{BB962C8B-B14F-4D97-AF65-F5344CB8AC3E}">
        <p14:creationId xmlns:p14="http://schemas.microsoft.com/office/powerpoint/2010/main" val="3457207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Confidentiality</a:t>
            </a:r>
            <a:endParaRPr lang="id-ID" sz="4000" b="1" dirty="0"/>
          </a:p>
        </p:txBody>
      </p:sp>
      <p:sp>
        <p:nvSpPr>
          <p:cNvPr id="3" name="Content Placeholder 2"/>
          <p:cNvSpPr>
            <a:spLocks noGrp="1"/>
          </p:cNvSpPr>
          <p:nvPr>
            <p:ph idx="1"/>
          </p:nvPr>
        </p:nvSpPr>
        <p:spPr/>
        <p:txBody>
          <a:bodyPr/>
          <a:lstStyle/>
          <a:p>
            <a:r>
              <a:rPr lang="en-GB" sz="2800"/>
              <a:t>Confidentiality deals with </a:t>
            </a:r>
            <a:r>
              <a:rPr lang="en-GB" sz="2800">
                <a:solidFill>
                  <a:srgbClr val="FF0000"/>
                </a:solidFill>
              </a:rPr>
              <a:t>keeping information</a:t>
            </a:r>
            <a:r>
              <a:rPr lang="en-GB" sz="2800"/>
              <a:t>, networks, and systems secure from unauthorized access</a:t>
            </a:r>
          </a:p>
          <a:p>
            <a:pPr marL="0" indent="0">
              <a:buNone/>
            </a:pPr>
            <a:endParaRPr lang="en-GB" sz="2800"/>
          </a:p>
          <a:p>
            <a:pPr marL="0" indent="0">
              <a:buNone/>
            </a:pPr>
            <a:r>
              <a:rPr lang="en-GB" sz="2800"/>
              <a:t>Confidentiality is a concept we deal with frequently in real life. The examples are : </a:t>
            </a:r>
          </a:p>
          <a:p>
            <a:r>
              <a:rPr lang="en-GB" sz="2800"/>
              <a:t>We expect our doctor to keep our medical records confi dential. </a:t>
            </a:r>
          </a:p>
          <a:p>
            <a:r>
              <a:rPr lang="en-GB" sz="2800"/>
              <a:t>We trust our friends to keep our secrets confi dential</a:t>
            </a:r>
          </a:p>
          <a:p>
            <a:pPr marL="0" indent="0">
              <a:buNone/>
            </a:pPr>
            <a:endParaRPr lang="en-GB" sz="2800"/>
          </a:p>
          <a:p>
            <a:pPr marL="0" indent="0">
              <a:buNone/>
            </a:pPr>
            <a:r>
              <a:rPr lang="en-GB" sz="2800"/>
              <a:t> </a:t>
            </a:r>
            <a:endParaRPr lang="en-US" sz="2800"/>
          </a:p>
        </p:txBody>
      </p:sp>
    </p:spTree>
    <p:extLst>
      <p:ext uri="{BB962C8B-B14F-4D97-AF65-F5344CB8AC3E}">
        <p14:creationId xmlns:p14="http://schemas.microsoft.com/office/powerpoint/2010/main" val="715113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Confidentiality</a:t>
            </a:r>
            <a:endParaRPr lang="id-ID" sz="4000" b="1" dirty="0"/>
          </a:p>
        </p:txBody>
      </p:sp>
      <p:sp>
        <p:nvSpPr>
          <p:cNvPr id="3" name="Content Placeholder 2"/>
          <p:cNvSpPr>
            <a:spLocks noGrp="1"/>
          </p:cNvSpPr>
          <p:nvPr>
            <p:ph idx="1"/>
          </p:nvPr>
        </p:nvSpPr>
        <p:spPr/>
        <p:txBody>
          <a:bodyPr/>
          <a:lstStyle/>
          <a:p>
            <a:pPr marL="0" indent="0">
              <a:buNone/>
            </a:pPr>
            <a:r>
              <a:rPr lang="en-GB" sz="2800"/>
              <a:t>There are several technologies that support confi dentiality in an enterprise security implementation. These include the following: </a:t>
            </a:r>
          </a:p>
          <a:p>
            <a:r>
              <a:rPr lang="en-GB" sz="2800"/>
              <a:t>Strong encryption </a:t>
            </a:r>
          </a:p>
          <a:p>
            <a:r>
              <a:rPr lang="en-GB" sz="2800"/>
              <a:t>Strong authentication </a:t>
            </a:r>
          </a:p>
          <a:p>
            <a:r>
              <a:rPr lang="en-GB" sz="2800"/>
              <a:t>Stringent access controls</a:t>
            </a:r>
            <a:endParaRPr lang="en-US" sz="2800"/>
          </a:p>
        </p:txBody>
      </p:sp>
    </p:spTree>
    <p:extLst>
      <p:ext uri="{BB962C8B-B14F-4D97-AF65-F5344CB8AC3E}">
        <p14:creationId xmlns:p14="http://schemas.microsoft.com/office/powerpoint/2010/main" val="3265344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Integrity</a:t>
            </a:r>
            <a:endParaRPr lang="id-ID" sz="4000" b="1" dirty="0"/>
          </a:p>
        </p:txBody>
      </p:sp>
      <p:sp>
        <p:nvSpPr>
          <p:cNvPr id="3" name="Content Placeholder 2"/>
          <p:cNvSpPr>
            <a:spLocks noGrp="1"/>
          </p:cNvSpPr>
          <p:nvPr>
            <p:ph idx="1"/>
          </p:nvPr>
        </p:nvSpPr>
        <p:spPr/>
        <p:txBody>
          <a:bodyPr/>
          <a:lstStyle/>
          <a:p>
            <a:pPr marL="0" indent="0">
              <a:buNone/>
            </a:pPr>
            <a:r>
              <a:rPr lang="en-US" sz="3200"/>
              <a:t>Integrity in security context :</a:t>
            </a:r>
          </a:p>
          <a:p>
            <a:r>
              <a:rPr lang="en-US" sz="3200"/>
              <a:t>Consistency</a:t>
            </a:r>
          </a:p>
          <a:p>
            <a:r>
              <a:rPr lang="en-US" sz="3200"/>
              <a:t>Accuracy</a:t>
            </a:r>
          </a:p>
          <a:p>
            <a:r>
              <a:rPr lang="en-US" sz="3200"/>
              <a:t>Validity of data or information</a:t>
            </a:r>
          </a:p>
          <a:p>
            <a:r>
              <a:rPr lang="en-US" sz="3200"/>
              <a:t>Protect the information from unauthorized or accidental changes</a:t>
            </a:r>
            <a:endParaRPr lang="en-US" sz="2800"/>
          </a:p>
        </p:txBody>
      </p:sp>
    </p:spTree>
    <p:extLst>
      <p:ext uri="{BB962C8B-B14F-4D97-AF65-F5344CB8AC3E}">
        <p14:creationId xmlns:p14="http://schemas.microsoft.com/office/powerpoint/2010/main" val="2482628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Availibility</a:t>
            </a:r>
            <a:endParaRPr lang="id-ID" sz="4000" b="1" dirty="0"/>
          </a:p>
        </p:txBody>
      </p:sp>
      <p:sp>
        <p:nvSpPr>
          <p:cNvPr id="3" name="Content Placeholder 2"/>
          <p:cNvSpPr>
            <a:spLocks noGrp="1"/>
          </p:cNvSpPr>
          <p:nvPr>
            <p:ph idx="1"/>
          </p:nvPr>
        </p:nvSpPr>
        <p:spPr>
          <a:xfrm>
            <a:off x="1200151" y="1857385"/>
            <a:ext cx="8778736" cy="4715694"/>
          </a:xfrm>
        </p:spPr>
        <p:txBody>
          <a:bodyPr/>
          <a:lstStyle/>
          <a:p>
            <a:pPr marL="0" indent="0" algn="just">
              <a:buNone/>
            </a:pPr>
            <a:r>
              <a:rPr lang="en-GB" sz="2800"/>
              <a:t>Availability is the third core security principle, and it is defi ned as a characteristic of a resource being accessible to a user, application, or computer system when required. In other words, when a user needs to get to information, it’s available to them</a:t>
            </a:r>
            <a:endParaRPr lang="en-US" sz="2800"/>
          </a:p>
        </p:txBody>
      </p:sp>
    </p:spTree>
    <p:extLst>
      <p:ext uri="{BB962C8B-B14F-4D97-AF65-F5344CB8AC3E}">
        <p14:creationId xmlns:p14="http://schemas.microsoft.com/office/powerpoint/2010/main" val="2427207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Availibility</a:t>
            </a:r>
            <a:endParaRPr lang="id-ID" sz="4000" b="1" dirty="0"/>
          </a:p>
        </p:txBody>
      </p:sp>
      <p:sp>
        <p:nvSpPr>
          <p:cNvPr id="3" name="Content Placeholder 2"/>
          <p:cNvSpPr>
            <a:spLocks noGrp="1"/>
          </p:cNvSpPr>
          <p:nvPr>
            <p:ph idx="1"/>
          </p:nvPr>
        </p:nvSpPr>
        <p:spPr/>
        <p:txBody>
          <a:bodyPr/>
          <a:lstStyle/>
          <a:p>
            <a:pPr marL="0" indent="0">
              <a:buNone/>
            </a:pPr>
            <a:r>
              <a:rPr lang="en-US" sz="3200"/>
              <a:t>There are two types of threats in availability :</a:t>
            </a:r>
          </a:p>
          <a:p>
            <a:r>
              <a:rPr lang="en-US" sz="2800"/>
              <a:t>Accidental (i.e </a:t>
            </a:r>
            <a:r>
              <a:rPr lang="en-GB" sz="3200"/>
              <a:t>natural disasters like storms, fl oods, fi re, power outages, earthquakes, equipment failure and software issues)</a:t>
            </a:r>
          </a:p>
          <a:p>
            <a:pPr marL="0" indent="0">
              <a:buNone/>
            </a:pPr>
            <a:endParaRPr lang="en-US" sz="2800"/>
          </a:p>
          <a:p>
            <a:r>
              <a:rPr lang="en-US" sz="2800"/>
              <a:t>Deliberate (i.e </a:t>
            </a:r>
            <a:r>
              <a:rPr lang="en-GB" sz="3200"/>
              <a:t>denial-of-service attack or a network worm that impacts vulnerable systems and their availability)</a:t>
            </a:r>
            <a:endParaRPr lang="en-US" sz="2800"/>
          </a:p>
          <a:p>
            <a:endParaRPr lang="en-US" sz="2800"/>
          </a:p>
          <a:p>
            <a:endParaRPr lang="en-US" sz="2800"/>
          </a:p>
        </p:txBody>
      </p:sp>
    </p:spTree>
    <p:extLst>
      <p:ext uri="{BB962C8B-B14F-4D97-AF65-F5344CB8AC3E}">
        <p14:creationId xmlns:p14="http://schemas.microsoft.com/office/powerpoint/2010/main" val="452197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a:t>Least Previllage</a:t>
            </a:r>
            <a:endParaRPr lang="id-ID" dirty="0"/>
          </a:p>
        </p:txBody>
      </p:sp>
    </p:spTree>
    <p:extLst>
      <p:ext uri="{BB962C8B-B14F-4D97-AF65-F5344CB8AC3E}">
        <p14:creationId xmlns:p14="http://schemas.microsoft.com/office/powerpoint/2010/main" val="3777676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Least Privillage</a:t>
            </a:r>
            <a:endParaRPr lang="id-ID" sz="4000" b="1" dirty="0"/>
          </a:p>
        </p:txBody>
      </p:sp>
      <p:sp>
        <p:nvSpPr>
          <p:cNvPr id="3" name="Content Placeholder 2"/>
          <p:cNvSpPr>
            <a:spLocks noGrp="1"/>
          </p:cNvSpPr>
          <p:nvPr>
            <p:ph idx="1"/>
          </p:nvPr>
        </p:nvSpPr>
        <p:spPr/>
        <p:txBody>
          <a:bodyPr/>
          <a:lstStyle/>
          <a:p>
            <a:r>
              <a:rPr lang="en-GB" sz="2400"/>
              <a:t>The Principle of Least Privilege is a security discipline that requires that a user, system, or application be given </a:t>
            </a:r>
            <a:r>
              <a:rPr lang="en-GB" sz="2400">
                <a:solidFill>
                  <a:srgbClr val="FF0000"/>
                </a:solidFill>
              </a:rPr>
              <a:t>no more privilege than necessary to perform its function or job</a:t>
            </a:r>
            <a:r>
              <a:rPr lang="en-GB" sz="2400"/>
              <a:t>.</a:t>
            </a:r>
          </a:p>
          <a:p>
            <a:endParaRPr lang="en-GB" sz="2400"/>
          </a:p>
          <a:p>
            <a:r>
              <a:rPr lang="en-GB" sz="2400"/>
              <a:t>On its face, this sounds like a very commonsense approach to assigning permissions, and when seen on paper. </a:t>
            </a:r>
          </a:p>
          <a:p>
            <a:pPr marL="0" indent="0">
              <a:buNone/>
            </a:pPr>
            <a:endParaRPr lang="en-GB" sz="2400"/>
          </a:p>
          <a:p>
            <a:r>
              <a:rPr lang="en-GB" sz="2400"/>
              <a:t>The challenge of Least Privillage is largely related to the complexity of a typical environment</a:t>
            </a:r>
            <a:endParaRPr lang="en-US" sz="2400"/>
          </a:p>
          <a:p>
            <a:endParaRPr lang="en-US" sz="2800"/>
          </a:p>
        </p:txBody>
      </p:sp>
    </p:spTree>
    <p:extLst>
      <p:ext uri="{BB962C8B-B14F-4D97-AF65-F5344CB8AC3E}">
        <p14:creationId xmlns:p14="http://schemas.microsoft.com/office/powerpoint/2010/main" val="131131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Least Privillage Illustration</a:t>
            </a:r>
            <a:endParaRPr lang="id-ID" sz="40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8401" y="2009784"/>
            <a:ext cx="6600671" cy="4482456"/>
          </a:xfrm>
        </p:spPr>
      </p:pic>
    </p:spTree>
    <p:extLst>
      <p:ext uri="{BB962C8B-B14F-4D97-AF65-F5344CB8AC3E}">
        <p14:creationId xmlns:p14="http://schemas.microsoft.com/office/powerpoint/2010/main" val="378360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Least Privillage Tools and Stratrgies</a:t>
            </a:r>
            <a:endParaRPr lang="id-ID" sz="4000" b="1" dirty="0"/>
          </a:p>
        </p:txBody>
      </p:sp>
      <p:sp>
        <p:nvSpPr>
          <p:cNvPr id="3" name="Content Placeholder 2"/>
          <p:cNvSpPr>
            <a:spLocks noGrp="1"/>
          </p:cNvSpPr>
          <p:nvPr>
            <p:ph idx="1"/>
          </p:nvPr>
        </p:nvSpPr>
        <p:spPr>
          <a:xfrm>
            <a:off x="1068389" y="1908829"/>
            <a:ext cx="9081451" cy="4532611"/>
          </a:xfrm>
        </p:spPr>
        <p:txBody>
          <a:bodyPr/>
          <a:lstStyle/>
          <a:p>
            <a:pPr algn="just"/>
            <a:r>
              <a:rPr lang="en-US" sz="2000"/>
              <a:t>Groups :</a:t>
            </a:r>
            <a:r>
              <a:rPr lang="en-GB" sz="2000"/>
              <a:t> permissions are not applied on a user-by-user basis or application-by-application basis, but it’s given in the group of users</a:t>
            </a:r>
          </a:p>
          <a:p>
            <a:pPr algn="just"/>
            <a:endParaRPr lang="en-US" sz="2000"/>
          </a:p>
          <a:p>
            <a:pPr algn="just"/>
            <a:r>
              <a:rPr lang="en-US" sz="2000"/>
              <a:t>Multiple User Accounts for Administrators : ask the administrator to have two accounts, one role as user of the company’s applications systems and one for the role as an administrator</a:t>
            </a:r>
          </a:p>
          <a:p>
            <a:pPr algn="just"/>
            <a:endParaRPr lang="en-US" sz="2000"/>
          </a:p>
          <a:p>
            <a:pPr algn="just"/>
            <a:r>
              <a:rPr lang="en-US" sz="2000"/>
              <a:t>Account Standardization : standardize limitied number of account types to simplify complex environment</a:t>
            </a:r>
          </a:p>
          <a:p>
            <a:pPr marL="0" indent="0">
              <a:buNone/>
            </a:pPr>
            <a:endParaRPr lang="en-US" sz="2400"/>
          </a:p>
        </p:txBody>
      </p:sp>
    </p:spTree>
    <p:extLst>
      <p:ext uri="{BB962C8B-B14F-4D97-AF65-F5344CB8AC3E}">
        <p14:creationId xmlns:p14="http://schemas.microsoft.com/office/powerpoint/2010/main" val="1394616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Least Privillage Tools and Stratrgies</a:t>
            </a:r>
            <a:endParaRPr lang="id-ID" sz="4000" b="1" dirty="0"/>
          </a:p>
        </p:txBody>
      </p:sp>
      <p:sp>
        <p:nvSpPr>
          <p:cNvPr id="3" name="Content Placeholder 2"/>
          <p:cNvSpPr>
            <a:spLocks noGrp="1"/>
          </p:cNvSpPr>
          <p:nvPr>
            <p:ph idx="1"/>
          </p:nvPr>
        </p:nvSpPr>
        <p:spPr/>
        <p:txBody>
          <a:bodyPr/>
          <a:lstStyle/>
          <a:p>
            <a:r>
              <a:rPr lang="en-US" sz="2400"/>
              <a:t>Third-Party Applications : Third-party tools designed to make managing permissions easier. These can range from account lifecycle management applications to auditing applicatinos and applications firewalls</a:t>
            </a:r>
          </a:p>
          <a:p>
            <a:endParaRPr lang="en-US" sz="2400"/>
          </a:p>
          <a:p>
            <a:r>
              <a:rPr lang="en-US" sz="2400"/>
              <a:t>Processes and Procedures : </a:t>
            </a:r>
            <a:r>
              <a:rPr lang="en-GB" sz="2400"/>
              <a:t>Have a solid framework of processes and procedures for managing accounts. This framewotk allows company to rely on the defined process to determine how an account is created, classified, permissioned, and maintained </a:t>
            </a:r>
            <a:endParaRPr lang="en-US" sz="2400"/>
          </a:p>
        </p:txBody>
      </p:sp>
    </p:spTree>
    <p:extLst>
      <p:ext uri="{BB962C8B-B14F-4D97-AF65-F5344CB8AC3E}">
        <p14:creationId xmlns:p14="http://schemas.microsoft.com/office/powerpoint/2010/main" val="110882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Least Privillage Benefits</a:t>
            </a:r>
            <a:endParaRPr lang="id-ID" sz="4000" b="1" dirty="0"/>
          </a:p>
        </p:txBody>
      </p:sp>
      <p:sp>
        <p:nvSpPr>
          <p:cNvPr id="3" name="Content Placeholder 2"/>
          <p:cNvSpPr>
            <a:spLocks noGrp="1"/>
          </p:cNvSpPr>
          <p:nvPr>
            <p:ph idx="1"/>
          </p:nvPr>
        </p:nvSpPr>
        <p:spPr/>
        <p:txBody>
          <a:bodyPr/>
          <a:lstStyle/>
          <a:p>
            <a:r>
              <a:rPr lang="en-GB" sz="2800"/>
              <a:t>Prevents the spread of malware</a:t>
            </a:r>
          </a:p>
          <a:p>
            <a:r>
              <a:rPr lang="en-GB" sz="2800"/>
              <a:t>Decreases chances of a cyber attack</a:t>
            </a:r>
          </a:p>
          <a:p>
            <a:r>
              <a:rPr lang="en-GB" sz="2800"/>
              <a:t>Improves user productivity</a:t>
            </a:r>
          </a:p>
          <a:p>
            <a:r>
              <a:rPr lang="en-GB" sz="2800"/>
              <a:t>Helps demonstrate compliance	</a:t>
            </a:r>
          </a:p>
          <a:p>
            <a:r>
              <a:rPr lang="en-GB" sz="2800"/>
              <a:t>Helps with data classification</a:t>
            </a:r>
            <a:endParaRPr lang="en-US" sz="2400"/>
          </a:p>
        </p:txBody>
      </p:sp>
    </p:spTree>
    <p:extLst>
      <p:ext uri="{BB962C8B-B14F-4D97-AF65-F5344CB8AC3E}">
        <p14:creationId xmlns:p14="http://schemas.microsoft.com/office/powerpoint/2010/main" val="2069572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a:t>Separation of Duties</a:t>
            </a:r>
            <a:endParaRPr lang="id-ID" dirty="0"/>
          </a:p>
        </p:txBody>
      </p:sp>
    </p:spTree>
    <p:extLst>
      <p:ext uri="{BB962C8B-B14F-4D97-AF65-F5344CB8AC3E}">
        <p14:creationId xmlns:p14="http://schemas.microsoft.com/office/powerpoint/2010/main" val="795696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Understanding Separation of Duties</a:t>
            </a:r>
            <a:endParaRPr lang="id-ID" sz="4000" b="1" dirty="0"/>
          </a:p>
        </p:txBody>
      </p:sp>
      <p:sp>
        <p:nvSpPr>
          <p:cNvPr id="3" name="Content Placeholder 2"/>
          <p:cNvSpPr>
            <a:spLocks noGrp="1"/>
          </p:cNvSpPr>
          <p:nvPr>
            <p:ph idx="1"/>
          </p:nvPr>
        </p:nvSpPr>
        <p:spPr/>
        <p:txBody>
          <a:bodyPr/>
          <a:lstStyle/>
          <a:p>
            <a:r>
              <a:rPr lang="en-GB" sz="2800"/>
              <a:t>separation of duties is a principle that </a:t>
            </a:r>
            <a:r>
              <a:rPr lang="en-GB" sz="2800">
                <a:solidFill>
                  <a:srgbClr val="FF0000"/>
                </a:solidFill>
              </a:rPr>
              <a:t>prevents</a:t>
            </a:r>
            <a:r>
              <a:rPr lang="en-GB" sz="2800"/>
              <a:t> any single person or entity from being able </a:t>
            </a:r>
            <a:r>
              <a:rPr lang="en-GB" sz="2800">
                <a:solidFill>
                  <a:srgbClr val="FF0000"/>
                </a:solidFill>
              </a:rPr>
              <a:t>to have full access </a:t>
            </a:r>
            <a:r>
              <a:rPr lang="en-GB" sz="2800"/>
              <a:t>or complete all the functions of a critical or sensitive process</a:t>
            </a:r>
          </a:p>
          <a:p>
            <a:pPr marL="0" indent="0">
              <a:buNone/>
            </a:pPr>
            <a:endParaRPr lang="en-GB" sz="2800"/>
          </a:p>
          <a:p>
            <a:pPr marL="0" indent="0">
              <a:buNone/>
            </a:pPr>
            <a:r>
              <a:rPr lang="en-GB" sz="2800"/>
              <a:t>Seperation of Duties </a:t>
            </a:r>
            <a:r>
              <a:rPr lang="en-US" sz="2800"/>
              <a:t>designed for :</a:t>
            </a:r>
          </a:p>
          <a:p>
            <a:r>
              <a:rPr lang="en-US" sz="2800"/>
              <a:t>Prevent fraud</a:t>
            </a:r>
          </a:p>
          <a:p>
            <a:r>
              <a:rPr lang="en-US" sz="2800"/>
              <a:t>Theft</a:t>
            </a:r>
          </a:p>
          <a:p>
            <a:r>
              <a:rPr lang="en-US" sz="2800"/>
              <a:t>And errors</a:t>
            </a:r>
            <a:endParaRPr lang="en-US" sz="2400"/>
          </a:p>
        </p:txBody>
      </p:sp>
    </p:spTree>
    <p:extLst>
      <p:ext uri="{BB962C8B-B14F-4D97-AF65-F5344CB8AC3E}">
        <p14:creationId xmlns:p14="http://schemas.microsoft.com/office/powerpoint/2010/main" val="4095817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Separation of Duties Illustration</a:t>
            </a:r>
            <a:endParaRPr lang="id-ID" sz="4000" b="1"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8252" y="2965089"/>
            <a:ext cx="8030440" cy="1202940"/>
          </a:xfrm>
        </p:spPr>
      </p:pic>
    </p:spTree>
    <p:extLst>
      <p:ext uri="{BB962C8B-B14F-4D97-AF65-F5344CB8AC3E}">
        <p14:creationId xmlns:p14="http://schemas.microsoft.com/office/powerpoint/2010/main" val="641824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Understanding Separation of Duties</a:t>
            </a:r>
            <a:endParaRPr lang="id-ID" sz="4000" b="1" dirty="0"/>
          </a:p>
        </p:txBody>
      </p:sp>
      <p:sp>
        <p:nvSpPr>
          <p:cNvPr id="3" name="Content Placeholder 2"/>
          <p:cNvSpPr>
            <a:spLocks noGrp="1"/>
          </p:cNvSpPr>
          <p:nvPr>
            <p:ph idx="1"/>
          </p:nvPr>
        </p:nvSpPr>
        <p:spPr/>
        <p:txBody>
          <a:bodyPr/>
          <a:lstStyle/>
          <a:p>
            <a:pPr marL="0" indent="0">
              <a:buNone/>
            </a:pPr>
            <a:r>
              <a:rPr lang="en-US" sz="3200"/>
              <a:t>Example for Seperation of Duties :</a:t>
            </a:r>
            <a:endParaRPr lang="en-GB" sz="3200"/>
          </a:p>
          <a:p>
            <a:pPr marL="0" indent="0">
              <a:buNone/>
            </a:pPr>
            <a:r>
              <a:rPr lang="en-GB" sz="3200"/>
              <a:t>In accounting, the Accounts Receivable employees review and validate bills, and the Accounts Payable employees pay the bills. In any case, those users involved with the critical processes do not have access to the logs. A third set of employees would review and validate what has been occurring and validate that there are no suspicious activities</a:t>
            </a:r>
            <a:endParaRPr lang="en-US" sz="2400"/>
          </a:p>
        </p:txBody>
      </p:sp>
    </p:spTree>
    <p:extLst>
      <p:ext uri="{BB962C8B-B14F-4D97-AF65-F5344CB8AC3E}">
        <p14:creationId xmlns:p14="http://schemas.microsoft.com/office/powerpoint/2010/main" val="2338225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3600" b="1"/>
              <a:t>Understanding an Attack Surface</a:t>
            </a:r>
            <a:endParaRPr lang="id-ID" dirty="0"/>
          </a:p>
        </p:txBody>
      </p:sp>
    </p:spTree>
    <p:extLst>
      <p:ext uri="{BB962C8B-B14F-4D97-AF65-F5344CB8AC3E}">
        <p14:creationId xmlns:p14="http://schemas.microsoft.com/office/powerpoint/2010/main" val="1557029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Understanding an Attack Surface</a:t>
            </a:r>
            <a:endParaRPr lang="id-ID" sz="4000" b="1" dirty="0"/>
          </a:p>
        </p:txBody>
      </p:sp>
      <p:sp>
        <p:nvSpPr>
          <p:cNvPr id="3" name="Content Placeholder 2"/>
          <p:cNvSpPr>
            <a:spLocks noGrp="1"/>
          </p:cNvSpPr>
          <p:nvPr>
            <p:ph idx="1"/>
          </p:nvPr>
        </p:nvSpPr>
        <p:spPr/>
        <p:txBody>
          <a:bodyPr/>
          <a:lstStyle/>
          <a:p>
            <a:r>
              <a:rPr lang="en-GB" sz="2800"/>
              <a:t>An attack surface consists of the set of </a:t>
            </a:r>
            <a:r>
              <a:rPr lang="en-GB" sz="2800">
                <a:solidFill>
                  <a:srgbClr val="FF0000"/>
                </a:solidFill>
              </a:rPr>
              <a:t>methods</a:t>
            </a:r>
            <a:r>
              <a:rPr lang="en-GB" sz="2800"/>
              <a:t> and avenues an attacker can use </a:t>
            </a:r>
            <a:r>
              <a:rPr lang="en-GB" sz="2800">
                <a:solidFill>
                  <a:srgbClr val="FF0000"/>
                </a:solidFill>
              </a:rPr>
              <a:t>to enter a system </a:t>
            </a:r>
            <a:r>
              <a:rPr lang="en-GB" sz="2800"/>
              <a:t>and potentially </a:t>
            </a:r>
            <a:r>
              <a:rPr lang="en-GB" sz="2800">
                <a:solidFill>
                  <a:srgbClr val="FF0000"/>
                </a:solidFill>
              </a:rPr>
              <a:t>cause damage</a:t>
            </a:r>
            <a:r>
              <a:rPr lang="en-GB" sz="2800"/>
              <a:t>. </a:t>
            </a:r>
          </a:p>
          <a:p>
            <a:pPr marL="0" indent="0">
              <a:buNone/>
            </a:pPr>
            <a:endParaRPr lang="en-GB" sz="2800"/>
          </a:p>
          <a:p>
            <a:r>
              <a:rPr lang="en-GB" sz="2800"/>
              <a:t>The larger the attack surface of an environment, the greater the risk of a successful attack.</a:t>
            </a:r>
          </a:p>
          <a:p>
            <a:endParaRPr lang="en-US" sz="2800"/>
          </a:p>
          <a:p>
            <a:r>
              <a:rPr lang="en-US" sz="2800"/>
              <a:t>There are three types of attack surface : (1) Application attack surface, (2) Network attack surface, and (3) Employee attack surface</a:t>
            </a:r>
            <a:endParaRPr lang="en-US" sz="2400"/>
          </a:p>
        </p:txBody>
      </p:sp>
    </p:spTree>
    <p:extLst>
      <p:ext uri="{BB962C8B-B14F-4D97-AF65-F5344CB8AC3E}">
        <p14:creationId xmlns:p14="http://schemas.microsoft.com/office/powerpoint/2010/main" val="412503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Types of Attack Surface</a:t>
            </a:r>
            <a:endParaRPr lang="id-ID" sz="4000" b="1" dirty="0"/>
          </a:p>
        </p:txBody>
      </p:sp>
      <p:sp>
        <p:nvSpPr>
          <p:cNvPr id="3" name="Content Placeholder 2"/>
          <p:cNvSpPr>
            <a:spLocks noGrp="1"/>
          </p:cNvSpPr>
          <p:nvPr>
            <p:ph idx="1"/>
          </p:nvPr>
        </p:nvSpPr>
        <p:spPr>
          <a:xfrm>
            <a:off x="1200151" y="1857385"/>
            <a:ext cx="7913369" cy="4827896"/>
          </a:xfrm>
        </p:spPr>
        <p:txBody>
          <a:bodyPr/>
          <a:lstStyle/>
          <a:p>
            <a:pPr marL="0" indent="0">
              <a:buNone/>
            </a:pPr>
            <a:r>
              <a:rPr lang="en-US" sz="1800"/>
              <a:t>1. Application attack surface :</a:t>
            </a:r>
          </a:p>
          <a:p>
            <a:r>
              <a:rPr lang="en-GB" sz="1800"/>
              <a:t>Number of data inputs to an application </a:t>
            </a:r>
          </a:p>
          <a:p>
            <a:r>
              <a:rPr lang="en-GB" sz="1800"/>
              <a:t>Number of running services  </a:t>
            </a:r>
          </a:p>
          <a:p>
            <a:r>
              <a:rPr lang="en-GB" sz="1800"/>
              <a:t>Ports on which the application is listening</a:t>
            </a:r>
          </a:p>
          <a:p>
            <a:endParaRPr lang="en-US" sz="1800"/>
          </a:p>
          <a:p>
            <a:pPr marL="0" indent="0">
              <a:buNone/>
            </a:pPr>
            <a:r>
              <a:rPr lang="en-US" sz="1800"/>
              <a:t>2. Network attack surface :</a:t>
            </a:r>
          </a:p>
          <a:p>
            <a:r>
              <a:rPr lang="en-GB" sz="1800"/>
              <a:t>Overall network design</a:t>
            </a:r>
          </a:p>
          <a:p>
            <a:r>
              <a:rPr lang="en-GB" sz="1800"/>
              <a:t>Placement of critical systems </a:t>
            </a:r>
          </a:p>
          <a:p>
            <a:r>
              <a:rPr lang="en-GB" sz="1800"/>
              <a:t>Placement and rule sets on firewalls</a:t>
            </a:r>
          </a:p>
          <a:p>
            <a:endParaRPr lang="en-US" sz="1800"/>
          </a:p>
          <a:p>
            <a:pPr marL="0" indent="0">
              <a:buNone/>
            </a:pPr>
            <a:r>
              <a:rPr lang="en-US" sz="1800"/>
              <a:t>3. Employee attack surface :</a:t>
            </a:r>
          </a:p>
          <a:p>
            <a:r>
              <a:rPr lang="en-US" sz="1800"/>
              <a:t>Risk of social engineering</a:t>
            </a:r>
          </a:p>
          <a:p>
            <a:r>
              <a:rPr lang="en-US" sz="1800"/>
              <a:t>Potential for humans errors</a:t>
            </a:r>
          </a:p>
          <a:p>
            <a:r>
              <a:rPr lang="en-US" sz="1800"/>
              <a:t>Risk of malicious behavior</a:t>
            </a:r>
          </a:p>
        </p:txBody>
      </p:sp>
    </p:spTree>
    <p:extLst>
      <p:ext uri="{BB962C8B-B14F-4D97-AF65-F5344CB8AC3E}">
        <p14:creationId xmlns:p14="http://schemas.microsoft.com/office/powerpoint/2010/main" val="3261273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Attack Surface Illustration</a:t>
            </a:r>
            <a:endParaRPr lang="id-ID" sz="4000" b="1" dirty="0"/>
          </a:p>
        </p:txBody>
      </p:sp>
      <p:pic>
        <p:nvPicPr>
          <p:cNvPr id="7" name="Picture 6"/>
          <p:cNvPicPr>
            <a:picLocks noChangeAspect="1"/>
          </p:cNvPicPr>
          <p:nvPr/>
        </p:nvPicPr>
        <p:blipFill>
          <a:blip r:embed="rId2"/>
          <a:stretch>
            <a:fillRect/>
          </a:stretch>
        </p:blipFill>
        <p:spPr>
          <a:xfrm>
            <a:off x="1523278" y="1938664"/>
            <a:ext cx="8068801" cy="4848902"/>
          </a:xfrm>
          <a:prstGeom prst="rect">
            <a:avLst/>
          </a:prstGeom>
        </p:spPr>
      </p:pic>
    </p:spTree>
    <p:extLst>
      <p:ext uri="{BB962C8B-B14F-4D97-AF65-F5344CB8AC3E}">
        <p14:creationId xmlns:p14="http://schemas.microsoft.com/office/powerpoint/2010/main" val="4047789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GB" sz="3600" b="1"/>
              <a:t>Performing an Attack Surface Analysis</a:t>
            </a:r>
          </a:p>
        </p:txBody>
      </p:sp>
      <p:sp>
        <p:nvSpPr>
          <p:cNvPr id="3" name="Content Placeholder 2"/>
          <p:cNvSpPr>
            <a:spLocks noGrp="1"/>
          </p:cNvSpPr>
          <p:nvPr>
            <p:ph idx="1"/>
          </p:nvPr>
        </p:nvSpPr>
        <p:spPr>
          <a:xfrm>
            <a:off x="1200151" y="1857385"/>
            <a:ext cx="7913369" cy="4827896"/>
          </a:xfrm>
        </p:spPr>
        <p:txBody>
          <a:bodyPr/>
          <a:lstStyle/>
          <a:p>
            <a:r>
              <a:rPr lang="en-GB" sz="2000"/>
              <a:t>An attack surface analysis helps to identify the attack surface that an organization may be susceptible to</a:t>
            </a:r>
          </a:p>
          <a:p>
            <a:r>
              <a:rPr lang="en-GB" sz="2000"/>
              <a:t>When analyzing a network, the first priority is to determine the security boundaries within an organization</a:t>
            </a:r>
            <a:endParaRPr lang="en-US" sz="2000"/>
          </a:p>
          <a:p>
            <a:r>
              <a:rPr lang="en-GB" sz="2000"/>
              <a:t>After determining the security boundaries, the next step is to determine everything that connects at those security boundaries</a:t>
            </a:r>
          </a:p>
          <a:p>
            <a:r>
              <a:rPr lang="en-GB" sz="2000"/>
              <a:t>With an understanding of the network infrastructure, the next step is to analyze the logs to see which traffic is allowed and which traffic is blocked.</a:t>
            </a:r>
            <a:endParaRPr lang="en-US" sz="2000"/>
          </a:p>
          <a:p>
            <a:r>
              <a:rPr lang="en-GB" sz="2000"/>
              <a:t>When examining egress and ingress traffic, look at the source and target addresses as well as the ports used</a:t>
            </a:r>
            <a:endParaRPr lang="en-US" sz="1800"/>
          </a:p>
        </p:txBody>
      </p:sp>
    </p:spTree>
    <p:extLst>
      <p:ext uri="{BB962C8B-B14F-4D97-AF65-F5344CB8AC3E}">
        <p14:creationId xmlns:p14="http://schemas.microsoft.com/office/powerpoint/2010/main" val="934740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GB" sz="3600" b="1"/>
              <a:t>Performing an Attack Surface Analysis</a:t>
            </a:r>
          </a:p>
        </p:txBody>
      </p:sp>
      <p:sp>
        <p:nvSpPr>
          <p:cNvPr id="3" name="Content Placeholder 2"/>
          <p:cNvSpPr>
            <a:spLocks noGrp="1"/>
          </p:cNvSpPr>
          <p:nvPr>
            <p:ph idx="1"/>
          </p:nvPr>
        </p:nvSpPr>
        <p:spPr>
          <a:xfrm>
            <a:off x="1200151" y="1857385"/>
            <a:ext cx="7913369" cy="4827896"/>
          </a:xfrm>
        </p:spPr>
        <p:txBody>
          <a:bodyPr/>
          <a:lstStyle/>
          <a:p>
            <a:r>
              <a:rPr lang="en-GB" sz="2000"/>
              <a:t>Testing can also be performed to identify open ports, services, and/or applications that are running on a system and what can be accessed from the outside</a:t>
            </a:r>
          </a:p>
          <a:p>
            <a:r>
              <a:rPr lang="en-GB" sz="2000"/>
              <a:t>While analyzing traffic patterns, look at which traffic is encrypted and which traffic is not encrypted.</a:t>
            </a:r>
          </a:p>
          <a:p>
            <a:r>
              <a:rPr lang="en-GB" sz="2000"/>
              <a:t>When a decision has been made to deploy or adopt a software solution or to build a software solution</a:t>
            </a:r>
          </a:p>
          <a:p>
            <a:r>
              <a:rPr lang="en-US" sz="2000"/>
              <a:t>Review current security policies to make sure that they are being followed </a:t>
            </a:r>
          </a:p>
          <a:p>
            <a:r>
              <a:rPr lang="en-GB" sz="2000"/>
              <a:t>Review administrative accounts from time to time to ensure that proper access is provided to the right people</a:t>
            </a:r>
          </a:p>
          <a:p>
            <a:r>
              <a:rPr lang="en-GB" sz="2000"/>
              <a:t>Update the list of attack surfaces as new vulnerabilities are discovered, as new systems are added, and as systems change</a:t>
            </a:r>
            <a:endParaRPr lang="en-US" sz="1800"/>
          </a:p>
        </p:txBody>
      </p:sp>
    </p:spTree>
    <p:extLst>
      <p:ext uri="{BB962C8B-B14F-4D97-AF65-F5344CB8AC3E}">
        <p14:creationId xmlns:p14="http://schemas.microsoft.com/office/powerpoint/2010/main" val="418463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References</a:t>
            </a:r>
            <a:endParaRPr lang="id-ID" sz="4000" b="1" dirty="0"/>
          </a:p>
        </p:txBody>
      </p:sp>
      <p:sp>
        <p:nvSpPr>
          <p:cNvPr id="3" name="Content Placeholder 2"/>
          <p:cNvSpPr>
            <a:spLocks noGrp="1"/>
          </p:cNvSpPr>
          <p:nvPr>
            <p:ph idx="1"/>
          </p:nvPr>
        </p:nvSpPr>
        <p:spPr>
          <a:xfrm>
            <a:off x="1200151" y="1857384"/>
            <a:ext cx="8858249" cy="4991101"/>
          </a:xfrm>
        </p:spPr>
        <p:txBody>
          <a:bodyPr/>
          <a:lstStyle/>
          <a:p>
            <a:r>
              <a:rPr lang="en-US" sz="1800"/>
              <a:t>Text Book : </a:t>
            </a:r>
            <a:r>
              <a:rPr lang="en-GB" sz="1800"/>
              <a:t>Crystal Panek - Security Fundamentals-SYBEX_John Wiley &amp; Sons (2020)</a:t>
            </a:r>
            <a:endParaRPr lang="en-US" sz="1800">
              <a:hlinkClick r:id="rId2"/>
            </a:endParaRPr>
          </a:p>
          <a:p>
            <a:r>
              <a:rPr lang="id-ID" sz="1800">
                <a:hlinkClick r:id="rId2"/>
              </a:rPr>
              <a:t>https://assets.website-files.com/5ff66329429d880392f6cba2/6230aa98a1120fbe9e9e47f0_CIA%20Triad.jpg</a:t>
            </a:r>
            <a:endParaRPr lang="en-US" sz="1800"/>
          </a:p>
          <a:p>
            <a:r>
              <a:rPr lang="id-ID" sz="1800">
                <a:hlinkClick r:id="rId3"/>
              </a:rPr>
              <a:t>https://www.techtarget.com/searchsecurity/definition/principle-of-least-privilege-POLP</a:t>
            </a:r>
            <a:endParaRPr lang="en-US" sz="1800"/>
          </a:p>
          <a:p>
            <a:r>
              <a:rPr lang="id-ID" sz="1800">
                <a:hlinkClick r:id="rId4"/>
              </a:rPr>
              <a:t>https://storage.googleapis.com/gweb-cloudblog-publish/images/custom_service_accounts.0526019805760391.max-1100x1100.png</a:t>
            </a:r>
            <a:r>
              <a:rPr lang="en-US" sz="1800"/>
              <a:t> </a:t>
            </a:r>
          </a:p>
          <a:p>
            <a:r>
              <a:rPr lang="id-ID" sz="1800">
                <a:hlinkClick r:id="rId5"/>
              </a:rPr>
              <a:t>https://cyberhoot.com/wp-content/uploads/2020/02/SoD-1-1.png</a:t>
            </a:r>
            <a:r>
              <a:rPr lang="en-US" sz="1800"/>
              <a:t> </a:t>
            </a:r>
          </a:p>
          <a:p>
            <a:r>
              <a:rPr lang="id-ID" sz="1800">
                <a:hlinkClick r:id="rId6"/>
              </a:rPr>
              <a:t>https://cdn.sketchbubble.com/pub/media/catalog/product/optimized1/3/4/34e9a3739b1db8f113c2de142d642e54b3fbec27cd6a44062fc12dba79acdc7f/attack-surface-slide1.png</a:t>
            </a:r>
            <a:r>
              <a:rPr lang="en-US" sz="1800"/>
              <a:t> </a:t>
            </a:r>
          </a:p>
        </p:txBody>
      </p:sp>
    </p:spTree>
    <p:extLst>
      <p:ext uri="{BB962C8B-B14F-4D97-AF65-F5344CB8AC3E}">
        <p14:creationId xmlns:p14="http://schemas.microsoft.com/office/powerpoint/2010/main" val="602516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TaxCatchAll xmlns="9fdf624c-fedc-4f6c-b928-0c7bf4c9e10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2.xml><?xml version="1.0" encoding="utf-8"?>
<ds:datastoreItem xmlns:ds="http://schemas.openxmlformats.org/officeDocument/2006/customXml" ds:itemID="{3F313E50-9F1C-4EB2-8248-D1942A92381A}">
  <ds:schemaRefs>
    <ds:schemaRef ds:uri="47793baa-3cbb-486e-a055-4d42ce3882d7"/>
    <ds:schemaRef ds:uri="http://schemas.microsoft.com/office/2006/metadata/properties"/>
    <ds:schemaRef ds:uri="http://schemas.microsoft.com/office/infopath/2007/PartnerControls"/>
    <ds:schemaRef ds:uri="http://www.w3.org/XML/1998/namespace"/>
    <ds:schemaRef ds:uri="http://schemas.microsoft.com/sharepoint/v3/fields"/>
    <ds:schemaRef ds:uri="http://purl.org/dc/elements/1.1/"/>
    <ds:schemaRef ds:uri="9fdf624c-fedc-4f6c-b928-0c7bf4c9e100"/>
    <ds:schemaRef ds:uri="http://schemas.microsoft.com/office/2006/documentManagement/type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CC9D0B23-B8ED-45C8-A14C-9C0889457D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A6D8D10-5CE6-45C0-899F-3757B0B76385}">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1040</TotalTime>
  <Words>1133</Words>
  <Application>Microsoft Office PowerPoint</Application>
  <PresentationFormat>Custom</PresentationFormat>
  <Paragraphs>117</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Open Sans</vt:lpstr>
      <vt:lpstr>Open Sans Extrabold</vt:lpstr>
      <vt:lpstr>Open Sans Semibold</vt:lpstr>
      <vt:lpstr>Office Theme</vt:lpstr>
      <vt:lpstr>Computer Security</vt:lpstr>
      <vt:lpstr>These slides have been adapted from:  Panek, Crystal. (2019). Security Fundamental, John Wiley &amp; Sons, Inc. Indianapolis. ISBN: 978-1-119-65066-9  Lesson 1 </vt:lpstr>
      <vt:lpstr>Learning Objectives</vt:lpstr>
      <vt:lpstr>CIA  (Confidentiality, Integrity and Availability)</vt:lpstr>
      <vt:lpstr>CIA Triad Illustration</vt:lpstr>
      <vt:lpstr>Confidentiality</vt:lpstr>
      <vt:lpstr>Confidentiality</vt:lpstr>
      <vt:lpstr>Integrity</vt:lpstr>
      <vt:lpstr>Availibility</vt:lpstr>
      <vt:lpstr>Availibility</vt:lpstr>
      <vt:lpstr>Least Previllage</vt:lpstr>
      <vt:lpstr>Least Privillage</vt:lpstr>
      <vt:lpstr>Least Privillage Illustration</vt:lpstr>
      <vt:lpstr>Least Privillage Tools and Stratrgies</vt:lpstr>
      <vt:lpstr>Least Privillage Tools and Stratrgies</vt:lpstr>
      <vt:lpstr>Least Privillage Benefits</vt:lpstr>
      <vt:lpstr>Separation of Duties</vt:lpstr>
      <vt:lpstr>Understanding Separation of Duties</vt:lpstr>
      <vt:lpstr>Separation of Duties Illustration</vt:lpstr>
      <vt:lpstr>Understanding Separation of Duties</vt:lpstr>
      <vt:lpstr>Understanding an Attack Surface</vt:lpstr>
      <vt:lpstr>Understanding an Attack Surface</vt:lpstr>
      <vt:lpstr>Types of Attack Surface</vt:lpstr>
      <vt:lpstr>Attack Surface Illustration</vt:lpstr>
      <vt:lpstr>Performing an Attack Surface Analysis</vt:lpstr>
      <vt:lpstr>Performing an Attack Surface Analysis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Ika Dyah Agustia Rachmawati</cp:lastModifiedBy>
  <cp:revision>48</cp:revision>
  <dcterms:created xsi:type="dcterms:W3CDTF">2014-01-27T02:13:18Z</dcterms:created>
  <dcterms:modified xsi:type="dcterms:W3CDTF">2022-12-20T14:22:43Z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607fc7ea-bc95-4549-a0d4-b252b58b529e</vt:lpwstr>
  </property>
</Properties>
</file>