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32"/>
  </p:notesMasterIdLst>
  <p:sldIdLst>
    <p:sldId id="256" r:id="rId6"/>
    <p:sldId id="300" r:id="rId7"/>
    <p:sldId id="301" r:id="rId8"/>
    <p:sldId id="272" r:id="rId9"/>
    <p:sldId id="271" r:id="rId10"/>
    <p:sldId id="257" r:id="rId11"/>
    <p:sldId id="269" r:id="rId12"/>
    <p:sldId id="285" r:id="rId13"/>
    <p:sldId id="286" r:id="rId14"/>
    <p:sldId id="270" r:id="rId15"/>
    <p:sldId id="288" r:id="rId16"/>
    <p:sldId id="289" r:id="rId17"/>
    <p:sldId id="290" r:id="rId18"/>
    <p:sldId id="291" r:id="rId19"/>
    <p:sldId id="292" r:id="rId20"/>
    <p:sldId id="293" r:id="rId21"/>
    <p:sldId id="297" r:id="rId22"/>
    <p:sldId id="298" r:id="rId23"/>
    <p:sldId id="299" r:id="rId24"/>
    <p:sldId id="287" r:id="rId25"/>
    <p:sldId id="273" r:id="rId26"/>
    <p:sldId id="274" r:id="rId27"/>
    <p:sldId id="275" r:id="rId28"/>
    <p:sldId id="276" r:id="rId29"/>
    <p:sldId id="284" r:id="rId30"/>
    <p:sldId id="283" r:id="rId31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D91671F-11EC-43A0-B0B5-6D80C965B915}">
          <p14:sldIdLst>
            <p14:sldId id="256"/>
          </p14:sldIdLst>
        </p14:section>
        <p14:section name="COURSE CONTENT" id="{6162E7E0-B512-4FEF-B619-C9187795397D}">
          <p14:sldIdLst>
            <p14:sldId id="300"/>
            <p14:sldId id="301"/>
            <p14:sldId id="272"/>
            <p14:sldId id="271"/>
            <p14:sldId id="257"/>
            <p14:sldId id="269"/>
            <p14:sldId id="285"/>
            <p14:sldId id="286"/>
            <p14:sldId id="270"/>
            <p14:sldId id="288"/>
            <p14:sldId id="289"/>
            <p14:sldId id="290"/>
            <p14:sldId id="291"/>
            <p14:sldId id="292"/>
            <p14:sldId id="293"/>
            <p14:sldId id="297"/>
            <p14:sldId id="298"/>
            <p14:sldId id="299"/>
            <p14:sldId id="287"/>
            <p14:sldId id="273"/>
            <p14:sldId id="274"/>
            <p14:sldId id="275"/>
            <p14:sldId id="276"/>
            <p14:sldId id="284"/>
          </p14:sldIdLst>
        </p14:section>
        <p14:section name="REFERENCES" id="{11ED6803-A38C-4226-8496-86D05012E7E0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06ABD-9294-408D-9654-1E18CD648961}" v="125" dt="2022-09-05T17:36:29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70"/>
    <p:restoredTop sz="57307" autoAdjust="0"/>
  </p:normalViewPr>
  <p:slideViewPr>
    <p:cSldViewPr snapToGrid="0" snapToObjects="1">
      <p:cViewPr varScale="1">
        <p:scale>
          <a:sx n="21" d="100"/>
          <a:sy n="21" d="100"/>
        </p:scale>
        <p:origin x="2428" y="32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ki Sadekh" userId="b15e8503-bfd0-4da6-add0-4a5f50c7c7cc" providerId="ADAL" clId="{7A406ABD-9294-408D-9654-1E18CD648961}"/>
    <pc:docChg chg="undo custSel modSld modMainMaster modNotesMaster">
      <pc:chgData name="Melki Sadekh" userId="b15e8503-bfd0-4da6-add0-4a5f50c7c7cc" providerId="ADAL" clId="{7A406ABD-9294-408D-9654-1E18CD648961}" dt="2022-09-05T17:36:41.950" v="512" actId="242"/>
      <pc:docMkLst>
        <pc:docMk/>
      </pc:docMkLst>
      <pc:sldChg chg="addSp delSp modSp mod chgLayout">
        <pc:chgData name="Melki Sadekh" userId="b15e8503-bfd0-4da6-add0-4a5f50c7c7cc" providerId="ADAL" clId="{7A406ABD-9294-408D-9654-1E18CD648961}" dt="2022-09-05T17:34:16.911" v="503" actId="20577"/>
        <pc:sldMkLst>
          <pc:docMk/>
          <pc:sldMk cId="0" sldId="256"/>
        </pc:sldMkLst>
        <pc:spChg chg="add del mod ord">
          <ac:chgData name="Melki Sadekh" userId="b15e8503-bfd0-4da6-add0-4a5f50c7c7cc" providerId="ADAL" clId="{7A406ABD-9294-408D-9654-1E18CD648961}" dt="2022-09-05T17:18:07.416" v="163" actId="700"/>
          <ac:spMkLst>
            <pc:docMk/>
            <pc:sldMk cId="0" sldId="256"/>
            <ac:spMk id="2" creationId="{3C3955F9-70BA-B310-DE94-3479BEFC7AD4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3" creationId="{7FA8C5E2-58EF-6780-CA47-2E061788505B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4" creationId="{C186A370-C71E-651E-ED93-2E0AE1D303DC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5" creationId="{723AB480-49D7-23F5-75B4-8CA002A71305}"/>
          </ac:spMkLst>
        </pc:spChg>
        <pc:spChg chg="add mod ord">
          <ac:chgData name="Melki Sadekh" userId="b15e8503-bfd0-4da6-add0-4a5f50c7c7cc" providerId="ADAL" clId="{7A406ABD-9294-408D-9654-1E18CD648961}" dt="2022-09-05T17:34:16.911" v="503" actId="20577"/>
          <ac:spMkLst>
            <pc:docMk/>
            <pc:sldMk cId="0" sldId="256"/>
            <ac:spMk id="6" creationId="{0A06AC66-8F8F-AE18-BEF4-9B3C75D6072A}"/>
          </ac:spMkLst>
        </pc:spChg>
        <pc:spChg chg="add mod ord">
          <ac:chgData name="Melki Sadekh" userId="b15e8503-bfd0-4da6-add0-4a5f50c7c7cc" providerId="ADAL" clId="{7A406ABD-9294-408D-9654-1E18CD648961}" dt="2022-09-05T17:30:53.503" v="437" actId="20577"/>
          <ac:spMkLst>
            <pc:docMk/>
            <pc:sldMk cId="0" sldId="256"/>
            <ac:spMk id="7" creationId="{0B6EC62A-27C2-091D-EB52-B027A4D21F65}"/>
          </ac:spMkLst>
        </pc:spChg>
        <pc:spChg chg="add del mod ord">
          <ac:chgData name="Melki Sadekh" userId="b15e8503-bfd0-4da6-add0-4a5f50c7c7cc" providerId="ADAL" clId="{7A406ABD-9294-408D-9654-1E18CD648961}" dt="2022-09-05T17:28:37.556" v="350" actId="700"/>
          <ac:spMkLst>
            <pc:docMk/>
            <pc:sldMk cId="0" sldId="256"/>
            <ac:spMk id="8" creationId="{69B7264D-82D5-CDB0-1942-D007A8D9C934}"/>
          </ac:spMkLst>
        </pc:spChg>
        <pc:spChg chg="add mod ord">
          <ac:chgData name="Melki Sadekh" userId="b15e8503-bfd0-4da6-add0-4a5f50c7c7cc" providerId="ADAL" clId="{7A406ABD-9294-408D-9654-1E18CD648961}" dt="2022-09-05T17:31:12.791" v="448" actId="1076"/>
          <ac:spMkLst>
            <pc:docMk/>
            <pc:sldMk cId="0" sldId="256"/>
            <ac:spMk id="9" creationId="{005996A7-AF79-38BF-09FD-195669101DF2}"/>
          </ac:spMkLst>
        </pc:spChg>
        <pc:spChg chg="add mod ord">
          <ac:chgData name="Melki Sadekh" userId="b15e8503-bfd0-4da6-add0-4a5f50c7c7cc" providerId="ADAL" clId="{7A406ABD-9294-408D-9654-1E18CD648961}" dt="2022-09-05T17:30:43.061" v="418" actId="20577"/>
          <ac:spMkLst>
            <pc:docMk/>
            <pc:sldMk cId="0" sldId="256"/>
            <ac:spMk id="10" creationId="{31EC31AE-8EDA-FF91-CB1A-43328D9DED3C}"/>
          </ac:spMkLst>
        </pc:spChg>
        <pc:spChg chg="del mod">
          <ac:chgData name="Melki Sadekh" userId="b15e8503-bfd0-4da6-add0-4a5f50c7c7cc" providerId="ADAL" clId="{7A406ABD-9294-408D-9654-1E18CD648961}" dt="2022-09-05T17:01:15.663" v="61" actId="478"/>
          <ac:spMkLst>
            <pc:docMk/>
            <pc:sldMk cId="0" sldId="256"/>
            <ac:spMk id="17" creationId="{CE9AF79D-845E-461B-ADC4-7B9B51F04481}"/>
          </ac:spMkLst>
        </pc:spChg>
        <pc:spChg chg="del mod">
          <ac:chgData name="Melki Sadekh" userId="b15e8503-bfd0-4da6-add0-4a5f50c7c7cc" providerId="ADAL" clId="{7A406ABD-9294-408D-9654-1E18CD648961}" dt="2022-09-05T17:04:27.291" v="79" actId="478"/>
          <ac:spMkLst>
            <pc:docMk/>
            <pc:sldMk cId="0" sldId="256"/>
            <ac:spMk id="18" creationId="{32DB365E-C0A0-4B3F-B6B1-8D39827C09A3}"/>
          </ac:spMkLst>
        </pc:spChg>
      </pc:sldChg>
      <pc:sldChg chg="modSp">
        <pc:chgData name="Melki Sadekh" userId="b15e8503-bfd0-4da6-add0-4a5f50c7c7cc" providerId="ADAL" clId="{7A406ABD-9294-408D-9654-1E18CD648961}" dt="2022-09-05T16:52:17.125" v="11"/>
        <pc:sldMkLst>
          <pc:docMk/>
          <pc:sldMk cId="2516975436" sldId="259"/>
        </pc:sld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3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5" creationId="{00000000-0000-0000-0000-000000000000}"/>
          </ac:spMkLst>
        </pc:spChg>
      </pc:sldChg>
      <pc:sldChg chg="modSp mod">
        <pc:chgData name="Melki Sadekh" userId="b15e8503-bfd0-4da6-add0-4a5f50c7c7cc" providerId="ADAL" clId="{7A406ABD-9294-408D-9654-1E18CD648961}" dt="2022-09-05T17:08:05.999" v="113" actId="12788"/>
        <pc:sldMkLst>
          <pc:docMk/>
          <pc:sldMk cId="3205675800" sldId="271"/>
        </pc:sldMkLst>
        <pc:spChg chg="mod">
          <ac:chgData name="Melki Sadekh" userId="b15e8503-bfd0-4da6-add0-4a5f50c7c7cc" providerId="ADAL" clId="{7A406ABD-9294-408D-9654-1E18CD648961}" dt="2022-09-05T17:08:01.702" v="112" actId="12788"/>
          <ac:spMkLst>
            <pc:docMk/>
            <pc:sldMk cId="3205675800" sldId="271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7:08:05.999" v="113" actId="12788"/>
          <ac:spMkLst>
            <pc:docMk/>
            <pc:sldMk cId="3205675800" sldId="271"/>
            <ac:spMk id="5" creationId="{00000000-0000-0000-0000-000000000000}"/>
          </ac:spMkLst>
        </pc:spChg>
      </pc:sldChg>
      <pc:sldMasterChg chg="modSp modSldLayout">
        <pc:chgData name="Melki Sadekh" userId="b15e8503-bfd0-4da6-add0-4a5f50c7c7cc" providerId="ADAL" clId="{7A406ABD-9294-408D-9654-1E18CD648961}" dt="2022-09-05T17:36:41.950" v="512" actId="242"/>
        <pc:sldMasterMkLst>
          <pc:docMk/>
          <pc:sldMasterMk cId="0" sldId="2147483648"/>
        </pc:sldMaster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7" creationId="{00000000-0000-0000-0000-000000000000}"/>
          </ac:spMkLst>
        </pc:spChg>
        <pc:picChg chg="mod">
          <ac:chgData name="Melki Sadekh" userId="b15e8503-bfd0-4da6-add0-4a5f50c7c7cc" providerId="ADAL" clId="{7A406ABD-9294-408D-9654-1E18CD648961}" dt="2022-09-05T16:52:17.125" v="11"/>
          <ac:picMkLst>
            <pc:docMk/>
            <pc:sldMasterMk cId="0" sldId="2147483648"/>
            <ac:picMk id="7" creationId="{00000000-0000-0000-0000-000000000000}"/>
          </ac:picMkLst>
        </pc:picChg>
        <pc:sldLayoutChg chg="addSp delSp modSp mod">
          <pc:chgData name="Melki Sadekh" userId="b15e8503-bfd0-4da6-add0-4a5f50c7c7cc" providerId="ADAL" clId="{7A406ABD-9294-408D-9654-1E18CD648961}" dt="2022-09-05T17:36:41.950" v="512" actId="242"/>
          <pc:sldLayoutMkLst>
            <pc:docMk/>
            <pc:sldMasterMk cId="0" sldId="2147483648"/>
            <pc:sldLayoutMk cId="0" sldId="2147483649"/>
          </pc:sldLayoutMkLst>
          <pc:spChg chg="add del mod">
            <ac:chgData name="Melki Sadekh" userId="b15e8503-bfd0-4da6-add0-4a5f50c7c7cc" providerId="ADAL" clId="{7A406ABD-9294-408D-9654-1E18CD648961}" dt="2022-09-05T16:57:34.307" v="15" actId="478"/>
            <ac:spMkLst>
              <pc:docMk/>
              <pc:sldMasterMk cId="0" sldId="2147483648"/>
              <pc:sldLayoutMk cId="0" sldId="2147483649"/>
              <ac:spMk id="2" creationId="{CD3B7000-5397-A28D-5FE7-07A2D1A50386}"/>
            </ac:spMkLst>
          </pc:spChg>
          <pc:spChg chg="add del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3" creationId="{FD75122C-7B91-D349-884F-EBD758C4BC3F}"/>
            </ac:spMkLst>
          </pc:spChg>
          <pc:spChg chg="add del mod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4" creationId="{F97D6384-5BD7-023B-0B85-A333438E8B82}"/>
            </ac:spMkLst>
          </pc:spChg>
          <pc:spChg chg="add del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5" creationId="{976AE189-93B7-0C81-340D-2700AA0269C9}"/>
            </ac:spMkLst>
          </pc:spChg>
          <pc:spChg chg="add del mod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6" creationId="{A9E4038A-3EBB-D7F8-2B31-3D62C7566B98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8" creationId="{0D8F372F-1EE1-458C-4248-6F4255BE2F94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9" creationId="{6E4C8F5B-1627-51DA-EB6B-F77C4594A75F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10" creationId="{86AF7980-0673-45F0-F535-194125650B0A}"/>
            </ac:spMkLst>
          </pc:spChg>
          <pc:spChg chg="add mod">
            <ac:chgData name="Melki Sadekh" userId="b15e8503-bfd0-4da6-add0-4a5f50c7c7cc" providerId="ADAL" clId="{7A406ABD-9294-408D-9654-1E18CD648961}" dt="2022-09-05T17:36:17.989" v="508" actId="404"/>
            <ac:spMkLst>
              <pc:docMk/>
              <pc:sldMasterMk cId="0" sldId="2147483648"/>
              <pc:sldLayoutMk cId="0" sldId="2147483649"/>
              <ac:spMk id="13" creationId="{FD933DC8-5F40-4DE1-1800-4555D43F04F4}"/>
            </ac:spMkLst>
          </pc:spChg>
          <pc:spChg chg="add del mod">
            <ac:chgData name="Melki Sadekh" userId="b15e8503-bfd0-4da6-add0-4a5f50c7c7cc" providerId="ADAL" clId="{7A406ABD-9294-408D-9654-1E18CD648961}" dt="2022-09-05T17:14:13.190" v="124" actId="478"/>
            <ac:spMkLst>
              <pc:docMk/>
              <pc:sldMasterMk cId="0" sldId="2147483648"/>
              <pc:sldLayoutMk cId="0" sldId="2147483649"/>
              <ac:spMk id="16" creationId="{DD5C0D8D-1877-C891-2896-9219D19CFFC6}"/>
            </ac:spMkLst>
          </pc:spChg>
          <pc:spChg chg="add del mod">
            <ac:chgData name="Melki Sadekh" userId="b15e8503-bfd0-4da6-add0-4a5f50c7c7cc" providerId="ADAL" clId="{7A406ABD-9294-408D-9654-1E18CD648961}" dt="2022-09-05T17:15:29.145" v="131" actId="478"/>
            <ac:spMkLst>
              <pc:docMk/>
              <pc:sldMasterMk cId="0" sldId="2147483648"/>
              <pc:sldLayoutMk cId="0" sldId="2147483649"/>
              <ac:spMk id="17" creationId="{1530A19B-7E4A-7831-6CD7-2661BA4B5248}"/>
            </ac:spMkLst>
          </pc:spChg>
          <pc:spChg chg="add del">
            <ac:chgData name="Melki Sadekh" userId="b15e8503-bfd0-4da6-add0-4a5f50c7c7cc" providerId="ADAL" clId="{7A406ABD-9294-408D-9654-1E18CD648961}" dt="2022-09-05T17:13:46.599" v="114" actId="11529"/>
            <ac:spMkLst>
              <pc:docMk/>
              <pc:sldMasterMk cId="0" sldId="2147483648"/>
              <pc:sldLayoutMk cId="0" sldId="2147483649"/>
              <ac:spMk id="18" creationId="{35646AAE-5990-C8BC-7F65-177582E9DD0D}"/>
            </ac:spMkLst>
          </pc:spChg>
          <pc:spChg chg="add mod">
            <ac:chgData name="Melki Sadekh" userId="b15e8503-bfd0-4da6-add0-4a5f50c7c7cc" providerId="ADAL" clId="{7A406ABD-9294-408D-9654-1E18CD648961}" dt="2022-09-05T17:36:41.950" v="512" actId="242"/>
            <ac:spMkLst>
              <pc:docMk/>
              <pc:sldMasterMk cId="0" sldId="2147483648"/>
              <pc:sldLayoutMk cId="0" sldId="2147483649"/>
              <ac:spMk id="19" creationId="{07BD9D23-A348-F595-B710-95E853784A1D}"/>
            </ac:spMkLst>
          </pc:spChg>
          <pc:spChg chg="add del">
            <ac:chgData name="Melki Sadekh" userId="b15e8503-bfd0-4da6-add0-4a5f50c7c7cc" providerId="ADAL" clId="{7A406ABD-9294-408D-9654-1E18CD648961}" dt="2022-09-05T17:15:41.142" v="132" actId="11529"/>
            <ac:spMkLst>
              <pc:docMk/>
              <pc:sldMasterMk cId="0" sldId="2147483648"/>
              <pc:sldLayoutMk cId="0" sldId="2147483649"/>
              <ac:spMk id="20" creationId="{18CAEB49-DCC2-C826-8C7C-969A3E6F6E4A}"/>
            </ac:spMkLst>
          </pc:spChg>
          <pc:spChg chg="add del mod">
            <ac:chgData name="Melki Sadekh" userId="b15e8503-bfd0-4da6-add0-4a5f50c7c7cc" providerId="ADAL" clId="{7A406ABD-9294-408D-9654-1E18CD648961}" dt="2022-09-05T17:15:53.084" v="135" actId="478"/>
            <ac:spMkLst>
              <pc:docMk/>
              <pc:sldMasterMk cId="0" sldId="2147483648"/>
              <pc:sldLayoutMk cId="0" sldId="2147483649"/>
              <ac:spMk id="21" creationId="{DE7986EB-C68C-7160-6E5D-C702D390BA8D}"/>
            </ac:spMkLst>
          </pc:spChg>
          <pc:spChg chg="add del">
            <ac:chgData name="Melki Sadekh" userId="b15e8503-bfd0-4da6-add0-4a5f50c7c7cc" providerId="ADAL" clId="{7A406ABD-9294-408D-9654-1E18CD648961}" dt="2022-09-05T17:15:59.719" v="136" actId="11529"/>
            <ac:spMkLst>
              <pc:docMk/>
              <pc:sldMasterMk cId="0" sldId="2147483648"/>
              <pc:sldLayoutMk cId="0" sldId="2147483649"/>
              <ac:spMk id="22" creationId="{144339EC-F3C2-6A6E-EE74-06A2B3497D97}"/>
            </ac:spMkLst>
          </pc:spChg>
          <pc:spChg chg="add del mod">
            <ac:chgData name="Melki Sadekh" userId="b15e8503-bfd0-4da6-add0-4a5f50c7c7cc" providerId="ADAL" clId="{7A406ABD-9294-408D-9654-1E18CD648961}" dt="2022-09-05T17:19:23.461" v="166" actId="478"/>
            <ac:spMkLst>
              <pc:docMk/>
              <pc:sldMasterMk cId="0" sldId="2147483648"/>
              <pc:sldLayoutMk cId="0" sldId="2147483649"/>
              <ac:spMk id="23" creationId="{743FCAE2-0914-1426-6667-6053B7EA6EC9}"/>
            </ac:spMkLst>
          </pc:spChg>
          <pc:spChg chg="add mod">
            <ac:chgData name="Melki Sadekh" userId="b15e8503-bfd0-4da6-add0-4a5f50c7c7cc" providerId="ADAL" clId="{7A406ABD-9294-408D-9654-1E18CD648961}" dt="2022-09-05T17:35:18.142" v="507" actId="14100"/>
            <ac:spMkLst>
              <pc:docMk/>
              <pc:sldMasterMk cId="0" sldId="2147483648"/>
              <pc:sldLayoutMk cId="0" sldId="2147483649"/>
              <ac:spMk id="24" creationId="{AF6EC7A6-1644-1988-E351-DCDA588E6A1F}"/>
            </ac:spMkLst>
          </pc:spChg>
          <pc:spChg chg="add mod">
            <ac:chgData name="Melki Sadekh" userId="b15e8503-bfd0-4da6-add0-4a5f50c7c7cc" providerId="ADAL" clId="{7A406ABD-9294-408D-9654-1E18CD648961}" dt="2022-09-05T17:36:38.722" v="511" actId="242"/>
            <ac:spMkLst>
              <pc:docMk/>
              <pc:sldMasterMk cId="0" sldId="2147483648"/>
              <pc:sldLayoutMk cId="0" sldId="2147483649"/>
              <ac:spMk id="25" creationId="{521841C5-28C7-B1B8-56E4-4193C600942A}"/>
            </ac:spMkLst>
          </pc:spChg>
          <pc:picChg chg="mod">
            <ac:chgData name="Melki Sadekh" userId="b15e8503-bfd0-4da6-add0-4a5f50c7c7cc" providerId="ADAL" clId="{7A406ABD-9294-408D-9654-1E18CD648961}" dt="2022-09-05T17:19:52.385" v="174" actId="34135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del">
            <ac:chgData name="Melki Sadekh" userId="b15e8503-bfd0-4da6-add0-4a5f50c7c7cc" providerId="ADAL" clId="{7A406ABD-9294-408D-9654-1E18CD648961}" dt="2022-09-05T16:50:13.312" v="2" actId="478"/>
            <ac:picMkLst>
              <pc:docMk/>
              <pc:sldMasterMk cId="0" sldId="2147483648"/>
              <pc:sldLayoutMk cId="0" sldId="2147483649"/>
              <ac:picMk id="11" creationId="{0D00FE9A-5B56-CC4A-AE9A-C22895A4A65F}"/>
            </ac:picMkLst>
          </pc:picChg>
          <pc:picChg chg="del">
            <ac:chgData name="Melki Sadekh" userId="b15e8503-bfd0-4da6-add0-4a5f50c7c7cc" providerId="ADAL" clId="{7A406ABD-9294-408D-9654-1E18CD648961}" dt="2022-09-05T16:50:12.259" v="1" actId="478"/>
            <ac:picMkLst>
              <pc:docMk/>
              <pc:sldMasterMk cId="0" sldId="2147483648"/>
              <pc:sldLayoutMk cId="0" sldId="2147483649"/>
              <ac:picMk id="12" creationId="{9EA64FB5-AD3D-6B4E-9CDC-DAE578F5C07C}"/>
            </ac:picMkLst>
          </pc:picChg>
          <pc:picChg chg="add del">
            <ac:chgData name="Melki Sadekh" userId="b15e8503-bfd0-4da6-add0-4a5f50c7c7cc" providerId="ADAL" clId="{7A406ABD-9294-408D-9654-1E18CD648961}" dt="2022-09-05T17:03:03.153" v="65" actId="22"/>
            <ac:picMkLst>
              <pc:docMk/>
              <pc:sldMasterMk cId="0" sldId="2147483648"/>
              <pc:sldLayoutMk cId="0" sldId="2147483649"/>
              <ac:picMk id="15" creationId="{AEAD4078-E437-914A-3D5D-158FB4C1FFF2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6.383" v="107" actId="478"/>
          <pc:sldLayoutMkLst>
            <pc:docMk/>
            <pc:sldMasterMk cId="0" sldId="2147483648"/>
            <pc:sldLayoutMk cId="0" sldId="2147483650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9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10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26.383" v="107" actId="478"/>
            <ac:picMkLst>
              <pc:docMk/>
              <pc:sldMasterMk cId="0" sldId="2147483648"/>
              <pc:sldLayoutMk cId="0" sldId="2147483650"/>
              <ac:picMk id="11" creationId="{B629EBDB-E5DA-C246-981F-4C19F8FC4578}"/>
            </ac:picMkLst>
          </pc:picChg>
          <pc:picChg chg="del mod">
            <ac:chgData name="Melki Sadekh" userId="b15e8503-bfd0-4da6-add0-4a5f50c7c7cc" providerId="ADAL" clId="{7A406ABD-9294-408D-9654-1E18CD648961}" dt="2022-09-05T17:06:52.066" v="102" actId="478"/>
            <ac:picMkLst>
              <pc:docMk/>
              <pc:sldMasterMk cId="0" sldId="2147483648"/>
              <pc:sldLayoutMk cId="0" sldId="2147483650"/>
              <ac:picMk id="12" creationId="{5317F68B-01F1-E94A-99D3-3F09D8A936B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8.942" v="108" actId="478"/>
          <pc:sldLayoutMkLst>
            <pc:docMk/>
            <pc:sldMasterMk cId="0" sldId="2147483648"/>
            <pc:sldLayoutMk cId="0" sldId="2147483651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28.942" v="108" actId="478"/>
            <ac:picMkLst>
              <pc:docMk/>
              <pc:sldMasterMk cId="0" sldId="2147483648"/>
              <pc:sldLayoutMk cId="0" sldId="2147483651"/>
              <ac:picMk id="7" creationId="{EB33BA03-3A39-B849-9650-5243CD565A8A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0.839" v="109" actId="478"/>
          <pc:sldLayoutMkLst>
            <pc:docMk/>
            <pc:sldMasterMk cId="0" sldId="2147483648"/>
            <pc:sldLayoutMk cId="0" sldId="2147483652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1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2"/>
              <ac:picMk id="8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30.839" v="109" actId="478"/>
            <ac:picMkLst>
              <pc:docMk/>
              <pc:sldMasterMk cId="0" sldId="2147483648"/>
              <pc:sldLayoutMk cId="0" sldId="2147483652"/>
              <ac:picMk id="12" creationId="{3DC9F73C-0878-E542-8513-409788190553}"/>
            </ac:picMkLst>
          </pc:picChg>
          <pc:picChg chg="del mod">
            <ac:chgData name="Melki Sadekh" userId="b15e8503-bfd0-4da6-add0-4a5f50c7c7cc" providerId="ADAL" clId="{7A406ABD-9294-408D-9654-1E18CD648961}" dt="2022-09-05T17:06:56.938" v="103" actId="478"/>
            <ac:picMkLst>
              <pc:docMk/>
              <pc:sldMasterMk cId="0" sldId="2147483648"/>
              <pc:sldLayoutMk cId="0" sldId="2147483652"/>
              <ac:picMk id="13" creationId="{E24EA1D8-E779-9B4C-A906-459512BC2D8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2.784" v="110" actId="478"/>
          <pc:sldLayoutMkLst>
            <pc:docMk/>
            <pc:sldMasterMk cId="0" sldId="2147483648"/>
            <pc:sldLayoutMk cId="0" sldId="2147483653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1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6:59.897" v="105" actId="478"/>
            <ac:picMkLst>
              <pc:docMk/>
              <pc:sldMasterMk cId="0" sldId="2147483648"/>
              <pc:sldLayoutMk cId="0" sldId="2147483653"/>
              <ac:picMk id="12" creationId="{0859D3EC-5E23-3B41-9DA0-38316698BC36}"/>
            </ac:picMkLst>
          </pc:picChg>
          <pc:picChg chg="del mod">
            <ac:chgData name="Melki Sadekh" userId="b15e8503-bfd0-4da6-add0-4a5f50c7c7cc" providerId="ADAL" clId="{7A406ABD-9294-408D-9654-1E18CD648961}" dt="2022-09-05T17:07:32.784" v="110" actId="478"/>
            <ac:picMkLst>
              <pc:docMk/>
              <pc:sldMasterMk cId="0" sldId="2147483648"/>
              <pc:sldLayoutMk cId="0" sldId="2147483653"/>
              <ac:picMk id="13" creationId="{07D22DC1-2584-BA45-ADB4-CB64B76C9196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4.904" v="111" actId="478"/>
          <pc:sldLayoutMkLst>
            <pc:docMk/>
            <pc:sldMasterMk cId="0" sldId="2147483648"/>
            <pc:sldLayoutMk cId="0" sldId="2147483654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6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7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34.904" v="111" actId="478"/>
            <ac:picMkLst>
              <pc:docMk/>
              <pc:sldMasterMk cId="0" sldId="2147483648"/>
              <pc:sldLayoutMk cId="0" sldId="2147483654"/>
              <ac:picMk id="8" creationId="{1A1711B1-0CB2-3642-B322-BB9057DC06A4}"/>
            </ac:picMkLst>
          </pc:picChg>
          <pc:picChg chg="del mod">
            <ac:chgData name="Melki Sadekh" userId="b15e8503-bfd0-4da6-add0-4a5f50c7c7cc" providerId="ADAL" clId="{7A406ABD-9294-408D-9654-1E18CD648961}" dt="2022-09-05T17:07:05.532" v="106" actId="478"/>
            <ac:picMkLst>
              <pc:docMk/>
              <pc:sldMasterMk cId="0" sldId="2147483648"/>
              <pc:sldLayoutMk cId="0" sldId="2147483654"/>
              <ac:picMk id="9" creationId="{EDE9ED95-923D-3548-823B-31E4248CF767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0" sldId="2147483655"/>
          </pc:sldLayoutMkLst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5"/>
              <ac:picMk id="5" creationId="{00000000-0000-0000-0000-000000000000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3329407852" sldId="2147483656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3329407852" sldId="2147483656"/>
              <ac:spMk id="6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3329407852" sldId="2147483656"/>
              <ac:picMk id="5" creationId="{00000000-0000-0000-0000-000000000000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FC3E66-4438-496F-BAE7-6B6D0236E2CF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D"/>
        </a:p>
      </dgm:t>
    </dgm:pt>
    <dgm:pt modelId="{E9BF1A1E-1948-442C-AA93-5EAA8717E767}">
      <dgm:prSet phldrT="[Text]"/>
      <dgm:spPr/>
      <dgm:t>
        <a:bodyPr/>
        <a:lstStyle/>
        <a:p>
          <a:r>
            <a:rPr lang="en-US" dirty="0"/>
            <a:t>Record Protocol</a:t>
          </a:r>
          <a:endParaRPr lang="en-ID" dirty="0"/>
        </a:p>
      </dgm:t>
    </dgm:pt>
    <dgm:pt modelId="{C34268C5-101A-4CDB-B139-3489E49427DF}" type="parTrans" cxnId="{FF2B6072-1CBE-4FE6-861C-C916CBF51C15}">
      <dgm:prSet/>
      <dgm:spPr/>
      <dgm:t>
        <a:bodyPr/>
        <a:lstStyle/>
        <a:p>
          <a:endParaRPr lang="en-ID"/>
        </a:p>
      </dgm:t>
    </dgm:pt>
    <dgm:pt modelId="{96EBD2FD-F9F1-4AB7-87A9-D426270CD667}" type="sibTrans" cxnId="{FF2B6072-1CBE-4FE6-861C-C916CBF51C15}">
      <dgm:prSet/>
      <dgm:spPr/>
      <dgm:t>
        <a:bodyPr/>
        <a:lstStyle/>
        <a:p>
          <a:endParaRPr lang="en-ID"/>
        </a:p>
      </dgm:t>
    </dgm:pt>
    <dgm:pt modelId="{7184D771-61CF-4617-94A8-483E8E8C82D0}">
      <dgm:prSet phldrT="[Text]"/>
      <dgm:spPr/>
      <dgm:t>
        <a:bodyPr/>
        <a:lstStyle/>
        <a:p>
          <a:r>
            <a:rPr lang="en-ID" dirty="0"/>
            <a:t>Alert Protocol</a:t>
          </a:r>
        </a:p>
      </dgm:t>
    </dgm:pt>
    <dgm:pt modelId="{1D1C6123-FC1E-4652-8E8D-E75648DF600B}" type="parTrans" cxnId="{27CBC5A3-DD04-4427-A1C8-E3CD86C0A2D3}">
      <dgm:prSet/>
      <dgm:spPr/>
      <dgm:t>
        <a:bodyPr/>
        <a:lstStyle/>
        <a:p>
          <a:endParaRPr lang="en-ID"/>
        </a:p>
      </dgm:t>
    </dgm:pt>
    <dgm:pt modelId="{F0F6E508-B38A-4A7A-AFF0-CAFA1454CD01}" type="sibTrans" cxnId="{27CBC5A3-DD04-4427-A1C8-E3CD86C0A2D3}">
      <dgm:prSet/>
      <dgm:spPr/>
      <dgm:t>
        <a:bodyPr/>
        <a:lstStyle/>
        <a:p>
          <a:endParaRPr lang="en-ID"/>
        </a:p>
      </dgm:t>
    </dgm:pt>
    <dgm:pt modelId="{B1227508-B09D-4526-B130-83D2B26BCA55}">
      <dgm:prSet phldrT="[Text]"/>
      <dgm:spPr/>
      <dgm:t>
        <a:bodyPr/>
        <a:lstStyle/>
        <a:p>
          <a:r>
            <a:rPr lang="en-ID" dirty="0"/>
            <a:t>Handshake Protocol</a:t>
          </a:r>
        </a:p>
      </dgm:t>
    </dgm:pt>
    <dgm:pt modelId="{5D73A196-87D4-4B7D-93E7-636492BFF22F}" type="parTrans" cxnId="{66874567-694E-46C5-A429-F4D20163CECF}">
      <dgm:prSet/>
      <dgm:spPr/>
      <dgm:t>
        <a:bodyPr/>
        <a:lstStyle/>
        <a:p>
          <a:endParaRPr lang="en-ID"/>
        </a:p>
      </dgm:t>
    </dgm:pt>
    <dgm:pt modelId="{C65F65C5-B4C2-4341-87BA-715CABBF9535}" type="sibTrans" cxnId="{66874567-694E-46C5-A429-F4D20163CECF}">
      <dgm:prSet/>
      <dgm:spPr/>
      <dgm:t>
        <a:bodyPr/>
        <a:lstStyle/>
        <a:p>
          <a:endParaRPr lang="en-ID"/>
        </a:p>
      </dgm:t>
    </dgm:pt>
    <dgm:pt modelId="{0B92302C-F39E-4FCD-AF6B-D0D02573FFC0}">
      <dgm:prSet phldrT="[Text]"/>
      <dgm:spPr/>
      <dgm:t>
        <a:bodyPr/>
        <a:lstStyle/>
        <a:p>
          <a:r>
            <a:rPr lang="en-ID" dirty="0"/>
            <a:t>Heartbeat Protocol</a:t>
          </a:r>
        </a:p>
      </dgm:t>
    </dgm:pt>
    <dgm:pt modelId="{93A8916C-8DF8-424F-B470-FB1AB83DBE28}" type="parTrans" cxnId="{9E97B1DD-507F-4723-87D1-950254C5A95C}">
      <dgm:prSet/>
      <dgm:spPr/>
      <dgm:t>
        <a:bodyPr/>
        <a:lstStyle/>
        <a:p>
          <a:endParaRPr lang="en-ID"/>
        </a:p>
      </dgm:t>
    </dgm:pt>
    <dgm:pt modelId="{0DED02F1-0208-466B-942E-27036ABE089A}" type="sibTrans" cxnId="{9E97B1DD-507F-4723-87D1-950254C5A95C}">
      <dgm:prSet/>
      <dgm:spPr/>
      <dgm:t>
        <a:bodyPr/>
        <a:lstStyle/>
        <a:p>
          <a:endParaRPr lang="en-ID"/>
        </a:p>
      </dgm:t>
    </dgm:pt>
    <dgm:pt modelId="{7B743794-0369-410D-A0CE-B77EF1E0368F}">
      <dgm:prSet phldrT="[Text]"/>
      <dgm:spPr/>
      <dgm:t>
        <a:bodyPr/>
        <a:lstStyle/>
        <a:p>
          <a:r>
            <a:rPr lang="en-ID"/>
            <a:t>Understanding Circuit-Level Firewalls</a:t>
          </a:r>
          <a:endParaRPr lang="en-ID" dirty="0"/>
        </a:p>
      </dgm:t>
    </dgm:pt>
    <dgm:pt modelId="{6001F97E-BB4F-47D4-BE6D-C8538E8E67BF}" type="parTrans" cxnId="{681ADD20-1D22-4CF2-9418-8AC1C8534EC7}">
      <dgm:prSet/>
      <dgm:spPr/>
      <dgm:t>
        <a:bodyPr/>
        <a:lstStyle/>
        <a:p>
          <a:endParaRPr lang="en-ID"/>
        </a:p>
      </dgm:t>
    </dgm:pt>
    <dgm:pt modelId="{FF3B8034-A253-45F2-96BC-47BF38925BB2}" type="sibTrans" cxnId="{681ADD20-1D22-4CF2-9418-8AC1C8534EC7}">
      <dgm:prSet/>
      <dgm:spPr/>
      <dgm:t>
        <a:bodyPr/>
        <a:lstStyle/>
        <a:p>
          <a:endParaRPr lang="en-ID"/>
        </a:p>
      </dgm:t>
    </dgm:pt>
    <dgm:pt modelId="{038D8BEA-5644-4990-99DC-DE3982A21D5A}" type="pres">
      <dgm:prSet presAssocID="{02FC3E66-4438-496F-BAE7-6B6D0236E2CF}" presName="linear" presStyleCnt="0">
        <dgm:presLayoutVars>
          <dgm:dir/>
          <dgm:animLvl val="lvl"/>
          <dgm:resizeHandles val="exact"/>
        </dgm:presLayoutVars>
      </dgm:prSet>
      <dgm:spPr/>
    </dgm:pt>
    <dgm:pt modelId="{99D25C93-8F8F-43BF-BF01-13E5F68B70ED}" type="pres">
      <dgm:prSet presAssocID="{E9BF1A1E-1948-442C-AA93-5EAA8717E767}" presName="parentLin" presStyleCnt="0"/>
      <dgm:spPr/>
    </dgm:pt>
    <dgm:pt modelId="{5A167597-CCB9-4FFC-802D-12FAEA0D1752}" type="pres">
      <dgm:prSet presAssocID="{E9BF1A1E-1948-442C-AA93-5EAA8717E767}" presName="parentLeftMargin" presStyleLbl="node1" presStyleIdx="0" presStyleCnt="5"/>
      <dgm:spPr/>
    </dgm:pt>
    <dgm:pt modelId="{6600FDC5-F6D0-4D03-BEEE-263D9EB25EC1}" type="pres">
      <dgm:prSet presAssocID="{E9BF1A1E-1948-442C-AA93-5EAA8717E76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202CA9C-0352-4859-9D2F-A7C8209B9DA9}" type="pres">
      <dgm:prSet presAssocID="{E9BF1A1E-1948-442C-AA93-5EAA8717E767}" presName="negativeSpace" presStyleCnt="0"/>
      <dgm:spPr/>
    </dgm:pt>
    <dgm:pt modelId="{EB93021C-EFB3-4E11-9084-BAC799753FFF}" type="pres">
      <dgm:prSet presAssocID="{E9BF1A1E-1948-442C-AA93-5EAA8717E767}" presName="childText" presStyleLbl="conFgAcc1" presStyleIdx="0" presStyleCnt="5">
        <dgm:presLayoutVars>
          <dgm:bulletEnabled val="1"/>
        </dgm:presLayoutVars>
      </dgm:prSet>
      <dgm:spPr/>
    </dgm:pt>
    <dgm:pt modelId="{7AA7465C-83DC-459F-9B61-B0337530FF54}" type="pres">
      <dgm:prSet presAssocID="{96EBD2FD-F9F1-4AB7-87A9-D426270CD667}" presName="spaceBetweenRectangles" presStyleCnt="0"/>
      <dgm:spPr/>
    </dgm:pt>
    <dgm:pt modelId="{93D4E381-C0C6-428E-9298-914EAD75F910}" type="pres">
      <dgm:prSet presAssocID="{7B743794-0369-410D-A0CE-B77EF1E0368F}" presName="parentLin" presStyleCnt="0"/>
      <dgm:spPr/>
    </dgm:pt>
    <dgm:pt modelId="{CA1C48D6-0231-4EE2-8403-9111237043A0}" type="pres">
      <dgm:prSet presAssocID="{7B743794-0369-410D-A0CE-B77EF1E0368F}" presName="parentLeftMargin" presStyleLbl="node1" presStyleIdx="0" presStyleCnt="5"/>
      <dgm:spPr/>
    </dgm:pt>
    <dgm:pt modelId="{12EFDABA-202E-4DF6-90B3-55E322EDA625}" type="pres">
      <dgm:prSet presAssocID="{7B743794-0369-410D-A0CE-B77EF1E0368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9DF4967-CDF9-4011-BEF4-3D10A11A241E}" type="pres">
      <dgm:prSet presAssocID="{7B743794-0369-410D-A0CE-B77EF1E0368F}" presName="negativeSpace" presStyleCnt="0"/>
      <dgm:spPr/>
    </dgm:pt>
    <dgm:pt modelId="{086B60BF-93E2-4B3C-951B-236B9CCC82DC}" type="pres">
      <dgm:prSet presAssocID="{7B743794-0369-410D-A0CE-B77EF1E0368F}" presName="childText" presStyleLbl="conFgAcc1" presStyleIdx="1" presStyleCnt="5">
        <dgm:presLayoutVars>
          <dgm:bulletEnabled val="1"/>
        </dgm:presLayoutVars>
      </dgm:prSet>
      <dgm:spPr/>
    </dgm:pt>
    <dgm:pt modelId="{A7EB13DE-5E14-420B-8C71-60BEC593AB9A}" type="pres">
      <dgm:prSet presAssocID="{FF3B8034-A253-45F2-96BC-47BF38925BB2}" presName="spaceBetweenRectangles" presStyleCnt="0"/>
      <dgm:spPr/>
    </dgm:pt>
    <dgm:pt modelId="{1150A6C2-C8D8-4CA2-A83B-5939750B3CFE}" type="pres">
      <dgm:prSet presAssocID="{7184D771-61CF-4617-94A8-483E8E8C82D0}" presName="parentLin" presStyleCnt="0"/>
      <dgm:spPr/>
    </dgm:pt>
    <dgm:pt modelId="{6B610F1A-121B-4026-8516-7D8ADE4AE5E9}" type="pres">
      <dgm:prSet presAssocID="{7184D771-61CF-4617-94A8-483E8E8C82D0}" presName="parentLeftMargin" presStyleLbl="node1" presStyleIdx="1" presStyleCnt="5"/>
      <dgm:spPr/>
    </dgm:pt>
    <dgm:pt modelId="{7E20FE53-75E5-46BD-9CB5-516B3AC0C59D}" type="pres">
      <dgm:prSet presAssocID="{7184D771-61CF-4617-94A8-483E8E8C82D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5ADB623-932B-4C60-85B9-79439B4D57E8}" type="pres">
      <dgm:prSet presAssocID="{7184D771-61CF-4617-94A8-483E8E8C82D0}" presName="negativeSpace" presStyleCnt="0"/>
      <dgm:spPr/>
    </dgm:pt>
    <dgm:pt modelId="{1F9258AB-B6CF-45D8-8D19-5ED55B3852F4}" type="pres">
      <dgm:prSet presAssocID="{7184D771-61CF-4617-94A8-483E8E8C82D0}" presName="childText" presStyleLbl="conFgAcc1" presStyleIdx="2" presStyleCnt="5">
        <dgm:presLayoutVars>
          <dgm:bulletEnabled val="1"/>
        </dgm:presLayoutVars>
      </dgm:prSet>
      <dgm:spPr/>
    </dgm:pt>
    <dgm:pt modelId="{140EA979-A174-465E-855B-AC26C097DBCE}" type="pres">
      <dgm:prSet presAssocID="{F0F6E508-B38A-4A7A-AFF0-CAFA1454CD01}" presName="spaceBetweenRectangles" presStyleCnt="0"/>
      <dgm:spPr/>
    </dgm:pt>
    <dgm:pt modelId="{F19FD7A5-4F76-446F-BB0F-76D2B458BF40}" type="pres">
      <dgm:prSet presAssocID="{B1227508-B09D-4526-B130-83D2B26BCA55}" presName="parentLin" presStyleCnt="0"/>
      <dgm:spPr/>
    </dgm:pt>
    <dgm:pt modelId="{B7899189-92C4-407A-BF98-A00A51495273}" type="pres">
      <dgm:prSet presAssocID="{B1227508-B09D-4526-B130-83D2B26BCA55}" presName="parentLeftMargin" presStyleLbl="node1" presStyleIdx="2" presStyleCnt="5"/>
      <dgm:spPr/>
    </dgm:pt>
    <dgm:pt modelId="{9E5423A5-CE58-4CEB-8A07-AD8AB173714E}" type="pres">
      <dgm:prSet presAssocID="{B1227508-B09D-4526-B130-83D2B26BCA5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E2AB936-5DF5-4609-BC87-6D5D8030B379}" type="pres">
      <dgm:prSet presAssocID="{B1227508-B09D-4526-B130-83D2B26BCA55}" presName="negativeSpace" presStyleCnt="0"/>
      <dgm:spPr/>
    </dgm:pt>
    <dgm:pt modelId="{D0F0B73C-6821-4046-9BB8-1522F9B208D9}" type="pres">
      <dgm:prSet presAssocID="{B1227508-B09D-4526-B130-83D2B26BCA55}" presName="childText" presStyleLbl="conFgAcc1" presStyleIdx="3" presStyleCnt="5">
        <dgm:presLayoutVars>
          <dgm:bulletEnabled val="1"/>
        </dgm:presLayoutVars>
      </dgm:prSet>
      <dgm:spPr/>
    </dgm:pt>
    <dgm:pt modelId="{B64397D8-27F2-4694-85F8-CCF7F29608B9}" type="pres">
      <dgm:prSet presAssocID="{C65F65C5-B4C2-4341-87BA-715CABBF9535}" presName="spaceBetweenRectangles" presStyleCnt="0"/>
      <dgm:spPr/>
    </dgm:pt>
    <dgm:pt modelId="{253F090E-2A8C-4269-9475-168609911882}" type="pres">
      <dgm:prSet presAssocID="{0B92302C-F39E-4FCD-AF6B-D0D02573FFC0}" presName="parentLin" presStyleCnt="0"/>
      <dgm:spPr/>
    </dgm:pt>
    <dgm:pt modelId="{0512F5BA-4C3E-4346-8FA3-3EAE67A167AD}" type="pres">
      <dgm:prSet presAssocID="{0B92302C-F39E-4FCD-AF6B-D0D02573FFC0}" presName="parentLeftMargin" presStyleLbl="node1" presStyleIdx="3" presStyleCnt="5"/>
      <dgm:spPr/>
    </dgm:pt>
    <dgm:pt modelId="{5C41177C-B3A1-486B-9227-0AD8F275265C}" type="pres">
      <dgm:prSet presAssocID="{0B92302C-F39E-4FCD-AF6B-D0D02573FFC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8FD6AE4D-BF3E-4C4F-BD52-E9EB603CF662}" type="pres">
      <dgm:prSet presAssocID="{0B92302C-F39E-4FCD-AF6B-D0D02573FFC0}" presName="negativeSpace" presStyleCnt="0"/>
      <dgm:spPr/>
    </dgm:pt>
    <dgm:pt modelId="{6436D5E9-2212-4719-B75D-DD4F84F85863}" type="pres">
      <dgm:prSet presAssocID="{0B92302C-F39E-4FCD-AF6B-D0D02573FFC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D92401C-15AE-422F-8217-336AB3B5C9D7}" type="presOf" srcId="{7B743794-0369-410D-A0CE-B77EF1E0368F}" destId="{CA1C48D6-0231-4EE2-8403-9111237043A0}" srcOrd="0" destOrd="0" presId="urn:microsoft.com/office/officeart/2005/8/layout/list1"/>
    <dgm:cxn modelId="{681ADD20-1D22-4CF2-9418-8AC1C8534EC7}" srcId="{02FC3E66-4438-496F-BAE7-6B6D0236E2CF}" destId="{7B743794-0369-410D-A0CE-B77EF1E0368F}" srcOrd="1" destOrd="0" parTransId="{6001F97E-BB4F-47D4-BE6D-C8538E8E67BF}" sibTransId="{FF3B8034-A253-45F2-96BC-47BF38925BB2}"/>
    <dgm:cxn modelId="{B9E2EF2A-1E3C-4B11-9E15-6FE9F36133A1}" type="presOf" srcId="{0B92302C-F39E-4FCD-AF6B-D0D02573FFC0}" destId="{5C41177C-B3A1-486B-9227-0AD8F275265C}" srcOrd="1" destOrd="0" presId="urn:microsoft.com/office/officeart/2005/8/layout/list1"/>
    <dgm:cxn modelId="{D612612D-D8C9-43D3-9E9B-F7442F2A4D9C}" type="presOf" srcId="{7184D771-61CF-4617-94A8-483E8E8C82D0}" destId="{7E20FE53-75E5-46BD-9CB5-516B3AC0C59D}" srcOrd="1" destOrd="0" presId="urn:microsoft.com/office/officeart/2005/8/layout/list1"/>
    <dgm:cxn modelId="{B809982E-F017-480E-A844-2085F26C1038}" type="presOf" srcId="{7184D771-61CF-4617-94A8-483E8E8C82D0}" destId="{6B610F1A-121B-4026-8516-7D8ADE4AE5E9}" srcOrd="0" destOrd="0" presId="urn:microsoft.com/office/officeart/2005/8/layout/list1"/>
    <dgm:cxn modelId="{C29D303D-8B22-4D67-9B81-4E087A01B0BA}" type="presOf" srcId="{B1227508-B09D-4526-B130-83D2B26BCA55}" destId="{9E5423A5-CE58-4CEB-8A07-AD8AB173714E}" srcOrd="1" destOrd="0" presId="urn:microsoft.com/office/officeart/2005/8/layout/list1"/>
    <dgm:cxn modelId="{5833CB5C-DE53-4DE4-80FC-A9A1879EDB16}" type="presOf" srcId="{B1227508-B09D-4526-B130-83D2B26BCA55}" destId="{B7899189-92C4-407A-BF98-A00A51495273}" srcOrd="0" destOrd="0" presId="urn:microsoft.com/office/officeart/2005/8/layout/list1"/>
    <dgm:cxn modelId="{66874567-694E-46C5-A429-F4D20163CECF}" srcId="{02FC3E66-4438-496F-BAE7-6B6D0236E2CF}" destId="{B1227508-B09D-4526-B130-83D2B26BCA55}" srcOrd="3" destOrd="0" parTransId="{5D73A196-87D4-4B7D-93E7-636492BFF22F}" sibTransId="{C65F65C5-B4C2-4341-87BA-715CABBF9535}"/>
    <dgm:cxn modelId="{58EAD84C-04AC-4757-9416-CD7895AC5D2F}" type="presOf" srcId="{7B743794-0369-410D-A0CE-B77EF1E0368F}" destId="{12EFDABA-202E-4DF6-90B3-55E322EDA625}" srcOrd="1" destOrd="0" presId="urn:microsoft.com/office/officeart/2005/8/layout/list1"/>
    <dgm:cxn modelId="{FF2B6072-1CBE-4FE6-861C-C916CBF51C15}" srcId="{02FC3E66-4438-496F-BAE7-6B6D0236E2CF}" destId="{E9BF1A1E-1948-442C-AA93-5EAA8717E767}" srcOrd="0" destOrd="0" parTransId="{C34268C5-101A-4CDB-B139-3489E49427DF}" sibTransId="{96EBD2FD-F9F1-4AB7-87A9-D426270CD667}"/>
    <dgm:cxn modelId="{46BAB853-3854-4945-A246-E20E96DF86AD}" type="presOf" srcId="{E9BF1A1E-1948-442C-AA93-5EAA8717E767}" destId="{5A167597-CCB9-4FFC-802D-12FAEA0D1752}" srcOrd="0" destOrd="0" presId="urn:microsoft.com/office/officeart/2005/8/layout/list1"/>
    <dgm:cxn modelId="{27CBC5A3-DD04-4427-A1C8-E3CD86C0A2D3}" srcId="{02FC3E66-4438-496F-BAE7-6B6D0236E2CF}" destId="{7184D771-61CF-4617-94A8-483E8E8C82D0}" srcOrd="2" destOrd="0" parTransId="{1D1C6123-FC1E-4652-8E8D-E75648DF600B}" sibTransId="{F0F6E508-B38A-4A7A-AFF0-CAFA1454CD01}"/>
    <dgm:cxn modelId="{51DEE0D2-15E0-4683-8DF9-B86F3526323D}" type="presOf" srcId="{02FC3E66-4438-496F-BAE7-6B6D0236E2CF}" destId="{038D8BEA-5644-4990-99DC-DE3982A21D5A}" srcOrd="0" destOrd="0" presId="urn:microsoft.com/office/officeart/2005/8/layout/list1"/>
    <dgm:cxn modelId="{209C7CDD-E923-4F31-8542-EFA5826768FF}" type="presOf" srcId="{0B92302C-F39E-4FCD-AF6B-D0D02573FFC0}" destId="{0512F5BA-4C3E-4346-8FA3-3EAE67A167AD}" srcOrd="0" destOrd="0" presId="urn:microsoft.com/office/officeart/2005/8/layout/list1"/>
    <dgm:cxn modelId="{9E97B1DD-507F-4723-87D1-950254C5A95C}" srcId="{02FC3E66-4438-496F-BAE7-6B6D0236E2CF}" destId="{0B92302C-F39E-4FCD-AF6B-D0D02573FFC0}" srcOrd="4" destOrd="0" parTransId="{93A8916C-8DF8-424F-B470-FB1AB83DBE28}" sibTransId="{0DED02F1-0208-466B-942E-27036ABE089A}"/>
    <dgm:cxn modelId="{066637E2-A5D2-4F93-A774-D34AB62EDAEC}" type="presOf" srcId="{E9BF1A1E-1948-442C-AA93-5EAA8717E767}" destId="{6600FDC5-F6D0-4D03-BEEE-263D9EB25EC1}" srcOrd="1" destOrd="0" presId="urn:microsoft.com/office/officeart/2005/8/layout/list1"/>
    <dgm:cxn modelId="{0510162A-D89B-484F-8595-48B8CF0EB35B}" type="presParOf" srcId="{038D8BEA-5644-4990-99DC-DE3982A21D5A}" destId="{99D25C93-8F8F-43BF-BF01-13E5F68B70ED}" srcOrd="0" destOrd="0" presId="urn:microsoft.com/office/officeart/2005/8/layout/list1"/>
    <dgm:cxn modelId="{AEC1C7BE-90BA-4BD2-AC76-D3B1B7113B77}" type="presParOf" srcId="{99D25C93-8F8F-43BF-BF01-13E5F68B70ED}" destId="{5A167597-CCB9-4FFC-802D-12FAEA0D1752}" srcOrd="0" destOrd="0" presId="urn:microsoft.com/office/officeart/2005/8/layout/list1"/>
    <dgm:cxn modelId="{D7D77511-5684-481B-AC17-7DD97E93B2CC}" type="presParOf" srcId="{99D25C93-8F8F-43BF-BF01-13E5F68B70ED}" destId="{6600FDC5-F6D0-4D03-BEEE-263D9EB25EC1}" srcOrd="1" destOrd="0" presId="urn:microsoft.com/office/officeart/2005/8/layout/list1"/>
    <dgm:cxn modelId="{D0F9C3BA-1AAA-410E-9A01-C3603B21F3F5}" type="presParOf" srcId="{038D8BEA-5644-4990-99DC-DE3982A21D5A}" destId="{C202CA9C-0352-4859-9D2F-A7C8209B9DA9}" srcOrd="1" destOrd="0" presId="urn:microsoft.com/office/officeart/2005/8/layout/list1"/>
    <dgm:cxn modelId="{D052E882-7145-4A23-A8F4-74687B17527E}" type="presParOf" srcId="{038D8BEA-5644-4990-99DC-DE3982A21D5A}" destId="{EB93021C-EFB3-4E11-9084-BAC799753FFF}" srcOrd="2" destOrd="0" presId="urn:microsoft.com/office/officeart/2005/8/layout/list1"/>
    <dgm:cxn modelId="{4088A284-C998-4195-AF4F-07250FBCAE00}" type="presParOf" srcId="{038D8BEA-5644-4990-99DC-DE3982A21D5A}" destId="{7AA7465C-83DC-459F-9B61-B0337530FF54}" srcOrd="3" destOrd="0" presId="urn:microsoft.com/office/officeart/2005/8/layout/list1"/>
    <dgm:cxn modelId="{41121E69-4F30-4EA1-BC39-08001B305093}" type="presParOf" srcId="{038D8BEA-5644-4990-99DC-DE3982A21D5A}" destId="{93D4E381-C0C6-428E-9298-914EAD75F910}" srcOrd="4" destOrd="0" presId="urn:microsoft.com/office/officeart/2005/8/layout/list1"/>
    <dgm:cxn modelId="{368C7943-4699-4EF3-ABAD-E2129C17EE82}" type="presParOf" srcId="{93D4E381-C0C6-428E-9298-914EAD75F910}" destId="{CA1C48D6-0231-4EE2-8403-9111237043A0}" srcOrd="0" destOrd="0" presId="urn:microsoft.com/office/officeart/2005/8/layout/list1"/>
    <dgm:cxn modelId="{A883AB12-E943-4D0F-920B-FC61CB3A3212}" type="presParOf" srcId="{93D4E381-C0C6-428E-9298-914EAD75F910}" destId="{12EFDABA-202E-4DF6-90B3-55E322EDA625}" srcOrd="1" destOrd="0" presId="urn:microsoft.com/office/officeart/2005/8/layout/list1"/>
    <dgm:cxn modelId="{F6F6119A-5012-4B20-BCDF-3D9C1DB338CD}" type="presParOf" srcId="{038D8BEA-5644-4990-99DC-DE3982A21D5A}" destId="{E9DF4967-CDF9-4011-BEF4-3D10A11A241E}" srcOrd="5" destOrd="0" presId="urn:microsoft.com/office/officeart/2005/8/layout/list1"/>
    <dgm:cxn modelId="{B5E88AC1-8B2D-43F4-A81E-B0D7A49EA989}" type="presParOf" srcId="{038D8BEA-5644-4990-99DC-DE3982A21D5A}" destId="{086B60BF-93E2-4B3C-951B-236B9CCC82DC}" srcOrd="6" destOrd="0" presId="urn:microsoft.com/office/officeart/2005/8/layout/list1"/>
    <dgm:cxn modelId="{6098FEF7-ABF8-402F-A105-D2EB793307F0}" type="presParOf" srcId="{038D8BEA-5644-4990-99DC-DE3982A21D5A}" destId="{A7EB13DE-5E14-420B-8C71-60BEC593AB9A}" srcOrd="7" destOrd="0" presId="urn:microsoft.com/office/officeart/2005/8/layout/list1"/>
    <dgm:cxn modelId="{94D70D93-0E29-49B8-A79C-FE8ED2877991}" type="presParOf" srcId="{038D8BEA-5644-4990-99DC-DE3982A21D5A}" destId="{1150A6C2-C8D8-4CA2-A83B-5939750B3CFE}" srcOrd="8" destOrd="0" presId="urn:microsoft.com/office/officeart/2005/8/layout/list1"/>
    <dgm:cxn modelId="{DFE13633-1CD8-43AE-A580-AC5255E73843}" type="presParOf" srcId="{1150A6C2-C8D8-4CA2-A83B-5939750B3CFE}" destId="{6B610F1A-121B-4026-8516-7D8ADE4AE5E9}" srcOrd="0" destOrd="0" presId="urn:microsoft.com/office/officeart/2005/8/layout/list1"/>
    <dgm:cxn modelId="{D2A7125B-4186-4C6B-AC79-EEFA5C664410}" type="presParOf" srcId="{1150A6C2-C8D8-4CA2-A83B-5939750B3CFE}" destId="{7E20FE53-75E5-46BD-9CB5-516B3AC0C59D}" srcOrd="1" destOrd="0" presId="urn:microsoft.com/office/officeart/2005/8/layout/list1"/>
    <dgm:cxn modelId="{65148227-7FE1-42CA-9522-57AE15F3AE0C}" type="presParOf" srcId="{038D8BEA-5644-4990-99DC-DE3982A21D5A}" destId="{E5ADB623-932B-4C60-85B9-79439B4D57E8}" srcOrd="9" destOrd="0" presId="urn:microsoft.com/office/officeart/2005/8/layout/list1"/>
    <dgm:cxn modelId="{42C8500A-7845-4B51-86E8-0CFE6D7BD359}" type="presParOf" srcId="{038D8BEA-5644-4990-99DC-DE3982A21D5A}" destId="{1F9258AB-B6CF-45D8-8D19-5ED55B3852F4}" srcOrd="10" destOrd="0" presId="urn:microsoft.com/office/officeart/2005/8/layout/list1"/>
    <dgm:cxn modelId="{A5D5AFD0-B375-48FB-B1B4-AED34B1931F4}" type="presParOf" srcId="{038D8BEA-5644-4990-99DC-DE3982A21D5A}" destId="{140EA979-A174-465E-855B-AC26C097DBCE}" srcOrd="11" destOrd="0" presId="urn:microsoft.com/office/officeart/2005/8/layout/list1"/>
    <dgm:cxn modelId="{52495CC3-3853-4409-A4EC-AC9F5122D838}" type="presParOf" srcId="{038D8BEA-5644-4990-99DC-DE3982A21D5A}" destId="{F19FD7A5-4F76-446F-BB0F-76D2B458BF40}" srcOrd="12" destOrd="0" presId="urn:microsoft.com/office/officeart/2005/8/layout/list1"/>
    <dgm:cxn modelId="{AB544C5D-61E9-4C9B-B916-34C2A8126A76}" type="presParOf" srcId="{F19FD7A5-4F76-446F-BB0F-76D2B458BF40}" destId="{B7899189-92C4-407A-BF98-A00A51495273}" srcOrd="0" destOrd="0" presId="urn:microsoft.com/office/officeart/2005/8/layout/list1"/>
    <dgm:cxn modelId="{9A29F2E3-3356-487D-8B29-16C6DDDC8879}" type="presParOf" srcId="{F19FD7A5-4F76-446F-BB0F-76D2B458BF40}" destId="{9E5423A5-CE58-4CEB-8A07-AD8AB173714E}" srcOrd="1" destOrd="0" presId="urn:microsoft.com/office/officeart/2005/8/layout/list1"/>
    <dgm:cxn modelId="{7EECE6D7-A597-4A7C-9995-67714A66CC85}" type="presParOf" srcId="{038D8BEA-5644-4990-99DC-DE3982A21D5A}" destId="{BE2AB936-5DF5-4609-BC87-6D5D8030B379}" srcOrd="13" destOrd="0" presId="urn:microsoft.com/office/officeart/2005/8/layout/list1"/>
    <dgm:cxn modelId="{B64AF490-D09C-4264-BE7A-7975263ACFCD}" type="presParOf" srcId="{038D8BEA-5644-4990-99DC-DE3982A21D5A}" destId="{D0F0B73C-6821-4046-9BB8-1522F9B208D9}" srcOrd="14" destOrd="0" presId="urn:microsoft.com/office/officeart/2005/8/layout/list1"/>
    <dgm:cxn modelId="{0CA6885E-660A-4233-8B29-0AA80FB629FC}" type="presParOf" srcId="{038D8BEA-5644-4990-99DC-DE3982A21D5A}" destId="{B64397D8-27F2-4694-85F8-CCF7F29608B9}" srcOrd="15" destOrd="0" presId="urn:microsoft.com/office/officeart/2005/8/layout/list1"/>
    <dgm:cxn modelId="{39404EC9-227B-4A54-BB00-58CAA55CDFF6}" type="presParOf" srcId="{038D8BEA-5644-4990-99DC-DE3982A21D5A}" destId="{253F090E-2A8C-4269-9475-168609911882}" srcOrd="16" destOrd="0" presId="urn:microsoft.com/office/officeart/2005/8/layout/list1"/>
    <dgm:cxn modelId="{1C292AFF-D1A2-49D4-89A3-6909A761EF3D}" type="presParOf" srcId="{253F090E-2A8C-4269-9475-168609911882}" destId="{0512F5BA-4C3E-4346-8FA3-3EAE67A167AD}" srcOrd="0" destOrd="0" presId="urn:microsoft.com/office/officeart/2005/8/layout/list1"/>
    <dgm:cxn modelId="{3BDDF07A-3783-48E3-8AFB-294E8ABF3B59}" type="presParOf" srcId="{253F090E-2A8C-4269-9475-168609911882}" destId="{5C41177C-B3A1-486B-9227-0AD8F275265C}" srcOrd="1" destOrd="0" presId="urn:microsoft.com/office/officeart/2005/8/layout/list1"/>
    <dgm:cxn modelId="{C8AD225F-9864-46BD-B0D6-435C46FAD5E8}" type="presParOf" srcId="{038D8BEA-5644-4990-99DC-DE3982A21D5A}" destId="{8FD6AE4D-BF3E-4C4F-BD52-E9EB603CF662}" srcOrd="17" destOrd="0" presId="urn:microsoft.com/office/officeart/2005/8/layout/list1"/>
    <dgm:cxn modelId="{8729E5F8-99EB-4ABD-BA92-F7548EF884C4}" type="presParOf" srcId="{038D8BEA-5644-4990-99DC-DE3982A21D5A}" destId="{6436D5E9-2212-4719-B75D-DD4F84F8586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FC3E66-4438-496F-BAE7-6B6D0236E2CF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D"/>
        </a:p>
      </dgm:t>
    </dgm:pt>
    <dgm:pt modelId="{E9BF1A1E-1948-442C-AA93-5EAA8717E767}">
      <dgm:prSet phldrT="[Text]"/>
      <dgm:spPr/>
      <dgm:t>
        <a:bodyPr/>
        <a:lstStyle/>
        <a:p>
          <a:r>
            <a:rPr lang="en-ID" dirty="0"/>
            <a:t>Connection Initiation</a:t>
          </a:r>
        </a:p>
      </dgm:t>
    </dgm:pt>
    <dgm:pt modelId="{C34268C5-101A-4CDB-B139-3489E49427DF}" type="parTrans" cxnId="{FF2B6072-1CBE-4FE6-861C-C916CBF51C15}">
      <dgm:prSet/>
      <dgm:spPr/>
      <dgm:t>
        <a:bodyPr/>
        <a:lstStyle/>
        <a:p>
          <a:endParaRPr lang="en-ID"/>
        </a:p>
      </dgm:t>
    </dgm:pt>
    <dgm:pt modelId="{96EBD2FD-F9F1-4AB7-87A9-D426270CD667}" type="sibTrans" cxnId="{FF2B6072-1CBE-4FE6-861C-C916CBF51C15}">
      <dgm:prSet/>
      <dgm:spPr/>
      <dgm:t>
        <a:bodyPr/>
        <a:lstStyle/>
        <a:p>
          <a:endParaRPr lang="en-ID"/>
        </a:p>
      </dgm:t>
    </dgm:pt>
    <dgm:pt modelId="{7B743794-0369-410D-A0CE-B77EF1E0368F}">
      <dgm:prSet phldrT="[Text]"/>
      <dgm:spPr/>
      <dgm:t>
        <a:bodyPr/>
        <a:lstStyle/>
        <a:p>
          <a:r>
            <a:rPr lang="en-ID" dirty="0"/>
            <a:t>Connection Closure</a:t>
          </a:r>
        </a:p>
      </dgm:t>
    </dgm:pt>
    <dgm:pt modelId="{6001F97E-BB4F-47D4-BE6D-C8538E8E67BF}" type="parTrans" cxnId="{681ADD20-1D22-4CF2-9418-8AC1C8534EC7}">
      <dgm:prSet/>
      <dgm:spPr/>
      <dgm:t>
        <a:bodyPr/>
        <a:lstStyle/>
        <a:p>
          <a:endParaRPr lang="en-ID"/>
        </a:p>
      </dgm:t>
    </dgm:pt>
    <dgm:pt modelId="{FF3B8034-A253-45F2-96BC-47BF38925BB2}" type="sibTrans" cxnId="{681ADD20-1D22-4CF2-9418-8AC1C8534EC7}">
      <dgm:prSet/>
      <dgm:spPr/>
      <dgm:t>
        <a:bodyPr/>
        <a:lstStyle/>
        <a:p>
          <a:endParaRPr lang="en-ID"/>
        </a:p>
      </dgm:t>
    </dgm:pt>
    <dgm:pt modelId="{038D8BEA-5644-4990-99DC-DE3982A21D5A}" type="pres">
      <dgm:prSet presAssocID="{02FC3E66-4438-496F-BAE7-6B6D0236E2CF}" presName="linear" presStyleCnt="0">
        <dgm:presLayoutVars>
          <dgm:dir/>
          <dgm:animLvl val="lvl"/>
          <dgm:resizeHandles val="exact"/>
        </dgm:presLayoutVars>
      </dgm:prSet>
      <dgm:spPr/>
    </dgm:pt>
    <dgm:pt modelId="{99D25C93-8F8F-43BF-BF01-13E5F68B70ED}" type="pres">
      <dgm:prSet presAssocID="{E9BF1A1E-1948-442C-AA93-5EAA8717E767}" presName="parentLin" presStyleCnt="0"/>
      <dgm:spPr/>
    </dgm:pt>
    <dgm:pt modelId="{5A167597-CCB9-4FFC-802D-12FAEA0D1752}" type="pres">
      <dgm:prSet presAssocID="{E9BF1A1E-1948-442C-AA93-5EAA8717E767}" presName="parentLeftMargin" presStyleLbl="node1" presStyleIdx="0" presStyleCnt="2"/>
      <dgm:spPr/>
    </dgm:pt>
    <dgm:pt modelId="{6600FDC5-F6D0-4D03-BEEE-263D9EB25EC1}" type="pres">
      <dgm:prSet presAssocID="{E9BF1A1E-1948-442C-AA93-5EAA8717E7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02CA9C-0352-4859-9D2F-A7C8209B9DA9}" type="pres">
      <dgm:prSet presAssocID="{E9BF1A1E-1948-442C-AA93-5EAA8717E767}" presName="negativeSpace" presStyleCnt="0"/>
      <dgm:spPr/>
    </dgm:pt>
    <dgm:pt modelId="{EB93021C-EFB3-4E11-9084-BAC799753FFF}" type="pres">
      <dgm:prSet presAssocID="{E9BF1A1E-1948-442C-AA93-5EAA8717E767}" presName="childText" presStyleLbl="conFgAcc1" presStyleIdx="0" presStyleCnt="2">
        <dgm:presLayoutVars>
          <dgm:bulletEnabled val="1"/>
        </dgm:presLayoutVars>
      </dgm:prSet>
      <dgm:spPr/>
    </dgm:pt>
    <dgm:pt modelId="{7AA7465C-83DC-459F-9B61-B0337530FF54}" type="pres">
      <dgm:prSet presAssocID="{96EBD2FD-F9F1-4AB7-87A9-D426270CD667}" presName="spaceBetweenRectangles" presStyleCnt="0"/>
      <dgm:spPr/>
    </dgm:pt>
    <dgm:pt modelId="{93D4E381-C0C6-428E-9298-914EAD75F910}" type="pres">
      <dgm:prSet presAssocID="{7B743794-0369-410D-A0CE-B77EF1E0368F}" presName="parentLin" presStyleCnt="0"/>
      <dgm:spPr/>
    </dgm:pt>
    <dgm:pt modelId="{CA1C48D6-0231-4EE2-8403-9111237043A0}" type="pres">
      <dgm:prSet presAssocID="{7B743794-0369-410D-A0CE-B77EF1E0368F}" presName="parentLeftMargin" presStyleLbl="node1" presStyleIdx="0" presStyleCnt="2"/>
      <dgm:spPr/>
    </dgm:pt>
    <dgm:pt modelId="{12EFDABA-202E-4DF6-90B3-55E322EDA625}" type="pres">
      <dgm:prSet presAssocID="{7B743794-0369-410D-A0CE-B77EF1E0368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9DF4967-CDF9-4011-BEF4-3D10A11A241E}" type="pres">
      <dgm:prSet presAssocID="{7B743794-0369-410D-A0CE-B77EF1E0368F}" presName="negativeSpace" presStyleCnt="0"/>
      <dgm:spPr/>
    </dgm:pt>
    <dgm:pt modelId="{086B60BF-93E2-4B3C-951B-236B9CCC82DC}" type="pres">
      <dgm:prSet presAssocID="{7B743794-0369-410D-A0CE-B77EF1E0368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D92401C-15AE-422F-8217-336AB3B5C9D7}" type="presOf" srcId="{7B743794-0369-410D-A0CE-B77EF1E0368F}" destId="{CA1C48D6-0231-4EE2-8403-9111237043A0}" srcOrd="0" destOrd="0" presId="urn:microsoft.com/office/officeart/2005/8/layout/list1"/>
    <dgm:cxn modelId="{681ADD20-1D22-4CF2-9418-8AC1C8534EC7}" srcId="{02FC3E66-4438-496F-BAE7-6B6D0236E2CF}" destId="{7B743794-0369-410D-A0CE-B77EF1E0368F}" srcOrd="1" destOrd="0" parTransId="{6001F97E-BB4F-47D4-BE6D-C8538E8E67BF}" sibTransId="{FF3B8034-A253-45F2-96BC-47BF38925BB2}"/>
    <dgm:cxn modelId="{58EAD84C-04AC-4757-9416-CD7895AC5D2F}" type="presOf" srcId="{7B743794-0369-410D-A0CE-B77EF1E0368F}" destId="{12EFDABA-202E-4DF6-90B3-55E322EDA625}" srcOrd="1" destOrd="0" presId="urn:microsoft.com/office/officeart/2005/8/layout/list1"/>
    <dgm:cxn modelId="{FF2B6072-1CBE-4FE6-861C-C916CBF51C15}" srcId="{02FC3E66-4438-496F-BAE7-6B6D0236E2CF}" destId="{E9BF1A1E-1948-442C-AA93-5EAA8717E767}" srcOrd="0" destOrd="0" parTransId="{C34268C5-101A-4CDB-B139-3489E49427DF}" sibTransId="{96EBD2FD-F9F1-4AB7-87A9-D426270CD667}"/>
    <dgm:cxn modelId="{46BAB853-3854-4945-A246-E20E96DF86AD}" type="presOf" srcId="{E9BF1A1E-1948-442C-AA93-5EAA8717E767}" destId="{5A167597-CCB9-4FFC-802D-12FAEA0D1752}" srcOrd="0" destOrd="0" presId="urn:microsoft.com/office/officeart/2005/8/layout/list1"/>
    <dgm:cxn modelId="{51DEE0D2-15E0-4683-8DF9-B86F3526323D}" type="presOf" srcId="{02FC3E66-4438-496F-BAE7-6B6D0236E2CF}" destId="{038D8BEA-5644-4990-99DC-DE3982A21D5A}" srcOrd="0" destOrd="0" presId="urn:microsoft.com/office/officeart/2005/8/layout/list1"/>
    <dgm:cxn modelId="{066637E2-A5D2-4F93-A774-D34AB62EDAEC}" type="presOf" srcId="{E9BF1A1E-1948-442C-AA93-5EAA8717E767}" destId="{6600FDC5-F6D0-4D03-BEEE-263D9EB25EC1}" srcOrd="1" destOrd="0" presId="urn:microsoft.com/office/officeart/2005/8/layout/list1"/>
    <dgm:cxn modelId="{0510162A-D89B-484F-8595-48B8CF0EB35B}" type="presParOf" srcId="{038D8BEA-5644-4990-99DC-DE3982A21D5A}" destId="{99D25C93-8F8F-43BF-BF01-13E5F68B70ED}" srcOrd="0" destOrd="0" presId="urn:microsoft.com/office/officeart/2005/8/layout/list1"/>
    <dgm:cxn modelId="{AEC1C7BE-90BA-4BD2-AC76-D3B1B7113B77}" type="presParOf" srcId="{99D25C93-8F8F-43BF-BF01-13E5F68B70ED}" destId="{5A167597-CCB9-4FFC-802D-12FAEA0D1752}" srcOrd="0" destOrd="0" presId="urn:microsoft.com/office/officeart/2005/8/layout/list1"/>
    <dgm:cxn modelId="{D7D77511-5684-481B-AC17-7DD97E93B2CC}" type="presParOf" srcId="{99D25C93-8F8F-43BF-BF01-13E5F68B70ED}" destId="{6600FDC5-F6D0-4D03-BEEE-263D9EB25EC1}" srcOrd="1" destOrd="0" presId="urn:microsoft.com/office/officeart/2005/8/layout/list1"/>
    <dgm:cxn modelId="{D0F9C3BA-1AAA-410E-9A01-C3603B21F3F5}" type="presParOf" srcId="{038D8BEA-5644-4990-99DC-DE3982A21D5A}" destId="{C202CA9C-0352-4859-9D2F-A7C8209B9DA9}" srcOrd="1" destOrd="0" presId="urn:microsoft.com/office/officeart/2005/8/layout/list1"/>
    <dgm:cxn modelId="{D052E882-7145-4A23-A8F4-74687B17527E}" type="presParOf" srcId="{038D8BEA-5644-4990-99DC-DE3982A21D5A}" destId="{EB93021C-EFB3-4E11-9084-BAC799753FFF}" srcOrd="2" destOrd="0" presId="urn:microsoft.com/office/officeart/2005/8/layout/list1"/>
    <dgm:cxn modelId="{4088A284-C998-4195-AF4F-07250FBCAE00}" type="presParOf" srcId="{038D8BEA-5644-4990-99DC-DE3982A21D5A}" destId="{7AA7465C-83DC-459F-9B61-B0337530FF54}" srcOrd="3" destOrd="0" presId="urn:microsoft.com/office/officeart/2005/8/layout/list1"/>
    <dgm:cxn modelId="{41121E69-4F30-4EA1-BC39-08001B305093}" type="presParOf" srcId="{038D8BEA-5644-4990-99DC-DE3982A21D5A}" destId="{93D4E381-C0C6-428E-9298-914EAD75F910}" srcOrd="4" destOrd="0" presId="urn:microsoft.com/office/officeart/2005/8/layout/list1"/>
    <dgm:cxn modelId="{368C7943-4699-4EF3-ABAD-E2129C17EE82}" type="presParOf" srcId="{93D4E381-C0C6-428E-9298-914EAD75F910}" destId="{CA1C48D6-0231-4EE2-8403-9111237043A0}" srcOrd="0" destOrd="0" presId="urn:microsoft.com/office/officeart/2005/8/layout/list1"/>
    <dgm:cxn modelId="{A883AB12-E943-4D0F-920B-FC61CB3A3212}" type="presParOf" srcId="{93D4E381-C0C6-428E-9298-914EAD75F910}" destId="{12EFDABA-202E-4DF6-90B3-55E322EDA625}" srcOrd="1" destOrd="0" presId="urn:microsoft.com/office/officeart/2005/8/layout/list1"/>
    <dgm:cxn modelId="{F6F6119A-5012-4B20-BCDF-3D9C1DB338CD}" type="presParOf" srcId="{038D8BEA-5644-4990-99DC-DE3982A21D5A}" destId="{E9DF4967-CDF9-4011-BEF4-3D10A11A241E}" srcOrd="5" destOrd="0" presId="urn:microsoft.com/office/officeart/2005/8/layout/list1"/>
    <dgm:cxn modelId="{B5E88AC1-8B2D-43F4-A81E-B0D7A49EA989}" type="presParOf" srcId="{038D8BEA-5644-4990-99DC-DE3982A21D5A}" destId="{086B60BF-93E2-4B3C-951B-236B9CCC82D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3021C-EFB3-4E11-9084-BAC799753FFF}">
      <dsp:nvSpPr>
        <dsp:cNvPr id="0" name=""/>
        <dsp:cNvSpPr/>
      </dsp:nvSpPr>
      <dsp:spPr>
        <a:xfrm>
          <a:off x="0" y="410057"/>
          <a:ext cx="748782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0FDC5-F6D0-4D03-BEEE-263D9EB25EC1}">
      <dsp:nvSpPr>
        <dsp:cNvPr id="0" name=""/>
        <dsp:cNvSpPr/>
      </dsp:nvSpPr>
      <dsp:spPr>
        <a:xfrm>
          <a:off x="374391" y="85337"/>
          <a:ext cx="5241474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Record Protocol</a:t>
          </a:r>
          <a:endParaRPr lang="en-ID" sz="2200" kern="1200" dirty="0"/>
        </a:p>
      </dsp:txBody>
      <dsp:txXfrm>
        <a:off x="406094" y="117040"/>
        <a:ext cx="5178068" cy="586034"/>
      </dsp:txXfrm>
    </dsp:sp>
    <dsp:sp modelId="{086B60BF-93E2-4B3C-951B-236B9CCC82DC}">
      <dsp:nvSpPr>
        <dsp:cNvPr id="0" name=""/>
        <dsp:cNvSpPr/>
      </dsp:nvSpPr>
      <dsp:spPr>
        <a:xfrm>
          <a:off x="0" y="1407977"/>
          <a:ext cx="748782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FDABA-202E-4DF6-90B3-55E322EDA625}">
      <dsp:nvSpPr>
        <dsp:cNvPr id="0" name=""/>
        <dsp:cNvSpPr/>
      </dsp:nvSpPr>
      <dsp:spPr>
        <a:xfrm>
          <a:off x="374391" y="1083257"/>
          <a:ext cx="5241474" cy="649440"/>
        </a:xfrm>
        <a:prstGeom prst="roundRect">
          <a:avLst/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kern="1200"/>
            <a:t>Understanding Circuit-Level Firewalls</a:t>
          </a:r>
          <a:endParaRPr lang="en-ID" sz="2200" kern="1200" dirty="0"/>
        </a:p>
      </dsp:txBody>
      <dsp:txXfrm>
        <a:off x="406094" y="1114960"/>
        <a:ext cx="5178068" cy="586034"/>
      </dsp:txXfrm>
    </dsp:sp>
    <dsp:sp modelId="{1F9258AB-B6CF-45D8-8D19-5ED55B3852F4}">
      <dsp:nvSpPr>
        <dsp:cNvPr id="0" name=""/>
        <dsp:cNvSpPr/>
      </dsp:nvSpPr>
      <dsp:spPr>
        <a:xfrm>
          <a:off x="0" y="2405897"/>
          <a:ext cx="748782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0FE53-75E5-46BD-9CB5-516B3AC0C59D}">
      <dsp:nvSpPr>
        <dsp:cNvPr id="0" name=""/>
        <dsp:cNvSpPr/>
      </dsp:nvSpPr>
      <dsp:spPr>
        <a:xfrm>
          <a:off x="374391" y="2081177"/>
          <a:ext cx="5241474" cy="649440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kern="1200" dirty="0"/>
            <a:t>Alert Protocol</a:t>
          </a:r>
        </a:p>
      </dsp:txBody>
      <dsp:txXfrm>
        <a:off x="406094" y="2112880"/>
        <a:ext cx="5178068" cy="586034"/>
      </dsp:txXfrm>
    </dsp:sp>
    <dsp:sp modelId="{D0F0B73C-6821-4046-9BB8-1522F9B208D9}">
      <dsp:nvSpPr>
        <dsp:cNvPr id="0" name=""/>
        <dsp:cNvSpPr/>
      </dsp:nvSpPr>
      <dsp:spPr>
        <a:xfrm>
          <a:off x="0" y="3403817"/>
          <a:ext cx="748782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5423A5-CE58-4CEB-8A07-AD8AB173714E}">
      <dsp:nvSpPr>
        <dsp:cNvPr id="0" name=""/>
        <dsp:cNvSpPr/>
      </dsp:nvSpPr>
      <dsp:spPr>
        <a:xfrm>
          <a:off x="374391" y="3079097"/>
          <a:ext cx="5241474" cy="649440"/>
        </a:xfrm>
        <a:prstGeom prst="roundRect">
          <a:avLst/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kern="1200" dirty="0"/>
            <a:t>Handshake Protocol</a:t>
          </a:r>
        </a:p>
      </dsp:txBody>
      <dsp:txXfrm>
        <a:off x="406094" y="3110800"/>
        <a:ext cx="5178068" cy="586034"/>
      </dsp:txXfrm>
    </dsp:sp>
    <dsp:sp modelId="{6436D5E9-2212-4719-B75D-DD4F84F85863}">
      <dsp:nvSpPr>
        <dsp:cNvPr id="0" name=""/>
        <dsp:cNvSpPr/>
      </dsp:nvSpPr>
      <dsp:spPr>
        <a:xfrm>
          <a:off x="0" y="4401737"/>
          <a:ext cx="748782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1177C-B3A1-486B-9227-0AD8F275265C}">
      <dsp:nvSpPr>
        <dsp:cNvPr id="0" name=""/>
        <dsp:cNvSpPr/>
      </dsp:nvSpPr>
      <dsp:spPr>
        <a:xfrm>
          <a:off x="374391" y="4077017"/>
          <a:ext cx="5241474" cy="64944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200" kern="1200" dirty="0"/>
            <a:t>Heartbeat Protocol</a:t>
          </a:r>
        </a:p>
      </dsp:txBody>
      <dsp:txXfrm>
        <a:off x="406094" y="4108720"/>
        <a:ext cx="5178068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3021C-EFB3-4E11-9084-BAC799753FFF}">
      <dsp:nvSpPr>
        <dsp:cNvPr id="0" name=""/>
        <dsp:cNvSpPr/>
      </dsp:nvSpPr>
      <dsp:spPr>
        <a:xfrm>
          <a:off x="0" y="1321037"/>
          <a:ext cx="7487821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0FDC5-F6D0-4D03-BEEE-263D9EB25EC1}">
      <dsp:nvSpPr>
        <dsp:cNvPr id="0" name=""/>
        <dsp:cNvSpPr/>
      </dsp:nvSpPr>
      <dsp:spPr>
        <a:xfrm>
          <a:off x="374391" y="686357"/>
          <a:ext cx="5241474" cy="1269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4300" kern="1200" dirty="0"/>
            <a:t>Connection Initiation</a:t>
          </a:r>
        </a:p>
      </dsp:txBody>
      <dsp:txXfrm>
        <a:off x="436356" y="748322"/>
        <a:ext cx="5117544" cy="1145430"/>
      </dsp:txXfrm>
    </dsp:sp>
    <dsp:sp modelId="{086B60BF-93E2-4B3C-951B-236B9CCC82DC}">
      <dsp:nvSpPr>
        <dsp:cNvPr id="0" name=""/>
        <dsp:cNvSpPr/>
      </dsp:nvSpPr>
      <dsp:spPr>
        <a:xfrm>
          <a:off x="0" y="3271517"/>
          <a:ext cx="7487821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FDABA-202E-4DF6-90B3-55E322EDA625}">
      <dsp:nvSpPr>
        <dsp:cNvPr id="0" name=""/>
        <dsp:cNvSpPr/>
      </dsp:nvSpPr>
      <dsp:spPr>
        <a:xfrm>
          <a:off x="374391" y="2636837"/>
          <a:ext cx="5241474" cy="126936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15" tIns="0" rIns="198115" bIns="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4300" kern="1200" dirty="0"/>
            <a:t>Connection Closure</a:t>
          </a:r>
        </a:p>
      </dsp:txBody>
      <dsp:txXfrm>
        <a:off x="436356" y="2698802"/>
        <a:ext cx="5117544" cy="1145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17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https://www.cloudflare.com/learning/ddos/glossary/open-systems-interconnection-model-osi/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37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authentication mechanism assures that a received packet was, in </a:t>
            </a:r>
            <a:r>
              <a:rPr lang="en-US" dirty="0" err="1"/>
              <a:t>fact,transmitted</a:t>
            </a:r>
            <a:r>
              <a:rPr lang="en-US" dirty="0"/>
              <a:t> by the party identified as the source in the packet header. In addition, this </a:t>
            </a:r>
            <a:r>
              <a:rPr lang="en-US" dirty="0" err="1"/>
              <a:t>mechanismassures</a:t>
            </a:r>
            <a:r>
              <a:rPr lang="en-US" dirty="0"/>
              <a:t> that the packet has not been altered in transit. The confidentiality facility </a:t>
            </a:r>
            <a:r>
              <a:rPr lang="en-US" dirty="0" err="1"/>
              <a:t>enablescommunicating</a:t>
            </a:r>
            <a:r>
              <a:rPr lang="en-US" dirty="0"/>
              <a:t> nodes to encrypt messages to prevent eavesdropping by third parties. The key management facility is concerned with the secure exchange of keys. The current version of </a:t>
            </a:r>
            <a:r>
              <a:rPr lang="en-US" dirty="0" err="1"/>
              <a:t>IPsec,known</a:t>
            </a:r>
            <a:r>
              <a:rPr lang="en-US" dirty="0"/>
              <a:t> as IPsecv3, encompasses authentication and confidentiality. Key management is </a:t>
            </a:r>
            <a:r>
              <a:rPr lang="en-US" dirty="0" err="1"/>
              <a:t>providedby</a:t>
            </a:r>
            <a:r>
              <a:rPr lang="en-US" dirty="0"/>
              <a:t> the Internet Key Exchange standard, IKEv2. </a:t>
            </a:r>
          </a:p>
          <a:p>
            <a:endParaRPr lang="en-US" dirty="0"/>
          </a:p>
          <a:p>
            <a:r>
              <a:rPr lang="en-US" dirty="0"/>
              <a:t>Sc: https://www.cloudflare.com/learning/network-layer/what-is-ipsec/ 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04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IPsec provides the capability to secure communications across a LAN, across private and </a:t>
            </a:r>
            <a:r>
              <a:rPr lang="en-US" dirty="0" err="1"/>
              <a:t>publicWANs</a:t>
            </a:r>
            <a:r>
              <a:rPr lang="en-US" dirty="0"/>
              <a:t>, and across the Internet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2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&gt;&gt;For example for transport mode:</a:t>
            </a:r>
          </a:p>
          <a:p>
            <a:r>
              <a:rPr lang="en-US" dirty="0"/>
              <a:t>Examples include a TCP or UDP </a:t>
            </a:r>
            <a:r>
              <a:rPr lang="en-US" dirty="0" err="1"/>
              <a:t>segment,both</a:t>
            </a:r>
            <a:r>
              <a:rPr lang="en-US" dirty="0"/>
              <a:t> of which operate directly above IP in a host protocol stack.</a:t>
            </a:r>
          </a:p>
          <a:p>
            <a:endParaRPr lang="en-US" dirty="0"/>
          </a:p>
          <a:p>
            <a:r>
              <a:rPr lang="en-US" dirty="0"/>
              <a:t>&gt;&gt;Other resource:</a:t>
            </a:r>
          </a:p>
          <a:p>
            <a:r>
              <a:rPr lang="en-ID" dirty="0"/>
              <a:t>-https://www.hypr.com/security-encyclopedia/transport-mode#:~:text=Transport%20Mode%20is%20a%20method,Transport%20Mode%20or%20Tunnel%20Mode.</a:t>
            </a:r>
          </a:p>
          <a:p>
            <a:r>
              <a:rPr lang="en-ID" dirty="0"/>
              <a:t>-https://www.ibm.com/docs/en/zos/2.2.0?topic=encapsulation-transport-mode-tunnel-mode</a:t>
            </a:r>
          </a:p>
          <a:p>
            <a:r>
              <a:rPr lang="en-ID" dirty="0"/>
              <a:t>-https://docs.oracle.com/cd/E36784_01/html/E36838/ipsecov-13.html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86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Resource:</a:t>
            </a:r>
          </a:p>
          <a:p>
            <a:r>
              <a:rPr lang="en-ID" dirty="0"/>
              <a:t>https://www.hypr.com/security-encyclopedia/tunnel-mode#:~:text=Tunnel%20Mode%20is%20a%20method,address%20information%20is%20also%20encrypted.</a:t>
            </a:r>
            <a:endParaRPr lang="en-US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80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Resources:</a:t>
            </a:r>
          </a:p>
          <a:p>
            <a:endParaRPr lang="en-US" dirty="0"/>
          </a:p>
          <a:p>
            <a:r>
              <a:rPr lang="en-ID" dirty="0"/>
              <a:t>https://www.cloudflare.com/learning/ddos/glossary/open-systems-interconnection-model-osi/</a:t>
            </a:r>
          </a:p>
          <a:p>
            <a:r>
              <a:rPr lang="en-ID" dirty="0"/>
              <a:t>https://www.cloudflare.com/learning/ddos/glossary/open-systems-interconnection-model-osi/ </a:t>
            </a:r>
          </a:p>
          <a:p>
            <a:r>
              <a:rPr lang="en-ID" dirty="0"/>
              <a:t>https://learningnetwork.cisco.com/s/contentdocument/0693i000001r6HTAAY </a:t>
            </a:r>
          </a:p>
          <a:p>
            <a:r>
              <a:rPr lang="en-ID" dirty="0"/>
              <a:t>https://www.cloudflare.com/learning/network-layer/what-is-ipsec/ </a:t>
            </a:r>
          </a:p>
          <a:p>
            <a:r>
              <a:rPr lang="en-ID" dirty="0"/>
              <a:t>https://www.hypr.com/security-encyclopedia/transport-mode#:~:text=Transport%20Mode%20is%20a%20method,Transport%20Mode%20or%20Tunnel%20Mode.</a:t>
            </a:r>
          </a:p>
          <a:p>
            <a:r>
              <a:rPr lang="en-ID" dirty="0"/>
              <a:t>https://www.ibm.com/docs/en/zos/2.2.0?topic=encapsulation-transport-mode-tunnel-mode</a:t>
            </a:r>
          </a:p>
          <a:p>
            <a:r>
              <a:rPr lang="en-ID" dirty="0"/>
              <a:t>https://docs.oracle.com/cd/E36784_01/html/E36838/ipsecov-13.html</a:t>
            </a:r>
          </a:p>
          <a:p>
            <a:r>
              <a:rPr lang="en-ID" dirty="0"/>
              <a:t>https://www.hypr.com/security-encyclopedia/tunnel-mode#:~:text=Tunnel%20Mode%20is%20a%20method,address%20information%20is%20also%20encrypted.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33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D933DC8-5F40-4DE1-1800-4555D43F0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0300" y="2054347"/>
            <a:ext cx="8286748" cy="819237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/>
              <a:t>COURSE NAME*</a:t>
            </a:r>
            <a:endParaRPr lang="id-ID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D9D23-A348-F595-B710-95E853784A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0300" y="4462536"/>
            <a:ext cx="8286750" cy="642864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pPr lvl="0"/>
            <a:r>
              <a:rPr lang="en-US"/>
              <a:t>TOPIC*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AF6EC7A6-1644-1988-E351-DCDA588E6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00300" y="2879439"/>
            <a:ext cx="8286748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COURSE CODE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521841C5-28C7-B1B8-56E4-4193C60094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0298" y="5105400"/>
            <a:ext cx="8286750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SESSION #*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B2341-C3BD-4867-8D41-5F80C1709B34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1" y="749309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1" y="20097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3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66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5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4E772-3899-4649-A2AA-7CF914911BC6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4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3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69E45-41F7-4121-96F3-D9854AFC6DC8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84A83-4D5A-429E-BDC6-FD1381510BEB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9D9E7-C17C-4132-9B73-48A51CFD46B3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257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94" y="3153814"/>
            <a:ext cx="8260933" cy="1260475"/>
          </a:xfrm>
        </p:spPr>
        <p:txBody>
          <a:bodyPr>
            <a:normAutofit/>
          </a:bodyPr>
          <a:lstStyle>
            <a:lvl1pPr>
              <a:defRPr sz="353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940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1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1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2E5663C-481F-407A-A60F-1F041C634F4F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2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8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9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520700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1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2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6" indent="-390526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1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41" indent="-325439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31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9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47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85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23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8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4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5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9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9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6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505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ddos/glossary/open-systems-interconnection-model-osi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learningnetwork.cisco.com/s/contentdocument/0693i000001r6HTAA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06AC66-8F8F-AE18-BEF4-9B3C75D6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80" y="2015900"/>
            <a:ext cx="8286748" cy="819237"/>
          </a:xfrm>
        </p:spPr>
        <p:txBody>
          <a:bodyPr/>
          <a:lstStyle/>
          <a:p>
            <a:pPr marL="160020"/>
            <a:r>
              <a:rPr lang="en-US" sz="4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 Security Principles</a:t>
            </a:r>
            <a:endParaRPr lang="en-ID" sz="40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6EC62A-27C2-091D-EB52-B027A4D21F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0300" y="4462536"/>
            <a:ext cx="8036228" cy="642864"/>
          </a:xfrm>
        </p:spPr>
        <p:txBody>
          <a:bodyPr/>
          <a:lstStyle/>
          <a:p>
            <a:r>
              <a:rPr lang="en-US" dirty="0"/>
              <a:t>Internet Security Protocols</a:t>
            </a:r>
            <a:endParaRPr lang="id-ID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EC31AE-8EDA-FF91-CB1A-43328D9DE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COMP6824001</a:t>
            </a:r>
            <a:endParaRPr lang="id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5996A7-AF79-38BF-09FD-195669101D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Session 7</a:t>
            </a:r>
            <a:endParaRPr lang="id-ID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782" y="1764336"/>
            <a:ext cx="8219073" cy="4954066"/>
          </a:xfrm>
        </p:spPr>
        <p:txBody>
          <a:bodyPr>
            <a:normAutofit/>
          </a:bodyPr>
          <a:lstStyle/>
          <a:p>
            <a:pPr algn="ctr"/>
            <a:r>
              <a:rPr lang="en-US" sz="2647" b="1" dirty="0">
                <a:solidFill>
                  <a:srgbClr val="0070C0"/>
                </a:solidFill>
              </a:rPr>
              <a:t>These slides have been adapted from: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 err="1">
                <a:solidFill>
                  <a:srgbClr val="0070C0"/>
                </a:solidFill>
              </a:rPr>
              <a:t>Panek</a:t>
            </a:r>
            <a:r>
              <a:rPr lang="en-US" sz="2647" b="1" dirty="0">
                <a:solidFill>
                  <a:srgbClr val="0070C0"/>
                </a:solidFill>
              </a:rPr>
              <a:t>, Crystal. (2019). Security Fundamental, John Wiley &amp; Sons, Inc. Indianapolis. ISBN: 978-1-119-65066-9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>
                <a:solidFill>
                  <a:srgbClr val="0070C0"/>
                </a:solidFill>
              </a:rPr>
              <a:t>Lesson 3</a:t>
            </a:r>
            <a:br>
              <a:rPr lang="en-US" sz="2647" b="1" dirty="0">
                <a:solidFill>
                  <a:srgbClr val="0070C0"/>
                </a:solidFill>
              </a:rPr>
            </a:br>
            <a:endParaRPr lang="id-ID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5680" y="899999"/>
            <a:ext cx="4577279" cy="771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11" b="1" dirty="0"/>
              <a:t>Acknowledgement</a:t>
            </a:r>
          </a:p>
        </p:txBody>
      </p:sp>
    </p:spTree>
    <p:extLst>
      <p:ext uri="{BB962C8B-B14F-4D97-AF65-F5344CB8AC3E}">
        <p14:creationId xmlns:p14="http://schemas.microsoft.com/office/powerpoint/2010/main" val="219350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8745" y="386364"/>
            <a:ext cx="6390100" cy="725892"/>
          </a:xfrm>
        </p:spPr>
        <p:txBody>
          <a:bodyPr/>
          <a:lstStyle/>
          <a:p>
            <a:r>
              <a:rPr lang="id-ID" sz="4000" b="1" dirty="0" err="1"/>
              <a:t>Learning</a:t>
            </a:r>
            <a:r>
              <a:rPr lang="id-ID" sz="4000" b="1" dirty="0"/>
              <a:t> </a:t>
            </a:r>
            <a:r>
              <a:rPr lang="id-ID" sz="4000" b="1" dirty="0" err="1"/>
              <a:t>Objectives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520046" cy="4230265"/>
          </a:xfrm>
        </p:spPr>
        <p:txBody>
          <a:bodyPr/>
          <a:lstStyle/>
          <a:p>
            <a:pPr algn="just"/>
            <a:r>
              <a:rPr lang="en-US" sz="2800" dirty="0"/>
              <a:t>LO1: To explain the security principles, threats, attacks and security strategy </a:t>
            </a:r>
          </a:p>
          <a:p>
            <a:pPr algn="just"/>
            <a:r>
              <a:rPr lang="en-US" sz="2800" dirty="0"/>
              <a:t>LO2: To evaluate different strategies to handle security threats and attacks</a:t>
            </a:r>
          </a:p>
          <a:p>
            <a:pPr algn="just"/>
            <a:r>
              <a:rPr lang="en-US" sz="2800" dirty="0"/>
              <a:t>LO3: To apply different  techniques in handling computer and network security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263956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77586" y="172619"/>
            <a:ext cx="8260933" cy="1260475"/>
          </a:xfrm>
        </p:spPr>
        <p:txBody>
          <a:bodyPr/>
          <a:lstStyle/>
          <a:p>
            <a:pPr algn="ctr"/>
            <a:r>
              <a:rPr lang="en-US" dirty="0"/>
              <a:t>Topics</a:t>
            </a:r>
            <a:endParaRPr lang="id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7EDF9-7ADE-FFBE-251A-64015A133368}"/>
              </a:ext>
            </a:extLst>
          </p:cNvPr>
          <p:cNvSpPr txBox="1"/>
          <p:nvPr/>
        </p:nvSpPr>
        <p:spPr>
          <a:xfrm>
            <a:off x="1677585" y="1614834"/>
            <a:ext cx="826093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OSI Model</a:t>
            </a: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MIME and S/MIME</a:t>
            </a: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Domain Keys Identified Mail (DKIM)</a:t>
            </a: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Secure Sockets Layer (SSL) and Transport Layer Security (TLS)</a:t>
            </a: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TLS Concepts-Alert Protocol</a:t>
            </a: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Handshake Protocol-Heartbeat Protocol</a:t>
            </a: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SSL/TLS Attacks</a:t>
            </a: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 -(HTTP over SSL)</a:t>
            </a: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 Security (IPsec)-Security Associations</a:t>
            </a: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ID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 and Tunnel Modes</a:t>
            </a:r>
          </a:p>
        </p:txBody>
      </p:sp>
    </p:spTree>
    <p:extLst>
      <p:ext uri="{BB962C8B-B14F-4D97-AF65-F5344CB8AC3E}">
        <p14:creationId xmlns:p14="http://schemas.microsoft.com/office/powerpoint/2010/main" val="166443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782" y="1764336"/>
            <a:ext cx="8219073" cy="4954066"/>
          </a:xfrm>
        </p:spPr>
        <p:txBody>
          <a:bodyPr>
            <a:normAutofit/>
          </a:bodyPr>
          <a:lstStyle/>
          <a:p>
            <a:pPr algn="ctr"/>
            <a:r>
              <a:rPr lang="en-US" sz="2647" b="1" dirty="0">
                <a:solidFill>
                  <a:srgbClr val="0070C0"/>
                </a:solidFill>
              </a:rPr>
              <a:t>These slides have been adapted from: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 err="1">
                <a:solidFill>
                  <a:srgbClr val="0070C0"/>
                </a:solidFill>
              </a:rPr>
              <a:t>Panek</a:t>
            </a:r>
            <a:r>
              <a:rPr lang="en-US" sz="2647" b="1" dirty="0">
                <a:solidFill>
                  <a:srgbClr val="0070C0"/>
                </a:solidFill>
              </a:rPr>
              <a:t>, Crystal. (2019). Security Fundamental, John Wiley &amp; Sons, Inc. Indianapolis. ISBN: 978-1-119-65066-9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>
                <a:solidFill>
                  <a:srgbClr val="0070C0"/>
                </a:solidFill>
              </a:rPr>
              <a:t>Lesson 3</a:t>
            </a:r>
            <a:br>
              <a:rPr lang="en-US" sz="2647" b="1" dirty="0">
                <a:solidFill>
                  <a:srgbClr val="0070C0"/>
                </a:solidFill>
              </a:rPr>
            </a:br>
            <a:endParaRPr lang="id-ID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5680" y="899999"/>
            <a:ext cx="4577279" cy="771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11" b="1" dirty="0"/>
              <a:t>Acknowledgement</a:t>
            </a:r>
          </a:p>
        </p:txBody>
      </p:sp>
    </p:spTree>
    <p:extLst>
      <p:ext uri="{BB962C8B-B14F-4D97-AF65-F5344CB8AC3E}">
        <p14:creationId xmlns:p14="http://schemas.microsoft.com/office/powerpoint/2010/main" val="320567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8745" y="386364"/>
            <a:ext cx="6390100" cy="725892"/>
          </a:xfrm>
        </p:spPr>
        <p:txBody>
          <a:bodyPr/>
          <a:lstStyle/>
          <a:p>
            <a:r>
              <a:rPr lang="id-ID" sz="4000" b="1" dirty="0" err="1"/>
              <a:t>Learning</a:t>
            </a:r>
            <a:r>
              <a:rPr lang="id-ID" sz="4000" b="1" dirty="0"/>
              <a:t> </a:t>
            </a:r>
            <a:r>
              <a:rPr lang="id-ID" sz="4000" b="1" dirty="0" err="1"/>
              <a:t>Objectives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520046" cy="4230265"/>
          </a:xfrm>
        </p:spPr>
        <p:txBody>
          <a:bodyPr/>
          <a:lstStyle/>
          <a:p>
            <a:pPr algn="just"/>
            <a:r>
              <a:rPr lang="en-US" sz="2800" dirty="0"/>
              <a:t>LO1: To explain the security principles, threats, attacks and security strategy </a:t>
            </a:r>
          </a:p>
          <a:p>
            <a:pPr algn="just"/>
            <a:r>
              <a:rPr lang="en-US" sz="2800" dirty="0"/>
              <a:t>LO2: To evaluate different strategies to handle security threats and attacks</a:t>
            </a:r>
          </a:p>
          <a:p>
            <a:pPr algn="just"/>
            <a:r>
              <a:rPr lang="en-US" sz="2800" dirty="0"/>
              <a:t>LO3: To apply different  techniques in handling computer and network security</a:t>
            </a:r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356065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136" y="523841"/>
            <a:ext cx="8419316" cy="803918"/>
          </a:xfrm>
        </p:spPr>
        <p:txBody>
          <a:bodyPr/>
          <a:lstStyle/>
          <a:p>
            <a:pPr algn="ctr"/>
            <a:r>
              <a:rPr lang="en-US" sz="3600" b="1" dirty="0"/>
              <a:t>OSI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968222"/>
            <a:ext cx="8732989" cy="3047124"/>
          </a:xfrm>
        </p:spPr>
        <p:txBody>
          <a:bodyPr/>
          <a:lstStyle/>
          <a:p>
            <a:pPr algn="just"/>
            <a:r>
              <a:rPr lang="en-US" sz="2400" dirty="0"/>
              <a:t>The open systems interconnection (OSI) model is a conceptual model created by the International Organization for Standardization which enables diverse communication systems to communicate using standard protocols (</a:t>
            </a:r>
            <a:r>
              <a:rPr lang="en-US" sz="2400" dirty="0" err="1"/>
              <a:t>Cloudfare</a:t>
            </a:r>
            <a:r>
              <a:rPr lang="en-US" sz="2400" dirty="0"/>
              <a:t>, 2022).</a:t>
            </a:r>
          </a:p>
          <a:p>
            <a:pPr algn="just"/>
            <a:r>
              <a:rPr lang="en-US" sz="2400" dirty="0"/>
              <a:t>Each layer in the OSI layer has an interrelated function</a:t>
            </a:r>
          </a:p>
          <a:p>
            <a:pPr algn="just"/>
            <a:endParaRPr lang="en-US" sz="2400" dirty="0"/>
          </a:p>
          <a:p>
            <a:pPr algn="just"/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715113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136" y="523841"/>
            <a:ext cx="8419316" cy="803918"/>
          </a:xfrm>
        </p:spPr>
        <p:txBody>
          <a:bodyPr/>
          <a:lstStyle/>
          <a:p>
            <a:pPr algn="ctr"/>
            <a:r>
              <a:rPr lang="en-US" sz="3600" b="1" dirty="0"/>
              <a:t>OSI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78E4CA-A30D-B64B-5E18-7F598A3C3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839" y="1475166"/>
            <a:ext cx="6880743" cy="46125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15284C-DE97-42E5-F565-8FC2B8FB7570}"/>
              </a:ext>
            </a:extLst>
          </p:cNvPr>
          <p:cNvSpPr txBox="1"/>
          <p:nvPr/>
        </p:nvSpPr>
        <p:spPr>
          <a:xfrm>
            <a:off x="1935987" y="6170245"/>
            <a:ext cx="7424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hlinkClick r:id="rId3"/>
              </a:rPr>
              <a:t>https://www.cloudflare.com/learning/ddos/glossary/open-systems-interconnection-model-osi/</a:t>
            </a:r>
            <a:r>
              <a:rPr lang="en-ID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4926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0390" y="121882"/>
            <a:ext cx="8419316" cy="803918"/>
          </a:xfrm>
        </p:spPr>
        <p:txBody>
          <a:bodyPr/>
          <a:lstStyle/>
          <a:p>
            <a:pPr algn="ctr"/>
            <a:r>
              <a:rPr lang="en-US" sz="3600" b="1" dirty="0"/>
              <a:t>OSI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5284C-DE97-42E5-F565-8FC2B8FB7570}"/>
              </a:ext>
            </a:extLst>
          </p:cNvPr>
          <p:cNvSpPr txBox="1"/>
          <p:nvPr/>
        </p:nvSpPr>
        <p:spPr>
          <a:xfrm>
            <a:off x="508969" y="7046958"/>
            <a:ext cx="7424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400" dirty="0">
                <a:hlinkClick r:id="rId2"/>
              </a:rPr>
              <a:t> https://learningnetwork.cisco.com/s/contentdocument/0693i000001r6HTAAY</a:t>
            </a:r>
            <a:r>
              <a:rPr lang="en-ID" sz="14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836777-4BA3-EEEF-D9C7-764D8146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762" y="787254"/>
            <a:ext cx="6251357" cy="625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4BC9DF4-0A39-F099-3D4B-BE97E33A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136" y="523841"/>
            <a:ext cx="8419316" cy="803918"/>
          </a:xfrm>
        </p:spPr>
        <p:txBody>
          <a:bodyPr/>
          <a:lstStyle/>
          <a:p>
            <a:pPr algn="ctr"/>
            <a:r>
              <a:rPr lang="en-US" sz="3600" b="1" dirty="0"/>
              <a:t>MIME and S/MIME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51DCAC-7750-32E6-FCDC-9CB15722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1" y="1634408"/>
            <a:ext cx="8732989" cy="4294033"/>
          </a:xfrm>
        </p:spPr>
        <p:txBody>
          <a:bodyPr/>
          <a:lstStyle/>
          <a:p>
            <a:pPr algn="just"/>
            <a:r>
              <a:rPr lang="en-US" sz="2400" dirty="0"/>
              <a:t>MIME is an extension to the old RFC 822 (Standard For The Format Of ARPA Internet </a:t>
            </a:r>
            <a:r>
              <a:rPr lang="en-US" sz="2400" dirty="0" err="1"/>
              <a:t>TextMessages</a:t>
            </a:r>
            <a:r>
              <a:rPr lang="en-US" sz="2400" dirty="0"/>
              <a:t>, 1982): specification of an Internet mail format.</a:t>
            </a:r>
          </a:p>
          <a:p>
            <a:pPr algn="just"/>
            <a:r>
              <a:rPr lang="en-US" sz="2400" dirty="0"/>
              <a:t>RFC 822 defines a simple header </a:t>
            </a:r>
            <a:r>
              <a:rPr lang="en-US" sz="2400" dirty="0" err="1"/>
              <a:t>withTo</a:t>
            </a:r>
            <a:r>
              <a:rPr lang="en-US" sz="2400" dirty="0"/>
              <a:t>, From, Subject, and other fields that can be used to route an e-mail message through </a:t>
            </a:r>
            <a:r>
              <a:rPr lang="en-US" sz="2400" dirty="0" err="1"/>
              <a:t>theInternet</a:t>
            </a:r>
            <a:r>
              <a:rPr lang="en-US" sz="2400" dirty="0"/>
              <a:t> and that provides basic information about the e-mail content.</a:t>
            </a:r>
          </a:p>
          <a:p>
            <a:pPr algn="just"/>
            <a:r>
              <a:rPr lang="en-US" sz="2400" dirty="0"/>
              <a:t>MIME defines a number of content formats, which standardize representations </a:t>
            </a:r>
            <a:r>
              <a:rPr lang="en-US" sz="2400" dirty="0" err="1"/>
              <a:t>forthe</a:t>
            </a:r>
            <a:r>
              <a:rPr lang="en-US" sz="2400" dirty="0"/>
              <a:t> support of multimedia e-mail. Examples include text, image, audio, and video.</a:t>
            </a:r>
          </a:p>
          <a:p>
            <a:pPr algn="just"/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602516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4BC9DF4-0A39-F099-3D4B-BE97E33A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136" y="523841"/>
            <a:ext cx="8419316" cy="803918"/>
          </a:xfrm>
        </p:spPr>
        <p:txBody>
          <a:bodyPr/>
          <a:lstStyle/>
          <a:p>
            <a:pPr algn="ctr"/>
            <a:r>
              <a:rPr lang="en-US" sz="3600" b="1" dirty="0"/>
              <a:t>MIME and S/MIME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51DCAC-7750-32E6-FCDC-9CB15722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1" y="1440445"/>
            <a:ext cx="8732989" cy="5237447"/>
          </a:xfrm>
        </p:spPr>
        <p:txBody>
          <a:bodyPr/>
          <a:lstStyle/>
          <a:p>
            <a:pPr algn="just"/>
            <a:r>
              <a:rPr lang="en-US" sz="2000" dirty="0"/>
              <a:t>S/MIME is a complex capability that is defined in a number of documents</a:t>
            </a:r>
            <a:endParaRPr lang="en-ID" sz="16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/>
            <a:r>
              <a:rPr lang="en-US" sz="1600" b="1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RFC 5750 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(</a:t>
            </a:r>
            <a:r>
              <a:rPr lang="en-US" sz="1600" b="0" i="1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S/MIME Version 3.2 Certificate Handling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, 2010): Specifies conventions for X.509certificate usage by (S/MIME) v3.2.</a:t>
            </a:r>
            <a:endParaRPr lang="en-ID" sz="1600" b="0" i="0" u="none" strike="noStrike" baseline="0" dirty="0">
              <a:solidFill>
                <a:srgbClr val="2D2D2D"/>
              </a:solidFill>
              <a:latin typeface="Arial" panose="020B0604020202020204" pitchFamily="34" charset="0"/>
            </a:endParaRPr>
          </a:p>
          <a:p>
            <a:pPr lvl="1"/>
            <a:r>
              <a:rPr lang="en-US" sz="1600" b="1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RFC 5751 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(</a:t>
            </a:r>
            <a:r>
              <a:rPr lang="en-US" sz="1600" b="0" i="1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S/MIME Version 3.2 Message Specification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, 2010): The principal </a:t>
            </a:r>
            <a:r>
              <a:rPr lang="en-US" sz="1600" b="0" i="0" u="none" strike="noStrike" baseline="0" dirty="0" err="1">
                <a:solidFill>
                  <a:srgbClr val="2D2D2D"/>
                </a:solidFill>
                <a:latin typeface="Arial" panose="020B0604020202020204" pitchFamily="34" charset="0"/>
              </a:rPr>
              <a:t>definingdocument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 for S/MIME message creation and processing.</a:t>
            </a:r>
            <a:endParaRPr lang="en-ID" sz="1600" b="0" i="0" u="none" strike="noStrike" baseline="0" dirty="0">
              <a:solidFill>
                <a:srgbClr val="2D2D2D"/>
              </a:solidFill>
              <a:latin typeface="Arial" panose="020B0604020202020204" pitchFamily="34" charset="0"/>
            </a:endParaRPr>
          </a:p>
          <a:p>
            <a:pPr lvl="1"/>
            <a:r>
              <a:rPr lang="en-US" sz="1600" b="1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RFC 4134 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(</a:t>
            </a:r>
            <a:r>
              <a:rPr lang="en-US" sz="1600" b="0" i="1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Examples of S/MIME Messages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, 2005): Gives examples of message </a:t>
            </a:r>
            <a:r>
              <a:rPr lang="en-US" sz="1600" b="0" i="0" u="none" strike="noStrike" baseline="0" dirty="0" err="1">
                <a:solidFill>
                  <a:srgbClr val="2D2D2D"/>
                </a:solidFill>
                <a:latin typeface="Arial" panose="020B0604020202020204" pitchFamily="34" charset="0"/>
              </a:rPr>
              <a:t>bodiesformatted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 using S/MIME.</a:t>
            </a:r>
            <a:endParaRPr lang="en-ID" sz="1600" b="0" i="0" u="none" strike="noStrike" baseline="0" dirty="0">
              <a:solidFill>
                <a:srgbClr val="2D2D2D"/>
              </a:solidFill>
              <a:latin typeface="Arial" panose="020B0604020202020204" pitchFamily="34" charset="0"/>
            </a:endParaRPr>
          </a:p>
          <a:p>
            <a:pPr lvl="1"/>
            <a:r>
              <a:rPr lang="en-US" sz="1600" b="1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RFC 2634 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(</a:t>
            </a:r>
            <a:r>
              <a:rPr lang="en-US" sz="1600" b="0" i="1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Enhanced Security Services for S/MIME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, 1999): Describes four optional </a:t>
            </a:r>
            <a:r>
              <a:rPr lang="en-US" sz="1600" b="0" i="0" u="none" strike="noStrike" baseline="0" dirty="0" err="1">
                <a:solidFill>
                  <a:srgbClr val="2D2D2D"/>
                </a:solidFill>
                <a:latin typeface="Arial" panose="020B0604020202020204" pitchFamily="34" charset="0"/>
              </a:rPr>
              <a:t>securityservice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 extensions for S/MIME.</a:t>
            </a:r>
            <a:endParaRPr lang="en-ID" sz="1600" b="0" i="0" u="none" strike="noStrike" baseline="0" dirty="0">
              <a:solidFill>
                <a:srgbClr val="2D2D2D"/>
              </a:solidFill>
              <a:latin typeface="Arial" panose="020B0604020202020204" pitchFamily="34" charset="0"/>
            </a:endParaRPr>
          </a:p>
          <a:p>
            <a:pPr lvl="1"/>
            <a:r>
              <a:rPr lang="en-ID" sz="1600" b="1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RFC 5652 </a:t>
            </a:r>
            <a:r>
              <a:rPr lang="en-ID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(</a:t>
            </a:r>
            <a:r>
              <a:rPr lang="en-ID" sz="1600" b="0" i="1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Cryptographic Message Syntax (CMS)</a:t>
            </a:r>
            <a:r>
              <a:rPr lang="en-ID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, 2009): The Cryptographic Message Syntaxis used to digitally sign, digest, authenticate, or encrypt arbitrary message content.</a:t>
            </a:r>
          </a:p>
          <a:p>
            <a:pPr lvl="1"/>
            <a:r>
              <a:rPr lang="en-US" sz="1600" b="1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RFC 3370 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(</a:t>
            </a:r>
            <a:r>
              <a:rPr lang="en-US" sz="1600" b="0" i="1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CMS Algorithms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, 2002): Describes the conventions for using several </a:t>
            </a:r>
            <a:r>
              <a:rPr lang="en-US" sz="1600" b="0" i="0" u="none" strike="noStrike" baseline="0" dirty="0" err="1">
                <a:solidFill>
                  <a:srgbClr val="2D2D2D"/>
                </a:solidFill>
                <a:latin typeface="Arial" panose="020B0604020202020204" pitchFamily="34" charset="0"/>
              </a:rPr>
              <a:t>cryptographicalgorithms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 with the CMS.</a:t>
            </a:r>
            <a:endParaRPr lang="en-ID" sz="1600" b="0" i="0" u="none" strike="noStrike" baseline="0" dirty="0">
              <a:solidFill>
                <a:srgbClr val="2D2D2D"/>
              </a:solidFill>
              <a:latin typeface="Arial" panose="020B0604020202020204" pitchFamily="34" charset="0"/>
            </a:endParaRPr>
          </a:p>
          <a:p>
            <a:pPr lvl="1"/>
            <a:r>
              <a:rPr lang="en-US" sz="1600" b="1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RFC 5752 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(</a:t>
            </a:r>
            <a:r>
              <a:rPr lang="en-US" sz="1600" b="0" i="1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Multiple Signatures in CMS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, 2010): Describes the use of multiple, </a:t>
            </a:r>
            <a:r>
              <a:rPr lang="en-US" sz="1600" b="0" i="0" u="none" strike="noStrike" baseline="0" dirty="0" err="1">
                <a:solidFill>
                  <a:srgbClr val="2D2D2D"/>
                </a:solidFill>
                <a:latin typeface="Arial" panose="020B0604020202020204" pitchFamily="34" charset="0"/>
              </a:rPr>
              <a:t>parallelsignatures</a:t>
            </a:r>
            <a:r>
              <a:rPr lang="en-US" sz="1600" b="0" i="0" u="none" strike="noStrike" baseline="0" dirty="0">
                <a:solidFill>
                  <a:srgbClr val="2D2D2D"/>
                </a:solidFill>
                <a:latin typeface="Arial" panose="020B0604020202020204" pitchFamily="34" charset="0"/>
              </a:rPr>
              <a:t> for a message.</a:t>
            </a:r>
          </a:p>
          <a:p>
            <a:pPr lvl="1"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RFC 1847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(Security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Multiparts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for MIME—Multipart/Signed and Multipart/Encrypted, 1995):Defines a framework within which security services may be applied to MIME body parts.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Theuse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of a digital signature is relevant to S/MIME, as explained subsequently.</a:t>
            </a:r>
            <a:endParaRPr lang="id-ID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89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9923FF-914C-E254-0DE5-AD859350A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976" y="1285874"/>
            <a:ext cx="8766751" cy="4991101"/>
          </a:xfrm>
        </p:spPr>
        <p:txBody>
          <a:bodyPr/>
          <a:lstStyle/>
          <a:p>
            <a:pPr algn="just"/>
            <a:r>
              <a:rPr lang="en-US" sz="2400" dirty="0"/>
              <a:t>DomainKeys Identified Mail (DKIM) is a specification for cryptographically signing e-</a:t>
            </a:r>
            <a:r>
              <a:rPr lang="en-US" sz="2400" dirty="0" err="1"/>
              <a:t>mailmessages</a:t>
            </a:r>
            <a:r>
              <a:rPr lang="en-US" sz="2400" dirty="0"/>
              <a:t>, permitting a signing domain to claim responsibility for a message in the mail stream.</a:t>
            </a:r>
          </a:p>
          <a:p>
            <a:pPr algn="just"/>
            <a:r>
              <a:rPr lang="en-US" sz="2400" dirty="0"/>
              <a:t>Message recipients (or agents acting in their behalf) can verify the signature by querying </a:t>
            </a:r>
            <a:r>
              <a:rPr lang="en-US" sz="2400" dirty="0" err="1"/>
              <a:t>thesigner’s</a:t>
            </a:r>
            <a:r>
              <a:rPr lang="en-US" sz="2400" dirty="0"/>
              <a:t> domain directly to retrieve the appropriate public key and thereby can confirm that </a:t>
            </a:r>
            <a:r>
              <a:rPr lang="en-US" sz="2400" dirty="0" err="1"/>
              <a:t>themessage</a:t>
            </a:r>
            <a:r>
              <a:rPr lang="en-US" sz="2400" dirty="0"/>
              <a:t> was attested to by a party in possession of the private key for the signing domain.</a:t>
            </a:r>
          </a:p>
          <a:p>
            <a:pPr algn="just"/>
            <a:r>
              <a:rPr lang="en-US" sz="2400" dirty="0" err="1"/>
              <a:t>DKIMis</a:t>
            </a:r>
            <a:r>
              <a:rPr lang="en-US" sz="2400" dirty="0"/>
              <a:t> specified in Internet Standard RFC 4871 (DomainKeys Identified Mail (DKIM) Signatures,2007).</a:t>
            </a:r>
          </a:p>
          <a:p>
            <a:pPr algn="just"/>
            <a:r>
              <a:rPr lang="en-US" sz="2400" dirty="0"/>
              <a:t>DKIM has been widely adopted by a range of e-mail providers, including </a:t>
            </a:r>
            <a:r>
              <a:rPr lang="en-US" sz="2400" dirty="0" err="1"/>
              <a:t>corporations,government</a:t>
            </a:r>
            <a:r>
              <a:rPr lang="en-US" sz="2400" dirty="0"/>
              <a:t> agencies, </a:t>
            </a:r>
            <a:r>
              <a:rPr lang="en-US" sz="2400" dirty="0" err="1"/>
              <a:t>gmail</a:t>
            </a:r>
            <a:r>
              <a:rPr lang="en-US" sz="2400" dirty="0"/>
              <a:t>, yahoo, and many Internet service providers (ISPs).</a:t>
            </a:r>
            <a:endParaRPr lang="en-ID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447796-F03C-2514-B79F-4B8348A8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960" y="97981"/>
            <a:ext cx="8224404" cy="1038091"/>
          </a:xfrm>
        </p:spPr>
        <p:txBody>
          <a:bodyPr/>
          <a:lstStyle/>
          <a:p>
            <a:pPr algn="ctr"/>
            <a:r>
              <a:rPr lang="en-ID" b="1" dirty="0"/>
              <a:t>Domain Keys Identified Mail (DKIM)</a:t>
            </a:r>
          </a:p>
        </p:txBody>
      </p:sp>
    </p:spTree>
    <p:extLst>
      <p:ext uri="{BB962C8B-B14F-4D97-AF65-F5344CB8AC3E}">
        <p14:creationId xmlns:p14="http://schemas.microsoft.com/office/powerpoint/2010/main" val="883414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C6F69D-A7E5-4C28-3870-26E182F89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28" y="243892"/>
            <a:ext cx="7619999" cy="795199"/>
          </a:xfrm>
        </p:spPr>
        <p:txBody>
          <a:bodyPr/>
          <a:lstStyle/>
          <a:p>
            <a:pPr algn="ctr"/>
            <a:r>
              <a:rPr lang="en-ID" b="1" dirty="0"/>
              <a:t>Domain Keys Identified Mail (DKIM)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176CE8-0051-861B-A6C5-7B62CD27C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183" y="1291789"/>
            <a:ext cx="5854889" cy="53511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48C7A6-77C6-663C-5F1C-983F286C7668}"/>
              </a:ext>
            </a:extLst>
          </p:cNvPr>
          <p:cNvSpPr txBox="1"/>
          <p:nvPr/>
        </p:nvSpPr>
        <p:spPr>
          <a:xfrm>
            <a:off x="952499" y="6635766"/>
            <a:ext cx="92998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Picture: Function Modules and Standardized Protocols Used Between Them in </a:t>
            </a:r>
            <a:r>
              <a:rPr lang="en-US" dirty="0" err="1"/>
              <a:t>theInternet</a:t>
            </a:r>
            <a:r>
              <a:rPr lang="en-US" dirty="0"/>
              <a:t> Mail Architecture (William Stalling, Computer Security,2018, Fig 22.2)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42289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1A8B7-BD6C-6DB7-3DFE-59292A78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3" y="458637"/>
            <a:ext cx="8016731" cy="511455"/>
          </a:xfrm>
        </p:spPr>
        <p:txBody>
          <a:bodyPr/>
          <a:lstStyle/>
          <a:p>
            <a:pPr algn="ctr"/>
            <a:r>
              <a:rPr lang="en-ID" sz="3600" b="1" dirty="0"/>
              <a:t>DKIM Strategy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4E3EE8-CF61-F926-9EC4-E75FDA999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324" y="1217799"/>
            <a:ext cx="6405542" cy="55987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3D395F-99B6-4D59-2470-BCCE4BAF9E2F}"/>
              </a:ext>
            </a:extLst>
          </p:cNvPr>
          <p:cNvSpPr txBox="1"/>
          <p:nvPr/>
        </p:nvSpPr>
        <p:spPr>
          <a:xfrm>
            <a:off x="1875703" y="6856464"/>
            <a:ext cx="83161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Picture: Simple Example of DKIM Deployment, William stalling, Fig 22.3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82824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72FDDE-D228-0825-96AF-E2796DF73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45" y="1941387"/>
            <a:ext cx="9171709" cy="4002214"/>
          </a:xfrm>
        </p:spPr>
        <p:txBody>
          <a:bodyPr/>
          <a:lstStyle/>
          <a:p>
            <a:pPr algn="just"/>
            <a:r>
              <a:rPr lang="en-US" sz="2800" dirty="0"/>
              <a:t>One of the most widely used security services is the Secure Sockets Layer (SSL) and the follow-on Internet standard RFC 4346 (The Transport Layer Security (TLS) Protocol Version 1.1, 2006).</a:t>
            </a:r>
          </a:p>
          <a:p>
            <a:pPr algn="just"/>
            <a:r>
              <a:rPr lang="en-US" sz="2800" dirty="0"/>
              <a:t>TLS has largely supplanted earlier SSL implementations.</a:t>
            </a:r>
          </a:p>
          <a:p>
            <a:pPr algn="just"/>
            <a:r>
              <a:rPr lang="en-US" sz="2800" dirty="0"/>
              <a:t>TLS is a general-purpose </a:t>
            </a:r>
            <a:r>
              <a:rPr lang="en-US" sz="2800" dirty="0" err="1"/>
              <a:t>serviceimplemented</a:t>
            </a:r>
            <a:r>
              <a:rPr lang="en-US" sz="2800" dirty="0"/>
              <a:t> as a set of protocols that rely on TCP.</a:t>
            </a:r>
            <a:endParaRPr lang="en-ID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182CC-FADD-14D4-2AE9-E2A5D93EA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491" y="250546"/>
            <a:ext cx="8506691" cy="1134910"/>
          </a:xfrm>
        </p:spPr>
        <p:txBody>
          <a:bodyPr/>
          <a:lstStyle/>
          <a:p>
            <a:pPr algn="ctr"/>
            <a:r>
              <a:rPr lang="en-US" sz="3600" b="1" dirty="0"/>
              <a:t>Secure Sockets Layer (SSL) and Transport Layer Security (TLS)</a:t>
            </a:r>
            <a:endParaRPr lang="en-ID" sz="3600" b="1" dirty="0"/>
          </a:p>
        </p:txBody>
      </p:sp>
    </p:spTree>
    <p:extLst>
      <p:ext uri="{BB962C8B-B14F-4D97-AF65-F5344CB8AC3E}">
        <p14:creationId xmlns:p14="http://schemas.microsoft.com/office/powerpoint/2010/main" val="1673229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613484-1C69-BC13-97E2-167FF29CD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361382"/>
            <a:ext cx="8250236" cy="1108075"/>
          </a:xfrm>
        </p:spPr>
        <p:txBody>
          <a:bodyPr/>
          <a:lstStyle/>
          <a:p>
            <a:pPr algn="ctr"/>
            <a:r>
              <a:rPr lang="en-ID" sz="3600" b="1" dirty="0"/>
              <a:t>TLS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447663-47D4-0A62-6488-05772DA1B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279" y="1902434"/>
            <a:ext cx="6281586" cy="3168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DF0FDC-49BB-7113-E7CB-65BA3096BB7F}"/>
              </a:ext>
            </a:extLst>
          </p:cNvPr>
          <p:cNvSpPr txBox="1"/>
          <p:nvPr/>
        </p:nvSpPr>
        <p:spPr>
          <a:xfrm>
            <a:off x="1676940" y="5385043"/>
            <a:ext cx="79282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Picture: Figure 22.4 SSL/TLS Protocol Stack (William Stalling, 2018)</a:t>
            </a:r>
          </a:p>
        </p:txBody>
      </p:sp>
    </p:spTree>
    <p:extLst>
      <p:ext uri="{BB962C8B-B14F-4D97-AF65-F5344CB8AC3E}">
        <p14:creationId xmlns:p14="http://schemas.microsoft.com/office/powerpoint/2010/main" val="2767260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613484-1C69-BC13-97E2-167FF29CD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963" y="362546"/>
            <a:ext cx="5692342" cy="544415"/>
          </a:xfrm>
        </p:spPr>
        <p:txBody>
          <a:bodyPr/>
          <a:lstStyle/>
          <a:p>
            <a:pPr algn="ctr"/>
            <a:r>
              <a:rPr lang="en-ID" sz="3600" b="1" dirty="0"/>
              <a:t>TLS Protocols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D33C19E-9710-B435-4E4E-8F2DDC2090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78506"/>
              </p:ext>
            </p:extLst>
          </p:nvPr>
        </p:nvGraphicFramePr>
        <p:xfrm>
          <a:off x="2058530" y="1467883"/>
          <a:ext cx="7487821" cy="504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058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A8C71D-345B-4610-8F06-DEE50B14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836" y="416801"/>
            <a:ext cx="7079674" cy="456036"/>
          </a:xfrm>
        </p:spPr>
        <p:txBody>
          <a:bodyPr/>
          <a:lstStyle/>
          <a:p>
            <a:pPr algn="ctr"/>
            <a:r>
              <a:rPr lang="en-ID" sz="4000" b="1" dirty="0"/>
              <a:t>SSL/TLS Attacks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F4B8B8-7E73-8CD2-155D-A20B3A893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599" y="1849851"/>
            <a:ext cx="8299620" cy="38631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4A6327-2D09-F67F-E5E9-885FF09EFE34}"/>
              </a:ext>
            </a:extLst>
          </p:cNvPr>
          <p:cNvSpPr txBox="1"/>
          <p:nvPr/>
        </p:nvSpPr>
        <p:spPr>
          <a:xfrm>
            <a:off x="2030858" y="6247189"/>
            <a:ext cx="74991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Picture: The Heartbleed Exploit  (William Stalling, 2018, fig 22.7)</a:t>
            </a:r>
          </a:p>
        </p:txBody>
      </p:sp>
    </p:spTree>
    <p:extLst>
      <p:ext uri="{BB962C8B-B14F-4D97-AF65-F5344CB8AC3E}">
        <p14:creationId xmlns:p14="http://schemas.microsoft.com/office/powerpoint/2010/main" val="2740835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D3F6A7-162A-7D93-1082-A7407862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382" y="285456"/>
            <a:ext cx="6470074" cy="553018"/>
          </a:xfrm>
        </p:spPr>
        <p:txBody>
          <a:bodyPr/>
          <a:lstStyle/>
          <a:p>
            <a:pPr algn="ctr"/>
            <a:r>
              <a:rPr lang="en-ID" sz="3600" b="1" dirty="0"/>
              <a:t>HTTPS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EBBEF-A779-888D-9CEB-D08CDC5B7C0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113488" y="1133474"/>
            <a:ext cx="8681676" cy="5991519"/>
          </a:xfrm>
        </p:spPr>
        <p:txBody>
          <a:bodyPr/>
          <a:lstStyle/>
          <a:p>
            <a:pPr algn="just"/>
            <a:r>
              <a:rPr lang="en-US" sz="2400" dirty="0"/>
              <a:t> HTTPS (HTTP over SSL) refers to the combination of HTTP and SSL to implement </a:t>
            </a:r>
            <a:r>
              <a:rPr lang="en-US" sz="2400" dirty="0" err="1"/>
              <a:t>securecommunication</a:t>
            </a:r>
            <a:r>
              <a:rPr lang="en-US" sz="2400" dirty="0"/>
              <a:t> between a Web browser and a Web server</a:t>
            </a:r>
          </a:p>
          <a:p>
            <a:pPr algn="just"/>
            <a:r>
              <a:rPr lang="en-US" sz="2400" dirty="0"/>
              <a:t>The principal difference seen by a user of a Web browser is that URL (uniform resource locator)addresses begin with https:// rather than http://. A normal HTTP connection uses port 80. </a:t>
            </a:r>
            <a:r>
              <a:rPr lang="en-US" sz="2400" dirty="0" err="1"/>
              <a:t>IfHTTPS</a:t>
            </a:r>
            <a:r>
              <a:rPr lang="en-US" sz="2400" dirty="0"/>
              <a:t> is specified, port 443 is used, which invokes SSL.</a:t>
            </a:r>
          </a:p>
          <a:p>
            <a:pPr algn="just"/>
            <a:r>
              <a:rPr lang="en-US" sz="2400" dirty="0"/>
              <a:t>When HTTPS is used, the following elements of the communication are encrypted:</a:t>
            </a:r>
          </a:p>
          <a:p>
            <a:pPr lvl="1" algn="just">
              <a:buFontTx/>
              <a:buChar char="-"/>
            </a:pPr>
            <a:r>
              <a:rPr lang="en-US" sz="1999" dirty="0"/>
              <a:t>URL of the requested document</a:t>
            </a:r>
          </a:p>
          <a:p>
            <a:pPr lvl="1" algn="just">
              <a:buFontTx/>
              <a:buChar char="-"/>
            </a:pPr>
            <a:r>
              <a:rPr lang="en-US" sz="1999" dirty="0"/>
              <a:t>Contents of the document</a:t>
            </a:r>
          </a:p>
          <a:p>
            <a:pPr lvl="1" algn="just">
              <a:buFontTx/>
              <a:buChar char="-"/>
            </a:pPr>
            <a:r>
              <a:rPr lang="en-US" sz="1999" dirty="0"/>
              <a:t>Contents of browser forms (filled in by browser user)</a:t>
            </a:r>
          </a:p>
          <a:p>
            <a:pPr lvl="1" algn="just">
              <a:buFontTx/>
              <a:buChar char="-"/>
            </a:pPr>
            <a:r>
              <a:rPr lang="en-US" sz="1999" dirty="0"/>
              <a:t>Cookies sent from browser to server and from server to browser</a:t>
            </a:r>
          </a:p>
          <a:p>
            <a:pPr lvl="1" algn="just">
              <a:buFontTx/>
              <a:buChar char="-"/>
            </a:pPr>
            <a:r>
              <a:rPr lang="en-US" sz="1999" dirty="0"/>
              <a:t>Contents of HTTP header</a:t>
            </a:r>
            <a:endParaRPr lang="en-ID" sz="1999" dirty="0"/>
          </a:p>
        </p:txBody>
      </p:sp>
    </p:spTree>
    <p:extLst>
      <p:ext uri="{BB962C8B-B14F-4D97-AF65-F5344CB8AC3E}">
        <p14:creationId xmlns:p14="http://schemas.microsoft.com/office/powerpoint/2010/main" val="1543477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4BC9DF4-0A39-F099-3D4B-BE97E33A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136" y="523841"/>
            <a:ext cx="8419316" cy="803918"/>
          </a:xfrm>
        </p:spPr>
        <p:txBody>
          <a:bodyPr/>
          <a:lstStyle/>
          <a:p>
            <a:pPr algn="ctr"/>
            <a:r>
              <a:rPr lang="en-ID" sz="3600" b="1" dirty="0"/>
              <a:t>HTTPS</a:t>
            </a:r>
            <a:endParaRPr lang="en-US" sz="3600" b="1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8BAF2A3-0589-550C-884D-50BA058009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199035"/>
              </p:ext>
            </p:extLst>
          </p:nvPr>
        </p:nvGraphicFramePr>
        <p:xfrm>
          <a:off x="1906130" y="1564865"/>
          <a:ext cx="7487821" cy="504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1954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036" y="84127"/>
            <a:ext cx="8745515" cy="1043215"/>
          </a:xfrm>
        </p:spPr>
        <p:txBody>
          <a:bodyPr/>
          <a:lstStyle/>
          <a:p>
            <a:pPr algn="ctr"/>
            <a:r>
              <a:rPr lang="en-US" b="1" dirty="0"/>
              <a:t>IPv4 AND IPv6 SECURITY</a:t>
            </a:r>
            <a:endParaRPr lang="en-ID" b="1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7B1A9F9-63CB-6E57-0B31-B83F8D48AA79}"/>
              </a:ext>
            </a:extLst>
          </p:cNvPr>
          <p:cNvSpPr txBox="1">
            <a:spLocks/>
          </p:cNvSpPr>
          <p:nvPr/>
        </p:nvSpPr>
        <p:spPr bwMode="auto">
          <a:xfrm>
            <a:off x="1113488" y="1133474"/>
            <a:ext cx="8681676" cy="5991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>
            <a:lvl1pPr marL="390526" indent="-390526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601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marL="846141" indent="-325439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2pPr>
            <a:lvl3pPr marL="13033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3pPr>
            <a:lvl4pPr marL="18240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4pPr>
            <a:lvl5pPr marL="2346331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5pPr>
            <a:lvl6pPr marL="2867909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47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85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23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IPsec is a group of protocols that are used together to set up encrypted connections between devices.</a:t>
            </a:r>
          </a:p>
          <a:p>
            <a:pPr algn="just"/>
            <a:r>
              <a:rPr lang="en-US" sz="2400" dirty="0"/>
              <a:t>Users have some security concerns that cut across protocol layers</a:t>
            </a:r>
          </a:p>
          <a:p>
            <a:pPr algn="just"/>
            <a:r>
              <a:rPr lang="en-US" sz="2400" dirty="0"/>
              <a:t>For </a:t>
            </a:r>
            <a:r>
              <a:rPr lang="en-US" sz="2400" dirty="0" err="1"/>
              <a:t>example,an</a:t>
            </a:r>
            <a:r>
              <a:rPr lang="en-US" sz="2400" dirty="0"/>
              <a:t> enterprise can run a secure, private TCP/IP network by disallowing links to untrusted </a:t>
            </a:r>
            <a:r>
              <a:rPr lang="en-US" sz="2400" dirty="0" err="1"/>
              <a:t>sites,encrypting</a:t>
            </a:r>
            <a:r>
              <a:rPr lang="en-US" sz="2400" dirty="0"/>
              <a:t> packets that leave the premises, and authenticating packets that enter the </a:t>
            </a:r>
            <a:r>
              <a:rPr lang="en-US" sz="2400" dirty="0" err="1"/>
              <a:t>premises.By</a:t>
            </a:r>
            <a:r>
              <a:rPr lang="en-US" sz="2400" dirty="0"/>
              <a:t> implementing security at the IP level, an organization can ensure secure networking not </a:t>
            </a:r>
            <a:r>
              <a:rPr lang="en-US" sz="2400" dirty="0" err="1"/>
              <a:t>onlyfor</a:t>
            </a:r>
            <a:r>
              <a:rPr lang="en-US" sz="2400" dirty="0"/>
              <a:t> applications that have security mechanisms but also for the many security-</a:t>
            </a:r>
            <a:r>
              <a:rPr lang="en-US" sz="2400" dirty="0" err="1"/>
              <a:t>ignorantapplications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IP-level security encompasses three functional areas: </a:t>
            </a:r>
          </a:p>
          <a:p>
            <a:pPr lvl="1" algn="just">
              <a:buFontTx/>
              <a:buChar char="-"/>
            </a:pPr>
            <a:r>
              <a:rPr lang="en-US" sz="1800" dirty="0"/>
              <a:t>Authentication</a:t>
            </a:r>
          </a:p>
          <a:p>
            <a:pPr lvl="1" algn="just">
              <a:buFontTx/>
              <a:buChar char="-"/>
            </a:pPr>
            <a:r>
              <a:rPr lang="en-US" sz="1800" dirty="0"/>
              <a:t>Confidentiality</a:t>
            </a:r>
          </a:p>
          <a:p>
            <a:pPr lvl="1" algn="just">
              <a:buFontTx/>
              <a:buChar char="-"/>
            </a:pPr>
            <a:r>
              <a:rPr lang="en-US" sz="1800" dirty="0" err="1"/>
              <a:t>Keymanagement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302770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5492" y="110920"/>
            <a:ext cx="6359236" cy="1510144"/>
          </a:xfrm>
        </p:spPr>
        <p:txBody>
          <a:bodyPr/>
          <a:lstStyle/>
          <a:p>
            <a:pPr algn="ctr"/>
            <a:r>
              <a:rPr lang="en-US" b="1" dirty="0"/>
              <a:t>Applications of </a:t>
            </a:r>
            <a:r>
              <a:rPr lang="en-US" b="1" dirty="0" err="1"/>
              <a:t>IPSec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A289-F3D9-7C9D-E30A-874AD4575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875" y="1465501"/>
            <a:ext cx="9117041" cy="5422187"/>
          </a:xfrm>
        </p:spPr>
        <p:txBody>
          <a:bodyPr/>
          <a:lstStyle/>
          <a:p>
            <a:pPr algn="just"/>
            <a:r>
              <a:rPr lang="en-US" sz="2000" b="1" dirty="0"/>
              <a:t>Secure branch office connectivity over the Internet:</a:t>
            </a:r>
            <a:r>
              <a:rPr lang="en-US" sz="2000" dirty="0"/>
              <a:t> A company can build a secure virtual private network over the Internet or over a public WAN. This enables a business to </a:t>
            </a:r>
            <a:r>
              <a:rPr lang="en-US" sz="2000" dirty="0" err="1"/>
              <a:t>relyheavily</a:t>
            </a:r>
            <a:r>
              <a:rPr lang="en-US" sz="2000" dirty="0"/>
              <a:t> on the Internet and reduce its need for private networks, saving costs and </a:t>
            </a:r>
            <a:r>
              <a:rPr lang="en-US" sz="2000" dirty="0" err="1"/>
              <a:t>networkmanagement</a:t>
            </a:r>
            <a:r>
              <a:rPr lang="en-US" sz="2000" dirty="0"/>
              <a:t> overhead.</a:t>
            </a:r>
          </a:p>
          <a:p>
            <a:pPr algn="just"/>
            <a:r>
              <a:rPr lang="en-US" sz="2000" b="1" dirty="0"/>
              <a:t>Secure remote access over the Internet: </a:t>
            </a:r>
            <a:r>
              <a:rPr lang="en-US" sz="2000" dirty="0"/>
              <a:t>An end user whose system is equipped with </a:t>
            </a:r>
            <a:r>
              <a:rPr lang="en-US" sz="2000" dirty="0" err="1"/>
              <a:t>IPsecurity</a:t>
            </a:r>
            <a:r>
              <a:rPr lang="en-US" sz="2000" dirty="0"/>
              <a:t> protocols can make a local call to an Internet service provider and gain secure </a:t>
            </a:r>
            <a:r>
              <a:rPr lang="en-US" sz="2000" dirty="0" err="1"/>
              <a:t>accessto</a:t>
            </a:r>
            <a:r>
              <a:rPr lang="en-US" sz="2000" dirty="0"/>
              <a:t> a company network. This reduces the cost of toll charges for traveling employees </a:t>
            </a:r>
            <a:r>
              <a:rPr lang="en-US" sz="2000" dirty="0" err="1"/>
              <a:t>andtelecommuters</a:t>
            </a:r>
            <a:r>
              <a:rPr lang="en-US" sz="2000" dirty="0"/>
              <a:t>.</a:t>
            </a:r>
          </a:p>
          <a:p>
            <a:pPr algn="just"/>
            <a:r>
              <a:rPr lang="en-US" sz="2000" b="1" dirty="0"/>
              <a:t>Establishing extranet and intranet connectivity with partners: </a:t>
            </a:r>
            <a:r>
              <a:rPr lang="en-US" sz="2000" dirty="0"/>
              <a:t>IPsec can be used </a:t>
            </a:r>
            <a:r>
              <a:rPr lang="en-US" sz="2000" dirty="0" err="1"/>
              <a:t>tosecure</a:t>
            </a:r>
            <a:r>
              <a:rPr lang="en-US" sz="2000" dirty="0"/>
              <a:t> communication with other organizations, ensuring authentication and confidentiality </a:t>
            </a:r>
            <a:r>
              <a:rPr lang="en-US" sz="2000" dirty="0" err="1"/>
              <a:t>andproviding</a:t>
            </a:r>
            <a:r>
              <a:rPr lang="en-US" sz="2000" dirty="0"/>
              <a:t> a key exchange mechanism.</a:t>
            </a:r>
          </a:p>
          <a:p>
            <a:pPr algn="just"/>
            <a:r>
              <a:rPr lang="en-US" sz="2000" b="1" dirty="0"/>
              <a:t>Enhancing electronic commerce security: </a:t>
            </a:r>
            <a:r>
              <a:rPr lang="en-US" sz="2000" dirty="0"/>
              <a:t>Even though some Web and </a:t>
            </a:r>
            <a:r>
              <a:rPr lang="en-US" sz="2000" dirty="0" err="1"/>
              <a:t>electroniccommerce</a:t>
            </a:r>
            <a:r>
              <a:rPr lang="en-US" sz="2000" dirty="0"/>
              <a:t> applications have built-in security protocols, the use of IPsec enhances </a:t>
            </a:r>
            <a:r>
              <a:rPr lang="en-US" sz="2000" dirty="0" err="1"/>
              <a:t>thatsecurity</a:t>
            </a:r>
            <a:r>
              <a:rPr lang="en-US" sz="2000" dirty="0"/>
              <a:t>.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025467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A48B-F5F1-605C-D553-47891A3F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991" y="1233328"/>
            <a:ext cx="8592402" cy="5337594"/>
          </a:xfrm>
        </p:spPr>
        <p:txBody>
          <a:bodyPr/>
          <a:lstStyle/>
          <a:p>
            <a:r>
              <a:rPr lang="en-US" sz="2800" b="1" dirty="0"/>
              <a:t>Transport Mode</a:t>
            </a:r>
          </a:p>
          <a:p>
            <a:pPr marL="0" indent="0">
              <a:buNone/>
            </a:pPr>
            <a:endParaRPr lang="en-US" sz="2800" dirty="0"/>
          </a:p>
          <a:p>
            <a:pPr lvl="1" algn="just"/>
            <a:r>
              <a:rPr lang="en-US" sz="2399" dirty="0"/>
              <a:t>-Transport Mode is a method of sending data over the Internet where the data is encrypted but the original IP address information is not. </a:t>
            </a:r>
          </a:p>
          <a:p>
            <a:pPr lvl="1" algn="just"/>
            <a:r>
              <a:rPr lang="en-US" sz="2399" dirty="0"/>
              <a:t>-Transport mode provides protection primarily for upper-layer protocols.</a:t>
            </a:r>
          </a:p>
          <a:p>
            <a:pPr lvl="1" algn="just"/>
            <a:r>
              <a:rPr lang="en-US" sz="2399" dirty="0"/>
              <a:t>-Transport </a:t>
            </a:r>
            <a:r>
              <a:rPr lang="en-US" sz="2399" dirty="0" err="1"/>
              <a:t>modeprotection</a:t>
            </a:r>
            <a:r>
              <a:rPr lang="en-US" sz="2399" dirty="0"/>
              <a:t> extends to the payload of an IP packet.</a:t>
            </a:r>
          </a:p>
          <a:p>
            <a:pPr lvl="1" algn="just"/>
            <a:r>
              <a:rPr lang="en-US" sz="2399" dirty="0"/>
              <a:t>-Typically, transport mode is </a:t>
            </a:r>
            <a:r>
              <a:rPr lang="en-US" sz="2399" dirty="0" err="1"/>
              <a:t>usedfor</a:t>
            </a:r>
            <a:r>
              <a:rPr lang="en-US" sz="2399" dirty="0"/>
              <a:t> end-to-end communication between two hosts (e.g., a client and a server, or two workstations).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994" y="195401"/>
            <a:ext cx="8434242" cy="1037927"/>
          </a:xfrm>
        </p:spPr>
        <p:txBody>
          <a:bodyPr/>
          <a:lstStyle/>
          <a:p>
            <a:pPr algn="ctr"/>
            <a:r>
              <a:rPr lang="en-ID" sz="4000" b="1" dirty="0"/>
              <a:t>Transport and Tunnel Modes</a:t>
            </a:r>
          </a:p>
        </p:txBody>
      </p:sp>
    </p:spTree>
    <p:extLst>
      <p:ext uri="{BB962C8B-B14F-4D97-AF65-F5344CB8AC3E}">
        <p14:creationId xmlns:p14="http://schemas.microsoft.com/office/powerpoint/2010/main" val="894992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A48B-F5F1-605C-D553-47891A3F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0" y="1379546"/>
            <a:ext cx="8705849" cy="5353763"/>
          </a:xfrm>
        </p:spPr>
        <p:txBody>
          <a:bodyPr/>
          <a:lstStyle/>
          <a:p>
            <a:pPr algn="just"/>
            <a:r>
              <a:rPr lang="en-US" sz="3200" b="0" i="0" dirty="0">
                <a:solidFill>
                  <a:srgbClr val="00001F"/>
                </a:solidFill>
                <a:effectLst/>
                <a:latin typeface="Roboto" panose="02000000000000000000" pitchFamily="2" charset="0"/>
              </a:rPr>
              <a:t>Tunnel Mode is a method of sending data over the Internet where the data is encrypted and the original IP address information is also encrypted. </a:t>
            </a:r>
            <a:endParaRPr lang="en-US" sz="3200" dirty="0"/>
          </a:p>
          <a:p>
            <a:pPr algn="just"/>
            <a:r>
              <a:rPr lang="en-US" sz="3200" dirty="0"/>
              <a:t>Tunnel mode provides protection to the entire IP packet</a:t>
            </a:r>
          </a:p>
          <a:p>
            <a:pPr algn="just"/>
            <a:r>
              <a:rPr lang="en-US" sz="3200" dirty="0"/>
              <a:t>The entire original, inner, packet travels through </a:t>
            </a:r>
            <a:r>
              <a:rPr lang="en-US" sz="3200" dirty="0" err="1"/>
              <a:t>atunnel</a:t>
            </a:r>
            <a:r>
              <a:rPr lang="en-US" sz="3200" dirty="0"/>
              <a:t> from one point of an IP network to another; no routers along the way are able to </a:t>
            </a:r>
            <a:r>
              <a:rPr lang="en-US" sz="3200" dirty="0" err="1"/>
              <a:t>examinethe</a:t>
            </a:r>
            <a:r>
              <a:rPr lang="en-US" sz="3200" dirty="0"/>
              <a:t> inner IP header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103" y="119072"/>
            <a:ext cx="6671447" cy="1071776"/>
          </a:xfrm>
        </p:spPr>
        <p:txBody>
          <a:bodyPr/>
          <a:lstStyle/>
          <a:p>
            <a:pPr algn="ctr"/>
            <a:r>
              <a:rPr lang="en-ID" sz="4000" b="1" dirty="0"/>
              <a:t>TUNNEL MODE</a:t>
            </a:r>
          </a:p>
        </p:txBody>
      </p:sp>
    </p:spTree>
    <p:extLst>
      <p:ext uri="{BB962C8B-B14F-4D97-AF65-F5344CB8AC3E}">
        <p14:creationId xmlns:p14="http://schemas.microsoft.com/office/powerpoint/2010/main" val="858980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52832E-6647-AEAF-1272-014891FC7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7672" y="2868767"/>
            <a:ext cx="6276109" cy="1107488"/>
          </a:xfrm>
        </p:spPr>
        <p:txBody>
          <a:bodyPr/>
          <a:lstStyle/>
          <a:p>
            <a:pPr marL="0" indent="0" algn="ctr">
              <a:buNone/>
            </a:pPr>
            <a:r>
              <a:rPr lang="en-US" sz="6000" b="1" dirty="0"/>
              <a:t>Question ?</a:t>
            </a:r>
            <a:endParaRPr lang="en-ID" sz="19900" b="1" dirty="0"/>
          </a:p>
        </p:txBody>
      </p:sp>
    </p:spTree>
    <p:extLst>
      <p:ext uri="{BB962C8B-B14F-4D97-AF65-F5344CB8AC3E}">
        <p14:creationId xmlns:p14="http://schemas.microsoft.com/office/powerpoint/2010/main" val="3622753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52832E-6647-AEAF-1272-014891FC7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642" y="1621857"/>
            <a:ext cx="9618662" cy="4991101"/>
          </a:xfrm>
        </p:spPr>
        <p:txBody>
          <a:bodyPr/>
          <a:lstStyle/>
          <a:p>
            <a:pPr algn="just"/>
            <a:r>
              <a:rPr lang="en-US" sz="2400" dirty="0" err="1"/>
              <a:t>Panek</a:t>
            </a:r>
            <a:r>
              <a:rPr lang="en-US" sz="2400" dirty="0"/>
              <a:t>, Crystal. (2019). Security Fundamental, John Wiley &amp;     	 Sons, Inc. Indianapolis. ISBN: 978-1-119-65066-9</a:t>
            </a:r>
          </a:p>
          <a:p>
            <a:r>
              <a:rPr lang="en-US" sz="2400" dirty="0"/>
              <a:t>Stallings, William and Lawrie Brown. 2018. Computer Security: Principles and Practice, 4th Edition. Global Edition, Pearson Education Limited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9CDB2E-CD11-5B75-97C6-A3ABA01F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995" y="119071"/>
            <a:ext cx="6605442" cy="1260475"/>
          </a:xfrm>
        </p:spPr>
        <p:txBody>
          <a:bodyPr/>
          <a:lstStyle/>
          <a:p>
            <a:pPr algn="ctr"/>
            <a:r>
              <a:rPr lang="en-US" sz="4000" b="1" dirty="0"/>
              <a:t>References</a:t>
            </a:r>
            <a:endParaRPr lang="en-ID" sz="4000" b="1" dirty="0"/>
          </a:p>
        </p:txBody>
      </p:sp>
    </p:spTree>
    <p:extLst>
      <p:ext uri="{BB962C8B-B14F-4D97-AF65-F5344CB8AC3E}">
        <p14:creationId xmlns:p14="http://schemas.microsoft.com/office/powerpoint/2010/main" val="661899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  <TaxCatchAll xmlns="9fdf624c-fedc-4f6c-b928-0c7bf4c9e10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313E50-9F1C-4EB2-8248-D1942A92381A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47793baa-3cbb-486e-a055-4d42ce3882d7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sharepoint/v3/fields"/>
    <ds:schemaRef ds:uri="9fdf624c-fedc-4f6c-b928-0c7bf4c9e10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CC9D0B23-B8ED-45C8-A14C-9C0889457D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1959</TotalTime>
  <Words>1988</Words>
  <Application>Microsoft Office PowerPoint</Application>
  <PresentationFormat>Custom</PresentationFormat>
  <Paragraphs>142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Open Sans</vt:lpstr>
      <vt:lpstr>Open Sans Extrabold</vt:lpstr>
      <vt:lpstr>Open Sans Semibold</vt:lpstr>
      <vt:lpstr>Roboto</vt:lpstr>
      <vt:lpstr>Verdana</vt:lpstr>
      <vt:lpstr>Office Theme</vt:lpstr>
      <vt:lpstr>Computer Security Principles</vt:lpstr>
      <vt:lpstr>These slides have been adapted from:  Panek, Crystal. (2019). Security Fundamental, John Wiley &amp; Sons, Inc. Indianapolis. ISBN: 978-1-119-65066-9  Lesson 3 </vt:lpstr>
      <vt:lpstr>Learning Objectives</vt:lpstr>
      <vt:lpstr>Topics</vt:lpstr>
      <vt:lpstr>These slides have been adapted from:  Panek, Crystal. (2019). Security Fundamental, John Wiley &amp; Sons, Inc. Indianapolis. ISBN: 978-1-119-65066-9  Lesson 3 </vt:lpstr>
      <vt:lpstr>Learning Objectives</vt:lpstr>
      <vt:lpstr>OSI Model</vt:lpstr>
      <vt:lpstr>OSI Model</vt:lpstr>
      <vt:lpstr>OSI Model</vt:lpstr>
      <vt:lpstr>MIME and S/MIME</vt:lpstr>
      <vt:lpstr>MIME and S/MIME</vt:lpstr>
      <vt:lpstr>Domain Keys Identified Mail (DKIM)</vt:lpstr>
      <vt:lpstr>Domain Keys Identified Mail (DKIM)</vt:lpstr>
      <vt:lpstr>DKIM Strategy</vt:lpstr>
      <vt:lpstr>Secure Sockets Layer (SSL) and Transport Layer Security (TLS)</vt:lpstr>
      <vt:lpstr>TLS Architecture</vt:lpstr>
      <vt:lpstr>TLS Protocols</vt:lpstr>
      <vt:lpstr>SSL/TLS Attacks</vt:lpstr>
      <vt:lpstr>HTTPS</vt:lpstr>
      <vt:lpstr>HTTPS</vt:lpstr>
      <vt:lpstr>IPv4 AND IPv6 SECURITY</vt:lpstr>
      <vt:lpstr>Applications of IPSec</vt:lpstr>
      <vt:lpstr>Transport and Tunnel Modes</vt:lpstr>
      <vt:lpstr>TUNNEL MODE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danton sihombing</dc:creator>
  <cp:lastModifiedBy>Ika Dyah Agustia Rachmawati</cp:lastModifiedBy>
  <cp:revision>61</cp:revision>
  <dcterms:created xsi:type="dcterms:W3CDTF">2014-01-27T02:13:18Z</dcterms:created>
  <dcterms:modified xsi:type="dcterms:W3CDTF">2022-12-19T18:53:26Z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607fc7ea-bc95-4549-a0d4-b252b58b529e</vt:lpwstr>
  </property>
</Properties>
</file>