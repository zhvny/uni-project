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30"/>
  </p:notesMasterIdLst>
  <p:sldIdLst>
    <p:sldId id="256" r:id="rId6"/>
    <p:sldId id="300" r:id="rId7"/>
    <p:sldId id="263" r:id="rId8"/>
    <p:sldId id="257" r:id="rId9"/>
    <p:sldId id="272" r:id="rId10"/>
    <p:sldId id="269" r:id="rId11"/>
    <p:sldId id="301" r:id="rId12"/>
    <p:sldId id="270" r:id="rId13"/>
    <p:sldId id="302" r:id="rId14"/>
    <p:sldId id="303" r:id="rId15"/>
    <p:sldId id="304" r:id="rId16"/>
    <p:sldId id="305" r:id="rId17"/>
    <p:sldId id="306" r:id="rId18"/>
    <p:sldId id="307" r:id="rId19"/>
    <p:sldId id="308" r:id="rId20"/>
    <p:sldId id="309" r:id="rId21"/>
    <p:sldId id="310" r:id="rId22"/>
    <p:sldId id="311" r:id="rId23"/>
    <p:sldId id="312" r:id="rId24"/>
    <p:sldId id="313" r:id="rId25"/>
    <p:sldId id="314" r:id="rId26"/>
    <p:sldId id="315" r:id="rId27"/>
    <p:sldId id="316" r:id="rId28"/>
    <p:sldId id="283" r:id="rId29"/>
  </p:sldIdLst>
  <p:sldSz cx="10688638" cy="7562850"/>
  <p:notesSz cx="6858000" cy="9144000"/>
  <p:defaultTextStyle>
    <a:defPPr>
      <a:defRPr lang="en-US"/>
    </a:defPPr>
    <a:lvl1pPr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1pPr>
    <a:lvl2pPr marL="520700" indent="-635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2pPr>
    <a:lvl3pPr marL="1041400" indent="-1270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3pPr>
    <a:lvl4pPr marL="1563688" indent="-1920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4pPr>
    <a:lvl5pPr marL="2084388" indent="-2555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5pPr>
    <a:lvl6pPr marL="2286000" algn="l" defTabSz="914400" rtl="0" eaLnBrk="1" latinLnBrk="0" hangingPunct="1">
      <a:defRPr sz="2100" kern="1200">
        <a:solidFill>
          <a:schemeClr val="tx1"/>
        </a:solidFill>
        <a:latin typeface="Calibri" pitchFamily="34" charset="0"/>
        <a:ea typeface="MS PGothic" pitchFamily="34" charset="-128"/>
        <a:cs typeface="+mn-cs"/>
      </a:defRPr>
    </a:lvl6pPr>
    <a:lvl7pPr marL="2743200" algn="l" defTabSz="914400" rtl="0" eaLnBrk="1" latinLnBrk="0" hangingPunct="1">
      <a:defRPr sz="2100" kern="1200">
        <a:solidFill>
          <a:schemeClr val="tx1"/>
        </a:solidFill>
        <a:latin typeface="Calibri" pitchFamily="34" charset="0"/>
        <a:ea typeface="MS PGothic" pitchFamily="34" charset="-128"/>
        <a:cs typeface="+mn-cs"/>
      </a:defRPr>
    </a:lvl7pPr>
    <a:lvl8pPr marL="3200400" algn="l" defTabSz="914400" rtl="0" eaLnBrk="1" latinLnBrk="0" hangingPunct="1">
      <a:defRPr sz="2100" kern="1200">
        <a:solidFill>
          <a:schemeClr val="tx1"/>
        </a:solidFill>
        <a:latin typeface="Calibri" pitchFamily="34" charset="0"/>
        <a:ea typeface="MS PGothic" pitchFamily="34" charset="-128"/>
        <a:cs typeface="+mn-cs"/>
      </a:defRPr>
    </a:lvl8pPr>
    <a:lvl9pPr marL="3657600" algn="l" defTabSz="914400" rtl="0" eaLnBrk="1" latinLnBrk="0" hangingPunct="1">
      <a:defRPr sz="2100" kern="1200">
        <a:solidFill>
          <a:schemeClr val="tx1"/>
        </a:solidFill>
        <a:latin typeface="Calibri" pitchFamily="34" charset="0"/>
        <a:ea typeface="MS PGothic" pitchFamily="34" charset="-128"/>
        <a:cs typeface="+mn-cs"/>
      </a:defRPr>
    </a:lvl9pPr>
  </p:defaultTextStyle>
  <p:extLst>
    <p:ext uri="{521415D9-36F7-43E2-AB2F-B90AF26B5E84}">
      <p14:sectionLst xmlns:p14="http://schemas.microsoft.com/office/powerpoint/2010/main">
        <p14:section name="COVER" id="{6D91671F-11EC-43A0-B0B5-6D80C965B915}">
          <p14:sldIdLst>
            <p14:sldId id="256"/>
          </p14:sldIdLst>
        </p14:section>
        <p14:section name="COURSE CONTENT" id="{6162E7E0-B512-4FEF-B619-C9187795397D}">
          <p14:sldIdLst>
            <p14:sldId id="300"/>
            <p14:sldId id="263"/>
            <p14:sldId id="257"/>
            <p14:sldId id="272"/>
            <p14:sldId id="269"/>
            <p14:sldId id="301"/>
            <p14:sldId id="270"/>
            <p14:sldId id="302"/>
            <p14:sldId id="303"/>
            <p14:sldId id="304"/>
            <p14:sldId id="305"/>
            <p14:sldId id="306"/>
            <p14:sldId id="307"/>
            <p14:sldId id="308"/>
            <p14:sldId id="309"/>
            <p14:sldId id="310"/>
            <p14:sldId id="311"/>
            <p14:sldId id="312"/>
            <p14:sldId id="313"/>
            <p14:sldId id="314"/>
            <p14:sldId id="315"/>
            <p14:sldId id="316"/>
          </p14:sldIdLst>
        </p14:section>
        <p14:section name="REFERENCES" id="{11ED6803-A38C-4226-8496-86D05012E7E0}">
          <p14:sldIdLst>
            <p14:sldId id="283"/>
          </p14:sldIdLst>
        </p14:section>
      </p14:sectionLst>
    </p:ext>
    <p:ext uri="{EFAFB233-063F-42B5-8137-9DF3F51BA10A}">
      <p15:sldGuideLst xmlns:p15="http://schemas.microsoft.com/office/powerpoint/2012/main">
        <p15:guide id="1" orient="horz" pos="2382" userDrawn="1">
          <p15:clr>
            <a:srgbClr val="A4A3A4"/>
          </p15:clr>
        </p15:guide>
        <p15:guide id="2" pos="33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9B8"/>
    <a:srgbClr val="9465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406ABD-9294-408D-9654-1E18CD648961}" v="125" dt="2022-09-05T17:36:29.0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670"/>
    <p:restoredTop sz="93447" autoAdjust="0"/>
  </p:normalViewPr>
  <p:slideViewPr>
    <p:cSldViewPr snapToGrid="0" snapToObjects="1">
      <p:cViewPr>
        <p:scale>
          <a:sx n="50" d="100"/>
          <a:sy n="50" d="100"/>
        </p:scale>
        <p:origin x="1692" y="52"/>
      </p:cViewPr>
      <p:guideLst>
        <p:guide orient="horz" pos="2382"/>
        <p:guide pos="3367"/>
      </p:guideLst>
    </p:cSldViewPr>
  </p:slid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ki Sadekh" userId="b15e8503-bfd0-4da6-add0-4a5f50c7c7cc" providerId="ADAL" clId="{7A406ABD-9294-408D-9654-1E18CD648961}"/>
    <pc:docChg chg="undo custSel modSld modMainMaster modNotesMaster">
      <pc:chgData name="Melki Sadekh" userId="b15e8503-bfd0-4da6-add0-4a5f50c7c7cc" providerId="ADAL" clId="{7A406ABD-9294-408D-9654-1E18CD648961}" dt="2022-09-05T17:36:41.950" v="512" actId="242"/>
      <pc:docMkLst>
        <pc:docMk/>
      </pc:docMkLst>
      <pc:sldChg chg="addSp delSp modSp mod chgLayout">
        <pc:chgData name="Melki Sadekh" userId="b15e8503-bfd0-4da6-add0-4a5f50c7c7cc" providerId="ADAL" clId="{7A406ABD-9294-408D-9654-1E18CD648961}" dt="2022-09-05T17:34:16.911" v="503" actId="20577"/>
        <pc:sldMkLst>
          <pc:docMk/>
          <pc:sldMk cId="0" sldId="256"/>
        </pc:sldMkLst>
        <pc:spChg chg="add del mod ord">
          <ac:chgData name="Melki Sadekh" userId="b15e8503-bfd0-4da6-add0-4a5f50c7c7cc" providerId="ADAL" clId="{7A406ABD-9294-408D-9654-1E18CD648961}" dt="2022-09-05T17:18:07.416" v="163" actId="700"/>
          <ac:spMkLst>
            <pc:docMk/>
            <pc:sldMk cId="0" sldId="256"/>
            <ac:spMk id="2" creationId="{3C3955F9-70BA-B310-DE94-3479BEFC7AD4}"/>
          </ac:spMkLst>
        </pc:spChg>
        <pc:spChg chg="add del mod ord">
          <ac:chgData name="Melki Sadekh" userId="b15e8503-bfd0-4da6-add0-4a5f50c7c7cc" providerId="ADAL" clId="{7A406ABD-9294-408D-9654-1E18CD648961}" dt="2022-09-05T17:24:16.223" v="228" actId="700"/>
          <ac:spMkLst>
            <pc:docMk/>
            <pc:sldMk cId="0" sldId="256"/>
            <ac:spMk id="3" creationId="{7FA8C5E2-58EF-6780-CA47-2E061788505B}"/>
          </ac:spMkLst>
        </pc:spChg>
        <pc:spChg chg="add del mod ord">
          <ac:chgData name="Melki Sadekh" userId="b15e8503-bfd0-4da6-add0-4a5f50c7c7cc" providerId="ADAL" clId="{7A406ABD-9294-408D-9654-1E18CD648961}" dt="2022-09-05T17:24:16.223" v="228" actId="700"/>
          <ac:spMkLst>
            <pc:docMk/>
            <pc:sldMk cId="0" sldId="256"/>
            <ac:spMk id="4" creationId="{C186A370-C71E-651E-ED93-2E0AE1D303DC}"/>
          </ac:spMkLst>
        </pc:spChg>
        <pc:spChg chg="add del mod ord">
          <ac:chgData name="Melki Sadekh" userId="b15e8503-bfd0-4da6-add0-4a5f50c7c7cc" providerId="ADAL" clId="{7A406ABD-9294-408D-9654-1E18CD648961}" dt="2022-09-05T17:24:16.223" v="228" actId="700"/>
          <ac:spMkLst>
            <pc:docMk/>
            <pc:sldMk cId="0" sldId="256"/>
            <ac:spMk id="5" creationId="{723AB480-49D7-23F5-75B4-8CA002A71305}"/>
          </ac:spMkLst>
        </pc:spChg>
        <pc:spChg chg="add mod ord">
          <ac:chgData name="Melki Sadekh" userId="b15e8503-bfd0-4da6-add0-4a5f50c7c7cc" providerId="ADAL" clId="{7A406ABD-9294-408D-9654-1E18CD648961}" dt="2022-09-05T17:34:16.911" v="503" actId="20577"/>
          <ac:spMkLst>
            <pc:docMk/>
            <pc:sldMk cId="0" sldId="256"/>
            <ac:spMk id="6" creationId="{0A06AC66-8F8F-AE18-BEF4-9B3C75D6072A}"/>
          </ac:spMkLst>
        </pc:spChg>
        <pc:spChg chg="add mod ord">
          <ac:chgData name="Melki Sadekh" userId="b15e8503-bfd0-4da6-add0-4a5f50c7c7cc" providerId="ADAL" clId="{7A406ABD-9294-408D-9654-1E18CD648961}" dt="2022-09-05T17:30:53.503" v="437" actId="20577"/>
          <ac:spMkLst>
            <pc:docMk/>
            <pc:sldMk cId="0" sldId="256"/>
            <ac:spMk id="7" creationId="{0B6EC62A-27C2-091D-EB52-B027A4D21F65}"/>
          </ac:spMkLst>
        </pc:spChg>
        <pc:spChg chg="add del mod ord">
          <ac:chgData name="Melki Sadekh" userId="b15e8503-bfd0-4da6-add0-4a5f50c7c7cc" providerId="ADAL" clId="{7A406ABD-9294-408D-9654-1E18CD648961}" dt="2022-09-05T17:28:37.556" v="350" actId="700"/>
          <ac:spMkLst>
            <pc:docMk/>
            <pc:sldMk cId="0" sldId="256"/>
            <ac:spMk id="8" creationId="{69B7264D-82D5-CDB0-1942-D007A8D9C934}"/>
          </ac:spMkLst>
        </pc:spChg>
        <pc:spChg chg="add mod ord">
          <ac:chgData name="Melki Sadekh" userId="b15e8503-bfd0-4da6-add0-4a5f50c7c7cc" providerId="ADAL" clId="{7A406ABD-9294-408D-9654-1E18CD648961}" dt="2022-09-05T17:31:12.791" v="448" actId="1076"/>
          <ac:spMkLst>
            <pc:docMk/>
            <pc:sldMk cId="0" sldId="256"/>
            <ac:spMk id="9" creationId="{005996A7-AF79-38BF-09FD-195669101DF2}"/>
          </ac:spMkLst>
        </pc:spChg>
        <pc:spChg chg="add mod ord">
          <ac:chgData name="Melki Sadekh" userId="b15e8503-bfd0-4da6-add0-4a5f50c7c7cc" providerId="ADAL" clId="{7A406ABD-9294-408D-9654-1E18CD648961}" dt="2022-09-05T17:30:43.061" v="418" actId="20577"/>
          <ac:spMkLst>
            <pc:docMk/>
            <pc:sldMk cId="0" sldId="256"/>
            <ac:spMk id="10" creationId="{31EC31AE-8EDA-FF91-CB1A-43328D9DED3C}"/>
          </ac:spMkLst>
        </pc:spChg>
        <pc:spChg chg="del mod">
          <ac:chgData name="Melki Sadekh" userId="b15e8503-bfd0-4da6-add0-4a5f50c7c7cc" providerId="ADAL" clId="{7A406ABD-9294-408D-9654-1E18CD648961}" dt="2022-09-05T17:01:15.663" v="61" actId="478"/>
          <ac:spMkLst>
            <pc:docMk/>
            <pc:sldMk cId="0" sldId="256"/>
            <ac:spMk id="17" creationId="{CE9AF79D-845E-461B-ADC4-7B9B51F04481}"/>
          </ac:spMkLst>
        </pc:spChg>
        <pc:spChg chg="del mod">
          <ac:chgData name="Melki Sadekh" userId="b15e8503-bfd0-4da6-add0-4a5f50c7c7cc" providerId="ADAL" clId="{7A406ABD-9294-408D-9654-1E18CD648961}" dt="2022-09-05T17:04:27.291" v="79" actId="478"/>
          <ac:spMkLst>
            <pc:docMk/>
            <pc:sldMk cId="0" sldId="256"/>
            <ac:spMk id="18" creationId="{32DB365E-C0A0-4B3F-B6B1-8D39827C09A3}"/>
          </ac:spMkLst>
        </pc:spChg>
      </pc:sldChg>
      <pc:sldChg chg="modSp">
        <pc:chgData name="Melki Sadekh" userId="b15e8503-bfd0-4da6-add0-4a5f50c7c7cc" providerId="ADAL" clId="{7A406ABD-9294-408D-9654-1E18CD648961}" dt="2022-09-05T16:52:17.125" v="11"/>
        <pc:sldMkLst>
          <pc:docMk/>
          <pc:sldMk cId="2516975436" sldId="259"/>
        </pc:sldMkLst>
        <pc:spChg chg="mod">
          <ac:chgData name="Melki Sadekh" userId="b15e8503-bfd0-4da6-add0-4a5f50c7c7cc" providerId="ADAL" clId="{7A406ABD-9294-408D-9654-1E18CD648961}" dt="2022-09-05T16:52:17.125" v="11"/>
          <ac:spMkLst>
            <pc:docMk/>
            <pc:sldMk cId="2516975436" sldId="259"/>
            <ac:spMk id="2" creationId="{00000000-0000-0000-0000-000000000000}"/>
          </ac:spMkLst>
        </pc:spChg>
        <pc:spChg chg="mod">
          <ac:chgData name="Melki Sadekh" userId="b15e8503-bfd0-4da6-add0-4a5f50c7c7cc" providerId="ADAL" clId="{7A406ABD-9294-408D-9654-1E18CD648961}" dt="2022-09-05T16:52:17.125" v="11"/>
          <ac:spMkLst>
            <pc:docMk/>
            <pc:sldMk cId="2516975436" sldId="259"/>
            <ac:spMk id="3" creationId="{00000000-0000-0000-0000-000000000000}"/>
          </ac:spMkLst>
        </pc:spChg>
        <pc:spChg chg="mod">
          <ac:chgData name="Melki Sadekh" userId="b15e8503-bfd0-4da6-add0-4a5f50c7c7cc" providerId="ADAL" clId="{7A406ABD-9294-408D-9654-1E18CD648961}" dt="2022-09-05T16:52:17.125" v="11"/>
          <ac:spMkLst>
            <pc:docMk/>
            <pc:sldMk cId="2516975436" sldId="259"/>
            <ac:spMk id="5" creationId="{00000000-0000-0000-0000-000000000000}"/>
          </ac:spMkLst>
        </pc:spChg>
      </pc:sldChg>
      <pc:sldChg chg="modSp mod">
        <pc:chgData name="Melki Sadekh" userId="b15e8503-bfd0-4da6-add0-4a5f50c7c7cc" providerId="ADAL" clId="{7A406ABD-9294-408D-9654-1E18CD648961}" dt="2022-09-05T17:08:05.999" v="113" actId="12788"/>
        <pc:sldMkLst>
          <pc:docMk/>
          <pc:sldMk cId="3205675800" sldId="271"/>
        </pc:sldMkLst>
        <pc:spChg chg="mod">
          <ac:chgData name="Melki Sadekh" userId="b15e8503-bfd0-4da6-add0-4a5f50c7c7cc" providerId="ADAL" clId="{7A406ABD-9294-408D-9654-1E18CD648961}" dt="2022-09-05T17:08:01.702" v="112" actId="12788"/>
          <ac:spMkLst>
            <pc:docMk/>
            <pc:sldMk cId="3205675800" sldId="271"/>
            <ac:spMk id="2" creationId="{00000000-0000-0000-0000-000000000000}"/>
          </ac:spMkLst>
        </pc:spChg>
        <pc:spChg chg="mod">
          <ac:chgData name="Melki Sadekh" userId="b15e8503-bfd0-4da6-add0-4a5f50c7c7cc" providerId="ADAL" clId="{7A406ABD-9294-408D-9654-1E18CD648961}" dt="2022-09-05T17:08:05.999" v="113" actId="12788"/>
          <ac:spMkLst>
            <pc:docMk/>
            <pc:sldMk cId="3205675800" sldId="271"/>
            <ac:spMk id="5" creationId="{00000000-0000-0000-0000-000000000000}"/>
          </ac:spMkLst>
        </pc:spChg>
      </pc:sldChg>
      <pc:sldMasterChg chg="modSp modSldLayout">
        <pc:chgData name="Melki Sadekh" userId="b15e8503-bfd0-4da6-add0-4a5f50c7c7cc" providerId="ADAL" clId="{7A406ABD-9294-408D-9654-1E18CD648961}" dt="2022-09-05T17:36:41.950" v="512" actId="242"/>
        <pc:sldMasterMkLst>
          <pc:docMk/>
          <pc:sldMasterMk cId="0" sldId="2147483648"/>
        </pc:sldMasterMkLst>
        <pc:spChg chg="mod">
          <ac:chgData name="Melki Sadekh" userId="b15e8503-bfd0-4da6-add0-4a5f50c7c7cc" providerId="ADAL" clId="{7A406ABD-9294-408D-9654-1E18CD648961}" dt="2022-09-05T16:52:17.125" v="11"/>
          <ac:spMkLst>
            <pc:docMk/>
            <pc:sldMasterMk cId="0" sldId="2147483648"/>
            <ac:spMk id="4" creationId="{00000000-0000-0000-0000-000000000000}"/>
          </ac:spMkLst>
        </pc:spChg>
        <pc:spChg chg="mod">
          <ac:chgData name="Melki Sadekh" userId="b15e8503-bfd0-4da6-add0-4a5f50c7c7cc" providerId="ADAL" clId="{7A406ABD-9294-408D-9654-1E18CD648961}" dt="2022-09-05T16:52:17.125" v="11"/>
          <ac:spMkLst>
            <pc:docMk/>
            <pc:sldMasterMk cId="0" sldId="2147483648"/>
            <ac:spMk id="5" creationId="{00000000-0000-0000-0000-000000000000}"/>
          </ac:spMkLst>
        </pc:spChg>
        <pc:spChg chg="mod">
          <ac:chgData name="Melki Sadekh" userId="b15e8503-bfd0-4da6-add0-4a5f50c7c7cc" providerId="ADAL" clId="{7A406ABD-9294-408D-9654-1E18CD648961}" dt="2022-09-05T16:52:17.125" v="11"/>
          <ac:spMkLst>
            <pc:docMk/>
            <pc:sldMasterMk cId="0" sldId="2147483648"/>
            <ac:spMk id="6" creationId="{00000000-0000-0000-0000-000000000000}"/>
          </ac:spMkLst>
        </pc:spChg>
        <pc:spChg chg="mod">
          <ac:chgData name="Melki Sadekh" userId="b15e8503-bfd0-4da6-add0-4a5f50c7c7cc" providerId="ADAL" clId="{7A406ABD-9294-408D-9654-1E18CD648961}" dt="2022-09-05T16:52:17.125" v="11"/>
          <ac:spMkLst>
            <pc:docMk/>
            <pc:sldMasterMk cId="0" sldId="2147483648"/>
            <ac:spMk id="1026" creationId="{00000000-0000-0000-0000-000000000000}"/>
          </ac:spMkLst>
        </pc:spChg>
        <pc:spChg chg="mod">
          <ac:chgData name="Melki Sadekh" userId="b15e8503-bfd0-4da6-add0-4a5f50c7c7cc" providerId="ADAL" clId="{7A406ABD-9294-408D-9654-1E18CD648961}" dt="2022-09-05T16:52:17.125" v="11"/>
          <ac:spMkLst>
            <pc:docMk/>
            <pc:sldMasterMk cId="0" sldId="2147483648"/>
            <ac:spMk id="1027" creationId="{00000000-0000-0000-0000-000000000000}"/>
          </ac:spMkLst>
        </pc:spChg>
        <pc:picChg chg="mod">
          <ac:chgData name="Melki Sadekh" userId="b15e8503-bfd0-4da6-add0-4a5f50c7c7cc" providerId="ADAL" clId="{7A406ABD-9294-408D-9654-1E18CD648961}" dt="2022-09-05T16:52:17.125" v="11"/>
          <ac:picMkLst>
            <pc:docMk/>
            <pc:sldMasterMk cId="0" sldId="2147483648"/>
            <ac:picMk id="7" creationId="{00000000-0000-0000-0000-000000000000}"/>
          </ac:picMkLst>
        </pc:picChg>
        <pc:sldLayoutChg chg="addSp delSp modSp mod">
          <pc:chgData name="Melki Sadekh" userId="b15e8503-bfd0-4da6-add0-4a5f50c7c7cc" providerId="ADAL" clId="{7A406ABD-9294-408D-9654-1E18CD648961}" dt="2022-09-05T17:36:41.950" v="512" actId="242"/>
          <pc:sldLayoutMkLst>
            <pc:docMk/>
            <pc:sldMasterMk cId="0" sldId="2147483648"/>
            <pc:sldLayoutMk cId="0" sldId="2147483649"/>
          </pc:sldLayoutMkLst>
          <pc:spChg chg="add del mod">
            <ac:chgData name="Melki Sadekh" userId="b15e8503-bfd0-4da6-add0-4a5f50c7c7cc" providerId="ADAL" clId="{7A406ABD-9294-408D-9654-1E18CD648961}" dt="2022-09-05T16:57:34.307" v="15" actId="478"/>
            <ac:spMkLst>
              <pc:docMk/>
              <pc:sldMasterMk cId="0" sldId="2147483648"/>
              <pc:sldLayoutMk cId="0" sldId="2147483649"/>
              <ac:spMk id="2" creationId="{CD3B7000-5397-A28D-5FE7-07A2D1A50386}"/>
            </ac:spMkLst>
          </pc:spChg>
          <pc:spChg chg="add del">
            <ac:chgData name="Melki Sadekh" userId="b15e8503-bfd0-4da6-add0-4a5f50c7c7cc" providerId="ADAL" clId="{7A406ABD-9294-408D-9654-1E18CD648961}" dt="2022-09-05T16:58:38.928" v="19" actId="11529"/>
            <ac:spMkLst>
              <pc:docMk/>
              <pc:sldMasterMk cId="0" sldId="2147483648"/>
              <pc:sldLayoutMk cId="0" sldId="2147483649"/>
              <ac:spMk id="3" creationId="{FD75122C-7B91-D349-884F-EBD758C4BC3F}"/>
            </ac:spMkLst>
          </pc:spChg>
          <pc:spChg chg="add del mod">
            <ac:chgData name="Melki Sadekh" userId="b15e8503-bfd0-4da6-add0-4a5f50c7c7cc" providerId="ADAL" clId="{7A406ABD-9294-408D-9654-1E18CD648961}" dt="2022-09-05T16:58:38.928" v="19" actId="11529"/>
            <ac:spMkLst>
              <pc:docMk/>
              <pc:sldMasterMk cId="0" sldId="2147483648"/>
              <pc:sldLayoutMk cId="0" sldId="2147483649"/>
              <ac:spMk id="4" creationId="{F97D6384-5BD7-023B-0B85-A333438E8B82}"/>
            </ac:spMkLst>
          </pc:spChg>
          <pc:spChg chg="add del">
            <ac:chgData name="Melki Sadekh" userId="b15e8503-bfd0-4da6-add0-4a5f50c7c7cc" providerId="ADAL" clId="{7A406ABD-9294-408D-9654-1E18CD648961}" dt="2022-09-05T16:58:38.258" v="18" actId="11529"/>
            <ac:spMkLst>
              <pc:docMk/>
              <pc:sldMasterMk cId="0" sldId="2147483648"/>
              <pc:sldLayoutMk cId="0" sldId="2147483649"/>
              <ac:spMk id="5" creationId="{976AE189-93B7-0C81-340D-2700AA0269C9}"/>
            </ac:spMkLst>
          </pc:spChg>
          <pc:spChg chg="add del mod">
            <ac:chgData name="Melki Sadekh" userId="b15e8503-bfd0-4da6-add0-4a5f50c7c7cc" providerId="ADAL" clId="{7A406ABD-9294-408D-9654-1E18CD648961}" dt="2022-09-05T16:58:38.258" v="18" actId="11529"/>
            <ac:spMkLst>
              <pc:docMk/>
              <pc:sldMasterMk cId="0" sldId="2147483648"/>
              <pc:sldLayoutMk cId="0" sldId="2147483649"/>
              <ac:spMk id="6" creationId="{A9E4038A-3EBB-D7F8-2B31-3D62C7566B98}"/>
            </ac:spMkLst>
          </pc:spChg>
          <pc:spChg chg="add del mod">
            <ac:chgData name="Melki Sadekh" userId="b15e8503-bfd0-4da6-add0-4a5f50c7c7cc" providerId="ADAL" clId="{7A406ABD-9294-408D-9654-1E18CD648961}" dt="2022-09-05T16:58:44.632" v="21"/>
            <ac:spMkLst>
              <pc:docMk/>
              <pc:sldMasterMk cId="0" sldId="2147483648"/>
              <pc:sldLayoutMk cId="0" sldId="2147483649"/>
              <ac:spMk id="8" creationId="{0D8F372F-1EE1-458C-4248-6F4255BE2F94}"/>
            </ac:spMkLst>
          </pc:spChg>
          <pc:spChg chg="add del mod">
            <ac:chgData name="Melki Sadekh" userId="b15e8503-bfd0-4da6-add0-4a5f50c7c7cc" providerId="ADAL" clId="{7A406ABD-9294-408D-9654-1E18CD648961}" dt="2022-09-05T16:58:44.632" v="21"/>
            <ac:spMkLst>
              <pc:docMk/>
              <pc:sldMasterMk cId="0" sldId="2147483648"/>
              <pc:sldLayoutMk cId="0" sldId="2147483649"/>
              <ac:spMk id="9" creationId="{6E4C8F5B-1627-51DA-EB6B-F77C4594A75F}"/>
            </ac:spMkLst>
          </pc:spChg>
          <pc:spChg chg="add del mod">
            <ac:chgData name="Melki Sadekh" userId="b15e8503-bfd0-4da6-add0-4a5f50c7c7cc" providerId="ADAL" clId="{7A406ABD-9294-408D-9654-1E18CD648961}" dt="2022-09-05T16:58:44.632" v="21"/>
            <ac:spMkLst>
              <pc:docMk/>
              <pc:sldMasterMk cId="0" sldId="2147483648"/>
              <pc:sldLayoutMk cId="0" sldId="2147483649"/>
              <ac:spMk id="10" creationId="{86AF7980-0673-45F0-F535-194125650B0A}"/>
            </ac:spMkLst>
          </pc:spChg>
          <pc:spChg chg="add mod">
            <ac:chgData name="Melki Sadekh" userId="b15e8503-bfd0-4da6-add0-4a5f50c7c7cc" providerId="ADAL" clId="{7A406ABD-9294-408D-9654-1E18CD648961}" dt="2022-09-05T17:36:17.989" v="508" actId="404"/>
            <ac:spMkLst>
              <pc:docMk/>
              <pc:sldMasterMk cId="0" sldId="2147483648"/>
              <pc:sldLayoutMk cId="0" sldId="2147483649"/>
              <ac:spMk id="13" creationId="{FD933DC8-5F40-4DE1-1800-4555D43F04F4}"/>
            </ac:spMkLst>
          </pc:spChg>
          <pc:spChg chg="add del mod">
            <ac:chgData name="Melki Sadekh" userId="b15e8503-bfd0-4da6-add0-4a5f50c7c7cc" providerId="ADAL" clId="{7A406ABD-9294-408D-9654-1E18CD648961}" dt="2022-09-05T17:14:13.190" v="124" actId="478"/>
            <ac:spMkLst>
              <pc:docMk/>
              <pc:sldMasterMk cId="0" sldId="2147483648"/>
              <pc:sldLayoutMk cId="0" sldId="2147483649"/>
              <ac:spMk id="16" creationId="{DD5C0D8D-1877-C891-2896-9219D19CFFC6}"/>
            </ac:spMkLst>
          </pc:spChg>
          <pc:spChg chg="add del mod">
            <ac:chgData name="Melki Sadekh" userId="b15e8503-bfd0-4da6-add0-4a5f50c7c7cc" providerId="ADAL" clId="{7A406ABD-9294-408D-9654-1E18CD648961}" dt="2022-09-05T17:15:29.145" v="131" actId="478"/>
            <ac:spMkLst>
              <pc:docMk/>
              <pc:sldMasterMk cId="0" sldId="2147483648"/>
              <pc:sldLayoutMk cId="0" sldId="2147483649"/>
              <ac:spMk id="17" creationId="{1530A19B-7E4A-7831-6CD7-2661BA4B5248}"/>
            </ac:spMkLst>
          </pc:spChg>
          <pc:spChg chg="add del">
            <ac:chgData name="Melki Sadekh" userId="b15e8503-bfd0-4da6-add0-4a5f50c7c7cc" providerId="ADAL" clId="{7A406ABD-9294-408D-9654-1E18CD648961}" dt="2022-09-05T17:13:46.599" v="114" actId="11529"/>
            <ac:spMkLst>
              <pc:docMk/>
              <pc:sldMasterMk cId="0" sldId="2147483648"/>
              <pc:sldLayoutMk cId="0" sldId="2147483649"/>
              <ac:spMk id="18" creationId="{35646AAE-5990-C8BC-7F65-177582E9DD0D}"/>
            </ac:spMkLst>
          </pc:spChg>
          <pc:spChg chg="add mod">
            <ac:chgData name="Melki Sadekh" userId="b15e8503-bfd0-4da6-add0-4a5f50c7c7cc" providerId="ADAL" clId="{7A406ABD-9294-408D-9654-1E18CD648961}" dt="2022-09-05T17:36:41.950" v="512" actId="242"/>
            <ac:spMkLst>
              <pc:docMk/>
              <pc:sldMasterMk cId="0" sldId="2147483648"/>
              <pc:sldLayoutMk cId="0" sldId="2147483649"/>
              <ac:spMk id="19" creationId="{07BD9D23-A348-F595-B710-95E853784A1D}"/>
            </ac:spMkLst>
          </pc:spChg>
          <pc:spChg chg="add del">
            <ac:chgData name="Melki Sadekh" userId="b15e8503-bfd0-4da6-add0-4a5f50c7c7cc" providerId="ADAL" clId="{7A406ABD-9294-408D-9654-1E18CD648961}" dt="2022-09-05T17:15:41.142" v="132" actId="11529"/>
            <ac:spMkLst>
              <pc:docMk/>
              <pc:sldMasterMk cId="0" sldId="2147483648"/>
              <pc:sldLayoutMk cId="0" sldId="2147483649"/>
              <ac:spMk id="20" creationId="{18CAEB49-DCC2-C826-8C7C-969A3E6F6E4A}"/>
            </ac:spMkLst>
          </pc:spChg>
          <pc:spChg chg="add del mod">
            <ac:chgData name="Melki Sadekh" userId="b15e8503-bfd0-4da6-add0-4a5f50c7c7cc" providerId="ADAL" clId="{7A406ABD-9294-408D-9654-1E18CD648961}" dt="2022-09-05T17:15:53.084" v="135" actId="478"/>
            <ac:spMkLst>
              <pc:docMk/>
              <pc:sldMasterMk cId="0" sldId="2147483648"/>
              <pc:sldLayoutMk cId="0" sldId="2147483649"/>
              <ac:spMk id="21" creationId="{DE7986EB-C68C-7160-6E5D-C702D390BA8D}"/>
            </ac:spMkLst>
          </pc:spChg>
          <pc:spChg chg="add del">
            <ac:chgData name="Melki Sadekh" userId="b15e8503-bfd0-4da6-add0-4a5f50c7c7cc" providerId="ADAL" clId="{7A406ABD-9294-408D-9654-1E18CD648961}" dt="2022-09-05T17:15:59.719" v="136" actId="11529"/>
            <ac:spMkLst>
              <pc:docMk/>
              <pc:sldMasterMk cId="0" sldId="2147483648"/>
              <pc:sldLayoutMk cId="0" sldId="2147483649"/>
              <ac:spMk id="22" creationId="{144339EC-F3C2-6A6E-EE74-06A2B3497D97}"/>
            </ac:spMkLst>
          </pc:spChg>
          <pc:spChg chg="add del mod">
            <ac:chgData name="Melki Sadekh" userId="b15e8503-bfd0-4da6-add0-4a5f50c7c7cc" providerId="ADAL" clId="{7A406ABD-9294-408D-9654-1E18CD648961}" dt="2022-09-05T17:19:23.461" v="166" actId="478"/>
            <ac:spMkLst>
              <pc:docMk/>
              <pc:sldMasterMk cId="0" sldId="2147483648"/>
              <pc:sldLayoutMk cId="0" sldId="2147483649"/>
              <ac:spMk id="23" creationId="{743FCAE2-0914-1426-6667-6053B7EA6EC9}"/>
            </ac:spMkLst>
          </pc:spChg>
          <pc:spChg chg="add mod">
            <ac:chgData name="Melki Sadekh" userId="b15e8503-bfd0-4da6-add0-4a5f50c7c7cc" providerId="ADAL" clId="{7A406ABD-9294-408D-9654-1E18CD648961}" dt="2022-09-05T17:35:18.142" v="507" actId="14100"/>
            <ac:spMkLst>
              <pc:docMk/>
              <pc:sldMasterMk cId="0" sldId="2147483648"/>
              <pc:sldLayoutMk cId="0" sldId="2147483649"/>
              <ac:spMk id="24" creationId="{AF6EC7A6-1644-1988-E351-DCDA588E6A1F}"/>
            </ac:spMkLst>
          </pc:spChg>
          <pc:spChg chg="add mod">
            <ac:chgData name="Melki Sadekh" userId="b15e8503-bfd0-4da6-add0-4a5f50c7c7cc" providerId="ADAL" clId="{7A406ABD-9294-408D-9654-1E18CD648961}" dt="2022-09-05T17:36:38.722" v="511" actId="242"/>
            <ac:spMkLst>
              <pc:docMk/>
              <pc:sldMasterMk cId="0" sldId="2147483648"/>
              <pc:sldLayoutMk cId="0" sldId="2147483649"/>
              <ac:spMk id="25" creationId="{521841C5-28C7-B1B8-56E4-4193C600942A}"/>
            </ac:spMkLst>
          </pc:spChg>
          <pc:picChg chg="mod">
            <ac:chgData name="Melki Sadekh" userId="b15e8503-bfd0-4da6-add0-4a5f50c7c7cc" providerId="ADAL" clId="{7A406ABD-9294-408D-9654-1E18CD648961}" dt="2022-09-05T17:19:52.385" v="174" actId="34135"/>
            <ac:picMkLst>
              <pc:docMk/>
              <pc:sldMasterMk cId="0" sldId="2147483648"/>
              <pc:sldLayoutMk cId="0" sldId="2147483649"/>
              <ac:picMk id="7" creationId="{00000000-0000-0000-0000-000000000000}"/>
            </ac:picMkLst>
          </pc:picChg>
          <pc:picChg chg="del">
            <ac:chgData name="Melki Sadekh" userId="b15e8503-bfd0-4da6-add0-4a5f50c7c7cc" providerId="ADAL" clId="{7A406ABD-9294-408D-9654-1E18CD648961}" dt="2022-09-05T16:50:13.312" v="2" actId="478"/>
            <ac:picMkLst>
              <pc:docMk/>
              <pc:sldMasterMk cId="0" sldId="2147483648"/>
              <pc:sldLayoutMk cId="0" sldId="2147483649"/>
              <ac:picMk id="11" creationId="{0D00FE9A-5B56-CC4A-AE9A-C22895A4A65F}"/>
            </ac:picMkLst>
          </pc:picChg>
          <pc:picChg chg="del">
            <ac:chgData name="Melki Sadekh" userId="b15e8503-bfd0-4da6-add0-4a5f50c7c7cc" providerId="ADAL" clId="{7A406ABD-9294-408D-9654-1E18CD648961}" dt="2022-09-05T16:50:12.259" v="1" actId="478"/>
            <ac:picMkLst>
              <pc:docMk/>
              <pc:sldMasterMk cId="0" sldId="2147483648"/>
              <pc:sldLayoutMk cId="0" sldId="2147483649"/>
              <ac:picMk id="12" creationId="{9EA64FB5-AD3D-6B4E-9CDC-DAE578F5C07C}"/>
            </ac:picMkLst>
          </pc:picChg>
          <pc:picChg chg="add del">
            <ac:chgData name="Melki Sadekh" userId="b15e8503-bfd0-4da6-add0-4a5f50c7c7cc" providerId="ADAL" clId="{7A406ABD-9294-408D-9654-1E18CD648961}" dt="2022-09-05T17:03:03.153" v="65" actId="22"/>
            <ac:picMkLst>
              <pc:docMk/>
              <pc:sldMasterMk cId="0" sldId="2147483648"/>
              <pc:sldLayoutMk cId="0" sldId="2147483649"/>
              <ac:picMk id="15" creationId="{AEAD4078-E437-914A-3D5D-158FB4C1FFF2}"/>
            </ac:picMkLst>
          </pc:picChg>
        </pc:sldLayoutChg>
        <pc:sldLayoutChg chg="delSp modSp mod">
          <pc:chgData name="Melki Sadekh" userId="b15e8503-bfd0-4da6-add0-4a5f50c7c7cc" providerId="ADAL" clId="{7A406ABD-9294-408D-9654-1E18CD648961}" dt="2022-09-05T17:07:26.383" v="107" actId="478"/>
          <pc:sldLayoutMkLst>
            <pc:docMk/>
            <pc:sldMasterMk cId="0" sldId="2147483648"/>
            <pc:sldLayoutMk cId="0" sldId="2147483650"/>
          </pc:sldLayoutMkLst>
          <pc:spChg chg="mod">
            <ac:chgData name="Melki Sadekh" userId="b15e8503-bfd0-4da6-add0-4a5f50c7c7cc" providerId="ADAL" clId="{7A406ABD-9294-408D-9654-1E18CD648961}" dt="2022-09-05T16:52:17.125" v="11"/>
            <ac:spMkLst>
              <pc:docMk/>
              <pc:sldMasterMk cId="0" sldId="2147483648"/>
              <pc:sldLayoutMk cId="0" sldId="2147483650"/>
              <ac:spMk id="9"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0"/>
              <ac:spMk id="10" creationId="{00000000-0000-0000-0000-000000000000}"/>
            </ac:spMkLst>
          </pc:spChg>
          <pc:picChg chg="mod">
            <ac:chgData name="Melki Sadekh" userId="b15e8503-bfd0-4da6-add0-4a5f50c7c7cc" providerId="ADAL" clId="{7A406ABD-9294-408D-9654-1E18CD648961}" dt="2022-09-05T16:52:17.125" v="11"/>
            <ac:picMkLst>
              <pc:docMk/>
              <pc:sldMasterMk cId="0" sldId="2147483648"/>
              <pc:sldLayoutMk cId="0" sldId="2147483650"/>
              <ac:picMk id="7" creationId="{00000000-0000-0000-0000-000000000000}"/>
            </ac:picMkLst>
          </pc:picChg>
          <pc:picChg chg="del mod">
            <ac:chgData name="Melki Sadekh" userId="b15e8503-bfd0-4da6-add0-4a5f50c7c7cc" providerId="ADAL" clId="{7A406ABD-9294-408D-9654-1E18CD648961}" dt="2022-09-05T17:07:26.383" v="107" actId="478"/>
            <ac:picMkLst>
              <pc:docMk/>
              <pc:sldMasterMk cId="0" sldId="2147483648"/>
              <pc:sldLayoutMk cId="0" sldId="2147483650"/>
              <ac:picMk id="11" creationId="{B629EBDB-E5DA-C246-981F-4C19F8FC4578}"/>
            </ac:picMkLst>
          </pc:picChg>
          <pc:picChg chg="del mod">
            <ac:chgData name="Melki Sadekh" userId="b15e8503-bfd0-4da6-add0-4a5f50c7c7cc" providerId="ADAL" clId="{7A406ABD-9294-408D-9654-1E18CD648961}" dt="2022-09-05T17:06:52.066" v="102" actId="478"/>
            <ac:picMkLst>
              <pc:docMk/>
              <pc:sldMasterMk cId="0" sldId="2147483648"/>
              <pc:sldLayoutMk cId="0" sldId="2147483650"/>
              <ac:picMk id="12" creationId="{5317F68B-01F1-E94A-99D3-3F09D8A936B7}"/>
            </ac:picMkLst>
          </pc:picChg>
        </pc:sldLayoutChg>
        <pc:sldLayoutChg chg="delSp modSp mod">
          <pc:chgData name="Melki Sadekh" userId="b15e8503-bfd0-4da6-add0-4a5f50c7c7cc" providerId="ADAL" clId="{7A406ABD-9294-408D-9654-1E18CD648961}" dt="2022-09-05T17:07:28.942" v="108" actId="478"/>
          <pc:sldLayoutMkLst>
            <pc:docMk/>
            <pc:sldMasterMk cId="0" sldId="2147483648"/>
            <pc:sldLayoutMk cId="0" sldId="2147483651"/>
          </pc:sldLayoutMkLst>
          <pc:spChg chg="mod">
            <ac:chgData name="Melki Sadekh" userId="b15e8503-bfd0-4da6-add0-4a5f50c7c7cc" providerId="ADAL" clId="{7A406ABD-9294-408D-9654-1E18CD648961}" dt="2022-09-05T16:52:17.125" v="11"/>
            <ac:spMkLst>
              <pc:docMk/>
              <pc:sldMasterMk cId="0" sldId="2147483648"/>
              <pc:sldLayoutMk cId="0" sldId="2147483651"/>
              <ac:spMk id="2"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1"/>
              <ac:spMk id="3" creationId="{00000000-0000-0000-0000-000000000000}"/>
            </ac:spMkLst>
          </pc:spChg>
          <pc:picChg chg="del mod">
            <ac:chgData name="Melki Sadekh" userId="b15e8503-bfd0-4da6-add0-4a5f50c7c7cc" providerId="ADAL" clId="{7A406ABD-9294-408D-9654-1E18CD648961}" dt="2022-09-05T17:07:28.942" v="108" actId="478"/>
            <ac:picMkLst>
              <pc:docMk/>
              <pc:sldMasterMk cId="0" sldId="2147483648"/>
              <pc:sldLayoutMk cId="0" sldId="2147483651"/>
              <ac:picMk id="7" creationId="{EB33BA03-3A39-B849-9650-5243CD565A8A}"/>
            </ac:picMkLst>
          </pc:picChg>
        </pc:sldLayoutChg>
        <pc:sldLayoutChg chg="delSp modSp mod">
          <pc:chgData name="Melki Sadekh" userId="b15e8503-bfd0-4da6-add0-4a5f50c7c7cc" providerId="ADAL" clId="{7A406ABD-9294-408D-9654-1E18CD648961}" dt="2022-09-05T17:07:30.839" v="109" actId="478"/>
          <pc:sldLayoutMkLst>
            <pc:docMk/>
            <pc:sldMasterMk cId="0" sldId="2147483648"/>
            <pc:sldLayoutMk cId="0" sldId="2147483652"/>
          </pc:sldLayoutMkLst>
          <pc:spChg chg="mod">
            <ac:chgData name="Melki Sadekh" userId="b15e8503-bfd0-4da6-add0-4a5f50c7c7cc" providerId="ADAL" clId="{7A406ABD-9294-408D-9654-1E18CD648961}" dt="2022-09-05T16:52:17.125" v="11"/>
            <ac:spMkLst>
              <pc:docMk/>
              <pc:sldMasterMk cId="0" sldId="2147483648"/>
              <pc:sldLayoutMk cId="0" sldId="2147483652"/>
              <ac:spMk id="3"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2"/>
              <ac:spMk id="4"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2"/>
              <ac:spMk id="10"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2"/>
              <ac:spMk id="11" creationId="{00000000-0000-0000-0000-000000000000}"/>
            </ac:spMkLst>
          </pc:spChg>
          <pc:picChg chg="mod">
            <ac:chgData name="Melki Sadekh" userId="b15e8503-bfd0-4da6-add0-4a5f50c7c7cc" providerId="ADAL" clId="{7A406ABD-9294-408D-9654-1E18CD648961}" dt="2022-09-05T16:52:17.125" v="11"/>
            <ac:picMkLst>
              <pc:docMk/>
              <pc:sldMasterMk cId="0" sldId="2147483648"/>
              <pc:sldLayoutMk cId="0" sldId="2147483652"/>
              <ac:picMk id="8" creationId="{00000000-0000-0000-0000-000000000000}"/>
            </ac:picMkLst>
          </pc:picChg>
          <pc:picChg chg="del mod">
            <ac:chgData name="Melki Sadekh" userId="b15e8503-bfd0-4da6-add0-4a5f50c7c7cc" providerId="ADAL" clId="{7A406ABD-9294-408D-9654-1E18CD648961}" dt="2022-09-05T17:07:30.839" v="109" actId="478"/>
            <ac:picMkLst>
              <pc:docMk/>
              <pc:sldMasterMk cId="0" sldId="2147483648"/>
              <pc:sldLayoutMk cId="0" sldId="2147483652"/>
              <ac:picMk id="12" creationId="{3DC9F73C-0878-E542-8513-409788190553}"/>
            </ac:picMkLst>
          </pc:picChg>
          <pc:picChg chg="del mod">
            <ac:chgData name="Melki Sadekh" userId="b15e8503-bfd0-4da6-add0-4a5f50c7c7cc" providerId="ADAL" clId="{7A406ABD-9294-408D-9654-1E18CD648961}" dt="2022-09-05T17:06:56.938" v="103" actId="478"/>
            <ac:picMkLst>
              <pc:docMk/>
              <pc:sldMasterMk cId="0" sldId="2147483648"/>
              <pc:sldLayoutMk cId="0" sldId="2147483652"/>
              <ac:picMk id="13" creationId="{E24EA1D8-E779-9B4C-A906-459512BC2D87}"/>
            </ac:picMkLst>
          </pc:picChg>
        </pc:sldLayoutChg>
        <pc:sldLayoutChg chg="delSp modSp mod">
          <pc:chgData name="Melki Sadekh" userId="b15e8503-bfd0-4da6-add0-4a5f50c7c7cc" providerId="ADAL" clId="{7A406ABD-9294-408D-9654-1E18CD648961}" dt="2022-09-05T17:07:32.784" v="110" actId="478"/>
          <pc:sldLayoutMkLst>
            <pc:docMk/>
            <pc:sldMasterMk cId="0" sldId="2147483648"/>
            <pc:sldLayoutMk cId="0" sldId="2147483653"/>
          </pc:sldLayoutMkLst>
          <pc:spChg chg="mod">
            <ac:chgData name="Melki Sadekh" userId="b15e8503-bfd0-4da6-add0-4a5f50c7c7cc" providerId="ADAL" clId="{7A406ABD-9294-408D-9654-1E18CD648961}" dt="2022-09-05T16:52:17.125" v="11"/>
            <ac:spMkLst>
              <pc:docMk/>
              <pc:sldMasterMk cId="0" sldId="2147483648"/>
              <pc:sldLayoutMk cId="0" sldId="2147483653"/>
              <ac:spMk id="10"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3"/>
              <ac:spMk id="11" creationId="{00000000-0000-0000-0000-000000000000}"/>
            </ac:spMkLst>
          </pc:spChg>
          <pc:picChg chg="del mod">
            <ac:chgData name="Melki Sadekh" userId="b15e8503-bfd0-4da6-add0-4a5f50c7c7cc" providerId="ADAL" clId="{7A406ABD-9294-408D-9654-1E18CD648961}" dt="2022-09-05T17:06:59.897" v="105" actId="478"/>
            <ac:picMkLst>
              <pc:docMk/>
              <pc:sldMasterMk cId="0" sldId="2147483648"/>
              <pc:sldLayoutMk cId="0" sldId="2147483653"/>
              <ac:picMk id="12" creationId="{0859D3EC-5E23-3B41-9DA0-38316698BC36}"/>
            </ac:picMkLst>
          </pc:picChg>
          <pc:picChg chg="del mod">
            <ac:chgData name="Melki Sadekh" userId="b15e8503-bfd0-4da6-add0-4a5f50c7c7cc" providerId="ADAL" clId="{7A406ABD-9294-408D-9654-1E18CD648961}" dt="2022-09-05T17:07:32.784" v="110" actId="478"/>
            <ac:picMkLst>
              <pc:docMk/>
              <pc:sldMasterMk cId="0" sldId="2147483648"/>
              <pc:sldLayoutMk cId="0" sldId="2147483653"/>
              <ac:picMk id="13" creationId="{07D22DC1-2584-BA45-ADB4-CB64B76C9196}"/>
            </ac:picMkLst>
          </pc:picChg>
        </pc:sldLayoutChg>
        <pc:sldLayoutChg chg="delSp modSp mod">
          <pc:chgData name="Melki Sadekh" userId="b15e8503-bfd0-4da6-add0-4a5f50c7c7cc" providerId="ADAL" clId="{7A406ABD-9294-408D-9654-1E18CD648961}" dt="2022-09-05T17:07:34.904" v="111" actId="478"/>
          <pc:sldLayoutMkLst>
            <pc:docMk/>
            <pc:sldMasterMk cId="0" sldId="2147483648"/>
            <pc:sldLayoutMk cId="0" sldId="2147483654"/>
          </pc:sldLayoutMkLst>
          <pc:spChg chg="mod">
            <ac:chgData name="Melki Sadekh" userId="b15e8503-bfd0-4da6-add0-4a5f50c7c7cc" providerId="ADAL" clId="{7A406ABD-9294-408D-9654-1E18CD648961}" dt="2022-09-05T16:52:17.125" v="11"/>
            <ac:spMkLst>
              <pc:docMk/>
              <pc:sldMasterMk cId="0" sldId="2147483648"/>
              <pc:sldLayoutMk cId="0" sldId="2147483654"/>
              <ac:spMk id="6"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4"/>
              <ac:spMk id="7" creationId="{00000000-0000-0000-0000-000000000000}"/>
            </ac:spMkLst>
          </pc:spChg>
          <pc:picChg chg="del mod">
            <ac:chgData name="Melki Sadekh" userId="b15e8503-bfd0-4da6-add0-4a5f50c7c7cc" providerId="ADAL" clId="{7A406ABD-9294-408D-9654-1E18CD648961}" dt="2022-09-05T17:07:34.904" v="111" actId="478"/>
            <ac:picMkLst>
              <pc:docMk/>
              <pc:sldMasterMk cId="0" sldId="2147483648"/>
              <pc:sldLayoutMk cId="0" sldId="2147483654"/>
              <ac:picMk id="8" creationId="{1A1711B1-0CB2-3642-B322-BB9057DC06A4}"/>
            </ac:picMkLst>
          </pc:picChg>
          <pc:picChg chg="del mod">
            <ac:chgData name="Melki Sadekh" userId="b15e8503-bfd0-4da6-add0-4a5f50c7c7cc" providerId="ADAL" clId="{7A406ABD-9294-408D-9654-1E18CD648961}" dt="2022-09-05T17:07:05.532" v="106" actId="478"/>
            <ac:picMkLst>
              <pc:docMk/>
              <pc:sldMasterMk cId="0" sldId="2147483648"/>
              <pc:sldLayoutMk cId="0" sldId="2147483654"/>
              <ac:picMk id="9" creationId="{EDE9ED95-923D-3548-823B-31E4248CF767}"/>
            </ac:picMkLst>
          </pc:picChg>
        </pc:sldLayoutChg>
        <pc:sldLayoutChg chg="modSp">
          <pc:chgData name="Melki Sadekh" userId="b15e8503-bfd0-4da6-add0-4a5f50c7c7cc" providerId="ADAL" clId="{7A406ABD-9294-408D-9654-1E18CD648961}" dt="2022-09-05T16:52:17.125" v="11"/>
          <pc:sldLayoutMkLst>
            <pc:docMk/>
            <pc:sldMasterMk cId="0" sldId="2147483648"/>
            <pc:sldLayoutMk cId="0" sldId="2147483655"/>
          </pc:sldLayoutMkLst>
          <pc:picChg chg="mod">
            <ac:chgData name="Melki Sadekh" userId="b15e8503-bfd0-4da6-add0-4a5f50c7c7cc" providerId="ADAL" clId="{7A406ABD-9294-408D-9654-1E18CD648961}" dt="2022-09-05T16:52:17.125" v="11"/>
            <ac:picMkLst>
              <pc:docMk/>
              <pc:sldMasterMk cId="0" sldId="2147483648"/>
              <pc:sldLayoutMk cId="0" sldId="2147483655"/>
              <ac:picMk id="5" creationId="{00000000-0000-0000-0000-000000000000}"/>
            </ac:picMkLst>
          </pc:picChg>
        </pc:sldLayoutChg>
        <pc:sldLayoutChg chg="modSp">
          <pc:chgData name="Melki Sadekh" userId="b15e8503-bfd0-4da6-add0-4a5f50c7c7cc" providerId="ADAL" clId="{7A406ABD-9294-408D-9654-1E18CD648961}" dt="2022-09-05T16:52:17.125" v="11"/>
          <pc:sldLayoutMkLst>
            <pc:docMk/>
            <pc:sldMasterMk cId="0" sldId="2147483648"/>
            <pc:sldLayoutMk cId="3329407852" sldId="2147483656"/>
          </pc:sldLayoutMkLst>
          <pc:spChg chg="mod">
            <ac:chgData name="Melki Sadekh" userId="b15e8503-bfd0-4da6-add0-4a5f50c7c7cc" providerId="ADAL" clId="{7A406ABD-9294-408D-9654-1E18CD648961}" dt="2022-09-05T16:52:17.125" v="11"/>
            <ac:spMkLst>
              <pc:docMk/>
              <pc:sldMasterMk cId="0" sldId="2147483648"/>
              <pc:sldLayoutMk cId="3329407852" sldId="2147483656"/>
              <ac:spMk id="6" creationId="{00000000-0000-0000-0000-000000000000}"/>
            </ac:spMkLst>
          </pc:spChg>
          <pc:picChg chg="mod">
            <ac:chgData name="Melki Sadekh" userId="b15e8503-bfd0-4da6-add0-4a5f50c7c7cc" providerId="ADAL" clId="{7A406ABD-9294-408D-9654-1E18CD648961}" dt="2022-09-05T16:52:17.125" v="11"/>
            <ac:picMkLst>
              <pc:docMk/>
              <pc:sldMasterMk cId="0" sldId="2147483648"/>
              <pc:sldLayoutMk cId="3329407852" sldId="2147483656"/>
              <ac:picMk id="5" creationId="{00000000-0000-0000-0000-000000000000}"/>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42327A3B-766F-4631-90B1-9B3D33DE7C5C}" type="datetimeFigureOut">
              <a:rPr lang="en-US"/>
              <a:pPr>
                <a:defRPr/>
              </a:pPr>
              <a:t>12/20/2022</a:t>
            </a:fld>
            <a:endParaRPr lang="en-US"/>
          </a:p>
        </p:txBody>
      </p:sp>
      <p:sp>
        <p:nvSpPr>
          <p:cNvPr id="4" name="Slide Image Placeholder 3"/>
          <p:cNvSpPr>
            <a:spLocks noGrp="1" noRot="1" noChangeAspect="1"/>
          </p:cNvSpPr>
          <p:nvPr>
            <p:ph type="sldImg" idx="2"/>
          </p:nvPr>
        </p:nvSpPr>
        <p:spPr>
          <a:xfrm>
            <a:off x="1006475" y="685800"/>
            <a:ext cx="484505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98F58BAA-C397-4D9C-949B-0B7D3F08F4B6}"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SabonLTStd-Roman"/>
              </a:rPr>
              <a:t>A </a:t>
            </a:r>
            <a:r>
              <a:rPr lang="en-US" sz="1800" b="0" i="1" u="none" strike="noStrike" baseline="0" dirty="0">
                <a:latin typeface="SabonLTStd-Italic"/>
              </a:rPr>
              <a:t>polymorphic virus </a:t>
            </a:r>
            <a:r>
              <a:rPr lang="en-US" sz="1800" b="0" i="0" u="none" strike="noStrike" baseline="0" dirty="0">
                <a:latin typeface="SabonLTStd-Roman"/>
              </a:rPr>
              <a:t>mutates, or changes its code, so that it cannot be as easily detected.</a:t>
            </a:r>
          </a:p>
          <a:p>
            <a:pPr algn="l"/>
            <a:r>
              <a:rPr lang="en-US" sz="1800" b="0" i="0" u="none" strike="noStrike" baseline="0" dirty="0">
                <a:latin typeface="SabonLTStd-Roman"/>
              </a:rPr>
              <a:t>Stealth viruses try to hide themselves by monitoring and intercepting a system’s call. For</a:t>
            </a:r>
          </a:p>
          <a:p>
            <a:pPr algn="l"/>
            <a:r>
              <a:rPr lang="en-US" sz="1800" b="0" i="0" u="none" strike="noStrike" baseline="0" dirty="0">
                <a:latin typeface="SabonLTStd-Roman"/>
              </a:rPr>
              <a:t>example, when the system seeks to open an infected file, the stealth virus disinfects the file</a:t>
            </a:r>
          </a:p>
          <a:p>
            <a:pPr algn="l"/>
            <a:r>
              <a:rPr lang="en-US" sz="1800" b="0" i="0" u="none" strike="noStrike" baseline="0" dirty="0">
                <a:latin typeface="SabonLTStd-Roman"/>
              </a:rPr>
              <a:t>and allows the operating system to open it. When the operating system closes the file, the</a:t>
            </a:r>
          </a:p>
          <a:p>
            <a:pPr algn="l"/>
            <a:r>
              <a:rPr lang="en-ID" sz="1800" b="0" i="0" u="none" strike="noStrike" baseline="0" dirty="0">
                <a:latin typeface="SabonLTStd-Roman"/>
              </a:rPr>
              <a:t>virus re-infects the file.</a:t>
            </a:r>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4</a:t>
            </a:fld>
            <a:endParaRPr lang="en-US"/>
          </a:p>
        </p:txBody>
      </p:sp>
    </p:spTree>
    <p:extLst>
      <p:ext uri="{BB962C8B-B14F-4D97-AF65-F5344CB8AC3E}">
        <p14:creationId xmlns:p14="http://schemas.microsoft.com/office/powerpoint/2010/main" val="32720207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Crystal </a:t>
            </a:r>
            <a:r>
              <a:rPr lang="en-US" dirty="0" err="1"/>
              <a:t>Panek</a:t>
            </a:r>
            <a:r>
              <a:rPr lang="en-US" dirty="0"/>
              <a:t>, page 140-143</a:t>
            </a:r>
          </a:p>
          <a:p>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5</a:t>
            </a:fld>
            <a:endParaRPr lang="en-US"/>
          </a:p>
        </p:txBody>
      </p:sp>
    </p:spTree>
    <p:extLst>
      <p:ext uri="{BB962C8B-B14F-4D97-AF65-F5344CB8AC3E}">
        <p14:creationId xmlns:p14="http://schemas.microsoft.com/office/powerpoint/2010/main" val="3068732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dirty="0"/>
              <a:t>https://www.cloudflare.com/learning/email-security/what-is-email-spoofing/</a:t>
            </a:r>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19</a:t>
            </a:fld>
            <a:endParaRPr lang="en-US"/>
          </a:p>
        </p:txBody>
      </p:sp>
    </p:spTree>
    <p:extLst>
      <p:ext uri="{BB962C8B-B14F-4D97-AF65-F5344CB8AC3E}">
        <p14:creationId xmlns:p14="http://schemas.microsoft.com/office/powerpoint/2010/main" val="30547411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dirty="0"/>
              <a:t>https://www.cloudflare.com/learning/email-security/what-is-email-spoofing/</a:t>
            </a:r>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20</a:t>
            </a:fld>
            <a:endParaRPr lang="en-US"/>
          </a:p>
        </p:txBody>
      </p:sp>
    </p:spTree>
    <p:extLst>
      <p:ext uri="{BB962C8B-B14F-4D97-AF65-F5344CB8AC3E}">
        <p14:creationId xmlns:p14="http://schemas.microsoft.com/office/powerpoint/2010/main" val="15213230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pPr marL="0" marR="0" lvl="0" indent="0" algn="r" defTabSz="520700" rtl="0" eaLnBrk="1" fontAlgn="base" latinLnBrk="0" hangingPunct="1">
              <a:lnSpc>
                <a:spcPct val="100000"/>
              </a:lnSpc>
              <a:spcBef>
                <a:spcPct val="0"/>
              </a:spcBef>
              <a:spcAft>
                <a:spcPct val="0"/>
              </a:spcAft>
              <a:buClrTx/>
              <a:buSzTx/>
              <a:buFontTx/>
              <a:buNone/>
              <a:tabLst/>
              <a:defRPr/>
            </a:pPr>
            <a:fld id="{98F58BAA-C397-4D9C-949B-0B7D3F08F4B6}" type="slidenum">
              <a:rPr kumimoji="0" lang="en-US" sz="1200" b="0" i="0" u="none" strike="noStrike" kern="1200" cap="none" spc="0" normalizeH="0" baseline="0" noProof="0" smtClean="0">
                <a:ln>
                  <a:noFill/>
                </a:ln>
                <a:solidFill>
                  <a:prstClr val="black"/>
                </a:solidFill>
                <a:effectLst/>
                <a:uLnTx/>
                <a:uFillTx/>
                <a:latin typeface="Calibri" pitchFamily="34" charset="0"/>
                <a:ea typeface="MS PGothic" pitchFamily="34" charset="-128"/>
                <a:cs typeface="+mn-cs"/>
              </a:rPr>
              <a:pPr marL="0" marR="0" lvl="0" indent="0" algn="r" defTabSz="520700" rtl="0" eaLnBrk="1" fontAlgn="base" latinLnBrk="0" hangingPunct="1">
                <a:lnSpc>
                  <a:spcPct val="100000"/>
                </a:lnSpc>
                <a:spcBef>
                  <a:spcPct val="0"/>
                </a:spcBef>
                <a:spcAft>
                  <a:spcPct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itchFamily="34" charset="0"/>
              <a:ea typeface="MS PGothic" pitchFamily="34" charset="-128"/>
              <a:cs typeface="+mn-cs"/>
            </a:endParaRPr>
          </a:p>
        </p:txBody>
      </p:sp>
    </p:spTree>
    <p:extLst>
      <p:ext uri="{BB962C8B-B14F-4D97-AF65-F5344CB8AC3E}">
        <p14:creationId xmlns:p14="http://schemas.microsoft.com/office/powerpoint/2010/main" val="3168102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pPr marL="0" marR="0" lvl="0" indent="0" algn="r" defTabSz="520700" rtl="0" eaLnBrk="1" fontAlgn="base" latinLnBrk="0" hangingPunct="1">
              <a:lnSpc>
                <a:spcPct val="100000"/>
              </a:lnSpc>
              <a:spcBef>
                <a:spcPct val="0"/>
              </a:spcBef>
              <a:spcAft>
                <a:spcPct val="0"/>
              </a:spcAft>
              <a:buClrTx/>
              <a:buSzTx/>
              <a:buFontTx/>
              <a:buNone/>
              <a:tabLst/>
              <a:defRPr/>
            </a:pPr>
            <a:fld id="{98F58BAA-C397-4D9C-949B-0B7D3F08F4B6}" type="slidenum">
              <a:rPr kumimoji="0" lang="en-US" sz="1200" b="0" i="0" u="none" strike="noStrike" kern="1200" cap="none" spc="0" normalizeH="0" baseline="0" noProof="0" smtClean="0">
                <a:ln>
                  <a:noFill/>
                </a:ln>
                <a:solidFill>
                  <a:prstClr val="black"/>
                </a:solidFill>
                <a:effectLst/>
                <a:uLnTx/>
                <a:uFillTx/>
                <a:latin typeface="Calibri" pitchFamily="34" charset="0"/>
                <a:ea typeface="MS PGothic" pitchFamily="34" charset="-128"/>
                <a:cs typeface="+mn-cs"/>
              </a:rPr>
              <a:pPr marL="0" marR="0" lvl="0" indent="0" algn="r" defTabSz="520700" rtl="0" eaLnBrk="1" fontAlgn="base" latinLnBrk="0" hangingPunct="1">
                <a:lnSpc>
                  <a:spcPct val="100000"/>
                </a:lnSpc>
                <a:spcBef>
                  <a:spcPct val="0"/>
                </a:spcBef>
                <a:spcAft>
                  <a:spcPct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itchFamily="34" charset="0"/>
              <a:ea typeface="MS PGothic" pitchFamily="34" charset="-128"/>
              <a:cs typeface="+mn-cs"/>
            </a:endParaRPr>
          </a:p>
        </p:txBody>
      </p:sp>
    </p:spTree>
    <p:extLst>
      <p:ext uri="{BB962C8B-B14F-4D97-AF65-F5344CB8AC3E}">
        <p14:creationId xmlns:p14="http://schemas.microsoft.com/office/powerpoint/2010/main" val="1182104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pPr marL="0" marR="0" lvl="0" indent="0" algn="r" defTabSz="520700" rtl="0" eaLnBrk="1" fontAlgn="base" latinLnBrk="0" hangingPunct="1">
              <a:lnSpc>
                <a:spcPct val="100000"/>
              </a:lnSpc>
              <a:spcBef>
                <a:spcPct val="0"/>
              </a:spcBef>
              <a:spcAft>
                <a:spcPct val="0"/>
              </a:spcAft>
              <a:buClrTx/>
              <a:buSzTx/>
              <a:buFontTx/>
              <a:buNone/>
              <a:tabLst/>
              <a:defRPr/>
            </a:pPr>
            <a:fld id="{98F58BAA-C397-4D9C-949B-0B7D3F08F4B6}" type="slidenum">
              <a:rPr kumimoji="0" lang="en-US" sz="1200" b="0" i="0" u="none" strike="noStrike" kern="1200" cap="none" spc="0" normalizeH="0" baseline="0" noProof="0" smtClean="0">
                <a:ln>
                  <a:noFill/>
                </a:ln>
                <a:solidFill>
                  <a:prstClr val="black"/>
                </a:solidFill>
                <a:effectLst/>
                <a:uLnTx/>
                <a:uFillTx/>
                <a:latin typeface="Calibri" pitchFamily="34" charset="0"/>
                <a:ea typeface="MS PGothic" pitchFamily="34" charset="-128"/>
                <a:cs typeface="+mn-cs"/>
              </a:rPr>
              <a:pPr marL="0" marR="0" lvl="0" indent="0" algn="r" defTabSz="520700" rtl="0" eaLnBrk="1" fontAlgn="base" latinLnBrk="0" hangingPunct="1">
                <a:lnSpc>
                  <a:spcPct val="100000"/>
                </a:lnSpc>
                <a:spcBef>
                  <a:spcPct val="0"/>
                </a:spcBef>
                <a:spcAft>
                  <a:spcPct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itchFamily="34" charset="0"/>
              <a:ea typeface="MS PGothic" pitchFamily="34" charset="-128"/>
              <a:cs typeface="+mn-cs"/>
            </a:endParaRPr>
          </a:p>
        </p:txBody>
      </p:sp>
    </p:spTree>
    <p:extLst>
      <p:ext uri="{BB962C8B-B14F-4D97-AF65-F5344CB8AC3E}">
        <p14:creationId xmlns:p14="http://schemas.microsoft.com/office/powerpoint/2010/main" val="10679017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a:t>
            </a:r>
          </a:p>
          <a:p>
            <a:endParaRPr lang="en-US" dirty="0"/>
          </a:p>
          <a:p>
            <a:r>
              <a:rPr lang="en-ID" dirty="0"/>
              <a:t>https://www.cloudflare.com/learning/ddos/glossary/open-systems-interconnection-model-osi/</a:t>
            </a:r>
          </a:p>
          <a:p>
            <a:r>
              <a:rPr lang="en-ID" dirty="0"/>
              <a:t>https://www.cloudflare.com/learning/ddos/glossary/open-systems-interconnection-model-osi/ </a:t>
            </a:r>
          </a:p>
          <a:p>
            <a:r>
              <a:rPr lang="en-ID" dirty="0"/>
              <a:t>https://learningnetwork.cisco.com/s/contentdocument/0693i000001r6HTAAY </a:t>
            </a:r>
          </a:p>
          <a:p>
            <a:r>
              <a:rPr lang="en-ID" dirty="0"/>
              <a:t>https://www.cloudflare.com/learning/network-layer/what-is-ipsec/ </a:t>
            </a:r>
          </a:p>
          <a:p>
            <a:r>
              <a:rPr lang="en-ID" dirty="0"/>
              <a:t>https://www.hypr.com/security-encyclopedia/transport-mode#:~:text=Transport%20Mode%20is%20a%20method,Transport%20Mode%20or%20Tunnel%20Mode.</a:t>
            </a:r>
          </a:p>
          <a:p>
            <a:r>
              <a:rPr lang="en-ID" dirty="0"/>
              <a:t>https://www.ibm.com/docs/en/zos/2.2.0?topic=encapsulation-transport-mode-tunnel-mode</a:t>
            </a:r>
          </a:p>
          <a:p>
            <a:r>
              <a:rPr lang="en-ID" dirty="0"/>
              <a:t>https://docs.oracle.com/cd/E36784_01/html/E36838/ipsecov-13.html</a:t>
            </a:r>
          </a:p>
          <a:p>
            <a:r>
              <a:rPr lang="en-ID" dirty="0"/>
              <a:t>https://www.hypr.com/security-encyclopedia/tunnel-mode#:~:text=Tunnel%20Mode%20is%20a%20method,address%20information%20is%20also%20encrypted.</a:t>
            </a:r>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24</a:t>
            </a:fld>
            <a:endParaRPr lang="en-US"/>
          </a:p>
        </p:txBody>
      </p:sp>
    </p:spTree>
    <p:extLst>
      <p:ext uri="{BB962C8B-B14F-4D97-AF65-F5344CB8AC3E}">
        <p14:creationId xmlns:p14="http://schemas.microsoft.com/office/powerpoint/2010/main" val="21931339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1" descr="Background 01-01.jpg"/>
          <p:cNvPicPr>
            <a:picLocks noGrp="1" noRot="1" noChangeAspect="1" noMove="1" noResize="1" noEditPoints="1" noAdjustHandles="1" noChangeArrowheads="1" noChangeShapeType="1" noCrop="1"/>
          </p:cNvPicPr>
          <p:nvPr userDrawn="1"/>
        </p:nvPicPr>
        <p:blipFill>
          <a:blip r:embed="rId2" cstate="screen">
            <a:alphaModFix/>
          </a:blip>
          <a:srcRect/>
          <a:stretch>
            <a:fillRect/>
          </a:stretch>
        </p:blipFill>
        <p:spPr bwMode="auto">
          <a:xfrm>
            <a:off x="0" y="3175"/>
            <a:ext cx="10688638" cy="7556500"/>
          </a:xfrm>
          <a:prstGeom prst="rect">
            <a:avLst/>
          </a:prstGeom>
          <a:noFill/>
          <a:ln w="9525">
            <a:noFill/>
            <a:miter lim="800000"/>
            <a:headEnd/>
            <a:tailEnd/>
          </a:ln>
        </p:spPr>
      </p:pic>
      <p:sp>
        <p:nvSpPr>
          <p:cNvPr id="13" name="Title 12">
            <a:extLst>
              <a:ext uri="{FF2B5EF4-FFF2-40B4-BE49-F238E27FC236}">
                <a16:creationId xmlns:a16="http://schemas.microsoft.com/office/drawing/2014/main" id="{FD933DC8-5F40-4DE1-1800-4555D43F04F4}"/>
              </a:ext>
            </a:extLst>
          </p:cNvPr>
          <p:cNvSpPr>
            <a:spLocks noGrp="1"/>
          </p:cNvSpPr>
          <p:nvPr>
            <p:ph type="title" hasCustomPrompt="1"/>
          </p:nvPr>
        </p:nvSpPr>
        <p:spPr>
          <a:xfrm>
            <a:off x="2400300" y="2054347"/>
            <a:ext cx="8286748" cy="819237"/>
          </a:xfrm>
        </p:spPr>
        <p:txBody>
          <a:bodyPr anchor="b"/>
          <a:lstStyle>
            <a:lvl1pPr>
              <a:defRPr sz="3600" b="1">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a:t>COURSE NAME*</a:t>
            </a:r>
            <a:endParaRPr lang="id-ID"/>
          </a:p>
        </p:txBody>
      </p:sp>
      <p:sp>
        <p:nvSpPr>
          <p:cNvPr id="19" name="Text Placeholder 18">
            <a:extLst>
              <a:ext uri="{FF2B5EF4-FFF2-40B4-BE49-F238E27FC236}">
                <a16:creationId xmlns:a16="http://schemas.microsoft.com/office/drawing/2014/main" id="{07BD9D23-A348-F595-B710-95E853784A1D}"/>
              </a:ext>
            </a:extLst>
          </p:cNvPr>
          <p:cNvSpPr>
            <a:spLocks noGrp="1"/>
          </p:cNvSpPr>
          <p:nvPr>
            <p:ph type="body" sz="quarter" idx="10" hasCustomPrompt="1"/>
          </p:nvPr>
        </p:nvSpPr>
        <p:spPr>
          <a:xfrm>
            <a:off x="2400300" y="4462536"/>
            <a:ext cx="8286750" cy="642864"/>
          </a:xfrm>
        </p:spPr>
        <p:txBody>
          <a:bodyPr anchor="b"/>
          <a:lstStyle>
            <a:lvl1pPr marL="0" indent="0" algn="l">
              <a:buNone/>
              <a:defRPr sz="240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pPr lvl="0"/>
            <a:r>
              <a:rPr lang="en-US"/>
              <a:t>TOPIC*</a:t>
            </a:r>
          </a:p>
        </p:txBody>
      </p:sp>
      <p:sp>
        <p:nvSpPr>
          <p:cNvPr id="24" name="Text Placeholder 18">
            <a:extLst>
              <a:ext uri="{FF2B5EF4-FFF2-40B4-BE49-F238E27FC236}">
                <a16:creationId xmlns:a16="http://schemas.microsoft.com/office/drawing/2014/main" id="{AF6EC7A6-1644-1988-E351-DCDA588E6A1F}"/>
              </a:ext>
            </a:extLst>
          </p:cNvPr>
          <p:cNvSpPr>
            <a:spLocks noGrp="1"/>
          </p:cNvSpPr>
          <p:nvPr>
            <p:ph type="body" sz="quarter" idx="11" hasCustomPrompt="1"/>
          </p:nvPr>
        </p:nvSpPr>
        <p:spPr>
          <a:xfrm>
            <a:off x="2400300" y="2879439"/>
            <a:ext cx="8286748" cy="453920"/>
          </a:xfrm>
        </p:spPr>
        <p:txBody>
          <a:bodyPr anchor="t"/>
          <a:lstStyle>
            <a:lvl1pPr marL="0" indent="0" algn="l">
              <a:buNone/>
              <a:defRPr sz="1600">
                <a:solidFill>
                  <a:schemeClr val="bg1">
                    <a:lumMod val="95000"/>
                  </a:schemeClr>
                </a:solidFill>
                <a:latin typeface="Open Sans Semibold" panose="020B0706030804020204" pitchFamily="34" charset="0"/>
                <a:ea typeface="Open Sans Semibold" panose="020B0706030804020204" pitchFamily="34" charset="0"/>
                <a:cs typeface="Open Sans Semibold" panose="020B0706030804020204" pitchFamily="34" charset="0"/>
              </a:defRPr>
            </a:lvl1pPr>
          </a:lstStyle>
          <a:p>
            <a:pPr lvl="0"/>
            <a:r>
              <a:rPr lang="en-US"/>
              <a:t>COURSE CODE</a:t>
            </a:r>
          </a:p>
        </p:txBody>
      </p:sp>
      <p:sp>
        <p:nvSpPr>
          <p:cNvPr id="25" name="Text Placeholder 18">
            <a:extLst>
              <a:ext uri="{FF2B5EF4-FFF2-40B4-BE49-F238E27FC236}">
                <a16:creationId xmlns:a16="http://schemas.microsoft.com/office/drawing/2014/main" id="{521841C5-28C7-B1B8-56E4-4193C600942A}"/>
              </a:ext>
            </a:extLst>
          </p:cNvPr>
          <p:cNvSpPr>
            <a:spLocks noGrp="1"/>
          </p:cNvSpPr>
          <p:nvPr>
            <p:ph type="body" sz="quarter" idx="12" hasCustomPrompt="1"/>
          </p:nvPr>
        </p:nvSpPr>
        <p:spPr>
          <a:xfrm>
            <a:off x="2400298" y="5105400"/>
            <a:ext cx="8286750" cy="453920"/>
          </a:xfrm>
        </p:spPr>
        <p:txBody>
          <a:bodyPr anchor="t"/>
          <a:lstStyle>
            <a:lvl1pPr marL="0" indent="0" algn="l">
              <a:buNone/>
              <a:defRPr sz="1600">
                <a:solidFill>
                  <a:schemeClr val="bg1">
                    <a:lumMod val="95000"/>
                  </a:schemeClr>
                </a:solidFill>
                <a:latin typeface="Open Sans Semibold" panose="020B0706030804020204" pitchFamily="34" charset="0"/>
                <a:ea typeface="Open Sans Semibold" panose="020B0706030804020204" pitchFamily="34" charset="0"/>
                <a:cs typeface="Open Sans Semibold" panose="020B0706030804020204" pitchFamily="34" charset="0"/>
              </a:defRPr>
            </a:lvl1pPr>
          </a:lstStyle>
          <a:p>
            <a:pPr lvl="0"/>
            <a:r>
              <a:rPr lang="en-US"/>
              <a:t>SESSION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62B2341-C3BD-4867-8D41-5F80C1709B34}" type="datetimeFigureOut">
              <a:rPr lang="en-US"/>
              <a:pPr>
                <a:defRPr/>
              </a:pPr>
              <a:t>12/20/2022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D7FA9F5-F61B-45A1-B5E1-F65A5889B2EE}" type="slidenum">
              <a:rPr lang="en-US"/>
              <a:pPr>
                <a:defRPr/>
              </a:pPr>
              <a:t>‹#›</a:t>
            </a:fld>
            <a:endParaRPr lang="en-US"/>
          </a:p>
        </p:txBody>
      </p:sp>
      <p:pic>
        <p:nvPicPr>
          <p:cNvPr id="7" name="Picture 1" descr="Background 01-02.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9" name="Title Placeholder 1"/>
          <p:cNvSpPr>
            <a:spLocks noGrp="1"/>
          </p:cNvSpPr>
          <p:nvPr>
            <p:ph type="title"/>
          </p:nvPr>
        </p:nvSpPr>
        <p:spPr bwMode="auto">
          <a:xfrm>
            <a:off x="1238251" y="749309"/>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 name="Text Placeholder 2"/>
          <p:cNvSpPr>
            <a:spLocks noGrp="1"/>
          </p:cNvSpPr>
          <p:nvPr>
            <p:ph idx="13"/>
          </p:nvPr>
        </p:nvSpPr>
        <p:spPr bwMode="auto">
          <a:xfrm>
            <a:off x="1238251" y="20097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329" y="4859833"/>
            <a:ext cx="9085342" cy="1502066"/>
          </a:xfrm>
        </p:spPr>
        <p:txBody>
          <a:bodyPr anchor="t"/>
          <a:lstStyle>
            <a:lvl1pPr algn="l">
              <a:defRPr sz="4600" b="1" cap="all"/>
            </a:lvl1pPr>
          </a:lstStyle>
          <a:p>
            <a:r>
              <a:rPr lang="en-US"/>
              <a:t>Click to edit Master title style</a:t>
            </a:r>
          </a:p>
        </p:txBody>
      </p:sp>
      <p:sp>
        <p:nvSpPr>
          <p:cNvPr id="3" name="Text Placeholder 2"/>
          <p:cNvSpPr>
            <a:spLocks noGrp="1"/>
          </p:cNvSpPr>
          <p:nvPr>
            <p:ph type="body" idx="1"/>
          </p:nvPr>
        </p:nvSpPr>
        <p:spPr>
          <a:xfrm>
            <a:off x="844329" y="3205466"/>
            <a:ext cx="9085342" cy="1654373"/>
          </a:xfrm>
        </p:spPr>
        <p:txBody>
          <a:bodyPr anchor="b"/>
          <a:lstStyle>
            <a:lvl1pPr marL="0" indent="0">
              <a:buNone/>
              <a:defRPr sz="2300">
                <a:solidFill>
                  <a:schemeClr val="tx1">
                    <a:tint val="75000"/>
                  </a:schemeClr>
                </a:solidFill>
              </a:defRPr>
            </a:lvl1pPr>
            <a:lvl2pPr marL="521438" indent="0">
              <a:buNone/>
              <a:defRPr sz="2100">
                <a:solidFill>
                  <a:schemeClr val="tx1">
                    <a:tint val="75000"/>
                  </a:schemeClr>
                </a:solidFill>
              </a:defRPr>
            </a:lvl2pPr>
            <a:lvl3pPr marL="1042876" indent="0">
              <a:buNone/>
              <a:defRPr sz="1800">
                <a:solidFill>
                  <a:schemeClr val="tx1">
                    <a:tint val="75000"/>
                  </a:schemeClr>
                </a:solidFill>
              </a:defRPr>
            </a:lvl3pPr>
            <a:lvl4pPr marL="1564314" indent="0">
              <a:buNone/>
              <a:defRPr sz="1600">
                <a:solidFill>
                  <a:schemeClr val="tx1">
                    <a:tint val="75000"/>
                  </a:schemeClr>
                </a:solidFill>
              </a:defRPr>
            </a:lvl4pPr>
            <a:lvl5pPr marL="2085751" indent="0">
              <a:buNone/>
              <a:defRPr sz="1600">
                <a:solidFill>
                  <a:schemeClr val="tx1">
                    <a:tint val="75000"/>
                  </a:schemeClr>
                </a:solidFill>
              </a:defRPr>
            </a:lvl5pPr>
            <a:lvl6pPr marL="2607191" indent="0">
              <a:buNone/>
              <a:defRPr sz="1600">
                <a:solidFill>
                  <a:schemeClr val="tx1">
                    <a:tint val="75000"/>
                  </a:schemeClr>
                </a:solidFill>
              </a:defRPr>
            </a:lvl6pPr>
            <a:lvl7pPr marL="3128629" indent="0">
              <a:buNone/>
              <a:defRPr sz="1600">
                <a:solidFill>
                  <a:schemeClr val="tx1">
                    <a:tint val="75000"/>
                  </a:schemeClr>
                </a:solidFill>
              </a:defRPr>
            </a:lvl7pPr>
            <a:lvl8pPr marL="3650066" indent="0">
              <a:buNone/>
              <a:defRPr sz="1600">
                <a:solidFill>
                  <a:schemeClr val="tx1">
                    <a:tint val="75000"/>
                  </a:schemeClr>
                </a:solidFill>
              </a:defRPr>
            </a:lvl8pPr>
            <a:lvl9pPr marL="4171505"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B24E772-3899-4649-A2AA-7CF914911BC6}" type="datetimeFigureOut">
              <a:rPr lang="en-US"/>
              <a:pPr>
                <a:defRPr/>
              </a:pPr>
              <a:t>12/20/2022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272044D-538C-4006-A81A-9ADFE14E088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4434" y="1764675"/>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33393" y="1764675"/>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A2569E45-41F7-4121-96F3-D9854AFC6DC8}" type="datetimeFigureOut">
              <a:rPr lang="en-US"/>
              <a:pPr>
                <a:defRPr/>
              </a:pPr>
              <a:t>12/20/2022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E504BA8-D676-4613-9C2C-2877DCA64D8F}" type="slidenum">
              <a:rPr lang="en-US"/>
              <a:pPr>
                <a:defRPr/>
              </a:pPr>
              <a:t>‹#›</a:t>
            </a:fld>
            <a:endParaRPr lang="en-US"/>
          </a:p>
        </p:txBody>
      </p:sp>
      <p:pic>
        <p:nvPicPr>
          <p:cNvPr id="8" name="Picture 1" descr="Background 01-03.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10" name="Title Placeholder 1"/>
          <p:cNvSpPr>
            <a:spLocks noGrp="1"/>
          </p:cNvSpPr>
          <p:nvPr>
            <p:ph type="title"/>
          </p:nvPr>
        </p:nvSpPr>
        <p:spPr bwMode="auto">
          <a:xfrm>
            <a:off x="1219200" y="596910"/>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3"/>
          </p:nvPr>
        </p:nvSpPr>
        <p:spPr bwMode="auto">
          <a:xfrm>
            <a:off x="1219200" y="18573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7" name="Date Placeholder 3"/>
          <p:cNvSpPr>
            <a:spLocks noGrp="1"/>
          </p:cNvSpPr>
          <p:nvPr>
            <p:ph type="dt" sz="half" idx="10"/>
          </p:nvPr>
        </p:nvSpPr>
        <p:spPr/>
        <p:txBody>
          <a:bodyPr/>
          <a:lstStyle>
            <a:lvl1pPr>
              <a:defRPr/>
            </a:lvl1pPr>
          </a:lstStyle>
          <a:p>
            <a:pPr>
              <a:defRPr/>
            </a:pPr>
            <a:fld id="{34384A83-4D5A-429E-BDC6-FD1381510BEB}" type="datetimeFigureOut">
              <a:rPr lang="en-US"/>
              <a:pPr>
                <a:defRPr/>
              </a:pPr>
              <a:t>12/20/2022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CA70E03-8071-4189-BFD0-FC7EEE7DCDB5}" type="slidenum">
              <a:rPr lang="en-US"/>
              <a:pPr>
                <a:defRPr/>
              </a:pPr>
              <a:t>‹#›</a:t>
            </a:fld>
            <a:endParaRPr lang="en-US"/>
          </a:p>
        </p:txBody>
      </p:sp>
      <p:sp>
        <p:nvSpPr>
          <p:cNvPr id="10" name="Title Placeholder 1"/>
          <p:cNvSpPr>
            <a:spLocks noGrp="1"/>
          </p:cNvSpPr>
          <p:nvPr>
            <p:ph type="title"/>
          </p:nvPr>
        </p:nvSpPr>
        <p:spPr bwMode="auto">
          <a:xfrm>
            <a:off x="1219200" y="596910"/>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
          </p:nvPr>
        </p:nvSpPr>
        <p:spPr bwMode="auto">
          <a:xfrm>
            <a:off x="1219200" y="18573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fld id="{E71D282C-CC3E-4E1D-BB33-9531F7A7F244}" type="datetimeFigureOut">
              <a:rPr lang="en-US"/>
              <a:pPr>
                <a:defRPr/>
              </a:pPr>
              <a:t>12/20/2022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A3E6B65-159F-439F-9BD7-E9F07CE5AD1C}" type="slidenum">
              <a:rPr lang="en-US"/>
              <a:pPr>
                <a:defRPr/>
              </a:pPr>
              <a:t>‹#›</a:t>
            </a:fld>
            <a:endParaRPr lang="en-US"/>
          </a:p>
        </p:txBody>
      </p:sp>
      <p:sp>
        <p:nvSpPr>
          <p:cNvPr id="6" name="Title Placeholder 1"/>
          <p:cNvSpPr>
            <a:spLocks noGrp="1"/>
          </p:cNvSpPr>
          <p:nvPr>
            <p:ph type="title"/>
          </p:nvPr>
        </p:nvSpPr>
        <p:spPr bwMode="auto">
          <a:xfrm>
            <a:off x="1219200" y="596910"/>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7" name="Text Placeholder 2"/>
          <p:cNvSpPr>
            <a:spLocks noGrp="1"/>
          </p:cNvSpPr>
          <p:nvPr>
            <p:ph idx="1"/>
          </p:nvPr>
        </p:nvSpPr>
        <p:spPr bwMode="auto">
          <a:xfrm>
            <a:off x="1219200" y="18573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059D9E7-C17C-4132-9B73-48A51CFD46B3}" type="datetimeFigureOut">
              <a:rPr lang="en-US"/>
              <a:pPr>
                <a:defRPr/>
              </a:pPr>
              <a:t>12/20/2022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896416AF-AB6B-466F-BD3E-24BE387F4714}" type="slidenum">
              <a:rPr lang="en-US"/>
              <a:pPr>
                <a:defRPr/>
              </a:pPr>
              <a:t>‹#›</a:t>
            </a:fld>
            <a:endParaRPr lang="en-US"/>
          </a:p>
        </p:txBody>
      </p:sp>
      <p:pic>
        <p:nvPicPr>
          <p:cNvPr id="5" name="Picture 1" descr="Background 01-04.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20/12/2022</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 y="5257"/>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94" y="3153814"/>
            <a:ext cx="8260933" cy="1260475"/>
          </a:xfrm>
        </p:spPr>
        <p:txBody>
          <a:bodyPr>
            <a:normAutofit/>
          </a:bodyPr>
          <a:lstStyle>
            <a:lvl1pPr>
              <a:defRPr sz="3530">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32940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 descr="Background 01-02.jpg"/>
          <p:cNvPicPr>
            <a:picLocks noChangeAspect="1"/>
          </p:cNvPicPr>
          <p:nvPr userDrawn="1"/>
        </p:nvPicPr>
        <p:blipFill>
          <a:blip r:embed="rId10" cstate="screen"/>
          <a:srcRect/>
          <a:stretch>
            <a:fillRect/>
          </a:stretch>
        </p:blipFill>
        <p:spPr bwMode="auto">
          <a:xfrm>
            <a:off x="0" y="0"/>
            <a:ext cx="10688638" cy="7556500"/>
          </a:xfrm>
          <a:prstGeom prst="rect">
            <a:avLst/>
          </a:prstGeom>
          <a:noFill/>
          <a:ln w="9525">
            <a:noFill/>
            <a:miter lim="800000"/>
            <a:headEnd/>
            <a:tailEnd/>
          </a:ln>
        </p:spPr>
      </p:pic>
      <p:sp>
        <p:nvSpPr>
          <p:cNvPr id="1026" name="Title Placeholder 1"/>
          <p:cNvSpPr>
            <a:spLocks noGrp="1"/>
          </p:cNvSpPr>
          <p:nvPr>
            <p:ph type="title"/>
          </p:nvPr>
        </p:nvSpPr>
        <p:spPr bwMode="auto">
          <a:xfrm>
            <a:off x="1200151" y="596910"/>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1200151" y="18573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34988" y="7010400"/>
            <a:ext cx="2493962" cy="401638"/>
          </a:xfrm>
          <a:prstGeom prst="rect">
            <a:avLst/>
          </a:prstGeom>
        </p:spPr>
        <p:txBody>
          <a:bodyPr vert="horz" wrap="square" lIns="104287" tIns="52144" rIns="104287" bIns="52144" numCol="1" anchor="ctr" anchorCtr="0" compatLnSpc="1">
            <a:prstTxWarp prst="textNoShape">
              <a:avLst/>
            </a:prstTxWarp>
          </a:bodyPr>
          <a:lstStyle>
            <a:lvl1pPr>
              <a:defRPr sz="1400" smtClean="0">
                <a:solidFill>
                  <a:srgbClr val="898989"/>
                </a:solidFill>
              </a:defRPr>
            </a:lvl1pPr>
          </a:lstStyle>
          <a:p>
            <a:pPr>
              <a:defRPr/>
            </a:pPr>
            <a:fld id="{22E5663C-481F-407A-A60F-1F041C634F4F}" type="datetimeFigureOut">
              <a:rPr lang="en-US"/>
              <a:pPr>
                <a:defRPr/>
              </a:pPr>
              <a:t>12/20/2022</a:t>
            </a:fld>
            <a:endParaRPr lang="en-US"/>
          </a:p>
        </p:txBody>
      </p:sp>
      <p:sp>
        <p:nvSpPr>
          <p:cNvPr id="5" name="Footer Placeholder 4"/>
          <p:cNvSpPr>
            <a:spLocks noGrp="1"/>
          </p:cNvSpPr>
          <p:nvPr>
            <p:ph type="ftr" sz="quarter" idx="3"/>
          </p:nvPr>
        </p:nvSpPr>
        <p:spPr>
          <a:xfrm>
            <a:off x="3651252" y="7010400"/>
            <a:ext cx="3386138" cy="401638"/>
          </a:xfrm>
          <a:prstGeom prst="rect">
            <a:avLst/>
          </a:prstGeom>
        </p:spPr>
        <p:txBody>
          <a:bodyPr vert="horz" lIns="104287" tIns="52144" rIns="104287" bIns="52144" rtlCol="0" anchor="ctr"/>
          <a:lstStyle>
            <a:lvl1pPr algn="ctr" defTabSz="521438" fontAlgn="auto">
              <a:spcBef>
                <a:spcPts val="0"/>
              </a:spcBef>
              <a:spcAft>
                <a:spcPts val="0"/>
              </a:spcAft>
              <a:defRPr sz="1400">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7659689" y="7010400"/>
            <a:ext cx="2493962" cy="401638"/>
          </a:xfrm>
          <a:prstGeom prst="rect">
            <a:avLst/>
          </a:prstGeom>
        </p:spPr>
        <p:txBody>
          <a:bodyPr vert="horz" wrap="square" lIns="104287" tIns="52144" rIns="104287" bIns="52144" numCol="1" anchor="ctr" anchorCtr="0" compatLnSpc="1">
            <a:prstTxWarp prst="textNoShape">
              <a:avLst/>
            </a:prstTxWarp>
          </a:bodyPr>
          <a:lstStyle>
            <a:lvl1pPr algn="r">
              <a:defRPr sz="1400" smtClean="0">
                <a:solidFill>
                  <a:srgbClr val="898989"/>
                </a:solidFill>
              </a:defRPr>
            </a:lvl1pPr>
          </a:lstStyle>
          <a:p>
            <a:pPr>
              <a:defRPr/>
            </a:pPr>
            <a:fld id="{F1FCD700-A755-4C30-8B04-5025159A3A5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1">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1">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1">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1">
          <a:solidFill>
            <a:schemeClr val="tx1"/>
          </a:solidFill>
          <a:latin typeface="Calibri" charset="0"/>
          <a:ea typeface="MS PGothic" pitchFamily="34" charset="-128"/>
          <a:cs typeface="ＭＳ Ｐゴシック" charset="0"/>
        </a:defRPr>
      </a:lvl5pPr>
      <a:lvl6pPr marL="457201" algn="ctr" defTabSz="520700" rtl="0" fontAlgn="base">
        <a:spcBef>
          <a:spcPct val="0"/>
        </a:spcBef>
        <a:spcAft>
          <a:spcPct val="0"/>
        </a:spcAft>
        <a:defRPr sz="5001">
          <a:solidFill>
            <a:schemeClr val="tx1"/>
          </a:solidFill>
          <a:latin typeface="Calibri" charset="0"/>
          <a:ea typeface="ＭＳ Ｐゴシック" charset="0"/>
          <a:cs typeface="ＭＳ Ｐゴシック" charset="0"/>
        </a:defRPr>
      </a:lvl6pPr>
      <a:lvl7pPr marL="914402" algn="ctr" defTabSz="520700" rtl="0" fontAlgn="base">
        <a:spcBef>
          <a:spcPct val="0"/>
        </a:spcBef>
        <a:spcAft>
          <a:spcPct val="0"/>
        </a:spcAft>
        <a:defRPr sz="5001">
          <a:solidFill>
            <a:schemeClr val="tx1"/>
          </a:solidFill>
          <a:latin typeface="Calibri" charset="0"/>
          <a:ea typeface="ＭＳ Ｐゴシック" charset="0"/>
          <a:cs typeface="ＭＳ Ｐゴシック" charset="0"/>
        </a:defRPr>
      </a:lvl7pPr>
      <a:lvl8pPr marL="1371604" algn="ctr" defTabSz="520700" rtl="0" fontAlgn="base">
        <a:spcBef>
          <a:spcPct val="0"/>
        </a:spcBef>
        <a:spcAft>
          <a:spcPct val="0"/>
        </a:spcAft>
        <a:defRPr sz="5001">
          <a:solidFill>
            <a:schemeClr val="tx1"/>
          </a:solidFill>
          <a:latin typeface="Calibri" charset="0"/>
          <a:ea typeface="ＭＳ Ｐゴシック" charset="0"/>
          <a:cs typeface="ＭＳ Ｐゴシック" charset="0"/>
        </a:defRPr>
      </a:lvl8pPr>
      <a:lvl9pPr marL="1828804" algn="ctr" defTabSz="520700" rtl="0" fontAlgn="base">
        <a:spcBef>
          <a:spcPct val="0"/>
        </a:spcBef>
        <a:spcAft>
          <a:spcPct val="0"/>
        </a:spcAft>
        <a:defRPr sz="5001">
          <a:solidFill>
            <a:schemeClr val="tx1"/>
          </a:solidFill>
          <a:latin typeface="Calibri" charset="0"/>
          <a:ea typeface="ＭＳ Ｐゴシック" charset="0"/>
          <a:cs typeface="ＭＳ Ｐゴシック" charset="0"/>
        </a:defRPr>
      </a:lvl9pPr>
    </p:titleStyle>
    <p:bodyStyle>
      <a:lvl1pPr marL="390526" indent="-390526" algn="l" defTabSz="520700" rtl="0" eaLnBrk="0" fontAlgn="base" hangingPunct="0">
        <a:spcBef>
          <a:spcPct val="20000"/>
        </a:spcBef>
        <a:spcAft>
          <a:spcPct val="0"/>
        </a:spcAft>
        <a:buFont typeface="Arial" pitchFamily="34" charset="0"/>
        <a:buChar char="•"/>
        <a:defRPr sz="3601" kern="1200">
          <a:solidFill>
            <a:schemeClr val="tx1"/>
          </a:solidFill>
          <a:latin typeface="Open Sans"/>
          <a:ea typeface="MS PGothic" pitchFamily="34" charset="-128"/>
          <a:cs typeface="Open Sans"/>
        </a:defRPr>
      </a:lvl1pPr>
      <a:lvl2pPr marL="846141" indent="-325439" algn="l" defTabSz="520700" rtl="0" eaLnBrk="0" fontAlgn="base" hangingPunct="0">
        <a:spcBef>
          <a:spcPct val="20000"/>
        </a:spcBef>
        <a:spcAft>
          <a:spcPct val="0"/>
        </a:spcAft>
        <a:buFont typeface="Arial" pitchFamily="34" charset="0"/>
        <a:buChar char="–"/>
        <a:defRPr sz="3200" kern="1200">
          <a:solidFill>
            <a:schemeClr val="tx1"/>
          </a:solidFill>
          <a:latin typeface="Open Sans"/>
          <a:ea typeface="MS PGothic" pitchFamily="34" charset="-128"/>
          <a:cs typeface="+mn-cs"/>
        </a:defRPr>
      </a:lvl2pPr>
      <a:lvl3pPr marL="1303342" indent="-260351" algn="l" defTabSz="520700" rtl="0" eaLnBrk="0" fontAlgn="base" hangingPunct="0">
        <a:spcBef>
          <a:spcPct val="20000"/>
        </a:spcBef>
        <a:spcAft>
          <a:spcPct val="0"/>
        </a:spcAft>
        <a:buFont typeface="Arial" pitchFamily="34" charset="0"/>
        <a:buChar char="•"/>
        <a:defRPr sz="2700" kern="1200">
          <a:solidFill>
            <a:schemeClr val="tx1"/>
          </a:solidFill>
          <a:latin typeface="Open Sans"/>
          <a:ea typeface="MS PGothic" pitchFamily="34" charset="-128"/>
          <a:cs typeface="+mn-cs"/>
        </a:defRPr>
      </a:lvl3pPr>
      <a:lvl4pPr marL="1824042" indent="-260351"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4pPr>
      <a:lvl5pPr marL="2346331" indent="-260351"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5pPr>
      <a:lvl6pPr marL="2867909" indent="-260718" algn="l" defTabSz="521438" rtl="0" eaLnBrk="1" latinLnBrk="0" hangingPunct="1">
        <a:spcBef>
          <a:spcPct val="20000"/>
        </a:spcBef>
        <a:buFont typeface="Arial"/>
        <a:buChar char="•"/>
        <a:defRPr sz="2300" kern="1200">
          <a:solidFill>
            <a:schemeClr val="tx1"/>
          </a:solidFill>
          <a:latin typeface="+mn-lt"/>
          <a:ea typeface="+mn-ea"/>
          <a:cs typeface="+mn-cs"/>
        </a:defRPr>
      </a:lvl6pPr>
      <a:lvl7pPr marL="3389347" indent="-260718" algn="l" defTabSz="521438" rtl="0" eaLnBrk="1" latinLnBrk="0" hangingPunct="1">
        <a:spcBef>
          <a:spcPct val="20000"/>
        </a:spcBef>
        <a:buFont typeface="Arial"/>
        <a:buChar char="•"/>
        <a:defRPr sz="2300" kern="1200">
          <a:solidFill>
            <a:schemeClr val="tx1"/>
          </a:solidFill>
          <a:latin typeface="+mn-lt"/>
          <a:ea typeface="+mn-ea"/>
          <a:cs typeface="+mn-cs"/>
        </a:defRPr>
      </a:lvl7pPr>
      <a:lvl8pPr marL="3910785" indent="-260718" algn="l" defTabSz="521438" rtl="0" eaLnBrk="1" latinLnBrk="0" hangingPunct="1">
        <a:spcBef>
          <a:spcPct val="20000"/>
        </a:spcBef>
        <a:buFont typeface="Arial"/>
        <a:buChar char="•"/>
        <a:defRPr sz="2300" kern="1200">
          <a:solidFill>
            <a:schemeClr val="tx1"/>
          </a:solidFill>
          <a:latin typeface="+mn-lt"/>
          <a:ea typeface="+mn-ea"/>
          <a:cs typeface="+mn-cs"/>
        </a:defRPr>
      </a:lvl8pPr>
      <a:lvl9pPr marL="4432223" indent="-260718" algn="l" defTabSz="521438" rtl="0" eaLnBrk="1" latinLnBrk="0" hangingPunct="1">
        <a:spcBef>
          <a:spcPct val="20000"/>
        </a:spcBef>
        <a:buFont typeface="Arial"/>
        <a:buChar char="•"/>
        <a:defRPr sz="2300" kern="1200">
          <a:solidFill>
            <a:schemeClr val="tx1"/>
          </a:solidFill>
          <a:latin typeface="+mn-lt"/>
          <a:ea typeface="+mn-ea"/>
          <a:cs typeface="+mn-cs"/>
        </a:defRPr>
      </a:lvl9pPr>
    </p:bodyStyle>
    <p:otherStyle>
      <a:defPPr>
        <a:defRPr lang="en-US"/>
      </a:defPPr>
      <a:lvl1pPr marL="0" algn="l" defTabSz="521438" rtl="0" eaLnBrk="1" latinLnBrk="0" hangingPunct="1">
        <a:defRPr sz="2100" kern="1200">
          <a:solidFill>
            <a:schemeClr val="tx1"/>
          </a:solidFill>
          <a:latin typeface="+mn-lt"/>
          <a:ea typeface="+mn-ea"/>
          <a:cs typeface="+mn-cs"/>
        </a:defRPr>
      </a:lvl1pPr>
      <a:lvl2pPr marL="521438" algn="l" defTabSz="521438" rtl="0" eaLnBrk="1" latinLnBrk="0" hangingPunct="1">
        <a:defRPr sz="2100" kern="1200">
          <a:solidFill>
            <a:schemeClr val="tx1"/>
          </a:solidFill>
          <a:latin typeface="+mn-lt"/>
          <a:ea typeface="+mn-ea"/>
          <a:cs typeface="+mn-cs"/>
        </a:defRPr>
      </a:lvl2pPr>
      <a:lvl3pPr marL="1042876" algn="l" defTabSz="521438" rtl="0" eaLnBrk="1" latinLnBrk="0" hangingPunct="1">
        <a:defRPr sz="2100" kern="1200">
          <a:solidFill>
            <a:schemeClr val="tx1"/>
          </a:solidFill>
          <a:latin typeface="+mn-lt"/>
          <a:ea typeface="+mn-ea"/>
          <a:cs typeface="+mn-cs"/>
        </a:defRPr>
      </a:lvl3pPr>
      <a:lvl4pPr marL="1564314" algn="l" defTabSz="521438" rtl="0" eaLnBrk="1" latinLnBrk="0" hangingPunct="1">
        <a:defRPr sz="2100" kern="1200">
          <a:solidFill>
            <a:schemeClr val="tx1"/>
          </a:solidFill>
          <a:latin typeface="+mn-lt"/>
          <a:ea typeface="+mn-ea"/>
          <a:cs typeface="+mn-cs"/>
        </a:defRPr>
      </a:lvl4pPr>
      <a:lvl5pPr marL="2085751" algn="l" defTabSz="521438" rtl="0" eaLnBrk="1" latinLnBrk="0" hangingPunct="1">
        <a:defRPr sz="2100" kern="1200">
          <a:solidFill>
            <a:schemeClr val="tx1"/>
          </a:solidFill>
          <a:latin typeface="+mn-lt"/>
          <a:ea typeface="+mn-ea"/>
          <a:cs typeface="+mn-cs"/>
        </a:defRPr>
      </a:lvl5pPr>
      <a:lvl6pPr marL="2607191" algn="l" defTabSz="521438" rtl="0" eaLnBrk="1" latinLnBrk="0" hangingPunct="1">
        <a:defRPr sz="2100" kern="1200">
          <a:solidFill>
            <a:schemeClr val="tx1"/>
          </a:solidFill>
          <a:latin typeface="+mn-lt"/>
          <a:ea typeface="+mn-ea"/>
          <a:cs typeface="+mn-cs"/>
        </a:defRPr>
      </a:lvl6pPr>
      <a:lvl7pPr marL="3128629" algn="l" defTabSz="521438" rtl="0" eaLnBrk="1" latinLnBrk="0" hangingPunct="1">
        <a:defRPr sz="2100" kern="1200">
          <a:solidFill>
            <a:schemeClr val="tx1"/>
          </a:solidFill>
          <a:latin typeface="+mn-lt"/>
          <a:ea typeface="+mn-ea"/>
          <a:cs typeface="+mn-cs"/>
        </a:defRPr>
      </a:lvl7pPr>
      <a:lvl8pPr marL="3650066" algn="l" defTabSz="521438" rtl="0" eaLnBrk="1" latinLnBrk="0" hangingPunct="1">
        <a:defRPr sz="2100" kern="1200">
          <a:solidFill>
            <a:schemeClr val="tx1"/>
          </a:solidFill>
          <a:latin typeface="+mn-lt"/>
          <a:ea typeface="+mn-ea"/>
          <a:cs typeface="+mn-cs"/>
        </a:defRPr>
      </a:lvl8pPr>
      <a:lvl9pPr marL="4171505" algn="l" defTabSz="521438"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cloudflare.com/learning/email-security/what-is-email-spoofing/"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5">
            <a:extLst>
              <a:ext uri="{FF2B5EF4-FFF2-40B4-BE49-F238E27FC236}">
                <a16:creationId xmlns:a16="http://schemas.microsoft.com/office/drawing/2014/main" id="{A8E11B89-3F7C-070B-9109-328EF6A2C774}"/>
              </a:ext>
            </a:extLst>
          </p:cNvPr>
          <p:cNvSpPr>
            <a:spLocks noGrp="1"/>
          </p:cNvSpPr>
          <p:nvPr>
            <p:ph type="title"/>
          </p:nvPr>
        </p:nvSpPr>
        <p:spPr>
          <a:xfrm>
            <a:off x="2149780" y="2015900"/>
            <a:ext cx="8286748" cy="819237"/>
          </a:xfrm>
        </p:spPr>
        <p:txBody>
          <a:bodyPr/>
          <a:lstStyle/>
          <a:p>
            <a:pPr marL="160020"/>
            <a:r>
              <a:rPr lang="en-US" sz="4000" dirty="0">
                <a:effectLst/>
                <a:latin typeface="Arial" panose="020B0604020202020204" pitchFamily="34" charset="0"/>
                <a:ea typeface="Times New Roman" panose="02020603050405020304" pitchFamily="18" charset="0"/>
                <a:cs typeface="Times New Roman" panose="02020603050405020304" pitchFamily="18" charset="0"/>
              </a:rPr>
              <a:t>Computer Security Principles</a:t>
            </a:r>
            <a:endParaRPr lang="en-ID" sz="4000" dirty="0">
              <a:effectLst/>
              <a:latin typeface="Verdana" panose="020B0604030504040204" pitchFamily="34" charset="0"/>
              <a:ea typeface="Times New Roman" panose="02020603050405020304" pitchFamily="18" charset="0"/>
              <a:cs typeface="Times New Roman" panose="02020603050405020304" pitchFamily="18" charset="0"/>
            </a:endParaRPr>
          </a:p>
        </p:txBody>
      </p:sp>
      <p:sp>
        <p:nvSpPr>
          <p:cNvPr id="15" name="Text Placeholder 6">
            <a:extLst>
              <a:ext uri="{FF2B5EF4-FFF2-40B4-BE49-F238E27FC236}">
                <a16:creationId xmlns:a16="http://schemas.microsoft.com/office/drawing/2014/main" id="{A9965367-0D54-1233-7100-E845F639A86A}"/>
              </a:ext>
            </a:extLst>
          </p:cNvPr>
          <p:cNvSpPr>
            <a:spLocks noGrp="1"/>
          </p:cNvSpPr>
          <p:nvPr>
            <p:ph type="body" sz="quarter" idx="10"/>
          </p:nvPr>
        </p:nvSpPr>
        <p:spPr>
          <a:xfrm>
            <a:off x="2400300" y="4462536"/>
            <a:ext cx="8036228" cy="642864"/>
          </a:xfrm>
        </p:spPr>
        <p:txBody>
          <a:bodyPr/>
          <a:lstStyle/>
          <a:p>
            <a:r>
              <a:rPr lang="en-US" sz="3200" dirty="0"/>
              <a:t>Protecting The Clients</a:t>
            </a:r>
            <a:endParaRPr lang="id-ID" sz="3200" dirty="0"/>
          </a:p>
        </p:txBody>
      </p:sp>
      <p:sp>
        <p:nvSpPr>
          <p:cNvPr id="16" name="Text Placeholder 9">
            <a:extLst>
              <a:ext uri="{FF2B5EF4-FFF2-40B4-BE49-F238E27FC236}">
                <a16:creationId xmlns:a16="http://schemas.microsoft.com/office/drawing/2014/main" id="{3D0756CA-8A0F-B909-52F0-DD7F308A9220}"/>
              </a:ext>
            </a:extLst>
          </p:cNvPr>
          <p:cNvSpPr>
            <a:spLocks noGrp="1"/>
          </p:cNvSpPr>
          <p:nvPr>
            <p:ph type="body" sz="quarter" idx="11"/>
          </p:nvPr>
        </p:nvSpPr>
        <p:spPr>
          <a:xfrm>
            <a:off x="2400300" y="2879439"/>
            <a:ext cx="8286748" cy="453920"/>
          </a:xfrm>
        </p:spPr>
        <p:txBody>
          <a:bodyPr/>
          <a:lstStyle/>
          <a:p>
            <a:r>
              <a:rPr lang="en-US" dirty="0"/>
              <a:t>COMP6824001</a:t>
            </a:r>
            <a:endParaRPr lang="id-ID" dirty="0"/>
          </a:p>
        </p:txBody>
      </p:sp>
      <p:sp>
        <p:nvSpPr>
          <p:cNvPr id="17" name="Text Placeholder 8">
            <a:extLst>
              <a:ext uri="{FF2B5EF4-FFF2-40B4-BE49-F238E27FC236}">
                <a16:creationId xmlns:a16="http://schemas.microsoft.com/office/drawing/2014/main" id="{8552E864-4412-E90E-C4B7-1F07C9BCB08F}"/>
              </a:ext>
            </a:extLst>
          </p:cNvPr>
          <p:cNvSpPr>
            <a:spLocks noGrp="1"/>
          </p:cNvSpPr>
          <p:nvPr>
            <p:ph type="body" sz="quarter" idx="12"/>
          </p:nvPr>
        </p:nvSpPr>
        <p:spPr>
          <a:xfrm>
            <a:off x="2400298" y="5105400"/>
            <a:ext cx="8286750" cy="453920"/>
          </a:xfrm>
        </p:spPr>
        <p:txBody>
          <a:bodyPr/>
          <a:lstStyle/>
          <a:p>
            <a:r>
              <a:rPr lang="en-US" dirty="0"/>
              <a:t>Session 11</a:t>
            </a:r>
            <a:endParaRPr lang="id-ID"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4782" y="1764336"/>
            <a:ext cx="8219073" cy="4954066"/>
          </a:xfrm>
        </p:spPr>
        <p:txBody>
          <a:bodyPr>
            <a:normAutofit/>
          </a:bodyPr>
          <a:lstStyle/>
          <a:p>
            <a:pPr algn="ctr"/>
            <a:r>
              <a:rPr lang="en-US" sz="2647" b="1" dirty="0">
                <a:solidFill>
                  <a:srgbClr val="0070C0"/>
                </a:solidFill>
              </a:rPr>
              <a:t>These slides have been adapted from:</a:t>
            </a:r>
            <a:br>
              <a:rPr lang="en-US" sz="2647" b="1" dirty="0">
                <a:solidFill>
                  <a:srgbClr val="0070C0"/>
                </a:solidFill>
              </a:rPr>
            </a:br>
            <a:br>
              <a:rPr lang="en-US" sz="2647" b="1" dirty="0">
                <a:solidFill>
                  <a:srgbClr val="0070C0"/>
                </a:solidFill>
              </a:rPr>
            </a:br>
            <a:r>
              <a:rPr lang="en-US" sz="2647" b="1" dirty="0" err="1">
                <a:solidFill>
                  <a:srgbClr val="0070C0"/>
                </a:solidFill>
              </a:rPr>
              <a:t>Panek</a:t>
            </a:r>
            <a:r>
              <a:rPr lang="en-US" sz="2647" b="1" dirty="0">
                <a:solidFill>
                  <a:srgbClr val="0070C0"/>
                </a:solidFill>
              </a:rPr>
              <a:t>, Crystal. (2019). Security Fundamental, John Wiley &amp; Sons, Inc. Indianapolis. ISBN: 978-1-119-65066-9</a:t>
            </a:r>
            <a:br>
              <a:rPr lang="en-US" sz="2647" b="1" dirty="0">
                <a:solidFill>
                  <a:srgbClr val="0070C0"/>
                </a:solidFill>
              </a:rPr>
            </a:br>
            <a:br>
              <a:rPr lang="en-US" sz="2647" b="1" dirty="0">
                <a:solidFill>
                  <a:srgbClr val="0070C0"/>
                </a:solidFill>
              </a:rPr>
            </a:br>
            <a:r>
              <a:rPr lang="en-US" sz="2647" b="1" dirty="0">
                <a:solidFill>
                  <a:srgbClr val="0070C0"/>
                </a:solidFill>
              </a:rPr>
              <a:t>Lesson 5</a:t>
            </a:r>
            <a:br>
              <a:rPr lang="en-US" sz="2647" b="1" dirty="0">
                <a:solidFill>
                  <a:srgbClr val="0070C0"/>
                </a:solidFill>
              </a:rPr>
            </a:br>
            <a:endParaRPr lang="id-ID" b="1" dirty="0">
              <a:solidFill>
                <a:srgbClr val="0070C0"/>
              </a:solidFill>
            </a:endParaRPr>
          </a:p>
        </p:txBody>
      </p:sp>
      <p:sp>
        <p:nvSpPr>
          <p:cNvPr id="5" name="TextBox 4"/>
          <p:cNvSpPr txBox="1"/>
          <p:nvPr/>
        </p:nvSpPr>
        <p:spPr>
          <a:xfrm>
            <a:off x="3055680" y="899999"/>
            <a:ext cx="4577279" cy="771109"/>
          </a:xfrm>
          <a:prstGeom prst="rect">
            <a:avLst/>
          </a:prstGeom>
          <a:noFill/>
        </p:spPr>
        <p:txBody>
          <a:bodyPr wrap="none" rtlCol="0">
            <a:spAutoFit/>
          </a:bodyPr>
          <a:lstStyle/>
          <a:p>
            <a:r>
              <a:rPr lang="en-US" sz="4411" b="1" dirty="0"/>
              <a:t>Acknowledgement</a:t>
            </a:r>
          </a:p>
        </p:txBody>
      </p:sp>
    </p:spTree>
    <p:extLst>
      <p:ext uri="{BB962C8B-B14F-4D97-AF65-F5344CB8AC3E}">
        <p14:creationId xmlns:p14="http://schemas.microsoft.com/office/powerpoint/2010/main" val="2193503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535094" y="1139868"/>
            <a:ext cx="9153544" cy="5210828"/>
          </a:xfrm>
        </p:spPr>
        <p:txBody>
          <a:bodyPr>
            <a:noAutofit/>
          </a:bodyPr>
          <a:lstStyle/>
          <a:p>
            <a:r>
              <a:rPr lang="en-US" sz="2400" dirty="0"/>
              <a:t>-	Types of Malware</a:t>
            </a:r>
            <a:br>
              <a:rPr lang="en-US" sz="2400" dirty="0"/>
            </a:br>
            <a:r>
              <a:rPr lang="en-US" sz="2400" dirty="0"/>
              <a:t>-	User Account Control (UAC)</a:t>
            </a:r>
            <a:br>
              <a:rPr lang="en-US" sz="2400" dirty="0"/>
            </a:br>
            <a:r>
              <a:rPr lang="en-US" sz="2400" dirty="0"/>
              <a:t>-	Cloud Computing</a:t>
            </a:r>
            <a:br>
              <a:rPr lang="en-US" sz="2400" dirty="0"/>
            </a:br>
            <a:r>
              <a:rPr lang="en-US" sz="2400" dirty="0"/>
              <a:t>-	Cloud Security Concepts</a:t>
            </a:r>
            <a:br>
              <a:rPr lang="en-US" sz="2400" dirty="0"/>
            </a:br>
            <a:r>
              <a:rPr lang="en-US" sz="2400" dirty="0"/>
              <a:t>-	Cloud Security Approaches</a:t>
            </a:r>
            <a:br>
              <a:rPr lang="en-US" sz="2400" dirty="0"/>
            </a:br>
            <a:r>
              <a:rPr lang="en-US" sz="2400" dirty="0"/>
              <a:t>-	The IoT</a:t>
            </a:r>
            <a:br>
              <a:rPr lang="en-US" sz="2400" dirty="0"/>
            </a:br>
            <a:r>
              <a:rPr lang="en-US" sz="2400" dirty="0"/>
              <a:t>-	IoT Security</a:t>
            </a:r>
            <a:br>
              <a:rPr lang="en-US" sz="2400" dirty="0"/>
            </a:br>
            <a:r>
              <a:rPr lang="en-US" sz="2400" dirty="0"/>
              <a:t>-	Protecting Email</a:t>
            </a:r>
            <a:br>
              <a:rPr lang="en-US" sz="2400" dirty="0"/>
            </a:br>
            <a:r>
              <a:rPr lang="en-US" sz="2400" dirty="0"/>
              <a:t>-	Email Spoofing</a:t>
            </a:r>
            <a:br>
              <a:rPr lang="en-US" sz="2400" dirty="0"/>
            </a:br>
            <a:r>
              <a:rPr lang="en-US" sz="2400" dirty="0"/>
              <a:t>-	Cookies and Privacy</a:t>
            </a:r>
            <a:br>
              <a:rPr lang="en-US" sz="2400" dirty="0"/>
            </a:br>
            <a:r>
              <a:rPr lang="en-US" sz="2400" dirty="0"/>
              <a:t>-	Content Zones</a:t>
            </a:r>
            <a:br>
              <a:rPr lang="en-US" sz="2400" dirty="0"/>
            </a:br>
            <a:r>
              <a:rPr lang="en-US" sz="2400" dirty="0"/>
              <a:t>-	</a:t>
            </a:r>
            <a:r>
              <a:rPr lang="en-US" sz="2400" dirty="0" err="1"/>
              <a:t>Phising</a:t>
            </a:r>
            <a:r>
              <a:rPr lang="en-US" sz="2400" dirty="0"/>
              <a:t> and Pharming</a:t>
            </a:r>
          </a:p>
        </p:txBody>
      </p:sp>
      <p:sp>
        <p:nvSpPr>
          <p:cNvPr id="2" name="TextBox 1">
            <a:extLst>
              <a:ext uri="{FF2B5EF4-FFF2-40B4-BE49-F238E27FC236}">
                <a16:creationId xmlns:a16="http://schemas.microsoft.com/office/drawing/2014/main" id="{E532C5C5-4B1F-03A1-1DA9-78BEE1D3BEB2}"/>
              </a:ext>
            </a:extLst>
          </p:cNvPr>
          <p:cNvSpPr txBox="1"/>
          <p:nvPr/>
        </p:nvSpPr>
        <p:spPr>
          <a:xfrm>
            <a:off x="4797628" y="264837"/>
            <a:ext cx="2628476" cy="771109"/>
          </a:xfrm>
          <a:prstGeom prst="rect">
            <a:avLst/>
          </a:prstGeom>
          <a:noFill/>
        </p:spPr>
        <p:txBody>
          <a:bodyPr wrap="none" rtlCol="0">
            <a:spAutoFit/>
          </a:bodyPr>
          <a:lstStyle/>
          <a:p>
            <a:pPr algn="ctr"/>
            <a:r>
              <a:rPr lang="en-US" sz="4411" b="1" dirty="0">
                <a:solidFill>
                  <a:schemeClr val="bg1"/>
                </a:solidFill>
              </a:rPr>
              <a:t>Sub Topics</a:t>
            </a:r>
          </a:p>
        </p:txBody>
      </p:sp>
    </p:spTree>
    <p:extLst>
      <p:ext uri="{BB962C8B-B14F-4D97-AF65-F5344CB8AC3E}">
        <p14:creationId xmlns:p14="http://schemas.microsoft.com/office/powerpoint/2010/main" val="758115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5262" y="223216"/>
            <a:ext cx="8296167" cy="594824"/>
          </a:xfrm>
        </p:spPr>
        <p:txBody>
          <a:bodyPr/>
          <a:lstStyle/>
          <a:p>
            <a:pPr algn="ctr"/>
            <a:r>
              <a:rPr lang="en-US" b="1" dirty="0"/>
              <a:t>Type of Malware</a:t>
            </a:r>
            <a:endParaRPr lang="id-ID" b="1" dirty="0"/>
          </a:p>
        </p:txBody>
      </p:sp>
      <p:sp>
        <p:nvSpPr>
          <p:cNvPr id="3" name="Content Placeholder 2"/>
          <p:cNvSpPr>
            <a:spLocks noGrp="1"/>
          </p:cNvSpPr>
          <p:nvPr>
            <p:ph idx="1"/>
          </p:nvPr>
        </p:nvSpPr>
        <p:spPr>
          <a:xfrm>
            <a:off x="1033900" y="1064712"/>
            <a:ext cx="9037027" cy="5874707"/>
          </a:xfrm>
        </p:spPr>
        <p:txBody>
          <a:bodyPr/>
          <a:lstStyle/>
          <a:p>
            <a:pPr algn="just"/>
            <a:r>
              <a:rPr lang="en-US" sz="2400" dirty="0"/>
              <a:t>Because it is quite common for a computer to be connected to the Internet, there are more opportunities than ever for a computer to be infected by malware. </a:t>
            </a:r>
          </a:p>
          <a:p>
            <a:pPr algn="just"/>
            <a:r>
              <a:rPr lang="en-US" sz="2400" dirty="0"/>
              <a:t>In addition, over the last couple of years, the number of malware attacks perpetrated over the Internet is staggering. </a:t>
            </a:r>
          </a:p>
          <a:p>
            <a:pPr algn="just"/>
            <a:r>
              <a:rPr lang="en-US" sz="2400" dirty="0"/>
              <a:t>M</a:t>
            </a:r>
            <a:r>
              <a:rPr lang="id-ID" sz="2400" dirty="0"/>
              <a:t>alware can be identified as one or more of the following:</a:t>
            </a:r>
          </a:p>
          <a:p>
            <a:pPr marL="741365" lvl="1" indent="-285750" algn="just"/>
            <a:r>
              <a:rPr lang="id-ID" sz="1600" dirty="0"/>
              <a:t>Virus</a:t>
            </a:r>
          </a:p>
          <a:p>
            <a:pPr marL="741365" lvl="1" indent="-285750" algn="just"/>
            <a:r>
              <a:rPr lang="id-ID" sz="1600" dirty="0"/>
              <a:t>Worm</a:t>
            </a:r>
            <a:endParaRPr lang="en-US" sz="1600" dirty="0"/>
          </a:p>
          <a:p>
            <a:pPr marL="741365" lvl="1" indent="-285750" algn="just"/>
            <a:r>
              <a:rPr lang="id-ID" sz="1600" dirty="0"/>
              <a:t>Trojan horse</a:t>
            </a:r>
          </a:p>
          <a:p>
            <a:pPr marL="741365" lvl="1" indent="-285750" algn="just"/>
            <a:r>
              <a:rPr lang="id-ID" sz="1600" dirty="0"/>
              <a:t>Spyware and dishonest adware</a:t>
            </a:r>
          </a:p>
          <a:p>
            <a:pPr marL="741365" lvl="1" indent="-285750" algn="just"/>
            <a:r>
              <a:rPr lang="id-ID" sz="1600" dirty="0"/>
              <a:t>Rootkit</a:t>
            </a:r>
          </a:p>
          <a:p>
            <a:pPr marL="741365" lvl="1" indent="-285750" algn="just"/>
            <a:r>
              <a:rPr lang="id-ID" sz="1600" dirty="0"/>
              <a:t>Backdoor</a:t>
            </a:r>
          </a:p>
          <a:p>
            <a:pPr marL="741365" lvl="1" indent="-285750" algn="just"/>
            <a:r>
              <a:rPr lang="id-ID" sz="1600" dirty="0"/>
              <a:t>Polymorphic virus</a:t>
            </a:r>
          </a:p>
          <a:p>
            <a:pPr marL="741365" lvl="1" indent="-285750" algn="just"/>
            <a:r>
              <a:rPr lang="id-ID" sz="1600" dirty="0"/>
              <a:t>Zero-day attack</a:t>
            </a:r>
          </a:p>
          <a:p>
            <a:pPr marL="741365" lvl="1" indent="-285750" algn="just"/>
            <a:r>
              <a:rPr lang="id-ID" sz="1600" dirty="0"/>
              <a:t>Ransomware</a:t>
            </a:r>
          </a:p>
        </p:txBody>
      </p:sp>
    </p:spTree>
    <p:extLst>
      <p:ext uri="{BB962C8B-B14F-4D97-AF65-F5344CB8AC3E}">
        <p14:creationId xmlns:p14="http://schemas.microsoft.com/office/powerpoint/2010/main" val="3560658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BF7B3B2-9E3C-E377-927D-4FADA0CA55DC}"/>
              </a:ext>
            </a:extLst>
          </p:cNvPr>
          <p:cNvSpPr>
            <a:spLocks noGrp="1"/>
          </p:cNvSpPr>
          <p:nvPr>
            <p:ph type="title"/>
          </p:nvPr>
        </p:nvSpPr>
        <p:spPr>
          <a:xfrm>
            <a:off x="2139696" y="346474"/>
            <a:ext cx="7579678" cy="1061203"/>
          </a:xfrm>
        </p:spPr>
        <p:txBody>
          <a:bodyPr/>
          <a:lstStyle/>
          <a:p>
            <a:pPr algn="ctr"/>
            <a:r>
              <a:rPr lang="en-US" b="1" dirty="0"/>
              <a:t>Using Common Sense with Malware</a:t>
            </a:r>
            <a:endParaRPr lang="en-ID" dirty="0"/>
          </a:p>
        </p:txBody>
      </p:sp>
      <p:sp>
        <p:nvSpPr>
          <p:cNvPr id="4" name="TextBox 3">
            <a:extLst>
              <a:ext uri="{FF2B5EF4-FFF2-40B4-BE49-F238E27FC236}">
                <a16:creationId xmlns:a16="http://schemas.microsoft.com/office/drawing/2014/main" id="{378847C6-33C0-F73C-5B81-101C20092F32}"/>
              </a:ext>
            </a:extLst>
          </p:cNvPr>
          <p:cNvSpPr txBox="1"/>
          <p:nvPr/>
        </p:nvSpPr>
        <p:spPr>
          <a:xfrm>
            <a:off x="1163782" y="1200489"/>
            <a:ext cx="9006855" cy="6015887"/>
          </a:xfrm>
          <a:prstGeom prst="rect">
            <a:avLst/>
          </a:prstGeom>
          <a:noFill/>
        </p:spPr>
        <p:txBody>
          <a:bodyPr wrap="square">
            <a:spAutoFit/>
          </a:bodyPr>
          <a:lstStyle/>
          <a:p>
            <a:pPr algn="l"/>
            <a:r>
              <a:rPr lang="en-US" sz="2000" b="0" i="0" u="none" strike="noStrike" baseline="0" dirty="0">
                <a:latin typeface="Open Sans" panose="020B0606030504020204" pitchFamily="34" charset="0"/>
                <a:ea typeface="Open Sans" panose="020B0606030504020204" pitchFamily="34" charset="0"/>
                <a:cs typeface="Open Sans" panose="020B0606030504020204" pitchFamily="34" charset="0"/>
              </a:rPr>
              <a:t>To avoid malware, be sure to use common sense by following these suggestions:</a:t>
            </a:r>
          </a:p>
          <a:p>
            <a:pPr algn="l"/>
            <a:endParaRPr lang="en-US" sz="2000" b="0" i="0" u="none" strike="noStrike" baseline="0" dirty="0">
              <a:latin typeface="Open Sans" panose="020B0606030504020204" pitchFamily="34" charset="0"/>
              <a:ea typeface="Open Sans" panose="020B0606030504020204" pitchFamily="34" charset="0"/>
              <a:cs typeface="Open Sans" panose="020B0606030504020204" pitchFamily="34" charset="0"/>
            </a:endParaRPr>
          </a:p>
          <a:p>
            <a:pPr marL="342900" indent="-342900" algn="l">
              <a:buFont typeface="Arial" panose="020B0604020202020204" pitchFamily="34" charset="0"/>
              <a:buChar char="•"/>
            </a:pPr>
            <a:r>
              <a:rPr lang="en-US" sz="2000" b="0" i="0" u="none" strike="noStrike" baseline="0" dirty="0">
                <a:latin typeface="Open Sans" panose="020B0606030504020204" pitchFamily="34" charset="0"/>
                <a:ea typeface="Open Sans" panose="020B0606030504020204" pitchFamily="34" charset="0"/>
                <a:cs typeface="Open Sans" panose="020B0606030504020204" pitchFamily="34" charset="0"/>
              </a:rPr>
              <a:t>Don’t install unknown software or software from an unknown source.</a:t>
            </a:r>
          </a:p>
          <a:p>
            <a:pPr marL="342900" indent="-342900" algn="l">
              <a:buFont typeface="Arial" panose="020B0604020202020204" pitchFamily="34" charset="0"/>
              <a:buChar char="•"/>
            </a:pPr>
            <a:r>
              <a:rPr lang="en-ID" sz="2000" b="0" i="0" u="none" strike="noStrike" baseline="0" dirty="0">
                <a:latin typeface="Open Sans" panose="020B0606030504020204" pitchFamily="34" charset="0"/>
                <a:ea typeface="Open Sans" panose="020B0606030504020204" pitchFamily="34" charset="0"/>
                <a:cs typeface="Open Sans" panose="020B0606030504020204" pitchFamily="34" charset="0"/>
              </a:rPr>
              <a:t>Don’t open strange email attachments.</a:t>
            </a:r>
          </a:p>
          <a:p>
            <a:pPr marL="342900" indent="-342900" algn="l">
              <a:buFont typeface="Arial" panose="020B0604020202020204" pitchFamily="34" charset="0"/>
              <a:buChar char="•"/>
            </a:pPr>
            <a:r>
              <a:rPr lang="en-US" sz="2000" b="0" i="0" u="none" strike="noStrike" baseline="0" dirty="0">
                <a:latin typeface="Open Sans" panose="020B0606030504020204" pitchFamily="34" charset="0"/>
                <a:ea typeface="Open Sans" panose="020B0606030504020204" pitchFamily="34" charset="0"/>
                <a:cs typeface="Open Sans" panose="020B0606030504020204" pitchFamily="34" charset="0"/>
              </a:rPr>
              <a:t>Don’t click hyperlinks from strangers or if it’s unclear what the link is supposed to do. This also applies to sources like Yahoo!, AOL, and MSN.</a:t>
            </a:r>
          </a:p>
          <a:p>
            <a:pPr marL="342900" indent="-342900" algn="l">
              <a:buFont typeface="Arial" panose="020B0604020202020204" pitchFamily="34" charset="0"/>
              <a:buChar char="•"/>
            </a:pPr>
            <a:r>
              <a:rPr lang="en-US" sz="2000" b="0" i="0" u="none" strike="noStrike" baseline="0" dirty="0">
                <a:latin typeface="Open Sans" panose="020B0606030504020204" pitchFamily="34" charset="0"/>
                <a:ea typeface="Open Sans" panose="020B0606030504020204" pitchFamily="34" charset="0"/>
                <a:cs typeface="Open Sans" panose="020B0606030504020204" pitchFamily="34" charset="0"/>
              </a:rPr>
              <a:t>If your email client supports auto launch, turn it off. Otherwise, you might automatically activate a computer virus just by opening the email.</a:t>
            </a:r>
          </a:p>
          <a:p>
            <a:pPr marL="342900" indent="-342900" algn="l">
              <a:buFont typeface="Arial" panose="020B0604020202020204" pitchFamily="34" charset="0"/>
              <a:buChar char="•"/>
            </a:pPr>
            <a:r>
              <a:rPr lang="en-US" sz="2000" b="0" i="0" u="none" strike="noStrike" baseline="0" dirty="0">
                <a:latin typeface="Open Sans" panose="020B0606030504020204" pitchFamily="34" charset="0"/>
                <a:ea typeface="Open Sans" panose="020B0606030504020204" pitchFamily="34" charset="0"/>
                <a:cs typeface="Open Sans" panose="020B0606030504020204" pitchFamily="34" charset="0"/>
              </a:rPr>
              <a:t>Don’t visit questionable websites, especially sites that allow downloading software from music and video piracy sites and porn sites.</a:t>
            </a:r>
          </a:p>
          <a:p>
            <a:pPr marL="342900" indent="-342900" algn="l">
              <a:buFont typeface="Arial" panose="020B0604020202020204" pitchFamily="34" charset="0"/>
              <a:buChar char="•"/>
            </a:pPr>
            <a:r>
              <a:rPr lang="en-US" sz="2000" b="0" i="0" u="none" strike="noStrike" baseline="0" dirty="0">
                <a:latin typeface="Open Sans" panose="020B0606030504020204" pitchFamily="34" charset="0"/>
                <a:ea typeface="Open Sans" panose="020B0606030504020204" pitchFamily="34" charset="0"/>
                <a:cs typeface="Open Sans" panose="020B0606030504020204" pitchFamily="34" charset="0"/>
              </a:rPr>
              <a:t>If your web browser alerts you that a site is known for hosting malware, pay attention </a:t>
            </a:r>
            <a:r>
              <a:rPr lang="en-ID" sz="2000" b="0" i="0" u="none" strike="noStrike" baseline="0" dirty="0">
                <a:latin typeface="Open Sans" panose="020B0606030504020204" pitchFamily="34" charset="0"/>
                <a:ea typeface="Open Sans" panose="020B0606030504020204" pitchFamily="34" charset="0"/>
                <a:cs typeface="Open Sans" panose="020B0606030504020204" pitchFamily="34" charset="0"/>
              </a:rPr>
              <a:t>to these warnings.</a:t>
            </a:r>
          </a:p>
          <a:p>
            <a:pPr marL="342900" indent="-342900" algn="l">
              <a:buFont typeface="Arial" panose="020B0604020202020204" pitchFamily="34" charset="0"/>
              <a:buChar char="•"/>
            </a:pPr>
            <a:r>
              <a:rPr lang="en-US" sz="2000" b="0" i="0" u="none" strike="noStrike" baseline="0" dirty="0">
                <a:latin typeface="Open Sans" panose="020B0606030504020204" pitchFamily="34" charset="0"/>
                <a:ea typeface="Open Sans" panose="020B0606030504020204" pitchFamily="34" charset="0"/>
                <a:cs typeface="Open Sans" panose="020B0606030504020204" pitchFamily="34" charset="0"/>
              </a:rPr>
              <a:t>If you surf the Internet and browser pop-ups indicate that you need to download the newest driver or check your system for viruses, use caution.</a:t>
            </a:r>
          </a:p>
          <a:p>
            <a:pPr marL="342900" indent="-342900" algn="l">
              <a:buFont typeface="Arial" panose="020B0604020202020204" pitchFamily="34" charset="0"/>
              <a:buChar char="•"/>
            </a:pPr>
            <a:r>
              <a:rPr lang="en-US" sz="2000" b="0" i="0" u="none" strike="noStrike" baseline="0" dirty="0">
                <a:latin typeface="Open Sans" panose="020B0606030504020204" pitchFamily="34" charset="0"/>
                <a:ea typeface="Open Sans" panose="020B0606030504020204" pitchFamily="34" charset="0"/>
                <a:cs typeface="Open Sans" panose="020B0606030504020204" pitchFamily="34" charset="0"/>
              </a:rPr>
              <a:t>Don’t forget to perform regular backups. So, if a computer does get a virus and data is lost, you can restore from a backup.</a:t>
            </a:r>
            <a:endParaRPr lang="en-ID"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04642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0072" y="383679"/>
            <a:ext cx="6927982" cy="681431"/>
          </a:xfrm>
        </p:spPr>
        <p:txBody>
          <a:bodyPr/>
          <a:lstStyle/>
          <a:p>
            <a:pPr algn="ctr"/>
            <a:r>
              <a:rPr lang="id-ID" b="1" dirty="0"/>
              <a:t>User Account Control (UAC)</a:t>
            </a:r>
          </a:p>
        </p:txBody>
      </p:sp>
      <p:sp>
        <p:nvSpPr>
          <p:cNvPr id="7" name="Content Placeholder 6">
            <a:extLst>
              <a:ext uri="{FF2B5EF4-FFF2-40B4-BE49-F238E27FC236}">
                <a16:creationId xmlns:a16="http://schemas.microsoft.com/office/drawing/2014/main" id="{95D58BE2-AFFF-520B-B37C-9D919AE057A0}"/>
              </a:ext>
            </a:extLst>
          </p:cNvPr>
          <p:cNvSpPr>
            <a:spLocks noGrp="1"/>
          </p:cNvSpPr>
          <p:nvPr>
            <p:ph idx="1"/>
          </p:nvPr>
        </p:nvSpPr>
        <p:spPr>
          <a:xfrm>
            <a:off x="1069976" y="1285874"/>
            <a:ext cx="8952798" cy="4991101"/>
          </a:xfrm>
        </p:spPr>
        <p:txBody>
          <a:bodyPr/>
          <a:lstStyle/>
          <a:p>
            <a:pPr algn="just"/>
            <a:r>
              <a:rPr lang="en-US" sz="2400" dirty="0"/>
              <a:t>User Account Control (UAC) is a feature that was introduced in Windows Vista and is included with Windows 10. UAC helps prevent unauthorized changes to your computer, thereby helping to protect your system from malware.</a:t>
            </a:r>
          </a:p>
          <a:p>
            <a:pPr algn="just"/>
            <a:r>
              <a:rPr lang="en-US" sz="2400" dirty="0"/>
              <a:t>If logged on as an administrator, UAC prompts you for permission; and if logged on as a standard user, UAC will prompt for an administrator password before performing actions that could potentially affect your computer’s operation or other users’ computers.</a:t>
            </a:r>
            <a:endParaRPr lang="en-ID" sz="2400" dirty="0"/>
          </a:p>
          <a:p>
            <a:pPr algn="just"/>
            <a:r>
              <a:rPr lang="en-US" sz="2400" b="0" i="0" u="none" strike="noStrike" baseline="0" dirty="0">
                <a:latin typeface="Open Sans" panose="020B0606030504020204" pitchFamily="34" charset="0"/>
                <a:ea typeface="Open Sans" panose="020B0606030504020204" pitchFamily="34" charset="0"/>
                <a:cs typeface="Open Sans" panose="020B0606030504020204" pitchFamily="34" charset="0"/>
              </a:rPr>
              <a:t>UAC is designed to make sure that unauthorized changes are not made by potentially malicious software that you may not know is running. </a:t>
            </a:r>
            <a:endParaRPr lang="en-US" sz="32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715113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8213" y="261947"/>
            <a:ext cx="5187854" cy="759332"/>
          </a:xfrm>
        </p:spPr>
        <p:txBody>
          <a:bodyPr/>
          <a:lstStyle/>
          <a:p>
            <a:pPr algn="ctr"/>
            <a:r>
              <a:rPr lang="id-ID" sz="3600" b="1" dirty="0"/>
              <a:t>Cloud Computing</a:t>
            </a:r>
          </a:p>
        </p:txBody>
      </p:sp>
      <p:sp>
        <p:nvSpPr>
          <p:cNvPr id="3" name="Content Placeholder 2"/>
          <p:cNvSpPr>
            <a:spLocks noGrp="1"/>
          </p:cNvSpPr>
          <p:nvPr>
            <p:ph idx="1"/>
          </p:nvPr>
        </p:nvSpPr>
        <p:spPr>
          <a:xfrm>
            <a:off x="1295154" y="1251742"/>
            <a:ext cx="8693657" cy="4890887"/>
          </a:xfrm>
        </p:spPr>
        <p:txBody>
          <a:bodyPr/>
          <a:lstStyle/>
          <a:p>
            <a:pPr marL="0" indent="0" algn="just">
              <a:buNone/>
            </a:pPr>
            <a:r>
              <a:rPr lang="en-US" sz="2400" dirty="0">
                <a:latin typeface="Open Sans" panose="020B0606030504020204" pitchFamily="34" charset="0"/>
                <a:ea typeface="Open Sans" panose="020B0606030504020204" pitchFamily="34" charset="0"/>
                <a:cs typeface="Open Sans" panose="020B0606030504020204" pitchFamily="34" charset="0"/>
              </a:rPr>
              <a:t>Cloud computing: </a:t>
            </a:r>
          </a:p>
          <a:p>
            <a:pPr marL="0" indent="0" algn="just">
              <a:buNone/>
            </a:pPr>
            <a:endParaRPr lang="en-US" sz="2400" dirty="0">
              <a:latin typeface="Open Sans" panose="020B0606030504020204" pitchFamily="34" charset="0"/>
              <a:ea typeface="Open Sans" panose="020B0606030504020204" pitchFamily="34" charset="0"/>
              <a:cs typeface="Open Sans" panose="020B0606030504020204" pitchFamily="34" charset="0"/>
            </a:endParaRPr>
          </a:p>
          <a:p>
            <a:pPr marL="0" indent="0" algn="just">
              <a:buNone/>
            </a:pPr>
            <a:endParaRPr lang="en-US" sz="2400" dirty="0">
              <a:latin typeface="Open Sans" panose="020B0606030504020204" pitchFamily="34" charset="0"/>
              <a:ea typeface="Open Sans" panose="020B0606030504020204" pitchFamily="34" charset="0"/>
              <a:cs typeface="Open Sans" panose="020B0606030504020204" pitchFamily="34" charset="0"/>
            </a:endParaRPr>
          </a:p>
          <a:p>
            <a:pPr marL="0" indent="0" algn="just">
              <a:buNone/>
            </a:pPr>
            <a:r>
              <a:rPr lang="en-US" sz="2400" dirty="0">
                <a:latin typeface="Open Sans" panose="020B0606030504020204" pitchFamily="34" charset="0"/>
                <a:ea typeface="Open Sans" panose="020B0606030504020204" pitchFamily="34" charset="0"/>
                <a:cs typeface="Open Sans" panose="020B0606030504020204" pitchFamily="34" charset="0"/>
              </a:rPr>
              <a:t>A model for enabling ubiquitous, convenient, on-demand network access to </a:t>
            </a:r>
            <a:r>
              <a:rPr lang="en-US" sz="2400" dirty="0" err="1">
                <a:latin typeface="Open Sans" panose="020B0606030504020204" pitchFamily="34" charset="0"/>
                <a:ea typeface="Open Sans" panose="020B0606030504020204" pitchFamily="34" charset="0"/>
                <a:cs typeface="Open Sans" panose="020B0606030504020204" pitchFamily="34" charset="0"/>
              </a:rPr>
              <a:t>ashared</a:t>
            </a:r>
            <a:r>
              <a:rPr lang="en-US" sz="2400" dirty="0">
                <a:latin typeface="Open Sans" panose="020B0606030504020204" pitchFamily="34" charset="0"/>
                <a:ea typeface="Open Sans" panose="020B0606030504020204" pitchFamily="34" charset="0"/>
                <a:cs typeface="Open Sans" panose="020B0606030504020204" pitchFamily="34" charset="0"/>
              </a:rPr>
              <a:t> pool of configurable computing resources (e.g., networks, servers, storage, </a:t>
            </a:r>
            <a:r>
              <a:rPr lang="en-US" sz="2400" dirty="0" err="1">
                <a:latin typeface="Open Sans" panose="020B0606030504020204" pitchFamily="34" charset="0"/>
                <a:ea typeface="Open Sans" panose="020B0606030504020204" pitchFamily="34" charset="0"/>
                <a:cs typeface="Open Sans" panose="020B0606030504020204" pitchFamily="34" charset="0"/>
              </a:rPr>
              <a:t>applications,and</a:t>
            </a:r>
            <a:r>
              <a:rPr lang="en-US" sz="2400" dirty="0">
                <a:latin typeface="Open Sans" panose="020B0606030504020204" pitchFamily="34" charset="0"/>
                <a:ea typeface="Open Sans" panose="020B0606030504020204" pitchFamily="34" charset="0"/>
                <a:cs typeface="Open Sans" panose="020B0606030504020204" pitchFamily="34" charset="0"/>
              </a:rPr>
              <a:t> services) that can be rapidly provisioned and released with minimal management effort </a:t>
            </a:r>
            <a:r>
              <a:rPr lang="en-US" sz="2400" dirty="0" err="1">
                <a:latin typeface="Open Sans" panose="020B0606030504020204" pitchFamily="34" charset="0"/>
                <a:ea typeface="Open Sans" panose="020B0606030504020204" pitchFamily="34" charset="0"/>
                <a:cs typeface="Open Sans" panose="020B0606030504020204" pitchFamily="34" charset="0"/>
              </a:rPr>
              <a:t>orservice</a:t>
            </a:r>
            <a:r>
              <a:rPr lang="en-US" sz="2400" dirty="0">
                <a:latin typeface="Open Sans" panose="020B0606030504020204" pitchFamily="34" charset="0"/>
                <a:ea typeface="Open Sans" panose="020B0606030504020204" pitchFamily="34" charset="0"/>
                <a:cs typeface="Open Sans" panose="020B0606030504020204" pitchFamily="34" charset="0"/>
              </a:rPr>
              <a:t> provider interaction. </a:t>
            </a:r>
          </a:p>
          <a:p>
            <a:pPr marL="0" indent="0" algn="just">
              <a:buNone/>
            </a:pPr>
            <a:r>
              <a:rPr lang="en-US" sz="2400" dirty="0">
                <a:latin typeface="Open Sans" panose="020B0606030504020204" pitchFamily="34" charset="0"/>
                <a:ea typeface="Open Sans" panose="020B0606030504020204" pitchFamily="34" charset="0"/>
                <a:cs typeface="Open Sans" panose="020B0606030504020204" pitchFamily="34" charset="0"/>
              </a:rPr>
              <a:t>This cloud model promotes availability and is composed of </a:t>
            </a:r>
            <a:r>
              <a:rPr lang="en-US" sz="2400" dirty="0" err="1">
                <a:latin typeface="Open Sans" panose="020B0606030504020204" pitchFamily="34" charset="0"/>
                <a:ea typeface="Open Sans" panose="020B0606030504020204" pitchFamily="34" charset="0"/>
                <a:cs typeface="Open Sans" panose="020B0606030504020204" pitchFamily="34" charset="0"/>
              </a:rPr>
              <a:t>fiveessential</a:t>
            </a:r>
            <a:r>
              <a:rPr lang="en-US" sz="2400" dirty="0">
                <a:latin typeface="Open Sans" panose="020B0606030504020204" pitchFamily="34" charset="0"/>
                <a:ea typeface="Open Sans" panose="020B0606030504020204" pitchFamily="34" charset="0"/>
                <a:cs typeface="Open Sans" panose="020B0606030504020204" pitchFamily="34" charset="0"/>
              </a:rPr>
              <a:t> characteristics, three service models, and four deployment models (</a:t>
            </a:r>
            <a:r>
              <a:rPr lang="en-ID" sz="2000" b="0" i="0" u="none" strike="noStrike" baseline="0" dirty="0">
                <a:solidFill>
                  <a:srgbClr val="2D2D2D"/>
                </a:solidFill>
                <a:latin typeface="Open Sans" panose="020B0606030504020204" pitchFamily="34" charset="0"/>
                <a:ea typeface="Open Sans" panose="020B0606030504020204" pitchFamily="34" charset="0"/>
                <a:cs typeface="Open Sans" panose="020B0606030504020204" pitchFamily="34" charset="0"/>
              </a:rPr>
              <a:t>NIST SP 800-145)</a:t>
            </a:r>
            <a:endParaRPr lang="id-ID" sz="2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009338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8213" y="261947"/>
            <a:ext cx="5187854" cy="759332"/>
          </a:xfrm>
        </p:spPr>
        <p:txBody>
          <a:bodyPr/>
          <a:lstStyle/>
          <a:p>
            <a:pPr algn="ctr"/>
            <a:r>
              <a:rPr lang="id-ID" sz="3600" b="1" dirty="0"/>
              <a:t>Cloud Computing</a:t>
            </a:r>
            <a:r>
              <a:rPr lang="en-US" sz="3600" b="1" dirty="0"/>
              <a:t> Elements</a:t>
            </a:r>
            <a:endParaRPr lang="id-ID" sz="3600" b="1" dirty="0"/>
          </a:p>
        </p:txBody>
      </p:sp>
      <p:pic>
        <p:nvPicPr>
          <p:cNvPr id="7" name="Picture 6">
            <a:extLst>
              <a:ext uri="{FF2B5EF4-FFF2-40B4-BE49-F238E27FC236}">
                <a16:creationId xmlns:a16="http://schemas.microsoft.com/office/drawing/2014/main" id="{A91A1410-813A-3584-10C9-D8EC794DD485}"/>
              </a:ext>
            </a:extLst>
          </p:cNvPr>
          <p:cNvPicPr>
            <a:picLocks noChangeAspect="1"/>
          </p:cNvPicPr>
          <p:nvPr/>
        </p:nvPicPr>
        <p:blipFill>
          <a:blip r:embed="rId2"/>
          <a:stretch>
            <a:fillRect/>
          </a:stretch>
        </p:blipFill>
        <p:spPr>
          <a:xfrm>
            <a:off x="2202782" y="1308311"/>
            <a:ext cx="6736989" cy="4938109"/>
          </a:xfrm>
          <a:prstGeom prst="rect">
            <a:avLst/>
          </a:prstGeom>
        </p:spPr>
      </p:pic>
      <p:sp>
        <p:nvSpPr>
          <p:cNvPr id="9" name="TextBox 8">
            <a:extLst>
              <a:ext uri="{FF2B5EF4-FFF2-40B4-BE49-F238E27FC236}">
                <a16:creationId xmlns:a16="http://schemas.microsoft.com/office/drawing/2014/main" id="{6BD276AC-71D3-FACB-2BC8-6FAD49735DAD}"/>
              </a:ext>
            </a:extLst>
          </p:cNvPr>
          <p:cNvSpPr txBox="1"/>
          <p:nvPr/>
        </p:nvSpPr>
        <p:spPr>
          <a:xfrm>
            <a:off x="2899328" y="6266484"/>
            <a:ext cx="5343896" cy="415498"/>
          </a:xfrm>
          <a:prstGeom prst="rect">
            <a:avLst/>
          </a:prstGeom>
          <a:noFill/>
        </p:spPr>
        <p:txBody>
          <a:bodyPr wrap="square">
            <a:spAutoFit/>
          </a:bodyPr>
          <a:lstStyle/>
          <a:p>
            <a:pPr algn="ctr"/>
            <a:r>
              <a:rPr lang="en-ID" dirty="0"/>
              <a:t>Fig 1 Cloud Computing Elements</a:t>
            </a:r>
          </a:p>
        </p:txBody>
      </p:sp>
    </p:spTree>
    <p:extLst>
      <p:ext uri="{BB962C8B-B14F-4D97-AF65-F5344CB8AC3E}">
        <p14:creationId xmlns:p14="http://schemas.microsoft.com/office/powerpoint/2010/main" val="602516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8213" y="261947"/>
            <a:ext cx="5187854" cy="759332"/>
          </a:xfrm>
        </p:spPr>
        <p:txBody>
          <a:bodyPr/>
          <a:lstStyle/>
          <a:p>
            <a:pPr algn="ctr"/>
            <a:r>
              <a:rPr lang="id-ID" sz="3600" b="1" dirty="0"/>
              <a:t>Cloud Computing</a:t>
            </a:r>
            <a:r>
              <a:rPr lang="en-US" sz="3600" b="1" dirty="0"/>
              <a:t> Services</a:t>
            </a:r>
            <a:endParaRPr lang="id-ID" sz="3600" b="1" dirty="0"/>
          </a:p>
        </p:txBody>
      </p:sp>
      <p:sp>
        <p:nvSpPr>
          <p:cNvPr id="9" name="TextBox 8">
            <a:extLst>
              <a:ext uri="{FF2B5EF4-FFF2-40B4-BE49-F238E27FC236}">
                <a16:creationId xmlns:a16="http://schemas.microsoft.com/office/drawing/2014/main" id="{6BD276AC-71D3-FACB-2BC8-6FAD49735DAD}"/>
              </a:ext>
            </a:extLst>
          </p:cNvPr>
          <p:cNvSpPr txBox="1"/>
          <p:nvPr/>
        </p:nvSpPr>
        <p:spPr>
          <a:xfrm>
            <a:off x="3062171" y="6645940"/>
            <a:ext cx="5343896" cy="415498"/>
          </a:xfrm>
          <a:prstGeom prst="rect">
            <a:avLst/>
          </a:prstGeom>
          <a:noFill/>
        </p:spPr>
        <p:txBody>
          <a:bodyPr wrap="square">
            <a:spAutoFit/>
          </a:bodyPr>
          <a:lstStyle/>
          <a:p>
            <a:pPr algn="ctr"/>
            <a:r>
              <a:rPr lang="en-ID" dirty="0"/>
              <a:t>Fig 2 Cloud Computing Services</a:t>
            </a:r>
          </a:p>
        </p:txBody>
      </p:sp>
      <p:pic>
        <p:nvPicPr>
          <p:cNvPr id="4" name="Picture 3">
            <a:extLst>
              <a:ext uri="{FF2B5EF4-FFF2-40B4-BE49-F238E27FC236}">
                <a16:creationId xmlns:a16="http://schemas.microsoft.com/office/drawing/2014/main" id="{617DDA6B-AD01-266C-33AA-F0993FC9CCE9}"/>
              </a:ext>
            </a:extLst>
          </p:cNvPr>
          <p:cNvPicPr>
            <a:picLocks noChangeAspect="1"/>
          </p:cNvPicPr>
          <p:nvPr/>
        </p:nvPicPr>
        <p:blipFill>
          <a:blip r:embed="rId2"/>
          <a:stretch>
            <a:fillRect/>
          </a:stretch>
        </p:blipFill>
        <p:spPr>
          <a:xfrm>
            <a:off x="2389996" y="1061952"/>
            <a:ext cx="6844288" cy="5438945"/>
          </a:xfrm>
          <a:prstGeom prst="rect">
            <a:avLst/>
          </a:prstGeom>
        </p:spPr>
      </p:pic>
    </p:spTree>
    <p:extLst>
      <p:ext uri="{BB962C8B-B14F-4D97-AF65-F5344CB8AC3E}">
        <p14:creationId xmlns:p14="http://schemas.microsoft.com/office/powerpoint/2010/main" val="1580687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8213" y="261947"/>
            <a:ext cx="5187854" cy="759332"/>
          </a:xfrm>
        </p:spPr>
        <p:txBody>
          <a:bodyPr/>
          <a:lstStyle/>
          <a:p>
            <a:pPr algn="ctr"/>
            <a:r>
              <a:rPr lang="id-ID" sz="2800" b="1" dirty="0"/>
              <a:t>CLOUD SECURITY CONCEPTS</a:t>
            </a:r>
          </a:p>
        </p:txBody>
      </p:sp>
      <p:sp>
        <p:nvSpPr>
          <p:cNvPr id="5" name="TextBox 4">
            <a:extLst>
              <a:ext uri="{FF2B5EF4-FFF2-40B4-BE49-F238E27FC236}">
                <a16:creationId xmlns:a16="http://schemas.microsoft.com/office/drawing/2014/main" id="{C6AA4026-CC30-04B3-FA67-975DABAA1999}"/>
              </a:ext>
            </a:extLst>
          </p:cNvPr>
          <p:cNvSpPr txBox="1"/>
          <p:nvPr/>
        </p:nvSpPr>
        <p:spPr>
          <a:xfrm>
            <a:off x="1811411" y="2763959"/>
            <a:ext cx="7307176" cy="1938992"/>
          </a:xfrm>
          <a:prstGeom prst="rect">
            <a:avLst/>
          </a:prstGeom>
          <a:noFill/>
        </p:spPr>
        <p:txBody>
          <a:bodyPr wrap="square">
            <a:spAutoFit/>
          </a:bodyPr>
          <a:lstStyle/>
          <a:p>
            <a:pPr algn="just"/>
            <a:r>
              <a:rPr lang="en-US" sz="2000" b="0" i="0" u="none" strike="noStrike" baseline="0" dirty="0">
                <a:solidFill>
                  <a:srgbClr val="2D2D2D"/>
                </a:solidFill>
                <a:latin typeface="Arial" panose="020B0604020202020204" pitchFamily="34" charset="0"/>
              </a:rPr>
              <a:t>There are numerous aspects to cloud security and numerous approaches to providing </a:t>
            </a:r>
            <a:r>
              <a:rPr lang="en-US" sz="2000" b="0" i="0" u="none" strike="noStrike" baseline="0" dirty="0" err="1">
                <a:solidFill>
                  <a:srgbClr val="2D2D2D"/>
                </a:solidFill>
                <a:latin typeface="Arial" panose="020B0604020202020204" pitchFamily="34" charset="0"/>
              </a:rPr>
              <a:t>cloudsecurity</a:t>
            </a:r>
            <a:r>
              <a:rPr lang="en-US" sz="2000" b="0" i="0" u="none" strike="noStrike" baseline="0" dirty="0">
                <a:solidFill>
                  <a:srgbClr val="2D2D2D"/>
                </a:solidFill>
                <a:latin typeface="Arial" panose="020B0604020202020204" pitchFamily="34" charset="0"/>
              </a:rPr>
              <a:t> measures. A good example of the scope of cloud security concerns and issues is seen </a:t>
            </a:r>
            <a:r>
              <a:rPr lang="en-US" sz="2000" b="0" i="0" u="none" strike="noStrike" baseline="0" dirty="0" err="1">
                <a:solidFill>
                  <a:srgbClr val="2D2D2D"/>
                </a:solidFill>
                <a:latin typeface="Arial" panose="020B0604020202020204" pitchFamily="34" charset="0"/>
              </a:rPr>
              <a:t>inthe</a:t>
            </a:r>
            <a:r>
              <a:rPr lang="en-US" sz="2000" b="0" i="0" u="none" strike="noStrike" baseline="0" dirty="0">
                <a:solidFill>
                  <a:srgbClr val="2D2D2D"/>
                </a:solidFill>
                <a:latin typeface="Arial" panose="020B0604020202020204" pitchFamily="34" charset="0"/>
              </a:rPr>
              <a:t> NIST guidelines for cloud security, specified in NIST SP 800-144 (</a:t>
            </a:r>
            <a:r>
              <a:rPr lang="en-US" sz="2000" b="0" i="1" u="none" strike="noStrike" baseline="0" dirty="0">
                <a:solidFill>
                  <a:srgbClr val="2D2D2D"/>
                </a:solidFill>
                <a:latin typeface="Arial" panose="020B0604020202020204" pitchFamily="34" charset="0"/>
              </a:rPr>
              <a:t>Guidelines on Security </a:t>
            </a:r>
            <a:r>
              <a:rPr lang="en-US" sz="2000" b="0" i="1" u="none" strike="noStrike" baseline="0" dirty="0" err="1">
                <a:solidFill>
                  <a:srgbClr val="2D2D2D"/>
                </a:solidFill>
                <a:latin typeface="Arial" panose="020B0604020202020204" pitchFamily="34" charset="0"/>
              </a:rPr>
              <a:t>andPrivacy</a:t>
            </a:r>
            <a:r>
              <a:rPr lang="en-US" sz="2000" b="0" i="1" u="none" strike="noStrike" baseline="0" dirty="0">
                <a:solidFill>
                  <a:srgbClr val="2D2D2D"/>
                </a:solidFill>
                <a:latin typeface="Arial" panose="020B0604020202020204" pitchFamily="34" charset="0"/>
              </a:rPr>
              <a:t> in Public Cloud Computing</a:t>
            </a:r>
            <a:r>
              <a:rPr lang="en-US" sz="2000" b="0" i="0" u="none" strike="noStrike" baseline="0" dirty="0">
                <a:solidFill>
                  <a:srgbClr val="2D2D2D"/>
                </a:solidFill>
                <a:latin typeface="Arial" panose="020B0604020202020204" pitchFamily="34" charset="0"/>
              </a:rPr>
              <a:t>, December 2011).</a:t>
            </a:r>
            <a:endParaRPr lang="en-ID" sz="2000" dirty="0"/>
          </a:p>
        </p:txBody>
      </p:sp>
    </p:spTree>
    <p:extLst>
      <p:ext uri="{BB962C8B-B14F-4D97-AF65-F5344CB8AC3E}">
        <p14:creationId xmlns:p14="http://schemas.microsoft.com/office/powerpoint/2010/main" val="11974034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8213" y="261947"/>
            <a:ext cx="5187854" cy="759332"/>
          </a:xfrm>
        </p:spPr>
        <p:txBody>
          <a:bodyPr/>
          <a:lstStyle/>
          <a:p>
            <a:pPr algn="ctr"/>
            <a:r>
              <a:rPr lang="id-ID" sz="2800" b="1" dirty="0"/>
              <a:t>Cloud Security Approaches</a:t>
            </a:r>
          </a:p>
        </p:txBody>
      </p:sp>
      <p:sp>
        <p:nvSpPr>
          <p:cNvPr id="5" name="TextBox 4">
            <a:extLst>
              <a:ext uri="{FF2B5EF4-FFF2-40B4-BE49-F238E27FC236}">
                <a16:creationId xmlns:a16="http://schemas.microsoft.com/office/drawing/2014/main" id="{C6AA4026-CC30-04B3-FA67-975DABAA1999}"/>
              </a:ext>
            </a:extLst>
          </p:cNvPr>
          <p:cNvSpPr txBox="1"/>
          <p:nvPr/>
        </p:nvSpPr>
        <p:spPr>
          <a:xfrm>
            <a:off x="1690731" y="1642378"/>
            <a:ext cx="7307176" cy="4278094"/>
          </a:xfrm>
          <a:prstGeom prst="rect">
            <a:avLst/>
          </a:prstGeom>
          <a:noFill/>
        </p:spPr>
        <p:txBody>
          <a:bodyPr wrap="square">
            <a:spAutoFit/>
          </a:bodyPr>
          <a:lstStyle/>
          <a:p>
            <a:pPr algn="just"/>
            <a:r>
              <a:rPr lang="en-US" sz="2400" b="0" i="0" u="none" strike="noStrike" baseline="0" dirty="0">
                <a:solidFill>
                  <a:srgbClr val="2D2D2D"/>
                </a:solidFill>
                <a:latin typeface="Arial" panose="020B0604020202020204" pitchFamily="34" charset="0"/>
              </a:rPr>
              <a:t>The Cloud Security Alliance [CSA13] lists the following as the top cloud-specific security threats:</a:t>
            </a:r>
          </a:p>
          <a:p>
            <a:pPr marL="863600" lvl="1" indent="-342900" algn="just">
              <a:buFont typeface="Arial" panose="020B0604020202020204" pitchFamily="34" charset="0"/>
              <a:buChar char="•"/>
            </a:pPr>
            <a:r>
              <a:rPr lang="en-US" sz="2800" dirty="0"/>
              <a:t>Abuse and nefarious use of cloud computing</a:t>
            </a:r>
          </a:p>
          <a:p>
            <a:pPr marL="863600" lvl="1" indent="-342900" algn="just">
              <a:buFont typeface="Arial" panose="020B0604020202020204" pitchFamily="34" charset="0"/>
              <a:buChar char="•"/>
            </a:pPr>
            <a:r>
              <a:rPr lang="en-ID" sz="2800" dirty="0"/>
              <a:t>Insecure interfaces and APIs</a:t>
            </a:r>
          </a:p>
          <a:p>
            <a:pPr marL="863600" lvl="1" indent="-342900" algn="just">
              <a:buFont typeface="Arial" panose="020B0604020202020204" pitchFamily="34" charset="0"/>
              <a:buChar char="•"/>
            </a:pPr>
            <a:r>
              <a:rPr lang="en-ID" sz="2800" dirty="0"/>
              <a:t>Malicious insiders</a:t>
            </a:r>
          </a:p>
          <a:p>
            <a:pPr marL="863600" lvl="1" indent="-342900" algn="just">
              <a:buFont typeface="Arial" panose="020B0604020202020204" pitchFamily="34" charset="0"/>
              <a:buChar char="•"/>
            </a:pPr>
            <a:r>
              <a:rPr lang="en-ID" sz="2800" dirty="0"/>
              <a:t>Shared technology issues</a:t>
            </a:r>
          </a:p>
          <a:p>
            <a:pPr marL="863600" lvl="1" indent="-342900" algn="just">
              <a:buFont typeface="Arial" panose="020B0604020202020204" pitchFamily="34" charset="0"/>
              <a:buChar char="•"/>
            </a:pPr>
            <a:r>
              <a:rPr lang="en-ID" sz="2800" dirty="0"/>
              <a:t>Data loss or leakage</a:t>
            </a:r>
          </a:p>
          <a:p>
            <a:pPr marL="863600" lvl="1" indent="-342900" algn="just">
              <a:buFont typeface="Arial" panose="020B0604020202020204" pitchFamily="34" charset="0"/>
              <a:buChar char="•"/>
            </a:pPr>
            <a:r>
              <a:rPr lang="en-ID" sz="2800" dirty="0"/>
              <a:t>Account or service hijacking</a:t>
            </a:r>
          </a:p>
          <a:p>
            <a:pPr marL="863600" lvl="1" indent="-342900" algn="just">
              <a:buFont typeface="Arial" panose="020B0604020202020204" pitchFamily="34" charset="0"/>
              <a:buChar char="•"/>
            </a:pPr>
            <a:r>
              <a:rPr lang="en-ID" sz="2800" dirty="0"/>
              <a:t>Unknown risk profile</a:t>
            </a:r>
          </a:p>
        </p:txBody>
      </p:sp>
    </p:spTree>
    <p:extLst>
      <p:ext uri="{BB962C8B-B14F-4D97-AF65-F5344CB8AC3E}">
        <p14:creationId xmlns:p14="http://schemas.microsoft.com/office/powerpoint/2010/main" val="20648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8213" y="261947"/>
            <a:ext cx="5187854" cy="759332"/>
          </a:xfrm>
        </p:spPr>
        <p:txBody>
          <a:bodyPr/>
          <a:lstStyle/>
          <a:p>
            <a:pPr algn="ctr"/>
            <a:r>
              <a:rPr lang="id-ID" sz="2800" b="1" dirty="0"/>
              <a:t>Cloud Security Approaches</a:t>
            </a:r>
          </a:p>
        </p:txBody>
      </p:sp>
      <p:pic>
        <p:nvPicPr>
          <p:cNvPr id="4" name="Picture 3">
            <a:extLst>
              <a:ext uri="{FF2B5EF4-FFF2-40B4-BE49-F238E27FC236}">
                <a16:creationId xmlns:a16="http://schemas.microsoft.com/office/drawing/2014/main" id="{6D3EB30A-7B48-6B74-3505-9BD058A9F437}"/>
              </a:ext>
            </a:extLst>
          </p:cNvPr>
          <p:cNvPicPr>
            <a:picLocks noChangeAspect="1"/>
          </p:cNvPicPr>
          <p:nvPr/>
        </p:nvPicPr>
        <p:blipFill rotWithShape="1">
          <a:blip r:embed="rId2"/>
          <a:srcRect b="56940"/>
          <a:stretch/>
        </p:blipFill>
        <p:spPr>
          <a:xfrm>
            <a:off x="1941094" y="1256760"/>
            <a:ext cx="7365125" cy="5716975"/>
          </a:xfrm>
          <a:prstGeom prst="rect">
            <a:avLst/>
          </a:prstGeom>
        </p:spPr>
      </p:pic>
    </p:spTree>
    <p:extLst>
      <p:ext uri="{BB962C8B-B14F-4D97-AF65-F5344CB8AC3E}">
        <p14:creationId xmlns:p14="http://schemas.microsoft.com/office/powerpoint/2010/main" val="2733986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8213" y="261947"/>
            <a:ext cx="5187854" cy="759332"/>
          </a:xfrm>
        </p:spPr>
        <p:txBody>
          <a:bodyPr/>
          <a:lstStyle/>
          <a:p>
            <a:pPr algn="ctr"/>
            <a:r>
              <a:rPr lang="id-ID" sz="2800" b="1" dirty="0"/>
              <a:t>Cloud Security Approaches</a:t>
            </a:r>
          </a:p>
        </p:txBody>
      </p:sp>
      <p:pic>
        <p:nvPicPr>
          <p:cNvPr id="5" name="Picture 4">
            <a:extLst>
              <a:ext uri="{FF2B5EF4-FFF2-40B4-BE49-F238E27FC236}">
                <a16:creationId xmlns:a16="http://schemas.microsoft.com/office/drawing/2014/main" id="{B8D65926-00AA-134D-7460-BADE1AE2310C}"/>
              </a:ext>
            </a:extLst>
          </p:cNvPr>
          <p:cNvPicPr>
            <a:picLocks noChangeAspect="1"/>
          </p:cNvPicPr>
          <p:nvPr/>
        </p:nvPicPr>
        <p:blipFill rotWithShape="1">
          <a:blip r:embed="rId2"/>
          <a:srcRect t="43100"/>
          <a:stretch/>
        </p:blipFill>
        <p:spPr>
          <a:xfrm>
            <a:off x="1887814" y="1021278"/>
            <a:ext cx="7063681" cy="5636195"/>
          </a:xfrm>
          <a:prstGeom prst="rect">
            <a:avLst/>
          </a:prstGeom>
        </p:spPr>
      </p:pic>
    </p:spTree>
    <p:extLst>
      <p:ext uri="{BB962C8B-B14F-4D97-AF65-F5344CB8AC3E}">
        <p14:creationId xmlns:p14="http://schemas.microsoft.com/office/powerpoint/2010/main" val="27141323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8213" y="261947"/>
            <a:ext cx="5187854" cy="759332"/>
          </a:xfrm>
        </p:spPr>
        <p:txBody>
          <a:bodyPr/>
          <a:lstStyle/>
          <a:p>
            <a:pPr algn="ctr"/>
            <a:r>
              <a:rPr lang="id-ID" sz="3600" b="1" dirty="0"/>
              <a:t>The IoT</a:t>
            </a:r>
          </a:p>
        </p:txBody>
      </p:sp>
      <p:pic>
        <p:nvPicPr>
          <p:cNvPr id="4" name="Picture 3">
            <a:extLst>
              <a:ext uri="{FF2B5EF4-FFF2-40B4-BE49-F238E27FC236}">
                <a16:creationId xmlns:a16="http://schemas.microsoft.com/office/drawing/2014/main" id="{AE9537C0-2D42-3CC7-C12C-DE9714795847}"/>
              </a:ext>
            </a:extLst>
          </p:cNvPr>
          <p:cNvPicPr>
            <a:picLocks noChangeAspect="1"/>
          </p:cNvPicPr>
          <p:nvPr/>
        </p:nvPicPr>
        <p:blipFill>
          <a:blip r:embed="rId2"/>
          <a:stretch>
            <a:fillRect/>
          </a:stretch>
        </p:blipFill>
        <p:spPr>
          <a:xfrm>
            <a:off x="3603039" y="1368847"/>
            <a:ext cx="4257593" cy="4475757"/>
          </a:xfrm>
          <a:prstGeom prst="rect">
            <a:avLst/>
          </a:prstGeom>
        </p:spPr>
      </p:pic>
      <p:sp>
        <p:nvSpPr>
          <p:cNvPr id="9" name="TextBox 8">
            <a:extLst>
              <a:ext uri="{FF2B5EF4-FFF2-40B4-BE49-F238E27FC236}">
                <a16:creationId xmlns:a16="http://schemas.microsoft.com/office/drawing/2014/main" id="{76502B4D-4C5E-6D24-8780-398CDFC46A4D}"/>
              </a:ext>
            </a:extLst>
          </p:cNvPr>
          <p:cNvSpPr txBox="1"/>
          <p:nvPr/>
        </p:nvSpPr>
        <p:spPr>
          <a:xfrm>
            <a:off x="3100935" y="5844604"/>
            <a:ext cx="5342020" cy="415498"/>
          </a:xfrm>
          <a:prstGeom prst="rect">
            <a:avLst/>
          </a:prstGeom>
          <a:noFill/>
        </p:spPr>
        <p:txBody>
          <a:bodyPr wrap="square">
            <a:spAutoFit/>
          </a:bodyPr>
          <a:lstStyle/>
          <a:p>
            <a:pPr algn="ctr"/>
            <a:r>
              <a:rPr lang="en-ID" dirty="0"/>
              <a:t>Fig IoT Components</a:t>
            </a:r>
          </a:p>
        </p:txBody>
      </p:sp>
    </p:spTree>
    <p:extLst>
      <p:ext uri="{BB962C8B-B14F-4D97-AF65-F5344CB8AC3E}">
        <p14:creationId xmlns:p14="http://schemas.microsoft.com/office/powerpoint/2010/main" val="13006707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8213" y="261947"/>
            <a:ext cx="5187854" cy="759332"/>
          </a:xfrm>
        </p:spPr>
        <p:txBody>
          <a:bodyPr/>
          <a:lstStyle/>
          <a:p>
            <a:pPr algn="ctr"/>
            <a:r>
              <a:rPr lang="id-ID" sz="3600" b="1" dirty="0"/>
              <a:t>The IoT</a:t>
            </a:r>
          </a:p>
        </p:txBody>
      </p:sp>
      <p:sp>
        <p:nvSpPr>
          <p:cNvPr id="9" name="TextBox 8">
            <a:extLst>
              <a:ext uri="{FF2B5EF4-FFF2-40B4-BE49-F238E27FC236}">
                <a16:creationId xmlns:a16="http://schemas.microsoft.com/office/drawing/2014/main" id="{76502B4D-4C5E-6D24-8780-398CDFC46A4D}"/>
              </a:ext>
            </a:extLst>
          </p:cNvPr>
          <p:cNvSpPr txBox="1"/>
          <p:nvPr/>
        </p:nvSpPr>
        <p:spPr>
          <a:xfrm>
            <a:off x="543153" y="4120902"/>
            <a:ext cx="2287133" cy="415498"/>
          </a:xfrm>
          <a:prstGeom prst="rect">
            <a:avLst/>
          </a:prstGeom>
          <a:noFill/>
        </p:spPr>
        <p:txBody>
          <a:bodyPr wrap="square">
            <a:spAutoFit/>
          </a:bodyPr>
          <a:lstStyle/>
          <a:p>
            <a:pPr algn="ctr"/>
            <a:r>
              <a:rPr lang="en-ID" dirty="0"/>
              <a:t>Fig IoT and Cloud</a:t>
            </a:r>
          </a:p>
        </p:txBody>
      </p:sp>
      <p:pic>
        <p:nvPicPr>
          <p:cNvPr id="5" name="Picture 4">
            <a:extLst>
              <a:ext uri="{FF2B5EF4-FFF2-40B4-BE49-F238E27FC236}">
                <a16:creationId xmlns:a16="http://schemas.microsoft.com/office/drawing/2014/main" id="{98F7322B-57A6-6544-E8E2-5FA6889AF1FB}"/>
              </a:ext>
            </a:extLst>
          </p:cNvPr>
          <p:cNvPicPr>
            <a:picLocks noChangeAspect="1"/>
          </p:cNvPicPr>
          <p:nvPr/>
        </p:nvPicPr>
        <p:blipFill>
          <a:blip r:embed="rId2"/>
          <a:stretch>
            <a:fillRect/>
          </a:stretch>
        </p:blipFill>
        <p:spPr>
          <a:xfrm>
            <a:off x="3450771" y="887757"/>
            <a:ext cx="6237514" cy="6521508"/>
          </a:xfrm>
          <a:prstGeom prst="rect">
            <a:avLst/>
          </a:prstGeom>
        </p:spPr>
      </p:pic>
    </p:spTree>
    <p:extLst>
      <p:ext uri="{BB962C8B-B14F-4D97-AF65-F5344CB8AC3E}">
        <p14:creationId xmlns:p14="http://schemas.microsoft.com/office/powerpoint/2010/main" val="1381363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794E14-DC6E-DBED-F279-2E15350E471F}"/>
              </a:ext>
            </a:extLst>
          </p:cNvPr>
          <p:cNvSpPr>
            <a:spLocks noGrp="1"/>
          </p:cNvSpPr>
          <p:nvPr>
            <p:ph type="title"/>
          </p:nvPr>
        </p:nvSpPr>
        <p:spPr>
          <a:xfrm>
            <a:off x="2677885" y="561965"/>
            <a:ext cx="7057799" cy="823241"/>
          </a:xfrm>
        </p:spPr>
        <p:txBody>
          <a:bodyPr/>
          <a:lstStyle/>
          <a:p>
            <a:pPr algn="ctr"/>
            <a:r>
              <a:rPr lang="en-ID" b="1" dirty="0"/>
              <a:t>IOT SECURITY</a:t>
            </a:r>
          </a:p>
        </p:txBody>
      </p:sp>
      <p:pic>
        <p:nvPicPr>
          <p:cNvPr id="6" name="Picture 5">
            <a:extLst>
              <a:ext uri="{FF2B5EF4-FFF2-40B4-BE49-F238E27FC236}">
                <a16:creationId xmlns:a16="http://schemas.microsoft.com/office/drawing/2014/main" id="{1821F899-285D-78A0-53D0-1286558B6BC3}"/>
              </a:ext>
            </a:extLst>
          </p:cNvPr>
          <p:cNvPicPr>
            <a:picLocks noChangeAspect="1"/>
          </p:cNvPicPr>
          <p:nvPr/>
        </p:nvPicPr>
        <p:blipFill>
          <a:blip r:embed="rId2"/>
          <a:stretch>
            <a:fillRect/>
          </a:stretch>
        </p:blipFill>
        <p:spPr>
          <a:xfrm>
            <a:off x="795054" y="1385206"/>
            <a:ext cx="4667039" cy="5157108"/>
          </a:xfrm>
          <a:prstGeom prst="rect">
            <a:avLst/>
          </a:prstGeom>
        </p:spPr>
      </p:pic>
      <p:pic>
        <p:nvPicPr>
          <p:cNvPr id="8" name="Picture 7">
            <a:extLst>
              <a:ext uri="{FF2B5EF4-FFF2-40B4-BE49-F238E27FC236}">
                <a16:creationId xmlns:a16="http://schemas.microsoft.com/office/drawing/2014/main" id="{3D487D5A-884F-F03B-EF86-396F1FB23ACF}"/>
              </a:ext>
            </a:extLst>
          </p:cNvPr>
          <p:cNvPicPr>
            <a:picLocks noChangeAspect="1"/>
          </p:cNvPicPr>
          <p:nvPr/>
        </p:nvPicPr>
        <p:blipFill>
          <a:blip r:embed="rId3"/>
          <a:stretch>
            <a:fillRect/>
          </a:stretch>
        </p:blipFill>
        <p:spPr>
          <a:xfrm>
            <a:off x="5976593" y="1411050"/>
            <a:ext cx="4136236" cy="5457835"/>
          </a:xfrm>
          <a:prstGeom prst="rect">
            <a:avLst/>
          </a:prstGeom>
        </p:spPr>
      </p:pic>
      <p:sp>
        <p:nvSpPr>
          <p:cNvPr id="9" name="TextBox 8">
            <a:extLst>
              <a:ext uri="{FF2B5EF4-FFF2-40B4-BE49-F238E27FC236}">
                <a16:creationId xmlns:a16="http://schemas.microsoft.com/office/drawing/2014/main" id="{14FA8EE3-52D9-1D1C-CAEB-F5D98AF01405}"/>
              </a:ext>
            </a:extLst>
          </p:cNvPr>
          <p:cNvSpPr txBox="1"/>
          <p:nvPr/>
        </p:nvSpPr>
        <p:spPr>
          <a:xfrm>
            <a:off x="5344319" y="6868885"/>
            <a:ext cx="4778828" cy="415498"/>
          </a:xfrm>
          <a:prstGeom prst="rect">
            <a:avLst/>
          </a:prstGeom>
          <a:noFill/>
        </p:spPr>
        <p:txBody>
          <a:bodyPr wrap="square">
            <a:spAutoFit/>
          </a:bodyPr>
          <a:lstStyle/>
          <a:p>
            <a:pPr algn="ctr"/>
            <a:r>
              <a:rPr lang="en-ID" dirty="0"/>
              <a:t>Fig IoT Gateway Function</a:t>
            </a:r>
          </a:p>
        </p:txBody>
      </p:sp>
      <p:sp>
        <p:nvSpPr>
          <p:cNvPr id="10" name="TextBox 9">
            <a:extLst>
              <a:ext uri="{FF2B5EF4-FFF2-40B4-BE49-F238E27FC236}">
                <a16:creationId xmlns:a16="http://schemas.microsoft.com/office/drawing/2014/main" id="{E853DF2D-D07D-67E6-3124-ED1096A97C6F}"/>
              </a:ext>
            </a:extLst>
          </p:cNvPr>
          <p:cNvSpPr txBox="1"/>
          <p:nvPr/>
        </p:nvSpPr>
        <p:spPr>
          <a:xfrm>
            <a:off x="940515" y="6661136"/>
            <a:ext cx="4778828" cy="415498"/>
          </a:xfrm>
          <a:prstGeom prst="rect">
            <a:avLst/>
          </a:prstGeom>
          <a:noFill/>
        </p:spPr>
        <p:txBody>
          <a:bodyPr wrap="square">
            <a:spAutoFit/>
          </a:bodyPr>
          <a:lstStyle/>
          <a:p>
            <a:pPr algn="ctr"/>
            <a:r>
              <a:rPr lang="en-ID" dirty="0"/>
              <a:t>Fig IoT Element of Interest</a:t>
            </a:r>
          </a:p>
        </p:txBody>
      </p:sp>
    </p:spTree>
    <p:extLst>
      <p:ext uri="{BB962C8B-B14F-4D97-AF65-F5344CB8AC3E}">
        <p14:creationId xmlns:p14="http://schemas.microsoft.com/office/powerpoint/2010/main" val="10747492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794E14-DC6E-DBED-F279-2E15350E471F}"/>
              </a:ext>
            </a:extLst>
          </p:cNvPr>
          <p:cNvSpPr>
            <a:spLocks noGrp="1"/>
          </p:cNvSpPr>
          <p:nvPr>
            <p:ph type="title"/>
          </p:nvPr>
        </p:nvSpPr>
        <p:spPr>
          <a:xfrm>
            <a:off x="2677885" y="561965"/>
            <a:ext cx="7057799" cy="823241"/>
          </a:xfrm>
        </p:spPr>
        <p:txBody>
          <a:bodyPr/>
          <a:lstStyle/>
          <a:p>
            <a:pPr algn="ctr"/>
            <a:r>
              <a:rPr lang="en-ID" b="1" dirty="0"/>
              <a:t>IOT SECURITY FRAMEWORK</a:t>
            </a:r>
          </a:p>
        </p:txBody>
      </p:sp>
      <p:pic>
        <p:nvPicPr>
          <p:cNvPr id="4" name="Picture 3">
            <a:extLst>
              <a:ext uri="{FF2B5EF4-FFF2-40B4-BE49-F238E27FC236}">
                <a16:creationId xmlns:a16="http://schemas.microsoft.com/office/drawing/2014/main" id="{165DC2D8-0267-C701-CFE8-DC980C45F4BE}"/>
              </a:ext>
            </a:extLst>
          </p:cNvPr>
          <p:cNvPicPr>
            <a:picLocks noChangeAspect="1"/>
          </p:cNvPicPr>
          <p:nvPr/>
        </p:nvPicPr>
        <p:blipFill>
          <a:blip r:embed="rId2"/>
          <a:stretch>
            <a:fillRect/>
          </a:stretch>
        </p:blipFill>
        <p:spPr>
          <a:xfrm>
            <a:off x="2223012" y="1661586"/>
            <a:ext cx="6968058" cy="4641243"/>
          </a:xfrm>
          <a:prstGeom prst="rect">
            <a:avLst/>
          </a:prstGeom>
        </p:spPr>
      </p:pic>
      <p:sp>
        <p:nvSpPr>
          <p:cNvPr id="5" name="TextBox 4">
            <a:extLst>
              <a:ext uri="{FF2B5EF4-FFF2-40B4-BE49-F238E27FC236}">
                <a16:creationId xmlns:a16="http://schemas.microsoft.com/office/drawing/2014/main" id="{2C64D307-32D2-EEF1-B7BC-BADD23E89518}"/>
              </a:ext>
            </a:extLst>
          </p:cNvPr>
          <p:cNvSpPr txBox="1"/>
          <p:nvPr/>
        </p:nvSpPr>
        <p:spPr>
          <a:xfrm>
            <a:off x="3329929" y="6371460"/>
            <a:ext cx="4778828" cy="415498"/>
          </a:xfrm>
          <a:prstGeom prst="rect">
            <a:avLst/>
          </a:prstGeom>
          <a:noFill/>
        </p:spPr>
        <p:txBody>
          <a:bodyPr wrap="square">
            <a:spAutoFit/>
          </a:bodyPr>
          <a:lstStyle/>
          <a:p>
            <a:pPr algn="ctr"/>
            <a:r>
              <a:rPr lang="en-ID" dirty="0"/>
              <a:t>Fig IoT Security Framework</a:t>
            </a:r>
          </a:p>
        </p:txBody>
      </p:sp>
    </p:spTree>
    <p:extLst>
      <p:ext uri="{BB962C8B-B14F-4D97-AF65-F5344CB8AC3E}">
        <p14:creationId xmlns:p14="http://schemas.microsoft.com/office/powerpoint/2010/main" val="590462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794E14-DC6E-DBED-F279-2E15350E471F}"/>
              </a:ext>
            </a:extLst>
          </p:cNvPr>
          <p:cNvSpPr>
            <a:spLocks noGrp="1"/>
          </p:cNvSpPr>
          <p:nvPr>
            <p:ph type="title"/>
          </p:nvPr>
        </p:nvSpPr>
        <p:spPr>
          <a:xfrm>
            <a:off x="2677885" y="561965"/>
            <a:ext cx="7057799" cy="823241"/>
          </a:xfrm>
        </p:spPr>
        <p:txBody>
          <a:bodyPr/>
          <a:lstStyle/>
          <a:p>
            <a:pPr algn="ctr"/>
            <a:r>
              <a:rPr lang="en-ID" b="1" dirty="0"/>
              <a:t>Protecting Email</a:t>
            </a:r>
          </a:p>
        </p:txBody>
      </p:sp>
      <p:sp>
        <p:nvSpPr>
          <p:cNvPr id="6" name="TextBox 5">
            <a:extLst>
              <a:ext uri="{FF2B5EF4-FFF2-40B4-BE49-F238E27FC236}">
                <a16:creationId xmlns:a16="http://schemas.microsoft.com/office/drawing/2014/main" id="{FF51EB5D-9523-D1A6-3D08-EEB3482603F6}"/>
              </a:ext>
            </a:extLst>
          </p:cNvPr>
          <p:cNvSpPr txBox="1"/>
          <p:nvPr/>
        </p:nvSpPr>
        <p:spPr>
          <a:xfrm>
            <a:off x="1257299" y="1833321"/>
            <a:ext cx="8844643" cy="5201424"/>
          </a:xfrm>
          <a:prstGeom prst="rect">
            <a:avLst/>
          </a:prstGeom>
          <a:noFill/>
        </p:spPr>
        <p:txBody>
          <a:bodyPr wrap="square">
            <a:spAutoFit/>
          </a:bodyPr>
          <a:lstStyle/>
          <a:p>
            <a:pPr marL="342900" indent="-342900">
              <a:buFont typeface="Arial" panose="020B0604020202020204" pitchFamily="34" charset="0"/>
              <a:buChar char="•"/>
            </a:pPr>
            <a:r>
              <a:rPr lang="en-ID" sz="2400" b="1" dirty="0">
                <a:latin typeface="Open Sans" panose="020B0606030504020204" pitchFamily="34" charset="0"/>
                <a:ea typeface="Open Sans" panose="020B0606030504020204" pitchFamily="34" charset="0"/>
                <a:cs typeface="Open Sans" panose="020B0606030504020204" pitchFamily="34" charset="0"/>
              </a:rPr>
              <a:t>Managing Spam</a:t>
            </a:r>
          </a:p>
          <a:p>
            <a:pPr marL="457200" lvl="1" indent="0" algn="just"/>
            <a:r>
              <a:rPr lang="en-US" sz="2000" dirty="0">
                <a:latin typeface="Open Sans" panose="020B0606030504020204" pitchFamily="34" charset="0"/>
                <a:ea typeface="Open Sans" panose="020B0606030504020204" pitchFamily="34" charset="0"/>
                <a:cs typeface="Open Sans" panose="020B0606030504020204" pitchFamily="34" charset="0"/>
              </a:rPr>
              <a:t>Spam filtering systems will not catch every single spam message. Like an antivirus package, the spam filtering solution needs to be kept up-to-date and needs to be constantly tweaked. Antispam solutions will also use Real-time Blackhole Lists (RBLs) or a </a:t>
            </a:r>
            <a:r>
              <a:rPr lang="en-US" sz="2000" dirty="0" err="1">
                <a:latin typeface="Open Sans" panose="020B0606030504020204" pitchFamily="34" charset="0"/>
                <a:ea typeface="Open Sans" panose="020B0606030504020204" pitchFamily="34" charset="0"/>
                <a:cs typeface="Open Sans" panose="020B0606030504020204" pitchFamily="34" charset="0"/>
              </a:rPr>
              <a:t>DNSbased</a:t>
            </a:r>
            <a:r>
              <a:rPr lang="en-US" sz="2000" dirty="0">
                <a:latin typeface="Open Sans" panose="020B0606030504020204" pitchFamily="34" charset="0"/>
                <a:ea typeface="Open Sans" panose="020B0606030504020204" pitchFamily="34" charset="0"/>
                <a:cs typeface="Open Sans" panose="020B0606030504020204" pitchFamily="34" charset="0"/>
              </a:rPr>
              <a:t> Blackhole List (DNSBL). </a:t>
            </a:r>
            <a:endParaRPr lang="en-ID" sz="20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ID" sz="2400" b="1" dirty="0">
                <a:latin typeface="Open Sans" panose="020B0606030504020204" pitchFamily="34" charset="0"/>
                <a:ea typeface="Open Sans" panose="020B0606030504020204" pitchFamily="34" charset="0"/>
                <a:cs typeface="Open Sans" panose="020B0606030504020204" pitchFamily="34" charset="0"/>
              </a:rPr>
              <a:t>Email Spoofing</a:t>
            </a:r>
          </a:p>
          <a:p>
            <a:pPr marL="457200" lvl="2" indent="0" algn="just"/>
            <a:r>
              <a:rPr lang="en-US" sz="2000" dirty="0">
                <a:latin typeface="Open Sans" panose="020B0606030504020204" pitchFamily="34" charset="0"/>
                <a:ea typeface="Open Sans" panose="020B0606030504020204" pitchFamily="34" charset="0"/>
                <a:cs typeface="Open Sans" panose="020B0606030504020204" pitchFamily="34" charset="0"/>
              </a:rPr>
              <a:t>Email spoofing is the creation of a false email header where an attacker is tricking the recipient into thinking that the email came from a trusted source. The attacker alters parts of the email of it to look as though it were written by someone else</a:t>
            </a:r>
            <a:endParaRPr lang="en-ID" sz="20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ID" sz="2400" b="1" dirty="0">
                <a:latin typeface="Open Sans" panose="020B0606030504020204" pitchFamily="34" charset="0"/>
                <a:ea typeface="Open Sans" panose="020B0606030504020204" pitchFamily="34" charset="0"/>
                <a:cs typeface="Open Sans" panose="020B0606030504020204" pitchFamily="34" charset="0"/>
              </a:rPr>
              <a:t>Relaying Email</a:t>
            </a:r>
          </a:p>
          <a:p>
            <a:pPr marL="457200" lvl="1" indent="0" algn="just"/>
            <a:r>
              <a:rPr lang="en-US" sz="2000" dirty="0">
                <a:latin typeface="Open Sans" panose="020B0606030504020204" pitchFamily="34" charset="0"/>
                <a:ea typeface="Open Sans" panose="020B0606030504020204" pitchFamily="34" charset="0"/>
                <a:cs typeface="Open Sans" panose="020B0606030504020204" pitchFamily="34" charset="0"/>
              </a:rPr>
              <a:t>One of the primary email protocols is SMTP. Simple Mail Transfer Protocol (SMTP) is used to transfer email from one server to another, and it is responsible for outgoing mail transport. SMTP uses TCP port 25.</a:t>
            </a:r>
            <a:endParaRPr lang="en-ID"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0555354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794E14-DC6E-DBED-F279-2E15350E471F}"/>
              </a:ext>
            </a:extLst>
          </p:cNvPr>
          <p:cNvSpPr>
            <a:spLocks noGrp="1"/>
          </p:cNvSpPr>
          <p:nvPr>
            <p:ph type="title"/>
          </p:nvPr>
        </p:nvSpPr>
        <p:spPr>
          <a:xfrm>
            <a:off x="2677885" y="561965"/>
            <a:ext cx="7057799" cy="823241"/>
          </a:xfrm>
        </p:spPr>
        <p:txBody>
          <a:bodyPr/>
          <a:lstStyle/>
          <a:p>
            <a:pPr algn="ctr"/>
            <a:r>
              <a:rPr lang="en-ID" sz="3200" b="1" dirty="0">
                <a:latin typeface="Open Sans" panose="020B0606030504020204" pitchFamily="34" charset="0"/>
                <a:ea typeface="Open Sans" panose="020B0606030504020204" pitchFamily="34" charset="0"/>
                <a:cs typeface="Open Sans" panose="020B0606030504020204" pitchFamily="34" charset="0"/>
              </a:rPr>
              <a:t>Email Spoofing</a:t>
            </a:r>
          </a:p>
        </p:txBody>
      </p:sp>
      <p:sp>
        <p:nvSpPr>
          <p:cNvPr id="6" name="TextBox 5">
            <a:extLst>
              <a:ext uri="{FF2B5EF4-FFF2-40B4-BE49-F238E27FC236}">
                <a16:creationId xmlns:a16="http://schemas.microsoft.com/office/drawing/2014/main" id="{FF51EB5D-9523-D1A6-3D08-EEB3482603F6}"/>
              </a:ext>
            </a:extLst>
          </p:cNvPr>
          <p:cNvSpPr txBox="1"/>
          <p:nvPr/>
        </p:nvSpPr>
        <p:spPr>
          <a:xfrm>
            <a:off x="1257299" y="1833321"/>
            <a:ext cx="8844643" cy="3908762"/>
          </a:xfrm>
          <a:prstGeom prst="rect">
            <a:avLst/>
          </a:prstGeom>
          <a:noFill/>
        </p:spPr>
        <p:txBody>
          <a:bodyPr wrap="square">
            <a:spAutoFit/>
          </a:bodyPr>
          <a:lstStyle/>
          <a:p>
            <a:r>
              <a:rPr lang="en-ID" sz="2400" b="1" dirty="0">
                <a:latin typeface="Open Sans" panose="020B0606030504020204" pitchFamily="34" charset="0"/>
                <a:ea typeface="Open Sans" panose="020B0606030504020204" pitchFamily="34" charset="0"/>
                <a:cs typeface="Open Sans" panose="020B0606030504020204" pitchFamily="34" charset="0"/>
              </a:rPr>
              <a:t>Email Spoofing</a:t>
            </a:r>
          </a:p>
          <a:p>
            <a:endParaRPr lang="en-ID" sz="2400" b="1" dirty="0">
              <a:latin typeface="Open Sans" panose="020B0606030504020204" pitchFamily="34" charset="0"/>
              <a:ea typeface="Open Sans" panose="020B0606030504020204" pitchFamily="34" charset="0"/>
              <a:cs typeface="Open Sans" panose="020B0606030504020204" pitchFamily="34" charset="0"/>
            </a:endParaRPr>
          </a:p>
          <a:p>
            <a:pPr marL="457200" lvl="2" indent="0" algn="just"/>
            <a:r>
              <a:rPr lang="en-US" sz="2000" dirty="0">
                <a:latin typeface="Open Sans" panose="020B0606030504020204" pitchFamily="34" charset="0"/>
                <a:ea typeface="Open Sans" panose="020B0606030504020204" pitchFamily="34" charset="0"/>
                <a:cs typeface="Open Sans" panose="020B0606030504020204" pitchFamily="34" charset="0"/>
              </a:rPr>
              <a:t>Email spoofing is the creation of a false email header where an attacker is tricking the recipient into thinking that the email came from a trusted source. </a:t>
            </a:r>
          </a:p>
          <a:p>
            <a:pPr marL="457200" lvl="2" indent="0" algn="just"/>
            <a:r>
              <a:rPr lang="en-US" sz="2000" dirty="0">
                <a:latin typeface="Open Sans" panose="020B0606030504020204" pitchFamily="34" charset="0"/>
                <a:ea typeface="Open Sans" panose="020B0606030504020204" pitchFamily="34" charset="0"/>
                <a:cs typeface="Open Sans" panose="020B0606030504020204" pitchFamily="34" charset="0"/>
              </a:rPr>
              <a:t>The attacker alters parts of the email of it to look as though it were written by someone else</a:t>
            </a:r>
          </a:p>
          <a:p>
            <a:pPr marL="457200" lvl="2" indent="0" algn="just"/>
            <a:endParaRPr lang="en-US" sz="2000" dirty="0">
              <a:latin typeface="Open Sans" panose="020B0606030504020204" pitchFamily="34" charset="0"/>
              <a:ea typeface="Open Sans" panose="020B0606030504020204" pitchFamily="34" charset="0"/>
              <a:cs typeface="Open Sans" panose="020B0606030504020204" pitchFamily="34" charset="0"/>
            </a:endParaRPr>
          </a:p>
          <a:p>
            <a:pPr marL="457200" lvl="2" indent="0" algn="just"/>
            <a:r>
              <a:rPr lang="en-US" sz="2000" dirty="0">
                <a:latin typeface="Open Sans" panose="020B0606030504020204" pitchFamily="34" charset="0"/>
                <a:ea typeface="Open Sans" panose="020B0606030504020204" pitchFamily="34" charset="0"/>
                <a:cs typeface="Open Sans" panose="020B0606030504020204" pitchFamily="34" charset="0"/>
              </a:rPr>
              <a:t>Here’s an example of what these fields could look like in a spoofed email:</a:t>
            </a:r>
          </a:p>
          <a:p>
            <a:pPr marL="457200" lvl="2" indent="0" algn="just"/>
            <a:endParaRPr lang="en-US" sz="2000" dirty="0">
              <a:latin typeface="Open Sans" panose="020B0606030504020204" pitchFamily="34" charset="0"/>
              <a:ea typeface="Open Sans" panose="020B0606030504020204" pitchFamily="34" charset="0"/>
              <a:cs typeface="Open Sans" panose="020B0606030504020204" pitchFamily="34" charset="0"/>
            </a:endParaRPr>
          </a:p>
          <a:p>
            <a:pPr marL="457200" lvl="2" indent="0" algn="just"/>
            <a:endParaRPr lang="en-ID" sz="2000" dirty="0">
              <a:latin typeface="Open Sans" panose="020B0606030504020204" pitchFamily="34" charset="0"/>
              <a:ea typeface="Open Sans" panose="020B0606030504020204" pitchFamily="34" charset="0"/>
              <a:cs typeface="Open Sans" panose="020B0606030504020204" pitchFamily="34" charset="0"/>
            </a:endParaRPr>
          </a:p>
        </p:txBody>
      </p:sp>
      <p:pic>
        <p:nvPicPr>
          <p:cNvPr id="4" name="Picture 3">
            <a:extLst>
              <a:ext uri="{FF2B5EF4-FFF2-40B4-BE49-F238E27FC236}">
                <a16:creationId xmlns:a16="http://schemas.microsoft.com/office/drawing/2014/main" id="{07866245-05F9-40A2-00A6-1F73E8516B4F}"/>
              </a:ext>
            </a:extLst>
          </p:cNvPr>
          <p:cNvPicPr>
            <a:picLocks noChangeAspect="1"/>
          </p:cNvPicPr>
          <p:nvPr/>
        </p:nvPicPr>
        <p:blipFill>
          <a:blip r:embed="rId3"/>
          <a:stretch>
            <a:fillRect/>
          </a:stretch>
        </p:blipFill>
        <p:spPr>
          <a:xfrm>
            <a:off x="3390327" y="5205469"/>
            <a:ext cx="4578585" cy="800141"/>
          </a:xfrm>
          <a:prstGeom prst="rect">
            <a:avLst/>
          </a:prstGeom>
        </p:spPr>
      </p:pic>
    </p:spTree>
    <p:extLst>
      <p:ext uri="{BB962C8B-B14F-4D97-AF65-F5344CB8AC3E}">
        <p14:creationId xmlns:p14="http://schemas.microsoft.com/office/powerpoint/2010/main" val="2167973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794E14-DC6E-DBED-F279-2E15350E471F}"/>
              </a:ext>
            </a:extLst>
          </p:cNvPr>
          <p:cNvSpPr>
            <a:spLocks noGrp="1"/>
          </p:cNvSpPr>
          <p:nvPr>
            <p:ph type="title"/>
          </p:nvPr>
        </p:nvSpPr>
        <p:spPr>
          <a:xfrm>
            <a:off x="2677885" y="561965"/>
            <a:ext cx="7057799" cy="823241"/>
          </a:xfrm>
        </p:spPr>
        <p:txBody>
          <a:bodyPr/>
          <a:lstStyle/>
          <a:p>
            <a:pPr algn="ctr"/>
            <a:r>
              <a:rPr lang="en-ID" sz="3200" b="1" dirty="0">
                <a:latin typeface="Open Sans" panose="020B0606030504020204" pitchFamily="34" charset="0"/>
                <a:ea typeface="Open Sans" panose="020B0606030504020204" pitchFamily="34" charset="0"/>
                <a:cs typeface="Open Sans" panose="020B0606030504020204" pitchFamily="34" charset="0"/>
              </a:rPr>
              <a:t>Email Spoofing</a:t>
            </a:r>
          </a:p>
        </p:txBody>
      </p:sp>
      <p:sp>
        <p:nvSpPr>
          <p:cNvPr id="6" name="TextBox 5">
            <a:extLst>
              <a:ext uri="{FF2B5EF4-FFF2-40B4-BE49-F238E27FC236}">
                <a16:creationId xmlns:a16="http://schemas.microsoft.com/office/drawing/2014/main" id="{FF51EB5D-9523-D1A6-3D08-EEB3482603F6}"/>
              </a:ext>
            </a:extLst>
          </p:cNvPr>
          <p:cNvSpPr txBox="1"/>
          <p:nvPr/>
        </p:nvSpPr>
        <p:spPr>
          <a:xfrm>
            <a:off x="1257299" y="1833321"/>
            <a:ext cx="8844643" cy="3908762"/>
          </a:xfrm>
          <a:prstGeom prst="rect">
            <a:avLst/>
          </a:prstGeom>
          <a:noFill/>
        </p:spPr>
        <p:txBody>
          <a:bodyPr wrap="square">
            <a:spAutoFit/>
          </a:bodyPr>
          <a:lstStyle/>
          <a:p>
            <a:r>
              <a:rPr lang="en-ID" sz="2400" b="1" dirty="0">
                <a:latin typeface="Open Sans" panose="020B0606030504020204" pitchFamily="34" charset="0"/>
                <a:ea typeface="Open Sans" panose="020B0606030504020204" pitchFamily="34" charset="0"/>
                <a:cs typeface="Open Sans" panose="020B0606030504020204" pitchFamily="34" charset="0"/>
              </a:rPr>
              <a:t>Email Spoofing</a:t>
            </a:r>
          </a:p>
          <a:p>
            <a:endParaRPr lang="en-ID" sz="2400" b="1" dirty="0">
              <a:latin typeface="Open Sans" panose="020B0606030504020204" pitchFamily="34" charset="0"/>
              <a:ea typeface="Open Sans" panose="020B0606030504020204" pitchFamily="34" charset="0"/>
              <a:cs typeface="Open Sans" panose="020B0606030504020204" pitchFamily="34" charset="0"/>
            </a:endParaRPr>
          </a:p>
          <a:p>
            <a:pPr marL="457200" lvl="2" indent="0" algn="just"/>
            <a:r>
              <a:rPr lang="en-US" sz="2000" dirty="0">
                <a:latin typeface="Open Sans" panose="020B0606030504020204" pitchFamily="34" charset="0"/>
                <a:ea typeface="Open Sans" panose="020B0606030504020204" pitchFamily="34" charset="0"/>
                <a:cs typeface="Open Sans" panose="020B0606030504020204" pitchFamily="34" charset="0"/>
              </a:rPr>
              <a:t>Email spoofing is the creation of a false email header where an attacker is tricking the recipient into thinking that the email came from a trusted source. </a:t>
            </a:r>
          </a:p>
          <a:p>
            <a:pPr marL="457200" lvl="2" indent="0" algn="just"/>
            <a:r>
              <a:rPr lang="en-US" sz="2000" dirty="0">
                <a:latin typeface="Open Sans" panose="020B0606030504020204" pitchFamily="34" charset="0"/>
                <a:ea typeface="Open Sans" panose="020B0606030504020204" pitchFamily="34" charset="0"/>
                <a:cs typeface="Open Sans" panose="020B0606030504020204" pitchFamily="34" charset="0"/>
              </a:rPr>
              <a:t>The attacker alters parts of the email of it to look as though it were written by someone else</a:t>
            </a:r>
          </a:p>
          <a:p>
            <a:pPr marL="457200" lvl="2" indent="0" algn="just"/>
            <a:endParaRPr lang="en-US" sz="2000" dirty="0">
              <a:latin typeface="Open Sans" panose="020B0606030504020204" pitchFamily="34" charset="0"/>
              <a:ea typeface="Open Sans" panose="020B0606030504020204" pitchFamily="34" charset="0"/>
              <a:cs typeface="Open Sans" panose="020B0606030504020204" pitchFamily="34" charset="0"/>
            </a:endParaRPr>
          </a:p>
          <a:p>
            <a:pPr marL="457200" lvl="2" indent="0" algn="just"/>
            <a:r>
              <a:rPr lang="en-US" sz="2000" dirty="0">
                <a:latin typeface="Open Sans" panose="020B0606030504020204" pitchFamily="34" charset="0"/>
                <a:ea typeface="Open Sans" panose="020B0606030504020204" pitchFamily="34" charset="0"/>
                <a:cs typeface="Open Sans" panose="020B0606030504020204" pitchFamily="34" charset="0"/>
              </a:rPr>
              <a:t>Here’s an example of what these fields could look like in a spoofed email:</a:t>
            </a:r>
          </a:p>
          <a:p>
            <a:pPr marL="457200" lvl="2" indent="0" algn="just"/>
            <a:endParaRPr lang="en-US" sz="2000" dirty="0">
              <a:latin typeface="Open Sans" panose="020B0606030504020204" pitchFamily="34" charset="0"/>
              <a:ea typeface="Open Sans" panose="020B0606030504020204" pitchFamily="34" charset="0"/>
              <a:cs typeface="Open Sans" panose="020B0606030504020204" pitchFamily="34" charset="0"/>
            </a:endParaRPr>
          </a:p>
          <a:p>
            <a:pPr marL="457200" lvl="2" indent="0" algn="just"/>
            <a:endParaRPr lang="en-ID" sz="2000" dirty="0">
              <a:latin typeface="Open Sans" panose="020B0606030504020204" pitchFamily="34" charset="0"/>
              <a:ea typeface="Open Sans" panose="020B0606030504020204" pitchFamily="34" charset="0"/>
              <a:cs typeface="Open Sans" panose="020B0606030504020204" pitchFamily="34" charset="0"/>
            </a:endParaRPr>
          </a:p>
        </p:txBody>
      </p:sp>
      <p:pic>
        <p:nvPicPr>
          <p:cNvPr id="4" name="Picture 3">
            <a:extLst>
              <a:ext uri="{FF2B5EF4-FFF2-40B4-BE49-F238E27FC236}">
                <a16:creationId xmlns:a16="http://schemas.microsoft.com/office/drawing/2014/main" id="{07866245-05F9-40A2-00A6-1F73E8516B4F}"/>
              </a:ext>
            </a:extLst>
          </p:cNvPr>
          <p:cNvPicPr>
            <a:picLocks noChangeAspect="1"/>
          </p:cNvPicPr>
          <p:nvPr/>
        </p:nvPicPr>
        <p:blipFill>
          <a:blip r:embed="rId3"/>
          <a:stretch>
            <a:fillRect/>
          </a:stretch>
        </p:blipFill>
        <p:spPr>
          <a:xfrm>
            <a:off x="3390327" y="5205469"/>
            <a:ext cx="4578585" cy="800141"/>
          </a:xfrm>
          <a:prstGeom prst="rect">
            <a:avLst/>
          </a:prstGeom>
        </p:spPr>
      </p:pic>
    </p:spTree>
    <p:extLst>
      <p:ext uri="{BB962C8B-B14F-4D97-AF65-F5344CB8AC3E}">
        <p14:creationId xmlns:p14="http://schemas.microsoft.com/office/powerpoint/2010/main" val="38470117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794E14-DC6E-DBED-F279-2E15350E471F}"/>
              </a:ext>
            </a:extLst>
          </p:cNvPr>
          <p:cNvSpPr>
            <a:spLocks noGrp="1"/>
          </p:cNvSpPr>
          <p:nvPr>
            <p:ph type="title"/>
          </p:nvPr>
        </p:nvSpPr>
        <p:spPr>
          <a:xfrm>
            <a:off x="2677885" y="561965"/>
            <a:ext cx="7057799" cy="823241"/>
          </a:xfrm>
        </p:spPr>
        <p:txBody>
          <a:bodyPr/>
          <a:lstStyle/>
          <a:p>
            <a:pPr algn="ctr"/>
            <a:r>
              <a:rPr lang="en-ID" sz="3200" b="1" dirty="0">
                <a:latin typeface="Open Sans" panose="020B0606030504020204" pitchFamily="34" charset="0"/>
                <a:ea typeface="Open Sans" panose="020B0606030504020204" pitchFamily="34" charset="0"/>
                <a:cs typeface="Open Sans" panose="020B0606030504020204" pitchFamily="34" charset="0"/>
              </a:rPr>
              <a:t>Cookies and Privacy</a:t>
            </a:r>
          </a:p>
        </p:txBody>
      </p:sp>
      <p:sp>
        <p:nvSpPr>
          <p:cNvPr id="6" name="TextBox 5">
            <a:extLst>
              <a:ext uri="{FF2B5EF4-FFF2-40B4-BE49-F238E27FC236}">
                <a16:creationId xmlns:a16="http://schemas.microsoft.com/office/drawing/2014/main" id="{FF51EB5D-9523-D1A6-3D08-EEB3482603F6}"/>
              </a:ext>
            </a:extLst>
          </p:cNvPr>
          <p:cNvSpPr txBox="1"/>
          <p:nvPr/>
        </p:nvSpPr>
        <p:spPr>
          <a:xfrm>
            <a:off x="891041" y="2042487"/>
            <a:ext cx="8844643" cy="3477875"/>
          </a:xfrm>
          <a:prstGeom prst="rect">
            <a:avLst/>
          </a:prstGeom>
          <a:noFill/>
        </p:spPr>
        <p:txBody>
          <a:bodyPr wrap="square">
            <a:spAutoFit/>
          </a:bodyPr>
          <a:lstStyle/>
          <a:p>
            <a:pPr marL="800100" marR="0" lvl="2" indent="-342900" algn="just" defTabSz="5207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When using a browser to access the Internet, much can be revealed about a user’s personality and personal information. Therefore, it is important to take steps to ensure that this information cannot be read or used without your knowledge.</a:t>
            </a:r>
          </a:p>
          <a:p>
            <a:pPr marL="800100" marR="0" lvl="2" indent="-342900" algn="just" defTabSz="5207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 cookie is a piece of text stored by a user’s web browser. It can be used for a wide range of items including user identification, authentication, storing site preferences, and shopping cart contents. </a:t>
            </a:r>
          </a:p>
          <a:p>
            <a:pPr marL="800100" marR="0" lvl="2" indent="-342900" algn="just" defTabSz="5207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While cookies can give a website a lot of capabilities, they can also be used by spyware programs and websites to track people. Unfortunately, some websites will not operate without cookies.</a:t>
            </a:r>
            <a:endParaRPr kumimoji="0" lang="en-ID" sz="2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1167158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794E14-DC6E-DBED-F279-2E15350E471F}"/>
              </a:ext>
            </a:extLst>
          </p:cNvPr>
          <p:cNvSpPr>
            <a:spLocks noGrp="1"/>
          </p:cNvSpPr>
          <p:nvPr>
            <p:ph type="title"/>
          </p:nvPr>
        </p:nvSpPr>
        <p:spPr>
          <a:xfrm>
            <a:off x="2677885" y="561965"/>
            <a:ext cx="7057799" cy="823241"/>
          </a:xfrm>
        </p:spPr>
        <p:txBody>
          <a:bodyPr/>
          <a:lstStyle/>
          <a:p>
            <a:pPr algn="ctr"/>
            <a:r>
              <a:rPr lang="en-ID" sz="3200" b="1" dirty="0">
                <a:latin typeface="Open Sans" panose="020B0606030504020204" pitchFamily="34" charset="0"/>
                <a:ea typeface="Open Sans" panose="020B0606030504020204" pitchFamily="34" charset="0"/>
                <a:cs typeface="Open Sans" panose="020B0606030504020204" pitchFamily="34" charset="0"/>
              </a:rPr>
              <a:t>Content Zones</a:t>
            </a:r>
          </a:p>
        </p:txBody>
      </p:sp>
      <p:sp>
        <p:nvSpPr>
          <p:cNvPr id="6" name="TextBox 5">
            <a:extLst>
              <a:ext uri="{FF2B5EF4-FFF2-40B4-BE49-F238E27FC236}">
                <a16:creationId xmlns:a16="http://schemas.microsoft.com/office/drawing/2014/main" id="{FF51EB5D-9523-D1A6-3D08-EEB3482603F6}"/>
              </a:ext>
            </a:extLst>
          </p:cNvPr>
          <p:cNvSpPr txBox="1"/>
          <p:nvPr/>
        </p:nvSpPr>
        <p:spPr>
          <a:xfrm>
            <a:off x="891041" y="2042487"/>
            <a:ext cx="8844643" cy="3539430"/>
          </a:xfrm>
          <a:prstGeom prst="rect">
            <a:avLst/>
          </a:prstGeom>
          <a:noFill/>
        </p:spPr>
        <p:txBody>
          <a:bodyPr wrap="square">
            <a:spAutoFit/>
          </a:bodyPr>
          <a:lstStyle/>
          <a:p>
            <a:pPr marL="800100" marR="0" lvl="2" indent="-342900" algn="just" defTabSz="5207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Internet Explorer divides your network connection into four content zones or types.</a:t>
            </a:r>
          </a:p>
          <a:p>
            <a:pPr marL="1322388" lvl="3" indent="-342900" algn="just">
              <a:buFont typeface="Arial" panose="020B0604020202020204" pitchFamily="34" charset="0"/>
              <a:buChar char="•"/>
              <a:defRPr/>
            </a:pPr>
            <a:r>
              <a:rPr kumimoji="0" lang="en-ID" sz="32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Internet Zone</a:t>
            </a:r>
          </a:p>
          <a:p>
            <a:pPr marL="1322388" lvl="3" indent="-342900" algn="just">
              <a:buFont typeface="Arial" panose="020B0604020202020204" pitchFamily="34" charset="0"/>
              <a:buChar char="•"/>
              <a:defRPr/>
            </a:pPr>
            <a:r>
              <a:rPr kumimoji="0" lang="en-ID" sz="32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Local Intranet Zone</a:t>
            </a:r>
          </a:p>
          <a:p>
            <a:pPr marL="1322388" lvl="3" indent="-342900" algn="just">
              <a:buFont typeface="Arial" panose="020B0604020202020204" pitchFamily="34" charset="0"/>
              <a:buChar char="•"/>
              <a:defRPr/>
            </a:pPr>
            <a:r>
              <a:rPr kumimoji="0" lang="en-ID" sz="32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Trusted Sites Zone</a:t>
            </a:r>
          </a:p>
          <a:p>
            <a:pPr marL="1322388" lvl="3" indent="-342900" algn="just">
              <a:buFont typeface="Arial" panose="020B0604020202020204" pitchFamily="34" charset="0"/>
              <a:buChar char="•"/>
              <a:defRPr/>
            </a:pPr>
            <a:r>
              <a:rPr kumimoji="0" lang="en-ID" sz="32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Restricted Sites Zone</a:t>
            </a:r>
          </a:p>
        </p:txBody>
      </p:sp>
    </p:spTree>
    <p:extLst>
      <p:ext uri="{BB962C8B-B14F-4D97-AF65-F5344CB8AC3E}">
        <p14:creationId xmlns:p14="http://schemas.microsoft.com/office/powerpoint/2010/main" val="27006745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794E14-DC6E-DBED-F279-2E15350E471F}"/>
              </a:ext>
            </a:extLst>
          </p:cNvPr>
          <p:cNvSpPr>
            <a:spLocks noGrp="1"/>
          </p:cNvSpPr>
          <p:nvPr>
            <p:ph type="title"/>
          </p:nvPr>
        </p:nvSpPr>
        <p:spPr>
          <a:xfrm>
            <a:off x="2461985" y="320665"/>
            <a:ext cx="7057799" cy="823241"/>
          </a:xfrm>
        </p:spPr>
        <p:txBody>
          <a:bodyPr/>
          <a:lstStyle/>
          <a:p>
            <a:pPr algn="ctr"/>
            <a:r>
              <a:rPr lang="en-ID" sz="3200" b="1" dirty="0">
                <a:latin typeface="Open Sans" panose="020B0606030504020204" pitchFamily="34" charset="0"/>
                <a:ea typeface="Open Sans" panose="020B0606030504020204" pitchFamily="34" charset="0"/>
                <a:cs typeface="Open Sans" panose="020B0606030504020204" pitchFamily="34" charset="0"/>
              </a:rPr>
              <a:t>Phishing and Pharming</a:t>
            </a:r>
          </a:p>
        </p:txBody>
      </p:sp>
      <p:sp>
        <p:nvSpPr>
          <p:cNvPr id="6" name="TextBox 5">
            <a:extLst>
              <a:ext uri="{FF2B5EF4-FFF2-40B4-BE49-F238E27FC236}">
                <a16:creationId xmlns:a16="http://schemas.microsoft.com/office/drawing/2014/main" id="{FF51EB5D-9523-D1A6-3D08-EEB3482603F6}"/>
              </a:ext>
            </a:extLst>
          </p:cNvPr>
          <p:cNvSpPr txBox="1"/>
          <p:nvPr/>
        </p:nvSpPr>
        <p:spPr>
          <a:xfrm>
            <a:off x="921997" y="1888599"/>
            <a:ext cx="8844643" cy="3785652"/>
          </a:xfrm>
          <a:prstGeom prst="rect">
            <a:avLst/>
          </a:prstGeom>
          <a:noFill/>
        </p:spPr>
        <p:txBody>
          <a:bodyPr wrap="square">
            <a:spAutoFit/>
          </a:bodyPr>
          <a:lstStyle/>
          <a:p>
            <a:pPr marL="800100" marR="0" lvl="2" indent="-342900" algn="just" defTabSz="5207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Phishing and pharming are forms of attacks to get users to access a bogus website so the phisher or pharmer can spread malware and/or collect personal information.</a:t>
            </a:r>
          </a:p>
          <a:p>
            <a:pPr marL="800100" marR="0" lvl="2" indent="-342900" algn="just" defTabSz="5207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Phishing is a technique based on social engineering. With phishing, users are requested (usually through email or other websites) to supply personal information by:</a:t>
            </a:r>
          </a:p>
          <a:p>
            <a:pPr marL="1322388" lvl="3" indent="-342900" algn="just">
              <a:buFont typeface="Arial" panose="020B0604020202020204" pitchFamily="34" charset="0"/>
              <a:buChar char="•"/>
              <a:defRPr/>
            </a:pPr>
            <a:r>
              <a:rPr kumimoji="0" lang="en-US" sz="2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Receiving an email that requests your user name, password, and other personal information such as account numbers, PINs, and Social Security numbers.</a:t>
            </a:r>
          </a:p>
          <a:p>
            <a:pPr marL="1322388" lvl="3" indent="-342900" algn="just">
              <a:buFont typeface="Arial" panose="020B0604020202020204" pitchFamily="34" charset="0"/>
              <a:buChar char="•"/>
              <a:defRPr/>
            </a:pPr>
            <a:r>
              <a:rPr kumimoji="0" lang="en-US" sz="2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Redirecting a user to a convincing-looking website that requires users to supply personal information, such as passwords and account numbers.</a:t>
            </a:r>
            <a:endParaRPr kumimoji="0" lang="en-ID" sz="2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2498969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52832E-6647-AEAF-1272-014891FC7735}"/>
              </a:ext>
            </a:extLst>
          </p:cNvPr>
          <p:cNvSpPr>
            <a:spLocks noGrp="1"/>
          </p:cNvSpPr>
          <p:nvPr>
            <p:ph idx="1"/>
          </p:nvPr>
        </p:nvSpPr>
        <p:spPr>
          <a:xfrm>
            <a:off x="867642" y="1621857"/>
            <a:ext cx="9618662" cy="4991101"/>
          </a:xfrm>
        </p:spPr>
        <p:txBody>
          <a:bodyPr/>
          <a:lstStyle/>
          <a:p>
            <a:pPr algn="just"/>
            <a:r>
              <a:rPr lang="en-US" sz="2400" dirty="0" err="1"/>
              <a:t>Panek</a:t>
            </a:r>
            <a:r>
              <a:rPr lang="en-US" sz="2400" dirty="0"/>
              <a:t>, Crystal. (2019). Security Fundamental, John Wiley &amp;     	 Sons, Inc. Indianapolis. ISBN: 978-1-119-65066-9</a:t>
            </a:r>
          </a:p>
          <a:p>
            <a:r>
              <a:rPr lang="en-US" sz="2400" dirty="0"/>
              <a:t>Stallings, William and Lawrie Brown. 2018. Computer Security: Principles and Practice, 4th Edition. Global Edition, Pearson Education Limited</a:t>
            </a:r>
          </a:p>
          <a:p>
            <a:r>
              <a:rPr lang="en-US" sz="2400" dirty="0">
                <a:hlinkClick r:id="rId3"/>
              </a:rPr>
              <a:t>https://www.cloudflare.com/learning/email-security/what-is-email-spoofing/</a:t>
            </a:r>
            <a:r>
              <a:rPr lang="en-US" sz="2400" dirty="0"/>
              <a:t> </a:t>
            </a:r>
          </a:p>
          <a:p>
            <a:endParaRPr lang="en-US" sz="2400" dirty="0"/>
          </a:p>
          <a:p>
            <a:endParaRPr lang="en-US" sz="2400" dirty="0"/>
          </a:p>
          <a:p>
            <a:endParaRPr lang="en-US" sz="2400" dirty="0"/>
          </a:p>
          <a:p>
            <a:endParaRPr lang="en-US" sz="2400" dirty="0"/>
          </a:p>
        </p:txBody>
      </p:sp>
      <p:sp>
        <p:nvSpPr>
          <p:cNvPr id="3" name="Title 2">
            <a:extLst>
              <a:ext uri="{FF2B5EF4-FFF2-40B4-BE49-F238E27FC236}">
                <a16:creationId xmlns:a16="http://schemas.microsoft.com/office/drawing/2014/main" id="{559CDB2E-CD11-5B75-97C6-A3ABA01F22D2}"/>
              </a:ext>
            </a:extLst>
          </p:cNvPr>
          <p:cNvSpPr>
            <a:spLocks noGrp="1"/>
          </p:cNvSpPr>
          <p:nvPr>
            <p:ph type="title"/>
          </p:nvPr>
        </p:nvSpPr>
        <p:spPr>
          <a:xfrm>
            <a:off x="2496995" y="119071"/>
            <a:ext cx="6605442" cy="1260475"/>
          </a:xfrm>
        </p:spPr>
        <p:txBody>
          <a:bodyPr/>
          <a:lstStyle/>
          <a:p>
            <a:pPr algn="ctr"/>
            <a:r>
              <a:rPr lang="en-US" sz="4000" b="1" dirty="0"/>
              <a:t>References</a:t>
            </a:r>
            <a:endParaRPr lang="en-ID" sz="4000" b="1" dirty="0"/>
          </a:p>
        </p:txBody>
      </p:sp>
    </p:spTree>
    <p:extLst>
      <p:ext uri="{BB962C8B-B14F-4D97-AF65-F5344CB8AC3E}">
        <p14:creationId xmlns:p14="http://schemas.microsoft.com/office/powerpoint/2010/main" val="6618993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8" ma:contentTypeDescription="Create a new document." ma:contentTypeScope="" ma:versionID="2a43a3a40365f9eee60928e1a48d8e8a">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b55bbfde6f7dd5be9fcb8a553256df6e"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7" nillable="true" ma:displayName="Taxonomy Catch All Column" ma:hidden="true" ma:list="{131959e2-2cf4-437e-858a-61f1b162208b}" ma:internalName="TaxCatchAll" ma:showField="CatchAllData" ma:web="9fdf624c-fedc-4f6c-b928-0c7bf4c9e10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Flow_SignoffStatus xmlns="47793baa-3cbb-486e-a055-4d42ce3882d7" xsi:nil="true"/>
    <_dlc_DocId xmlns="9fdf624c-fedc-4f6c-b928-0c7bf4c9e100">J56STF5CZXNR-2061195910-691142</_dlc_DocId>
    <_dlc_DocIdUrl xmlns="9fdf624c-fedc-4f6c-b928-0c7bf4c9e100">
      <Url>https://binusianorg.sharepoint.com/sites/arc/_layouts/15/DocIdRedir.aspx?ID=J56STF5CZXNR-2061195910-691142</Url>
      <Description>J56STF5CZXNR-2061195910-691142</Description>
    </_dlc_DocIdUrl>
    <TaxCatchAll xmlns="9fdf624c-fedc-4f6c-b928-0c7bf4c9e100" xsi:nil="true"/>
  </documentManagement>
</p:properties>
</file>

<file path=customXml/itemProps1.xml><?xml version="1.0" encoding="utf-8"?>
<ds:datastoreItem xmlns:ds="http://schemas.openxmlformats.org/officeDocument/2006/customXml" ds:itemID="{CED985A4-BE78-47BD-93FF-32CA6D846AD3}">
  <ds:schemaRefs>
    <ds:schemaRef ds:uri="http://schemas.microsoft.com/sharepoint/v3/contenttype/forms"/>
  </ds:schemaRefs>
</ds:datastoreItem>
</file>

<file path=customXml/itemProps2.xml><?xml version="1.0" encoding="utf-8"?>
<ds:datastoreItem xmlns:ds="http://schemas.openxmlformats.org/officeDocument/2006/customXml" ds:itemID="{CA6D8D10-5CE6-45C0-899F-3757B0B76385}">
  <ds:schemaRefs>
    <ds:schemaRef ds:uri="http://schemas.microsoft.com/sharepoint/events"/>
  </ds:schemaRefs>
</ds:datastoreItem>
</file>

<file path=customXml/itemProps3.xml><?xml version="1.0" encoding="utf-8"?>
<ds:datastoreItem xmlns:ds="http://schemas.openxmlformats.org/officeDocument/2006/customXml" ds:itemID="{CC9D0B23-B8ED-45C8-A14C-9C0889457D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3F313E50-9F1C-4EB2-8248-D1942A92381A}">
  <ds:schemaRefs>
    <ds:schemaRef ds:uri="http://schemas.microsoft.com/office/2006/documentManagement/types"/>
    <ds:schemaRef ds:uri="http://schemas.openxmlformats.org/package/2006/metadata/core-properties"/>
    <ds:schemaRef ds:uri="http://purl.org/dc/dcmitype/"/>
    <ds:schemaRef ds:uri="http://purl.org/dc/terms/"/>
    <ds:schemaRef ds:uri="47793baa-3cbb-486e-a055-4d42ce3882d7"/>
    <ds:schemaRef ds:uri="http://purl.org/dc/elements/1.1/"/>
    <ds:schemaRef ds:uri="http://schemas.microsoft.com/office/infopath/2007/PartnerControls"/>
    <ds:schemaRef ds:uri="http://www.w3.org/XML/1998/namespace"/>
    <ds:schemaRef ds:uri="http://schemas.microsoft.com/sharepoint/v3/fields"/>
    <ds:schemaRef ds:uri="9fdf624c-fedc-4f6c-b928-0c7bf4c9e100"/>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971</TotalTime>
  <Words>1623</Words>
  <Application>Microsoft Office PowerPoint</Application>
  <PresentationFormat>Custom</PresentationFormat>
  <Paragraphs>136</Paragraphs>
  <Slides>24</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Calibri</vt:lpstr>
      <vt:lpstr>Open Sans</vt:lpstr>
      <vt:lpstr>Open Sans Extrabold</vt:lpstr>
      <vt:lpstr>Open Sans Semibold</vt:lpstr>
      <vt:lpstr>SabonLTStd-Italic</vt:lpstr>
      <vt:lpstr>SabonLTStd-Roman</vt:lpstr>
      <vt:lpstr>Verdana</vt:lpstr>
      <vt:lpstr>Office Theme</vt:lpstr>
      <vt:lpstr>Computer Security Principles</vt:lpstr>
      <vt:lpstr>These slides have been adapted from:  Panek, Crystal. (2019). Security Fundamental, John Wiley &amp; Sons, Inc. Indianapolis. ISBN: 978-1-119-65066-9  Lesson 5 </vt:lpstr>
      <vt:lpstr>- Types of Malware - User Account Control (UAC) - Cloud Computing - Cloud Security Concepts - Cloud Security Approaches - The IoT - IoT Security - Protecting Email - Email Spoofing - Cookies and Privacy - Content Zones - Phising and Pharming</vt:lpstr>
      <vt:lpstr>Type of Malware</vt:lpstr>
      <vt:lpstr>Using Common Sense with Malware</vt:lpstr>
      <vt:lpstr>User Account Control (UAC)</vt:lpstr>
      <vt:lpstr>Cloud Computing</vt:lpstr>
      <vt:lpstr>Cloud Computing Elements</vt:lpstr>
      <vt:lpstr>Cloud Computing Services</vt:lpstr>
      <vt:lpstr>CLOUD SECURITY CONCEPTS</vt:lpstr>
      <vt:lpstr>Cloud Security Approaches</vt:lpstr>
      <vt:lpstr>Cloud Security Approaches</vt:lpstr>
      <vt:lpstr>Cloud Security Approaches</vt:lpstr>
      <vt:lpstr>The IoT</vt:lpstr>
      <vt:lpstr>The IoT</vt:lpstr>
      <vt:lpstr>IOT SECURITY</vt:lpstr>
      <vt:lpstr>IOT SECURITY FRAMEWORK</vt:lpstr>
      <vt:lpstr>Protecting Email</vt:lpstr>
      <vt:lpstr>Email Spoofing</vt:lpstr>
      <vt:lpstr>Email Spoofing</vt:lpstr>
      <vt:lpstr>Cookies and Privacy</vt:lpstr>
      <vt:lpstr>Content Zones</vt:lpstr>
      <vt:lpstr>Phishing and Pharming</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danton sihombing</dc:creator>
  <cp:lastModifiedBy>Ika Dyah Agustia Rachmawati</cp:lastModifiedBy>
  <cp:revision>65</cp:revision>
  <dcterms:created xsi:type="dcterms:W3CDTF">2014-01-27T02:13:18Z</dcterms:created>
  <dcterms:modified xsi:type="dcterms:W3CDTF">2022-12-20T10:56:34Z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0x010100144340CFFCDDB44F9904404F1FA9688C</vt:lpwstr>
  </property>
  <property fmtid="{D5CDD505-2E9C-101B-9397-08002B2CF9AE}" pid="3" name="_dlc_DocIdItemGuid">
    <vt:lpwstr>607fc7ea-bc95-4549-a0d4-b252b58b529e</vt:lpwstr>
  </property>
</Properties>
</file>