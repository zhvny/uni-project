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20"/>
  </p:notesMasterIdLst>
  <p:sldIdLst>
    <p:sldId id="256" r:id="rId6"/>
    <p:sldId id="300" r:id="rId7"/>
    <p:sldId id="263" r:id="rId8"/>
    <p:sldId id="257" r:id="rId9"/>
    <p:sldId id="272" r:id="rId10"/>
    <p:sldId id="301" r:id="rId11"/>
    <p:sldId id="269" r:id="rId12"/>
    <p:sldId id="270" r:id="rId13"/>
    <p:sldId id="273" r:id="rId14"/>
    <p:sldId id="274" r:id="rId15"/>
    <p:sldId id="275" r:id="rId16"/>
    <p:sldId id="276" r:id="rId17"/>
    <p:sldId id="302" r:id="rId18"/>
    <p:sldId id="283" r:id="rId19"/>
  </p:sldIdLst>
  <p:sldSz cx="10688638" cy="7562850"/>
  <p:notesSz cx="6858000" cy="9144000"/>
  <p:defaultTextStyle>
    <a:defPPr>
      <a:defRPr lang="en-US"/>
    </a:defPPr>
    <a:lvl1pPr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1pPr>
    <a:lvl2pPr marL="520700" indent="-635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2pPr>
    <a:lvl3pPr marL="1041400" indent="-127000"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3pPr>
    <a:lvl4pPr marL="1563688" indent="-1920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4pPr>
    <a:lvl5pPr marL="2084388" indent="-255588" algn="l" defTabSz="520700" rtl="0" fontAlgn="base">
      <a:spcBef>
        <a:spcPct val="0"/>
      </a:spcBef>
      <a:spcAft>
        <a:spcPct val="0"/>
      </a:spcAft>
      <a:defRPr sz="2100" kern="1200">
        <a:solidFill>
          <a:schemeClr val="tx1"/>
        </a:solidFill>
        <a:latin typeface="Calibri" pitchFamily="34" charset="0"/>
        <a:ea typeface="MS PGothic" pitchFamily="34" charset="-128"/>
        <a:cs typeface="+mn-cs"/>
      </a:defRPr>
    </a:lvl5pPr>
    <a:lvl6pPr marL="2286000" algn="l" defTabSz="914400" rtl="0" eaLnBrk="1" latinLnBrk="0" hangingPunct="1">
      <a:defRPr sz="2100" kern="1200">
        <a:solidFill>
          <a:schemeClr val="tx1"/>
        </a:solidFill>
        <a:latin typeface="Calibri" pitchFamily="34" charset="0"/>
        <a:ea typeface="MS PGothic" pitchFamily="34" charset="-128"/>
        <a:cs typeface="+mn-cs"/>
      </a:defRPr>
    </a:lvl6pPr>
    <a:lvl7pPr marL="2743200" algn="l" defTabSz="914400" rtl="0" eaLnBrk="1" latinLnBrk="0" hangingPunct="1">
      <a:defRPr sz="2100" kern="1200">
        <a:solidFill>
          <a:schemeClr val="tx1"/>
        </a:solidFill>
        <a:latin typeface="Calibri" pitchFamily="34" charset="0"/>
        <a:ea typeface="MS PGothic" pitchFamily="34" charset="-128"/>
        <a:cs typeface="+mn-cs"/>
      </a:defRPr>
    </a:lvl7pPr>
    <a:lvl8pPr marL="3200400" algn="l" defTabSz="914400" rtl="0" eaLnBrk="1" latinLnBrk="0" hangingPunct="1">
      <a:defRPr sz="2100" kern="1200">
        <a:solidFill>
          <a:schemeClr val="tx1"/>
        </a:solidFill>
        <a:latin typeface="Calibri" pitchFamily="34" charset="0"/>
        <a:ea typeface="MS PGothic" pitchFamily="34" charset="-128"/>
        <a:cs typeface="+mn-cs"/>
      </a:defRPr>
    </a:lvl8pPr>
    <a:lvl9pPr marL="3657600" algn="l" defTabSz="914400" rtl="0" eaLnBrk="1" latinLnBrk="0" hangingPunct="1">
      <a:defRPr sz="2100" kern="1200">
        <a:solidFill>
          <a:schemeClr val="tx1"/>
        </a:solidFill>
        <a:latin typeface="Calibri" pitchFamily="34" charset="0"/>
        <a:ea typeface="MS PGothic" pitchFamily="34" charset="-128"/>
        <a:cs typeface="+mn-cs"/>
      </a:defRPr>
    </a:lvl9pPr>
  </p:defaultTextStyle>
  <p:extLst>
    <p:ext uri="{521415D9-36F7-43E2-AB2F-B90AF26B5E84}">
      <p14:sectionLst xmlns:p14="http://schemas.microsoft.com/office/powerpoint/2010/main">
        <p14:section name="COVER" id="{6D91671F-11EC-43A0-B0B5-6D80C965B915}">
          <p14:sldIdLst>
            <p14:sldId id="256"/>
          </p14:sldIdLst>
        </p14:section>
        <p14:section name="COURSE CONTENT" id="{6162E7E0-B512-4FEF-B619-C9187795397D}">
          <p14:sldIdLst>
            <p14:sldId id="300"/>
            <p14:sldId id="263"/>
            <p14:sldId id="257"/>
            <p14:sldId id="272"/>
            <p14:sldId id="301"/>
            <p14:sldId id="269"/>
            <p14:sldId id="270"/>
            <p14:sldId id="273"/>
            <p14:sldId id="274"/>
            <p14:sldId id="275"/>
            <p14:sldId id="276"/>
            <p14:sldId id="302"/>
          </p14:sldIdLst>
        </p14:section>
        <p14:section name="REFERENCES" id="{11ED6803-A38C-4226-8496-86D05012E7E0}">
          <p14:sldIdLst>
            <p14:sldId id="283"/>
          </p14:sldIdLst>
        </p14:section>
      </p14:sectionLst>
    </p:ext>
    <p:ext uri="{EFAFB233-063F-42B5-8137-9DF3F51BA10A}">
      <p15:sldGuideLst xmlns:p15="http://schemas.microsoft.com/office/powerpoint/2012/main">
        <p15:guide id="1" orient="horz" pos="2382" userDrawn="1">
          <p15:clr>
            <a:srgbClr val="A4A3A4"/>
          </p15:clr>
        </p15:guide>
        <p15:guide id="2" pos="33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9B8"/>
    <a:srgbClr val="946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406ABD-9294-408D-9654-1E18CD648961}" v="125" dt="2022-09-05T17:36:29.0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670"/>
    <p:restoredTop sz="93447" autoAdjust="0"/>
  </p:normalViewPr>
  <p:slideViewPr>
    <p:cSldViewPr snapToGrid="0" snapToObjects="1">
      <p:cViewPr varScale="1">
        <p:scale>
          <a:sx n="51" d="100"/>
          <a:sy n="51" d="100"/>
        </p:scale>
        <p:origin x="1668" y="36"/>
      </p:cViewPr>
      <p:guideLst>
        <p:guide orient="horz" pos="2382"/>
        <p:guide pos="3367"/>
      </p:guideLst>
    </p:cSldViewPr>
  </p:slid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ki Sadekh" userId="b15e8503-bfd0-4da6-add0-4a5f50c7c7cc" providerId="ADAL" clId="{7A406ABD-9294-408D-9654-1E18CD648961}"/>
    <pc:docChg chg="undo custSel modSld modMainMaster modNotesMaster">
      <pc:chgData name="Melki Sadekh" userId="b15e8503-bfd0-4da6-add0-4a5f50c7c7cc" providerId="ADAL" clId="{7A406ABD-9294-408D-9654-1E18CD648961}" dt="2022-09-05T17:36:41.950" v="512" actId="242"/>
      <pc:docMkLst>
        <pc:docMk/>
      </pc:docMkLst>
      <pc:sldChg chg="addSp delSp modSp mod chgLayout">
        <pc:chgData name="Melki Sadekh" userId="b15e8503-bfd0-4da6-add0-4a5f50c7c7cc" providerId="ADAL" clId="{7A406ABD-9294-408D-9654-1E18CD648961}" dt="2022-09-05T17:34:16.911" v="503" actId="20577"/>
        <pc:sldMkLst>
          <pc:docMk/>
          <pc:sldMk cId="0" sldId="256"/>
        </pc:sldMkLst>
        <pc:spChg chg="add del mod ord">
          <ac:chgData name="Melki Sadekh" userId="b15e8503-bfd0-4da6-add0-4a5f50c7c7cc" providerId="ADAL" clId="{7A406ABD-9294-408D-9654-1E18CD648961}" dt="2022-09-05T17:18:07.416" v="163" actId="700"/>
          <ac:spMkLst>
            <pc:docMk/>
            <pc:sldMk cId="0" sldId="256"/>
            <ac:spMk id="2" creationId="{3C3955F9-70BA-B310-DE94-3479BEFC7AD4}"/>
          </ac:spMkLst>
        </pc:spChg>
        <pc:spChg chg="add del mod ord">
          <ac:chgData name="Melki Sadekh" userId="b15e8503-bfd0-4da6-add0-4a5f50c7c7cc" providerId="ADAL" clId="{7A406ABD-9294-408D-9654-1E18CD648961}" dt="2022-09-05T17:24:16.223" v="228" actId="700"/>
          <ac:spMkLst>
            <pc:docMk/>
            <pc:sldMk cId="0" sldId="256"/>
            <ac:spMk id="3" creationId="{7FA8C5E2-58EF-6780-CA47-2E061788505B}"/>
          </ac:spMkLst>
        </pc:spChg>
        <pc:spChg chg="add del mod ord">
          <ac:chgData name="Melki Sadekh" userId="b15e8503-bfd0-4da6-add0-4a5f50c7c7cc" providerId="ADAL" clId="{7A406ABD-9294-408D-9654-1E18CD648961}" dt="2022-09-05T17:24:16.223" v="228" actId="700"/>
          <ac:spMkLst>
            <pc:docMk/>
            <pc:sldMk cId="0" sldId="256"/>
            <ac:spMk id="4" creationId="{C186A370-C71E-651E-ED93-2E0AE1D303DC}"/>
          </ac:spMkLst>
        </pc:spChg>
        <pc:spChg chg="add del mod ord">
          <ac:chgData name="Melki Sadekh" userId="b15e8503-bfd0-4da6-add0-4a5f50c7c7cc" providerId="ADAL" clId="{7A406ABD-9294-408D-9654-1E18CD648961}" dt="2022-09-05T17:24:16.223" v="228" actId="700"/>
          <ac:spMkLst>
            <pc:docMk/>
            <pc:sldMk cId="0" sldId="256"/>
            <ac:spMk id="5" creationId="{723AB480-49D7-23F5-75B4-8CA002A71305}"/>
          </ac:spMkLst>
        </pc:spChg>
        <pc:spChg chg="add mod ord">
          <ac:chgData name="Melki Sadekh" userId="b15e8503-bfd0-4da6-add0-4a5f50c7c7cc" providerId="ADAL" clId="{7A406ABD-9294-408D-9654-1E18CD648961}" dt="2022-09-05T17:34:16.911" v="503" actId="20577"/>
          <ac:spMkLst>
            <pc:docMk/>
            <pc:sldMk cId="0" sldId="256"/>
            <ac:spMk id="6" creationId="{0A06AC66-8F8F-AE18-BEF4-9B3C75D6072A}"/>
          </ac:spMkLst>
        </pc:spChg>
        <pc:spChg chg="add mod ord">
          <ac:chgData name="Melki Sadekh" userId="b15e8503-bfd0-4da6-add0-4a5f50c7c7cc" providerId="ADAL" clId="{7A406ABD-9294-408D-9654-1E18CD648961}" dt="2022-09-05T17:30:53.503" v="437" actId="20577"/>
          <ac:spMkLst>
            <pc:docMk/>
            <pc:sldMk cId="0" sldId="256"/>
            <ac:spMk id="7" creationId="{0B6EC62A-27C2-091D-EB52-B027A4D21F65}"/>
          </ac:spMkLst>
        </pc:spChg>
        <pc:spChg chg="add del mod ord">
          <ac:chgData name="Melki Sadekh" userId="b15e8503-bfd0-4da6-add0-4a5f50c7c7cc" providerId="ADAL" clId="{7A406ABD-9294-408D-9654-1E18CD648961}" dt="2022-09-05T17:28:37.556" v="350" actId="700"/>
          <ac:spMkLst>
            <pc:docMk/>
            <pc:sldMk cId="0" sldId="256"/>
            <ac:spMk id="8" creationId="{69B7264D-82D5-CDB0-1942-D007A8D9C934}"/>
          </ac:spMkLst>
        </pc:spChg>
        <pc:spChg chg="add mod ord">
          <ac:chgData name="Melki Sadekh" userId="b15e8503-bfd0-4da6-add0-4a5f50c7c7cc" providerId="ADAL" clId="{7A406ABD-9294-408D-9654-1E18CD648961}" dt="2022-09-05T17:31:12.791" v="448" actId="1076"/>
          <ac:spMkLst>
            <pc:docMk/>
            <pc:sldMk cId="0" sldId="256"/>
            <ac:spMk id="9" creationId="{005996A7-AF79-38BF-09FD-195669101DF2}"/>
          </ac:spMkLst>
        </pc:spChg>
        <pc:spChg chg="add mod ord">
          <ac:chgData name="Melki Sadekh" userId="b15e8503-bfd0-4da6-add0-4a5f50c7c7cc" providerId="ADAL" clId="{7A406ABD-9294-408D-9654-1E18CD648961}" dt="2022-09-05T17:30:43.061" v="418" actId="20577"/>
          <ac:spMkLst>
            <pc:docMk/>
            <pc:sldMk cId="0" sldId="256"/>
            <ac:spMk id="10" creationId="{31EC31AE-8EDA-FF91-CB1A-43328D9DED3C}"/>
          </ac:spMkLst>
        </pc:spChg>
        <pc:spChg chg="del mod">
          <ac:chgData name="Melki Sadekh" userId="b15e8503-bfd0-4da6-add0-4a5f50c7c7cc" providerId="ADAL" clId="{7A406ABD-9294-408D-9654-1E18CD648961}" dt="2022-09-05T17:01:15.663" v="61" actId="478"/>
          <ac:spMkLst>
            <pc:docMk/>
            <pc:sldMk cId="0" sldId="256"/>
            <ac:spMk id="17" creationId="{CE9AF79D-845E-461B-ADC4-7B9B51F04481}"/>
          </ac:spMkLst>
        </pc:spChg>
        <pc:spChg chg="del mod">
          <ac:chgData name="Melki Sadekh" userId="b15e8503-bfd0-4da6-add0-4a5f50c7c7cc" providerId="ADAL" clId="{7A406ABD-9294-408D-9654-1E18CD648961}" dt="2022-09-05T17:04:27.291" v="79" actId="478"/>
          <ac:spMkLst>
            <pc:docMk/>
            <pc:sldMk cId="0" sldId="256"/>
            <ac:spMk id="18" creationId="{32DB365E-C0A0-4B3F-B6B1-8D39827C09A3}"/>
          </ac:spMkLst>
        </pc:spChg>
      </pc:sldChg>
      <pc:sldChg chg="modSp">
        <pc:chgData name="Melki Sadekh" userId="b15e8503-bfd0-4da6-add0-4a5f50c7c7cc" providerId="ADAL" clId="{7A406ABD-9294-408D-9654-1E18CD648961}" dt="2022-09-05T16:52:17.125" v="11"/>
        <pc:sldMkLst>
          <pc:docMk/>
          <pc:sldMk cId="2516975436" sldId="259"/>
        </pc:sldMkLst>
        <pc:spChg chg="mod">
          <ac:chgData name="Melki Sadekh" userId="b15e8503-bfd0-4da6-add0-4a5f50c7c7cc" providerId="ADAL" clId="{7A406ABD-9294-408D-9654-1E18CD648961}" dt="2022-09-05T16:52:17.125" v="11"/>
          <ac:spMkLst>
            <pc:docMk/>
            <pc:sldMk cId="2516975436" sldId="259"/>
            <ac:spMk id="2" creationId="{00000000-0000-0000-0000-000000000000}"/>
          </ac:spMkLst>
        </pc:spChg>
        <pc:spChg chg="mod">
          <ac:chgData name="Melki Sadekh" userId="b15e8503-bfd0-4da6-add0-4a5f50c7c7cc" providerId="ADAL" clId="{7A406ABD-9294-408D-9654-1E18CD648961}" dt="2022-09-05T16:52:17.125" v="11"/>
          <ac:spMkLst>
            <pc:docMk/>
            <pc:sldMk cId="2516975436" sldId="259"/>
            <ac:spMk id="3" creationId="{00000000-0000-0000-0000-000000000000}"/>
          </ac:spMkLst>
        </pc:spChg>
        <pc:spChg chg="mod">
          <ac:chgData name="Melki Sadekh" userId="b15e8503-bfd0-4da6-add0-4a5f50c7c7cc" providerId="ADAL" clId="{7A406ABD-9294-408D-9654-1E18CD648961}" dt="2022-09-05T16:52:17.125" v="11"/>
          <ac:spMkLst>
            <pc:docMk/>
            <pc:sldMk cId="2516975436" sldId="259"/>
            <ac:spMk id="5" creationId="{00000000-0000-0000-0000-000000000000}"/>
          </ac:spMkLst>
        </pc:spChg>
      </pc:sldChg>
      <pc:sldChg chg="modSp mod">
        <pc:chgData name="Melki Sadekh" userId="b15e8503-bfd0-4da6-add0-4a5f50c7c7cc" providerId="ADAL" clId="{7A406ABD-9294-408D-9654-1E18CD648961}" dt="2022-09-05T17:08:05.999" v="113" actId="12788"/>
        <pc:sldMkLst>
          <pc:docMk/>
          <pc:sldMk cId="3205675800" sldId="271"/>
        </pc:sldMkLst>
        <pc:spChg chg="mod">
          <ac:chgData name="Melki Sadekh" userId="b15e8503-bfd0-4da6-add0-4a5f50c7c7cc" providerId="ADAL" clId="{7A406ABD-9294-408D-9654-1E18CD648961}" dt="2022-09-05T17:08:01.702" v="112" actId="12788"/>
          <ac:spMkLst>
            <pc:docMk/>
            <pc:sldMk cId="3205675800" sldId="271"/>
            <ac:spMk id="2" creationId="{00000000-0000-0000-0000-000000000000}"/>
          </ac:spMkLst>
        </pc:spChg>
        <pc:spChg chg="mod">
          <ac:chgData name="Melki Sadekh" userId="b15e8503-bfd0-4da6-add0-4a5f50c7c7cc" providerId="ADAL" clId="{7A406ABD-9294-408D-9654-1E18CD648961}" dt="2022-09-05T17:08:05.999" v="113" actId="12788"/>
          <ac:spMkLst>
            <pc:docMk/>
            <pc:sldMk cId="3205675800" sldId="271"/>
            <ac:spMk id="5" creationId="{00000000-0000-0000-0000-000000000000}"/>
          </ac:spMkLst>
        </pc:spChg>
      </pc:sldChg>
      <pc:sldMasterChg chg="modSp modSldLayout">
        <pc:chgData name="Melki Sadekh" userId="b15e8503-bfd0-4da6-add0-4a5f50c7c7cc" providerId="ADAL" clId="{7A406ABD-9294-408D-9654-1E18CD648961}" dt="2022-09-05T17:36:41.950" v="512" actId="242"/>
        <pc:sldMasterMkLst>
          <pc:docMk/>
          <pc:sldMasterMk cId="0" sldId="2147483648"/>
        </pc:sldMasterMkLst>
        <pc:spChg chg="mod">
          <ac:chgData name="Melki Sadekh" userId="b15e8503-bfd0-4da6-add0-4a5f50c7c7cc" providerId="ADAL" clId="{7A406ABD-9294-408D-9654-1E18CD648961}" dt="2022-09-05T16:52:17.125" v="11"/>
          <ac:spMkLst>
            <pc:docMk/>
            <pc:sldMasterMk cId="0" sldId="2147483648"/>
            <ac:spMk id="4"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5"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6"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1026" creationId="{00000000-0000-0000-0000-000000000000}"/>
          </ac:spMkLst>
        </pc:spChg>
        <pc:spChg chg="mod">
          <ac:chgData name="Melki Sadekh" userId="b15e8503-bfd0-4da6-add0-4a5f50c7c7cc" providerId="ADAL" clId="{7A406ABD-9294-408D-9654-1E18CD648961}" dt="2022-09-05T16:52:17.125" v="11"/>
          <ac:spMkLst>
            <pc:docMk/>
            <pc:sldMasterMk cId="0" sldId="2147483648"/>
            <ac:spMk id="1027" creationId="{00000000-0000-0000-0000-000000000000}"/>
          </ac:spMkLst>
        </pc:spChg>
        <pc:picChg chg="mod">
          <ac:chgData name="Melki Sadekh" userId="b15e8503-bfd0-4da6-add0-4a5f50c7c7cc" providerId="ADAL" clId="{7A406ABD-9294-408D-9654-1E18CD648961}" dt="2022-09-05T16:52:17.125" v="11"/>
          <ac:picMkLst>
            <pc:docMk/>
            <pc:sldMasterMk cId="0" sldId="2147483648"/>
            <ac:picMk id="7" creationId="{00000000-0000-0000-0000-000000000000}"/>
          </ac:picMkLst>
        </pc:picChg>
        <pc:sldLayoutChg chg="addSp delSp modSp mod">
          <pc:chgData name="Melki Sadekh" userId="b15e8503-bfd0-4da6-add0-4a5f50c7c7cc" providerId="ADAL" clId="{7A406ABD-9294-408D-9654-1E18CD648961}" dt="2022-09-05T17:36:41.950" v="512" actId="242"/>
          <pc:sldLayoutMkLst>
            <pc:docMk/>
            <pc:sldMasterMk cId="0" sldId="2147483648"/>
            <pc:sldLayoutMk cId="0" sldId="2147483649"/>
          </pc:sldLayoutMkLst>
          <pc:spChg chg="add del mod">
            <ac:chgData name="Melki Sadekh" userId="b15e8503-bfd0-4da6-add0-4a5f50c7c7cc" providerId="ADAL" clId="{7A406ABD-9294-408D-9654-1E18CD648961}" dt="2022-09-05T16:57:34.307" v="15" actId="478"/>
            <ac:spMkLst>
              <pc:docMk/>
              <pc:sldMasterMk cId="0" sldId="2147483648"/>
              <pc:sldLayoutMk cId="0" sldId="2147483649"/>
              <ac:spMk id="2" creationId="{CD3B7000-5397-A28D-5FE7-07A2D1A50386}"/>
            </ac:spMkLst>
          </pc:spChg>
          <pc:spChg chg="add del">
            <ac:chgData name="Melki Sadekh" userId="b15e8503-bfd0-4da6-add0-4a5f50c7c7cc" providerId="ADAL" clId="{7A406ABD-9294-408D-9654-1E18CD648961}" dt="2022-09-05T16:58:38.928" v="19" actId="11529"/>
            <ac:spMkLst>
              <pc:docMk/>
              <pc:sldMasterMk cId="0" sldId="2147483648"/>
              <pc:sldLayoutMk cId="0" sldId="2147483649"/>
              <ac:spMk id="3" creationId="{FD75122C-7B91-D349-884F-EBD758C4BC3F}"/>
            </ac:spMkLst>
          </pc:spChg>
          <pc:spChg chg="add del mod">
            <ac:chgData name="Melki Sadekh" userId="b15e8503-bfd0-4da6-add0-4a5f50c7c7cc" providerId="ADAL" clId="{7A406ABD-9294-408D-9654-1E18CD648961}" dt="2022-09-05T16:58:38.928" v="19" actId="11529"/>
            <ac:spMkLst>
              <pc:docMk/>
              <pc:sldMasterMk cId="0" sldId="2147483648"/>
              <pc:sldLayoutMk cId="0" sldId="2147483649"/>
              <ac:spMk id="4" creationId="{F97D6384-5BD7-023B-0B85-A333438E8B82}"/>
            </ac:spMkLst>
          </pc:spChg>
          <pc:spChg chg="add del">
            <ac:chgData name="Melki Sadekh" userId="b15e8503-bfd0-4da6-add0-4a5f50c7c7cc" providerId="ADAL" clId="{7A406ABD-9294-408D-9654-1E18CD648961}" dt="2022-09-05T16:58:38.258" v="18" actId="11529"/>
            <ac:spMkLst>
              <pc:docMk/>
              <pc:sldMasterMk cId="0" sldId="2147483648"/>
              <pc:sldLayoutMk cId="0" sldId="2147483649"/>
              <ac:spMk id="5" creationId="{976AE189-93B7-0C81-340D-2700AA0269C9}"/>
            </ac:spMkLst>
          </pc:spChg>
          <pc:spChg chg="add del mod">
            <ac:chgData name="Melki Sadekh" userId="b15e8503-bfd0-4da6-add0-4a5f50c7c7cc" providerId="ADAL" clId="{7A406ABD-9294-408D-9654-1E18CD648961}" dt="2022-09-05T16:58:38.258" v="18" actId="11529"/>
            <ac:spMkLst>
              <pc:docMk/>
              <pc:sldMasterMk cId="0" sldId="2147483648"/>
              <pc:sldLayoutMk cId="0" sldId="2147483649"/>
              <ac:spMk id="6" creationId="{A9E4038A-3EBB-D7F8-2B31-3D62C7566B98}"/>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8" creationId="{0D8F372F-1EE1-458C-4248-6F4255BE2F94}"/>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9" creationId="{6E4C8F5B-1627-51DA-EB6B-F77C4594A75F}"/>
            </ac:spMkLst>
          </pc:spChg>
          <pc:spChg chg="add del mod">
            <ac:chgData name="Melki Sadekh" userId="b15e8503-bfd0-4da6-add0-4a5f50c7c7cc" providerId="ADAL" clId="{7A406ABD-9294-408D-9654-1E18CD648961}" dt="2022-09-05T16:58:44.632" v="21"/>
            <ac:spMkLst>
              <pc:docMk/>
              <pc:sldMasterMk cId="0" sldId="2147483648"/>
              <pc:sldLayoutMk cId="0" sldId="2147483649"/>
              <ac:spMk id="10" creationId="{86AF7980-0673-45F0-F535-194125650B0A}"/>
            </ac:spMkLst>
          </pc:spChg>
          <pc:spChg chg="add mod">
            <ac:chgData name="Melki Sadekh" userId="b15e8503-bfd0-4da6-add0-4a5f50c7c7cc" providerId="ADAL" clId="{7A406ABD-9294-408D-9654-1E18CD648961}" dt="2022-09-05T17:36:17.989" v="508" actId="404"/>
            <ac:spMkLst>
              <pc:docMk/>
              <pc:sldMasterMk cId="0" sldId="2147483648"/>
              <pc:sldLayoutMk cId="0" sldId="2147483649"/>
              <ac:spMk id="13" creationId="{FD933DC8-5F40-4DE1-1800-4555D43F04F4}"/>
            </ac:spMkLst>
          </pc:spChg>
          <pc:spChg chg="add del mod">
            <ac:chgData name="Melki Sadekh" userId="b15e8503-bfd0-4da6-add0-4a5f50c7c7cc" providerId="ADAL" clId="{7A406ABD-9294-408D-9654-1E18CD648961}" dt="2022-09-05T17:14:13.190" v="124" actId="478"/>
            <ac:spMkLst>
              <pc:docMk/>
              <pc:sldMasterMk cId="0" sldId="2147483648"/>
              <pc:sldLayoutMk cId="0" sldId="2147483649"/>
              <ac:spMk id="16" creationId="{DD5C0D8D-1877-C891-2896-9219D19CFFC6}"/>
            </ac:spMkLst>
          </pc:spChg>
          <pc:spChg chg="add del mod">
            <ac:chgData name="Melki Sadekh" userId="b15e8503-bfd0-4da6-add0-4a5f50c7c7cc" providerId="ADAL" clId="{7A406ABD-9294-408D-9654-1E18CD648961}" dt="2022-09-05T17:15:29.145" v="131" actId="478"/>
            <ac:spMkLst>
              <pc:docMk/>
              <pc:sldMasterMk cId="0" sldId="2147483648"/>
              <pc:sldLayoutMk cId="0" sldId="2147483649"/>
              <ac:spMk id="17" creationId="{1530A19B-7E4A-7831-6CD7-2661BA4B5248}"/>
            </ac:spMkLst>
          </pc:spChg>
          <pc:spChg chg="add del">
            <ac:chgData name="Melki Sadekh" userId="b15e8503-bfd0-4da6-add0-4a5f50c7c7cc" providerId="ADAL" clId="{7A406ABD-9294-408D-9654-1E18CD648961}" dt="2022-09-05T17:13:46.599" v="114" actId="11529"/>
            <ac:spMkLst>
              <pc:docMk/>
              <pc:sldMasterMk cId="0" sldId="2147483648"/>
              <pc:sldLayoutMk cId="0" sldId="2147483649"/>
              <ac:spMk id="18" creationId="{35646AAE-5990-C8BC-7F65-177582E9DD0D}"/>
            </ac:spMkLst>
          </pc:spChg>
          <pc:spChg chg="add mod">
            <ac:chgData name="Melki Sadekh" userId="b15e8503-bfd0-4da6-add0-4a5f50c7c7cc" providerId="ADAL" clId="{7A406ABD-9294-408D-9654-1E18CD648961}" dt="2022-09-05T17:36:41.950" v="512" actId="242"/>
            <ac:spMkLst>
              <pc:docMk/>
              <pc:sldMasterMk cId="0" sldId="2147483648"/>
              <pc:sldLayoutMk cId="0" sldId="2147483649"/>
              <ac:spMk id="19" creationId="{07BD9D23-A348-F595-B710-95E853784A1D}"/>
            </ac:spMkLst>
          </pc:spChg>
          <pc:spChg chg="add del">
            <ac:chgData name="Melki Sadekh" userId="b15e8503-bfd0-4da6-add0-4a5f50c7c7cc" providerId="ADAL" clId="{7A406ABD-9294-408D-9654-1E18CD648961}" dt="2022-09-05T17:15:41.142" v="132" actId="11529"/>
            <ac:spMkLst>
              <pc:docMk/>
              <pc:sldMasterMk cId="0" sldId="2147483648"/>
              <pc:sldLayoutMk cId="0" sldId="2147483649"/>
              <ac:spMk id="20" creationId="{18CAEB49-DCC2-C826-8C7C-969A3E6F6E4A}"/>
            </ac:spMkLst>
          </pc:spChg>
          <pc:spChg chg="add del mod">
            <ac:chgData name="Melki Sadekh" userId="b15e8503-bfd0-4da6-add0-4a5f50c7c7cc" providerId="ADAL" clId="{7A406ABD-9294-408D-9654-1E18CD648961}" dt="2022-09-05T17:15:53.084" v="135" actId="478"/>
            <ac:spMkLst>
              <pc:docMk/>
              <pc:sldMasterMk cId="0" sldId="2147483648"/>
              <pc:sldLayoutMk cId="0" sldId="2147483649"/>
              <ac:spMk id="21" creationId="{DE7986EB-C68C-7160-6E5D-C702D390BA8D}"/>
            </ac:spMkLst>
          </pc:spChg>
          <pc:spChg chg="add del">
            <ac:chgData name="Melki Sadekh" userId="b15e8503-bfd0-4da6-add0-4a5f50c7c7cc" providerId="ADAL" clId="{7A406ABD-9294-408D-9654-1E18CD648961}" dt="2022-09-05T17:15:59.719" v="136" actId="11529"/>
            <ac:spMkLst>
              <pc:docMk/>
              <pc:sldMasterMk cId="0" sldId="2147483648"/>
              <pc:sldLayoutMk cId="0" sldId="2147483649"/>
              <ac:spMk id="22" creationId="{144339EC-F3C2-6A6E-EE74-06A2B3497D97}"/>
            </ac:spMkLst>
          </pc:spChg>
          <pc:spChg chg="add del mod">
            <ac:chgData name="Melki Sadekh" userId="b15e8503-bfd0-4da6-add0-4a5f50c7c7cc" providerId="ADAL" clId="{7A406ABD-9294-408D-9654-1E18CD648961}" dt="2022-09-05T17:19:23.461" v="166" actId="478"/>
            <ac:spMkLst>
              <pc:docMk/>
              <pc:sldMasterMk cId="0" sldId="2147483648"/>
              <pc:sldLayoutMk cId="0" sldId="2147483649"/>
              <ac:spMk id="23" creationId="{743FCAE2-0914-1426-6667-6053B7EA6EC9}"/>
            </ac:spMkLst>
          </pc:spChg>
          <pc:spChg chg="add mod">
            <ac:chgData name="Melki Sadekh" userId="b15e8503-bfd0-4da6-add0-4a5f50c7c7cc" providerId="ADAL" clId="{7A406ABD-9294-408D-9654-1E18CD648961}" dt="2022-09-05T17:35:18.142" v="507" actId="14100"/>
            <ac:spMkLst>
              <pc:docMk/>
              <pc:sldMasterMk cId="0" sldId="2147483648"/>
              <pc:sldLayoutMk cId="0" sldId="2147483649"/>
              <ac:spMk id="24" creationId="{AF6EC7A6-1644-1988-E351-DCDA588E6A1F}"/>
            </ac:spMkLst>
          </pc:spChg>
          <pc:spChg chg="add mod">
            <ac:chgData name="Melki Sadekh" userId="b15e8503-bfd0-4da6-add0-4a5f50c7c7cc" providerId="ADAL" clId="{7A406ABD-9294-408D-9654-1E18CD648961}" dt="2022-09-05T17:36:38.722" v="511" actId="242"/>
            <ac:spMkLst>
              <pc:docMk/>
              <pc:sldMasterMk cId="0" sldId="2147483648"/>
              <pc:sldLayoutMk cId="0" sldId="2147483649"/>
              <ac:spMk id="25" creationId="{521841C5-28C7-B1B8-56E4-4193C600942A}"/>
            </ac:spMkLst>
          </pc:spChg>
          <pc:picChg chg="mod">
            <ac:chgData name="Melki Sadekh" userId="b15e8503-bfd0-4da6-add0-4a5f50c7c7cc" providerId="ADAL" clId="{7A406ABD-9294-408D-9654-1E18CD648961}" dt="2022-09-05T17:19:52.385" v="174" actId="34135"/>
            <ac:picMkLst>
              <pc:docMk/>
              <pc:sldMasterMk cId="0" sldId="2147483648"/>
              <pc:sldLayoutMk cId="0" sldId="2147483649"/>
              <ac:picMk id="7" creationId="{00000000-0000-0000-0000-000000000000}"/>
            </ac:picMkLst>
          </pc:picChg>
          <pc:picChg chg="del">
            <ac:chgData name="Melki Sadekh" userId="b15e8503-bfd0-4da6-add0-4a5f50c7c7cc" providerId="ADAL" clId="{7A406ABD-9294-408D-9654-1E18CD648961}" dt="2022-09-05T16:50:13.312" v="2" actId="478"/>
            <ac:picMkLst>
              <pc:docMk/>
              <pc:sldMasterMk cId="0" sldId="2147483648"/>
              <pc:sldLayoutMk cId="0" sldId="2147483649"/>
              <ac:picMk id="11" creationId="{0D00FE9A-5B56-CC4A-AE9A-C22895A4A65F}"/>
            </ac:picMkLst>
          </pc:picChg>
          <pc:picChg chg="del">
            <ac:chgData name="Melki Sadekh" userId="b15e8503-bfd0-4da6-add0-4a5f50c7c7cc" providerId="ADAL" clId="{7A406ABD-9294-408D-9654-1E18CD648961}" dt="2022-09-05T16:50:12.259" v="1" actId="478"/>
            <ac:picMkLst>
              <pc:docMk/>
              <pc:sldMasterMk cId="0" sldId="2147483648"/>
              <pc:sldLayoutMk cId="0" sldId="2147483649"/>
              <ac:picMk id="12" creationId="{9EA64FB5-AD3D-6B4E-9CDC-DAE578F5C07C}"/>
            </ac:picMkLst>
          </pc:picChg>
          <pc:picChg chg="add del">
            <ac:chgData name="Melki Sadekh" userId="b15e8503-bfd0-4da6-add0-4a5f50c7c7cc" providerId="ADAL" clId="{7A406ABD-9294-408D-9654-1E18CD648961}" dt="2022-09-05T17:03:03.153" v="65" actId="22"/>
            <ac:picMkLst>
              <pc:docMk/>
              <pc:sldMasterMk cId="0" sldId="2147483648"/>
              <pc:sldLayoutMk cId="0" sldId="2147483649"/>
              <ac:picMk id="15" creationId="{AEAD4078-E437-914A-3D5D-158FB4C1FFF2}"/>
            </ac:picMkLst>
          </pc:picChg>
        </pc:sldLayoutChg>
        <pc:sldLayoutChg chg="delSp modSp mod">
          <pc:chgData name="Melki Sadekh" userId="b15e8503-bfd0-4da6-add0-4a5f50c7c7cc" providerId="ADAL" clId="{7A406ABD-9294-408D-9654-1E18CD648961}" dt="2022-09-05T17:07:26.383" v="107" actId="478"/>
          <pc:sldLayoutMkLst>
            <pc:docMk/>
            <pc:sldMasterMk cId="0" sldId="2147483648"/>
            <pc:sldLayoutMk cId="0" sldId="2147483650"/>
          </pc:sldLayoutMkLst>
          <pc:spChg chg="mod">
            <ac:chgData name="Melki Sadekh" userId="b15e8503-bfd0-4da6-add0-4a5f50c7c7cc" providerId="ADAL" clId="{7A406ABD-9294-408D-9654-1E18CD648961}" dt="2022-09-05T16:52:17.125" v="11"/>
            <ac:spMkLst>
              <pc:docMk/>
              <pc:sldMasterMk cId="0" sldId="2147483648"/>
              <pc:sldLayoutMk cId="0" sldId="2147483650"/>
              <ac:spMk id="9"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0"/>
              <ac:spMk id="10"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0" sldId="2147483650"/>
              <ac:picMk id="7" creationId="{00000000-0000-0000-0000-000000000000}"/>
            </ac:picMkLst>
          </pc:picChg>
          <pc:picChg chg="del mod">
            <ac:chgData name="Melki Sadekh" userId="b15e8503-bfd0-4da6-add0-4a5f50c7c7cc" providerId="ADAL" clId="{7A406ABD-9294-408D-9654-1E18CD648961}" dt="2022-09-05T17:07:26.383" v="107" actId="478"/>
            <ac:picMkLst>
              <pc:docMk/>
              <pc:sldMasterMk cId="0" sldId="2147483648"/>
              <pc:sldLayoutMk cId="0" sldId="2147483650"/>
              <ac:picMk id="11" creationId="{B629EBDB-E5DA-C246-981F-4C19F8FC4578}"/>
            </ac:picMkLst>
          </pc:picChg>
          <pc:picChg chg="del mod">
            <ac:chgData name="Melki Sadekh" userId="b15e8503-bfd0-4da6-add0-4a5f50c7c7cc" providerId="ADAL" clId="{7A406ABD-9294-408D-9654-1E18CD648961}" dt="2022-09-05T17:06:52.066" v="102" actId="478"/>
            <ac:picMkLst>
              <pc:docMk/>
              <pc:sldMasterMk cId="0" sldId="2147483648"/>
              <pc:sldLayoutMk cId="0" sldId="2147483650"/>
              <ac:picMk id="12" creationId="{5317F68B-01F1-E94A-99D3-3F09D8A936B7}"/>
            </ac:picMkLst>
          </pc:picChg>
        </pc:sldLayoutChg>
        <pc:sldLayoutChg chg="delSp modSp mod">
          <pc:chgData name="Melki Sadekh" userId="b15e8503-bfd0-4da6-add0-4a5f50c7c7cc" providerId="ADAL" clId="{7A406ABD-9294-408D-9654-1E18CD648961}" dt="2022-09-05T17:07:28.942" v="108" actId="478"/>
          <pc:sldLayoutMkLst>
            <pc:docMk/>
            <pc:sldMasterMk cId="0" sldId="2147483648"/>
            <pc:sldLayoutMk cId="0" sldId="2147483651"/>
          </pc:sldLayoutMkLst>
          <pc:spChg chg="mod">
            <ac:chgData name="Melki Sadekh" userId="b15e8503-bfd0-4da6-add0-4a5f50c7c7cc" providerId="ADAL" clId="{7A406ABD-9294-408D-9654-1E18CD648961}" dt="2022-09-05T16:52:17.125" v="11"/>
            <ac:spMkLst>
              <pc:docMk/>
              <pc:sldMasterMk cId="0" sldId="2147483648"/>
              <pc:sldLayoutMk cId="0" sldId="2147483651"/>
              <ac:spMk id="2"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1"/>
              <ac:spMk id="3" creationId="{00000000-0000-0000-0000-000000000000}"/>
            </ac:spMkLst>
          </pc:spChg>
          <pc:picChg chg="del mod">
            <ac:chgData name="Melki Sadekh" userId="b15e8503-bfd0-4da6-add0-4a5f50c7c7cc" providerId="ADAL" clId="{7A406ABD-9294-408D-9654-1E18CD648961}" dt="2022-09-05T17:07:28.942" v="108" actId="478"/>
            <ac:picMkLst>
              <pc:docMk/>
              <pc:sldMasterMk cId="0" sldId="2147483648"/>
              <pc:sldLayoutMk cId="0" sldId="2147483651"/>
              <ac:picMk id="7" creationId="{EB33BA03-3A39-B849-9650-5243CD565A8A}"/>
            </ac:picMkLst>
          </pc:picChg>
        </pc:sldLayoutChg>
        <pc:sldLayoutChg chg="delSp modSp mod">
          <pc:chgData name="Melki Sadekh" userId="b15e8503-bfd0-4da6-add0-4a5f50c7c7cc" providerId="ADAL" clId="{7A406ABD-9294-408D-9654-1E18CD648961}" dt="2022-09-05T17:07:30.839" v="109" actId="478"/>
          <pc:sldLayoutMkLst>
            <pc:docMk/>
            <pc:sldMasterMk cId="0" sldId="2147483648"/>
            <pc:sldLayoutMk cId="0" sldId="2147483652"/>
          </pc:sldLayoutMkLst>
          <pc:spChg chg="mod">
            <ac:chgData name="Melki Sadekh" userId="b15e8503-bfd0-4da6-add0-4a5f50c7c7cc" providerId="ADAL" clId="{7A406ABD-9294-408D-9654-1E18CD648961}" dt="2022-09-05T16:52:17.125" v="11"/>
            <ac:spMkLst>
              <pc:docMk/>
              <pc:sldMasterMk cId="0" sldId="2147483648"/>
              <pc:sldLayoutMk cId="0" sldId="2147483652"/>
              <ac:spMk id="3"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4"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10"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2"/>
              <ac:spMk id="11"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0" sldId="2147483652"/>
              <ac:picMk id="8" creationId="{00000000-0000-0000-0000-000000000000}"/>
            </ac:picMkLst>
          </pc:picChg>
          <pc:picChg chg="del mod">
            <ac:chgData name="Melki Sadekh" userId="b15e8503-bfd0-4da6-add0-4a5f50c7c7cc" providerId="ADAL" clId="{7A406ABD-9294-408D-9654-1E18CD648961}" dt="2022-09-05T17:07:30.839" v="109" actId="478"/>
            <ac:picMkLst>
              <pc:docMk/>
              <pc:sldMasterMk cId="0" sldId="2147483648"/>
              <pc:sldLayoutMk cId="0" sldId="2147483652"/>
              <ac:picMk id="12" creationId="{3DC9F73C-0878-E542-8513-409788190553}"/>
            </ac:picMkLst>
          </pc:picChg>
          <pc:picChg chg="del mod">
            <ac:chgData name="Melki Sadekh" userId="b15e8503-bfd0-4da6-add0-4a5f50c7c7cc" providerId="ADAL" clId="{7A406ABD-9294-408D-9654-1E18CD648961}" dt="2022-09-05T17:06:56.938" v="103" actId="478"/>
            <ac:picMkLst>
              <pc:docMk/>
              <pc:sldMasterMk cId="0" sldId="2147483648"/>
              <pc:sldLayoutMk cId="0" sldId="2147483652"/>
              <ac:picMk id="13" creationId="{E24EA1D8-E779-9B4C-A906-459512BC2D87}"/>
            </ac:picMkLst>
          </pc:picChg>
        </pc:sldLayoutChg>
        <pc:sldLayoutChg chg="delSp modSp mod">
          <pc:chgData name="Melki Sadekh" userId="b15e8503-bfd0-4da6-add0-4a5f50c7c7cc" providerId="ADAL" clId="{7A406ABD-9294-408D-9654-1E18CD648961}" dt="2022-09-05T17:07:32.784" v="110" actId="478"/>
          <pc:sldLayoutMkLst>
            <pc:docMk/>
            <pc:sldMasterMk cId="0" sldId="2147483648"/>
            <pc:sldLayoutMk cId="0" sldId="2147483653"/>
          </pc:sldLayoutMkLst>
          <pc:spChg chg="mod">
            <ac:chgData name="Melki Sadekh" userId="b15e8503-bfd0-4da6-add0-4a5f50c7c7cc" providerId="ADAL" clId="{7A406ABD-9294-408D-9654-1E18CD648961}" dt="2022-09-05T16:52:17.125" v="11"/>
            <ac:spMkLst>
              <pc:docMk/>
              <pc:sldMasterMk cId="0" sldId="2147483648"/>
              <pc:sldLayoutMk cId="0" sldId="2147483653"/>
              <ac:spMk id="10"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3"/>
              <ac:spMk id="11" creationId="{00000000-0000-0000-0000-000000000000}"/>
            </ac:spMkLst>
          </pc:spChg>
          <pc:picChg chg="del mod">
            <ac:chgData name="Melki Sadekh" userId="b15e8503-bfd0-4da6-add0-4a5f50c7c7cc" providerId="ADAL" clId="{7A406ABD-9294-408D-9654-1E18CD648961}" dt="2022-09-05T17:06:59.897" v="105" actId="478"/>
            <ac:picMkLst>
              <pc:docMk/>
              <pc:sldMasterMk cId="0" sldId="2147483648"/>
              <pc:sldLayoutMk cId="0" sldId="2147483653"/>
              <ac:picMk id="12" creationId="{0859D3EC-5E23-3B41-9DA0-38316698BC36}"/>
            </ac:picMkLst>
          </pc:picChg>
          <pc:picChg chg="del mod">
            <ac:chgData name="Melki Sadekh" userId="b15e8503-bfd0-4da6-add0-4a5f50c7c7cc" providerId="ADAL" clId="{7A406ABD-9294-408D-9654-1E18CD648961}" dt="2022-09-05T17:07:32.784" v="110" actId="478"/>
            <ac:picMkLst>
              <pc:docMk/>
              <pc:sldMasterMk cId="0" sldId="2147483648"/>
              <pc:sldLayoutMk cId="0" sldId="2147483653"/>
              <ac:picMk id="13" creationId="{07D22DC1-2584-BA45-ADB4-CB64B76C9196}"/>
            </ac:picMkLst>
          </pc:picChg>
        </pc:sldLayoutChg>
        <pc:sldLayoutChg chg="delSp modSp mod">
          <pc:chgData name="Melki Sadekh" userId="b15e8503-bfd0-4da6-add0-4a5f50c7c7cc" providerId="ADAL" clId="{7A406ABD-9294-408D-9654-1E18CD648961}" dt="2022-09-05T17:07:34.904" v="111" actId="478"/>
          <pc:sldLayoutMkLst>
            <pc:docMk/>
            <pc:sldMasterMk cId="0" sldId="2147483648"/>
            <pc:sldLayoutMk cId="0" sldId="2147483654"/>
          </pc:sldLayoutMkLst>
          <pc:spChg chg="mod">
            <ac:chgData name="Melki Sadekh" userId="b15e8503-bfd0-4da6-add0-4a5f50c7c7cc" providerId="ADAL" clId="{7A406ABD-9294-408D-9654-1E18CD648961}" dt="2022-09-05T16:52:17.125" v="11"/>
            <ac:spMkLst>
              <pc:docMk/>
              <pc:sldMasterMk cId="0" sldId="2147483648"/>
              <pc:sldLayoutMk cId="0" sldId="2147483654"/>
              <ac:spMk id="6" creationId="{00000000-0000-0000-0000-000000000000}"/>
            </ac:spMkLst>
          </pc:spChg>
          <pc:spChg chg="mod">
            <ac:chgData name="Melki Sadekh" userId="b15e8503-bfd0-4da6-add0-4a5f50c7c7cc" providerId="ADAL" clId="{7A406ABD-9294-408D-9654-1E18CD648961}" dt="2022-09-05T16:52:17.125" v="11"/>
            <ac:spMkLst>
              <pc:docMk/>
              <pc:sldMasterMk cId="0" sldId="2147483648"/>
              <pc:sldLayoutMk cId="0" sldId="2147483654"/>
              <ac:spMk id="7" creationId="{00000000-0000-0000-0000-000000000000}"/>
            </ac:spMkLst>
          </pc:spChg>
          <pc:picChg chg="del mod">
            <ac:chgData name="Melki Sadekh" userId="b15e8503-bfd0-4da6-add0-4a5f50c7c7cc" providerId="ADAL" clId="{7A406ABD-9294-408D-9654-1E18CD648961}" dt="2022-09-05T17:07:34.904" v="111" actId="478"/>
            <ac:picMkLst>
              <pc:docMk/>
              <pc:sldMasterMk cId="0" sldId="2147483648"/>
              <pc:sldLayoutMk cId="0" sldId="2147483654"/>
              <ac:picMk id="8" creationId="{1A1711B1-0CB2-3642-B322-BB9057DC06A4}"/>
            </ac:picMkLst>
          </pc:picChg>
          <pc:picChg chg="del mod">
            <ac:chgData name="Melki Sadekh" userId="b15e8503-bfd0-4da6-add0-4a5f50c7c7cc" providerId="ADAL" clId="{7A406ABD-9294-408D-9654-1E18CD648961}" dt="2022-09-05T17:07:05.532" v="106" actId="478"/>
            <ac:picMkLst>
              <pc:docMk/>
              <pc:sldMasterMk cId="0" sldId="2147483648"/>
              <pc:sldLayoutMk cId="0" sldId="2147483654"/>
              <ac:picMk id="9" creationId="{EDE9ED95-923D-3548-823B-31E4248CF767}"/>
            </ac:picMkLst>
          </pc:picChg>
        </pc:sldLayoutChg>
        <pc:sldLayoutChg chg="modSp">
          <pc:chgData name="Melki Sadekh" userId="b15e8503-bfd0-4da6-add0-4a5f50c7c7cc" providerId="ADAL" clId="{7A406ABD-9294-408D-9654-1E18CD648961}" dt="2022-09-05T16:52:17.125" v="11"/>
          <pc:sldLayoutMkLst>
            <pc:docMk/>
            <pc:sldMasterMk cId="0" sldId="2147483648"/>
            <pc:sldLayoutMk cId="0" sldId="2147483655"/>
          </pc:sldLayoutMkLst>
          <pc:picChg chg="mod">
            <ac:chgData name="Melki Sadekh" userId="b15e8503-bfd0-4da6-add0-4a5f50c7c7cc" providerId="ADAL" clId="{7A406ABD-9294-408D-9654-1E18CD648961}" dt="2022-09-05T16:52:17.125" v="11"/>
            <ac:picMkLst>
              <pc:docMk/>
              <pc:sldMasterMk cId="0" sldId="2147483648"/>
              <pc:sldLayoutMk cId="0" sldId="2147483655"/>
              <ac:picMk id="5" creationId="{00000000-0000-0000-0000-000000000000}"/>
            </ac:picMkLst>
          </pc:picChg>
        </pc:sldLayoutChg>
        <pc:sldLayoutChg chg="modSp">
          <pc:chgData name="Melki Sadekh" userId="b15e8503-bfd0-4da6-add0-4a5f50c7c7cc" providerId="ADAL" clId="{7A406ABD-9294-408D-9654-1E18CD648961}" dt="2022-09-05T16:52:17.125" v="11"/>
          <pc:sldLayoutMkLst>
            <pc:docMk/>
            <pc:sldMasterMk cId="0" sldId="2147483648"/>
            <pc:sldLayoutMk cId="3329407852" sldId="2147483656"/>
          </pc:sldLayoutMkLst>
          <pc:spChg chg="mod">
            <ac:chgData name="Melki Sadekh" userId="b15e8503-bfd0-4da6-add0-4a5f50c7c7cc" providerId="ADAL" clId="{7A406ABD-9294-408D-9654-1E18CD648961}" dt="2022-09-05T16:52:17.125" v="11"/>
            <ac:spMkLst>
              <pc:docMk/>
              <pc:sldMasterMk cId="0" sldId="2147483648"/>
              <pc:sldLayoutMk cId="3329407852" sldId="2147483656"/>
              <ac:spMk id="6" creationId="{00000000-0000-0000-0000-000000000000}"/>
            </ac:spMkLst>
          </pc:spChg>
          <pc:picChg chg="mod">
            <ac:chgData name="Melki Sadekh" userId="b15e8503-bfd0-4da6-add0-4a5f50c7c7cc" providerId="ADAL" clId="{7A406ABD-9294-408D-9654-1E18CD648961}" dt="2022-09-05T16:52:17.125" v="11"/>
            <ac:picMkLst>
              <pc:docMk/>
              <pc:sldMasterMk cId="0" sldId="2147483648"/>
              <pc:sldLayoutMk cId="3329407852" sldId="2147483656"/>
              <ac:picMk id="5" creationId="{00000000-0000-0000-0000-000000000000}"/>
            </ac:picMkLst>
          </pc:pic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FC3E66-4438-496F-BAE7-6B6D0236E2CF}"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en-ID"/>
        </a:p>
      </dgm:t>
    </dgm:pt>
    <dgm:pt modelId="{E9BF1A1E-1948-442C-AA93-5EAA8717E767}">
      <dgm:prSet phldrT="[Text]" custT="1"/>
      <dgm:spPr/>
      <dgm:t>
        <a:bodyPr/>
        <a:lstStyle/>
        <a:p>
          <a:r>
            <a:rPr lang="en-ID" sz="2400" dirty="0"/>
            <a:t>WEP (Wired Equivalent Privacy)</a:t>
          </a:r>
        </a:p>
      </dgm:t>
    </dgm:pt>
    <dgm:pt modelId="{C34268C5-101A-4CDB-B139-3489E49427DF}" type="parTrans" cxnId="{FF2B6072-1CBE-4FE6-861C-C916CBF51C15}">
      <dgm:prSet/>
      <dgm:spPr/>
      <dgm:t>
        <a:bodyPr/>
        <a:lstStyle/>
        <a:p>
          <a:endParaRPr lang="en-ID"/>
        </a:p>
      </dgm:t>
    </dgm:pt>
    <dgm:pt modelId="{96EBD2FD-F9F1-4AB7-87A9-D426270CD667}" type="sibTrans" cxnId="{FF2B6072-1CBE-4FE6-861C-C916CBF51C15}">
      <dgm:prSet/>
      <dgm:spPr/>
      <dgm:t>
        <a:bodyPr/>
        <a:lstStyle/>
        <a:p>
          <a:endParaRPr lang="en-ID"/>
        </a:p>
      </dgm:t>
    </dgm:pt>
    <dgm:pt modelId="{7B743794-0369-410D-A0CE-B77EF1E0368F}">
      <dgm:prSet phldrT="[Text]" custT="1"/>
      <dgm:spPr/>
      <dgm:t>
        <a:bodyPr/>
        <a:lstStyle/>
        <a:p>
          <a:r>
            <a:rPr lang="en-US" sz="2000" dirty="0"/>
            <a:t>WPA (Wi-Fi Protected Access)/WPA2 (Wi-Fi Protected Access Version 2)</a:t>
          </a:r>
          <a:endParaRPr lang="en-ID" sz="2000" dirty="0"/>
        </a:p>
      </dgm:t>
    </dgm:pt>
    <dgm:pt modelId="{6001F97E-BB4F-47D4-BE6D-C8538E8E67BF}" type="parTrans" cxnId="{681ADD20-1D22-4CF2-9418-8AC1C8534EC7}">
      <dgm:prSet/>
      <dgm:spPr/>
      <dgm:t>
        <a:bodyPr/>
        <a:lstStyle/>
        <a:p>
          <a:endParaRPr lang="en-ID"/>
        </a:p>
      </dgm:t>
    </dgm:pt>
    <dgm:pt modelId="{FF3B8034-A253-45F2-96BC-47BF38925BB2}" type="sibTrans" cxnId="{681ADD20-1D22-4CF2-9418-8AC1C8534EC7}">
      <dgm:prSet/>
      <dgm:spPr/>
      <dgm:t>
        <a:bodyPr/>
        <a:lstStyle/>
        <a:p>
          <a:endParaRPr lang="en-ID"/>
        </a:p>
      </dgm:t>
    </dgm:pt>
    <dgm:pt modelId="{038D8BEA-5644-4990-99DC-DE3982A21D5A}" type="pres">
      <dgm:prSet presAssocID="{02FC3E66-4438-496F-BAE7-6B6D0236E2CF}" presName="linear" presStyleCnt="0">
        <dgm:presLayoutVars>
          <dgm:dir/>
          <dgm:animLvl val="lvl"/>
          <dgm:resizeHandles val="exact"/>
        </dgm:presLayoutVars>
      </dgm:prSet>
      <dgm:spPr/>
    </dgm:pt>
    <dgm:pt modelId="{99D25C93-8F8F-43BF-BF01-13E5F68B70ED}" type="pres">
      <dgm:prSet presAssocID="{E9BF1A1E-1948-442C-AA93-5EAA8717E767}" presName="parentLin" presStyleCnt="0"/>
      <dgm:spPr/>
    </dgm:pt>
    <dgm:pt modelId="{5A167597-CCB9-4FFC-802D-12FAEA0D1752}" type="pres">
      <dgm:prSet presAssocID="{E9BF1A1E-1948-442C-AA93-5EAA8717E767}" presName="parentLeftMargin" presStyleLbl="node1" presStyleIdx="0" presStyleCnt="2"/>
      <dgm:spPr/>
    </dgm:pt>
    <dgm:pt modelId="{6600FDC5-F6D0-4D03-BEEE-263D9EB25EC1}" type="pres">
      <dgm:prSet presAssocID="{E9BF1A1E-1948-442C-AA93-5EAA8717E767}" presName="parentText" presStyleLbl="node1" presStyleIdx="0" presStyleCnt="2" custScaleY="227877">
        <dgm:presLayoutVars>
          <dgm:chMax val="0"/>
          <dgm:bulletEnabled val="1"/>
        </dgm:presLayoutVars>
      </dgm:prSet>
      <dgm:spPr/>
    </dgm:pt>
    <dgm:pt modelId="{C202CA9C-0352-4859-9D2F-A7C8209B9DA9}" type="pres">
      <dgm:prSet presAssocID="{E9BF1A1E-1948-442C-AA93-5EAA8717E767}" presName="negativeSpace" presStyleCnt="0"/>
      <dgm:spPr/>
    </dgm:pt>
    <dgm:pt modelId="{EB93021C-EFB3-4E11-9084-BAC799753FFF}" type="pres">
      <dgm:prSet presAssocID="{E9BF1A1E-1948-442C-AA93-5EAA8717E767}" presName="childText" presStyleLbl="conFgAcc1" presStyleIdx="0" presStyleCnt="2">
        <dgm:presLayoutVars>
          <dgm:bulletEnabled val="1"/>
        </dgm:presLayoutVars>
      </dgm:prSet>
      <dgm:spPr/>
    </dgm:pt>
    <dgm:pt modelId="{7AA7465C-83DC-459F-9B61-B0337530FF54}" type="pres">
      <dgm:prSet presAssocID="{96EBD2FD-F9F1-4AB7-87A9-D426270CD667}" presName="spaceBetweenRectangles" presStyleCnt="0"/>
      <dgm:spPr/>
    </dgm:pt>
    <dgm:pt modelId="{93D4E381-C0C6-428E-9298-914EAD75F910}" type="pres">
      <dgm:prSet presAssocID="{7B743794-0369-410D-A0CE-B77EF1E0368F}" presName="parentLin" presStyleCnt="0"/>
      <dgm:spPr/>
    </dgm:pt>
    <dgm:pt modelId="{CA1C48D6-0231-4EE2-8403-9111237043A0}" type="pres">
      <dgm:prSet presAssocID="{7B743794-0369-410D-A0CE-B77EF1E0368F}" presName="parentLeftMargin" presStyleLbl="node1" presStyleIdx="0" presStyleCnt="2"/>
      <dgm:spPr/>
    </dgm:pt>
    <dgm:pt modelId="{12EFDABA-202E-4DF6-90B3-55E322EDA625}" type="pres">
      <dgm:prSet presAssocID="{7B743794-0369-410D-A0CE-B77EF1E0368F}" presName="parentText" presStyleLbl="node1" presStyleIdx="1" presStyleCnt="2" custScaleY="231272">
        <dgm:presLayoutVars>
          <dgm:chMax val="0"/>
          <dgm:bulletEnabled val="1"/>
        </dgm:presLayoutVars>
      </dgm:prSet>
      <dgm:spPr/>
    </dgm:pt>
    <dgm:pt modelId="{E9DF4967-CDF9-4011-BEF4-3D10A11A241E}" type="pres">
      <dgm:prSet presAssocID="{7B743794-0369-410D-A0CE-B77EF1E0368F}" presName="negativeSpace" presStyleCnt="0"/>
      <dgm:spPr/>
    </dgm:pt>
    <dgm:pt modelId="{086B60BF-93E2-4B3C-951B-236B9CCC82DC}" type="pres">
      <dgm:prSet presAssocID="{7B743794-0369-410D-A0CE-B77EF1E0368F}" presName="childText" presStyleLbl="conFgAcc1" presStyleIdx="1" presStyleCnt="2">
        <dgm:presLayoutVars>
          <dgm:bulletEnabled val="1"/>
        </dgm:presLayoutVars>
      </dgm:prSet>
      <dgm:spPr/>
    </dgm:pt>
  </dgm:ptLst>
  <dgm:cxnLst>
    <dgm:cxn modelId="{4D92401C-15AE-422F-8217-336AB3B5C9D7}" type="presOf" srcId="{7B743794-0369-410D-A0CE-B77EF1E0368F}" destId="{CA1C48D6-0231-4EE2-8403-9111237043A0}" srcOrd="0" destOrd="0" presId="urn:microsoft.com/office/officeart/2005/8/layout/list1"/>
    <dgm:cxn modelId="{681ADD20-1D22-4CF2-9418-8AC1C8534EC7}" srcId="{02FC3E66-4438-496F-BAE7-6B6D0236E2CF}" destId="{7B743794-0369-410D-A0CE-B77EF1E0368F}" srcOrd="1" destOrd="0" parTransId="{6001F97E-BB4F-47D4-BE6D-C8538E8E67BF}" sibTransId="{FF3B8034-A253-45F2-96BC-47BF38925BB2}"/>
    <dgm:cxn modelId="{58EAD84C-04AC-4757-9416-CD7895AC5D2F}" type="presOf" srcId="{7B743794-0369-410D-A0CE-B77EF1E0368F}" destId="{12EFDABA-202E-4DF6-90B3-55E322EDA625}" srcOrd="1" destOrd="0" presId="urn:microsoft.com/office/officeart/2005/8/layout/list1"/>
    <dgm:cxn modelId="{FF2B6072-1CBE-4FE6-861C-C916CBF51C15}" srcId="{02FC3E66-4438-496F-BAE7-6B6D0236E2CF}" destId="{E9BF1A1E-1948-442C-AA93-5EAA8717E767}" srcOrd="0" destOrd="0" parTransId="{C34268C5-101A-4CDB-B139-3489E49427DF}" sibTransId="{96EBD2FD-F9F1-4AB7-87A9-D426270CD667}"/>
    <dgm:cxn modelId="{46BAB853-3854-4945-A246-E20E96DF86AD}" type="presOf" srcId="{E9BF1A1E-1948-442C-AA93-5EAA8717E767}" destId="{5A167597-CCB9-4FFC-802D-12FAEA0D1752}" srcOrd="0" destOrd="0" presId="urn:microsoft.com/office/officeart/2005/8/layout/list1"/>
    <dgm:cxn modelId="{51DEE0D2-15E0-4683-8DF9-B86F3526323D}" type="presOf" srcId="{02FC3E66-4438-496F-BAE7-6B6D0236E2CF}" destId="{038D8BEA-5644-4990-99DC-DE3982A21D5A}" srcOrd="0" destOrd="0" presId="urn:microsoft.com/office/officeart/2005/8/layout/list1"/>
    <dgm:cxn modelId="{066637E2-A5D2-4F93-A774-D34AB62EDAEC}" type="presOf" srcId="{E9BF1A1E-1948-442C-AA93-5EAA8717E767}" destId="{6600FDC5-F6D0-4D03-BEEE-263D9EB25EC1}" srcOrd="1" destOrd="0" presId="urn:microsoft.com/office/officeart/2005/8/layout/list1"/>
    <dgm:cxn modelId="{0510162A-D89B-484F-8595-48B8CF0EB35B}" type="presParOf" srcId="{038D8BEA-5644-4990-99DC-DE3982A21D5A}" destId="{99D25C93-8F8F-43BF-BF01-13E5F68B70ED}" srcOrd="0" destOrd="0" presId="urn:microsoft.com/office/officeart/2005/8/layout/list1"/>
    <dgm:cxn modelId="{AEC1C7BE-90BA-4BD2-AC76-D3B1B7113B77}" type="presParOf" srcId="{99D25C93-8F8F-43BF-BF01-13E5F68B70ED}" destId="{5A167597-CCB9-4FFC-802D-12FAEA0D1752}" srcOrd="0" destOrd="0" presId="urn:microsoft.com/office/officeart/2005/8/layout/list1"/>
    <dgm:cxn modelId="{D7D77511-5684-481B-AC17-7DD97E93B2CC}" type="presParOf" srcId="{99D25C93-8F8F-43BF-BF01-13E5F68B70ED}" destId="{6600FDC5-F6D0-4D03-BEEE-263D9EB25EC1}" srcOrd="1" destOrd="0" presId="urn:microsoft.com/office/officeart/2005/8/layout/list1"/>
    <dgm:cxn modelId="{D0F9C3BA-1AAA-410E-9A01-C3603B21F3F5}" type="presParOf" srcId="{038D8BEA-5644-4990-99DC-DE3982A21D5A}" destId="{C202CA9C-0352-4859-9D2F-A7C8209B9DA9}" srcOrd="1" destOrd="0" presId="urn:microsoft.com/office/officeart/2005/8/layout/list1"/>
    <dgm:cxn modelId="{D052E882-7145-4A23-A8F4-74687B17527E}" type="presParOf" srcId="{038D8BEA-5644-4990-99DC-DE3982A21D5A}" destId="{EB93021C-EFB3-4E11-9084-BAC799753FFF}" srcOrd="2" destOrd="0" presId="urn:microsoft.com/office/officeart/2005/8/layout/list1"/>
    <dgm:cxn modelId="{4088A284-C998-4195-AF4F-07250FBCAE00}" type="presParOf" srcId="{038D8BEA-5644-4990-99DC-DE3982A21D5A}" destId="{7AA7465C-83DC-459F-9B61-B0337530FF54}" srcOrd="3" destOrd="0" presId="urn:microsoft.com/office/officeart/2005/8/layout/list1"/>
    <dgm:cxn modelId="{41121E69-4F30-4EA1-BC39-08001B305093}" type="presParOf" srcId="{038D8BEA-5644-4990-99DC-DE3982A21D5A}" destId="{93D4E381-C0C6-428E-9298-914EAD75F910}" srcOrd="4" destOrd="0" presId="urn:microsoft.com/office/officeart/2005/8/layout/list1"/>
    <dgm:cxn modelId="{368C7943-4699-4EF3-ABAD-E2129C17EE82}" type="presParOf" srcId="{93D4E381-C0C6-428E-9298-914EAD75F910}" destId="{CA1C48D6-0231-4EE2-8403-9111237043A0}" srcOrd="0" destOrd="0" presId="urn:microsoft.com/office/officeart/2005/8/layout/list1"/>
    <dgm:cxn modelId="{A883AB12-E943-4D0F-920B-FC61CB3A3212}" type="presParOf" srcId="{93D4E381-C0C6-428E-9298-914EAD75F910}" destId="{12EFDABA-202E-4DF6-90B3-55E322EDA625}" srcOrd="1" destOrd="0" presId="urn:microsoft.com/office/officeart/2005/8/layout/list1"/>
    <dgm:cxn modelId="{F6F6119A-5012-4B20-BCDF-3D9C1DB338CD}" type="presParOf" srcId="{038D8BEA-5644-4990-99DC-DE3982A21D5A}" destId="{E9DF4967-CDF9-4011-BEF4-3D10A11A241E}" srcOrd="5" destOrd="0" presId="urn:microsoft.com/office/officeart/2005/8/layout/list1"/>
    <dgm:cxn modelId="{B5E88AC1-8B2D-43F4-A81E-B0D7A49EA989}" type="presParOf" srcId="{038D8BEA-5644-4990-99DC-DE3982A21D5A}" destId="{086B60BF-93E2-4B3C-951B-236B9CCC82DC}"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93021C-EFB3-4E11-9084-BAC799753FFF}">
      <dsp:nvSpPr>
        <dsp:cNvPr id="0" name=""/>
        <dsp:cNvSpPr/>
      </dsp:nvSpPr>
      <dsp:spPr>
        <a:xfrm>
          <a:off x="0" y="1062125"/>
          <a:ext cx="5635889" cy="478800"/>
        </a:xfrm>
        <a:prstGeom prst="rect">
          <a:avLst/>
        </a:prstGeom>
        <a:solidFill>
          <a:schemeClr val="lt1">
            <a:alpha val="90000"/>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600FDC5-F6D0-4D03-BEEE-263D9EB25EC1}">
      <dsp:nvSpPr>
        <dsp:cNvPr id="0" name=""/>
        <dsp:cNvSpPr/>
      </dsp:nvSpPr>
      <dsp:spPr>
        <a:xfrm>
          <a:off x="281519" y="64448"/>
          <a:ext cx="3941269" cy="1278116"/>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116" tIns="0" rIns="149116" bIns="0" numCol="1" spcCol="1270" anchor="ctr" anchorCtr="0">
          <a:noAutofit/>
        </a:bodyPr>
        <a:lstStyle/>
        <a:p>
          <a:pPr marL="0" lvl="0" indent="0" algn="l" defTabSz="1066800">
            <a:lnSpc>
              <a:spcPct val="90000"/>
            </a:lnSpc>
            <a:spcBef>
              <a:spcPct val="0"/>
            </a:spcBef>
            <a:spcAft>
              <a:spcPct val="35000"/>
            </a:spcAft>
            <a:buNone/>
          </a:pPr>
          <a:r>
            <a:rPr lang="en-ID" sz="2400" kern="1200" dirty="0"/>
            <a:t>WEP (Wired Equivalent Privacy)</a:t>
          </a:r>
        </a:p>
      </dsp:txBody>
      <dsp:txXfrm>
        <a:off x="343911" y="126840"/>
        <a:ext cx="3816485" cy="1153332"/>
      </dsp:txXfrm>
    </dsp:sp>
    <dsp:sp modelId="{086B60BF-93E2-4B3C-951B-236B9CCC82DC}">
      <dsp:nvSpPr>
        <dsp:cNvPr id="0" name=""/>
        <dsp:cNvSpPr/>
      </dsp:nvSpPr>
      <dsp:spPr>
        <a:xfrm>
          <a:off x="0" y="2660243"/>
          <a:ext cx="5635889" cy="478800"/>
        </a:xfrm>
        <a:prstGeom prst="rect">
          <a:avLst/>
        </a:prstGeom>
        <a:solidFill>
          <a:schemeClr val="lt1">
            <a:alpha val="90000"/>
            <a:hueOff val="0"/>
            <a:satOff val="0"/>
            <a:lumOff val="0"/>
            <a:alphaOff val="0"/>
          </a:schemeClr>
        </a:solidFill>
        <a:ln w="25400" cap="flat" cmpd="sng" algn="ctr">
          <a:solidFill>
            <a:schemeClr val="accent4">
              <a:hueOff val="-4464770"/>
              <a:satOff val="26899"/>
              <a:lumOff val="2156"/>
              <a:alphaOff val="0"/>
            </a:schemeClr>
          </a:solidFill>
          <a:prstDash val="solid"/>
        </a:ln>
        <a:effectLst/>
      </dsp:spPr>
      <dsp:style>
        <a:lnRef idx="2">
          <a:scrgbClr r="0" g="0" b="0"/>
        </a:lnRef>
        <a:fillRef idx="1">
          <a:scrgbClr r="0" g="0" b="0"/>
        </a:fillRef>
        <a:effectRef idx="0">
          <a:scrgbClr r="0" g="0" b="0"/>
        </a:effectRef>
        <a:fontRef idx="minor"/>
      </dsp:style>
    </dsp:sp>
    <dsp:sp modelId="{12EFDABA-202E-4DF6-90B3-55E322EDA625}">
      <dsp:nvSpPr>
        <dsp:cNvPr id="0" name=""/>
        <dsp:cNvSpPr/>
      </dsp:nvSpPr>
      <dsp:spPr>
        <a:xfrm>
          <a:off x="281519" y="1643525"/>
          <a:ext cx="3941269" cy="1297158"/>
        </a:xfrm>
        <a:prstGeom prst="roundRect">
          <a:avLst/>
        </a:prstGeom>
        <a:solidFill>
          <a:schemeClr val="accent4">
            <a:hueOff val="-4464770"/>
            <a:satOff val="26899"/>
            <a:lumOff val="215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116" tIns="0" rIns="149116" bIns="0" numCol="1" spcCol="1270" anchor="ctr" anchorCtr="0">
          <a:noAutofit/>
        </a:bodyPr>
        <a:lstStyle/>
        <a:p>
          <a:pPr marL="0" lvl="0" indent="0" algn="l" defTabSz="889000">
            <a:lnSpc>
              <a:spcPct val="90000"/>
            </a:lnSpc>
            <a:spcBef>
              <a:spcPct val="0"/>
            </a:spcBef>
            <a:spcAft>
              <a:spcPct val="35000"/>
            </a:spcAft>
            <a:buNone/>
          </a:pPr>
          <a:r>
            <a:rPr lang="en-US" sz="2000" kern="1200" dirty="0"/>
            <a:t>WPA (Wi-Fi Protected Access)/WPA2 (Wi-Fi Protected Access Version 2)</a:t>
          </a:r>
          <a:endParaRPr lang="en-ID" sz="2000" kern="1200" dirty="0"/>
        </a:p>
      </dsp:txBody>
      <dsp:txXfrm>
        <a:off x="344841" y="1706847"/>
        <a:ext cx="3814625" cy="117051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42327A3B-766F-4631-90B1-9B3D33DE7C5C}" type="datetimeFigureOut">
              <a:rPr lang="en-US"/>
              <a:pPr>
                <a:defRPr/>
              </a:pPr>
              <a:t>12/20/2022</a:t>
            </a:fld>
            <a:endParaRPr lang="en-US"/>
          </a:p>
        </p:txBody>
      </p:sp>
      <p:sp>
        <p:nvSpPr>
          <p:cNvPr id="4" name="Slide Image Placeholder 3"/>
          <p:cNvSpPr>
            <a:spLocks noGrp="1" noRot="1" noChangeAspect="1"/>
          </p:cNvSpPr>
          <p:nvPr>
            <p:ph type="sldImg" idx="2"/>
          </p:nvPr>
        </p:nvSpPr>
        <p:spPr>
          <a:xfrm>
            <a:off x="1006475" y="685800"/>
            <a:ext cx="484505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98F58BAA-C397-4D9C-949B-0B7D3F08F4B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dirty="0"/>
              <a:t>https://www.javatpoint.com/service-set-identifier-in-computer-network </a:t>
            </a:r>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4</a:t>
            </a:fld>
            <a:endParaRPr lang="en-US"/>
          </a:p>
        </p:txBody>
      </p:sp>
    </p:spTree>
    <p:extLst>
      <p:ext uri="{BB962C8B-B14F-4D97-AF65-F5344CB8AC3E}">
        <p14:creationId xmlns:p14="http://schemas.microsoft.com/office/powerpoint/2010/main" val="3272020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Crystal </a:t>
            </a:r>
            <a:r>
              <a:rPr lang="en-US" dirty="0" err="1"/>
              <a:t>Panek</a:t>
            </a:r>
            <a:r>
              <a:rPr lang="en-US" dirty="0"/>
              <a:t>, page 140-143</a:t>
            </a:r>
          </a:p>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5</a:t>
            </a:fld>
            <a:endParaRPr lang="en-US"/>
          </a:p>
        </p:txBody>
      </p:sp>
    </p:spTree>
    <p:extLst>
      <p:ext uri="{BB962C8B-B14F-4D97-AF65-F5344CB8AC3E}">
        <p14:creationId xmlns:p14="http://schemas.microsoft.com/office/powerpoint/2010/main" val="3068732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Crystal </a:t>
            </a:r>
            <a:r>
              <a:rPr lang="en-US" dirty="0" err="1"/>
              <a:t>Panek</a:t>
            </a:r>
            <a:r>
              <a:rPr lang="en-US" dirty="0"/>
              <a:t>, page 140-143</a:t>
            </a:r>
          </a:p>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6</a:t>
            </a:fld>
            <a:endParaRPr lang="en-US"/>
          </a:p>
        </p:txBody>
      </p:sp>
    </p:spTree>
    <p:extLst>
      <p:ext uri="{BB962C8B-B14F-4D97-AF65-F5344CB8AC3E}">
        <p14:creationId xmlns:p14="http://schemas.microsoft.com/office/powerpoint/2010/main" val="1847874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lgn="l"/>
            <a:r>
              <a:rPr lang="en-US" sz="1800" b="0" i="1" u="none" strike="noStrike" baseline="0" dirty="0">
                <a:latin typeface="SabonLTStd-Italic"/>
              </a:rPr>
              <a:t>WPA (Wi-Fi Protected Access) </a:t>
            </a:r>
            <a:r>
              <a:rPr lang="en-US" sz="1800" b="0" i="0" u="none" strike="noStrike" baseline="0" dirty="0">
                <a:latin typeface="SabonLTStd-Roman"/>
              </a:rPr>
              <a:t>was designed as the interim successor to WEP. The WPA</a:t>
            </a:r>
          </a:p>
          <a:p>
            <a:pPr algn="l"/>
            <a:r>
              <a:rPr lang="en-US" sz="1800" b="0" i="0" u="none" strike="noStrike" baseline="0" dirty="0">
                <a:latin typeface="SabonLTStd-Roman"/>
              </a:rPr>
              <a:t>protocol implements most of the IEEE 802.11i standard. This was included in the updated</a:t>
            </a:r>
          </a:p>
          <a:p>
            <a:pPr algn="l"/>
            <a:r>
              <a:rPr lang="en-US" sz="1800" b="0" i="0" u="none" strike="noStrike" baseline="0" dirty="0">
                <a:latin typeface="SabonLTStd-Roman"/>
              </a:rPr>
              <a:t>WLAN standard. IEEE 802.11i addressed a number of the issues inherent to the original</a:t>
            </a:r>
          </a:p>
          <a:p>
            <a:pPr algn="l"/>
            <a:r>
              <a:rPr lang="en-US" sz="1800" b="0" i="0" u="none" strike="noStrike" baseline="0" dirty="0">
                <a:latin typeface="SabonLTStd-Roman"/>
              </a:rPr>
              <a:t>IEEE 802.11 standard. WPA included a new security protocol, Temporal Key Integrity</a:t>
            </a:r>
          </a:p>
          <a:p>
            <a:pPr algn="l"/>
            <a:r>
              <a:rPr lang="en-US" sz="1800" b="0" i="0" u="none" strike="noStrike" baseline="0" dirty="0">
                <a:latin typeface="SabonLTStd-Roman"/>
              </a:rPr>
              <a:t>Protocol (TKIP), which, while related to WEP to ensure backwards compatibility, adds new</a:t>
            </a:r>
          </a:p>
          <a:p>
            <a:pPr algn="l"/>
            <a:r>
              <a:rPr lang="en-US" sz="1800" b="0" i="0" u="none" strike="noStrike" baseline="0" dirty="0">
                <a:latin typeface="SabonLTStd-Roman"/>
              </a:rPr>
              <a:t>features to help address the issues associated with WEP. Unfortunately, because TKIP uses</a:t>
            </a:r>
          </a:p>
          <a:p>
            <a:pPr algn="l"/>
            <a:r>
              <a:rPr lang="en-US" sz="1800" b="0" i="0" u="none" strike="noStrike" baseline="0" dirty="0">
                <a:latin typeface="SabonLTStd-Roman"/>
              </a:rPr>
              <a:t>the same underlying mechanism as WEP, it is also vulnerable to similar attacks. The number</a:t>
            </a:r>
          </a:p>
          <a:p>
            <a:pPr algn="l"/>
            <a:r>
              <a:rPr lang="en-US" sz="1800" b="0" i="0" u="none" strike="noStrike" baseline="0" dirty="0">
                <a:latin typeface="SabonLTStd-Roman"/>
              </a:rPr>
              <a:t>of attacks is significantly less than with WEP, but they still exist.</a:t>
            </a:r>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7</a:t>
            </a:fld>
            <a:endParaRPr lang="en-US"/>
          </a:p>
        </p:txBody>
      </p:sp>
    </p:spTree>
    <p:extLst>
      <p:ext uri="{BB962C8B-B14F-4D97-AF65-F5344CB8AC3E}">
        <p14:creationId xmlns:p14="http://schemas.microsoft.com/office/powerpoint/2010/main" val="2519964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r>
              <a:rPr lang="en-US" dirty="0"/>
              <a:t>&gt;</a:t>
            </a:r>
            <a:r>
              <a:rPr lang="en-ID" sz="1800" b="1" i="0" u="none" strike="noStrike" baseline="0" dirty="0">
                <a:latin typeface="SabonLTStd-Bold"/>
              </a:rPr>
              <a:t>Smaller Routing Tables</a:t>
            </a:r>
            <a:endParaRPr lang="en-US" sz="1800" b="1" i="0" u="none" strike="noStrike" baseline="0" dirty="0">
              <a:latin typeface="SabonLTStd-Bold"/>
            </a:endParaRPr>
          </a:p>
          <a:p>
            <a:r>
              <a:rPr lang="en-US" sz="1800" b="1" i="0" u="none" strike="noStrike" baseline="0" dirty="0">
                <a:latin typeface="SabonLTStd-Bold"/>
              </a:rPr>
              <a:t>&gt;</a:t>
            </a:r>
            <a:r>
              <a:rPr lang="en-ID" sz="1800" b="1" i="0" u="none" strike="noStrike" baseline="0" dirty="0">
                <a:latin typeface="SabonLTStd-Bold"/>
              </a:rPr>
              <a:t>Highly Scalable</a:t>
            </a:r>
            <a:endParaRPr lang="en-US" sz="1800" b="1" i="0" u="none" strike="noStrike" baseline="0" dirty="0">
              <a:latin typeface="SabonLTStd-Bold"/>
            </a:endParaRPr>
          </a:p>
          <a:p>
            <a:r>
              <a:rPr lang="en-US" sz="1800" b="1" i="0" u="none" strike="noStrike" baseline="0" dirty="0">
                <a:latin typeface="SabonLTStd-Bold"/>
              </a:rPr>
              <a:t>&gt;More Efficient Use of Network Bandwidth</a:t>
            </a:r>
          </a:p>
          <a:p>
            <a:r>
              <a:rPr lang="en-US" sz="1800" b="1" i="0" u="none" strike="noStrike" baseline="0" dirty="0">
                <a:latin typeface="SabonLTStd-Bold"/>
              </a:rPr>
              <a:t>&gt;</a:t>
            </a:r>
            <a:r>
              <a:rPr lang="en-ID" sz="1800" b="1" i="0" u="none" strike="noStrike" baseline="0" dirty="0">
                <a:latin typeface="SabonLTStd-Bold"/>
              </a:rPr>
              <a:t>Faster Convergence</a:t>
            </a:r>
            <a:endParaRPr lang="en-US" sz="1800" b="1" i="0" u="none" strike="noStrike" baseline="0" dirty="0">
              <a:latin typeface="SabonLTStd-Bold"/>
            </a:endParaRPr>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9</a:t>
            </a:fld>
            <a:endParaRPr lang="en-US"/>
          </a:p>
        </p:txBody>
      </p:sp>
    </p:spTree>
    <p:extLst>
      <p:ext uri="{BB962C8B-B14F-4D97-AF65-F5344CB8AC3E}">
        <p14:creationId xmlns:p14="http://schemas.microsoft.com/office/powerpoint/2010/main" val="22708152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dirty="0"/>
              <a:t>https://www.kaspersky.com/resource-center/threats/what-is-a-honeypot</a:t>
            </a:r>
          </a:p>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11</a:t>
            </a:fld>
            <a:endParaRPr lang="en-US"/>
          </a:p>
        </p:txBody>
      </p:sp>
    </p:spTree>
    <p:extLst>
      <p:ext uri="{BB962C8B-B14F-4D97-AF65-F5344CB8AC3E}">
        <p14:creationId xmlns:p14="http://schemas.microsoft.com/office/powerpoint/2010/main" val="886387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D" dirty="0"/>
              <a:t>https://www.fortinet.com/resources/cyberglossary/what-is-dmz</a:t>
            </a:r>
          </a:p>
          <a:p>
            <a:endParaRPr lang="en-ID" dirty="0"/>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12</a:t>
            </a:fld>
            <a:endParaRPr lang="en-US"/>
          </a:p>
        </p:txBody>
      </p:sp>
    </p:spTree>
    <p:extLst>
      <p:ext uri="{BB962C8B-B14F-4D97-AF65-F5344CB8AC3E}">
        <p14:creationId xmlns:p14="http://schemas.microsoft.com/office/powerpoint/2010/main" val="2906264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a:t>
            </a:r>
          </a:p>
          <a:p>
            <a:endParaRPr lang="en-US" dirty="0"/>
          </a:p>
          <a:p>
            <a:r>
              <a:rPr lang="en-ID" dirty="0"/>
              <a:t>https://www.cloudflare.com/learning/ddos/glossary/open-systems-interconnection-model-osi/</a:t>
            </a:r>
          </a:p>
          <a:p>
            <a:r>
              <a:rPr lang="en-ID" dirty="0"/>
              <a:t>https://www.cloudflare.com/learning/ddos/glossary/open-systems-interconnection-model-osi/ </a:t>
            </a:r>
          </a:p>
          <a:p>
            <a:r>
              <a:rPr lang="en-ID" dirty="0"/>
              <a:t>https://learningnetwork.cisco.com/s/contentdocument/0693i000001r6HTAAY </a:t>
            </a:r>
          </a:p>
          <a:p>
            <a:r>
              <a:rPr lang="en-ID" dirty="0"/>
              <a:t>https://www.cloudflare.com/learning/network-layer/what-is-ipsec/ </a:t>
            </a:r>
          </a:p>
          <a:p>
            <a:r>
              <a:rPr lang="en-ID" dirty="0"/>
              <a:t>https://www.hypr.com/security-encyclopedia/transport-mode#:~:text=Transport%20Mode%20is%20a%20method,Transport%20Mode%20or%20Tunnel%20Mode.</a:t>
            </a:r>
          </a:p>
          <a:p>
            <a:r>
              <a:rPr lang="en-ID" dirty="0"/>
              <a:t>https://www.ibm.com/docs/en/zos/2.2.0?topic=encapsulation-transport-mode-tunnel-mode</a:t>
            </a:r>
          </a:p>
          <a:p>
            <a:r>
              <a:rPr lang="en-ID" dirty="0"/>
              <a:t>https://docs.oracle.com/cd/E36784_01/html/E36838/ipsecov-13.html</a:t>
            </a:r>
          </a:p>
          <a:p>
            <a:r>
              <a:rPr lang="en-ID" dirty="0"/>
              <a:t>https://www.hypr.com/security-encyclopedia/tunnel-mode#:~:text=Tunnel%20Mode%20is%20a%20method,address%20information%20is%20also%20encrypted.</a:t>
            </a:r>
          </a:p>
        </p:txBody>
      </p:sp>
      <p:sp>
        <p:nvSpPr>
          <p:cNvPr id="4" name="Slide Number Placeholder 3"/>
          <p:cNvSpPr>
            <a:spLocks noGrp="1"/>
          </p:cNvSpPr>
          <p:nvPr>
            <p:ph type="sldNum" sz="quarter" idx="5"/>
          </p:nvPr>
        </p:nvSpPr>
        <p:spPr/>
        <p:txBody>
          <a:bodyPr/>
          <a:lstStyle/>
          <a:p>
            <a:pPr>
              <a:defRPr/>
            </a:pPr>
            <a:fld id="{98F58BAA-C397-4D9C-949B-0B7D3F08F4B6}" type="slidenum">
              <a:rPr lang="en-US" smtClean="0"/>
              <a:pPr>
                <a:defRPr/>
              </a:pPr>
              <a:t>14</a:t>
            </a:fld>
            <a:endParaRPr lang="en-US"/>
          </a:p>
        </p:txBody>
      </p:sp>
    </p:spTree>
    <p:extLst>
      <p:ext uri="{BB962C8B-B14F-4D97-AF65-F5344CB8AC3E}">
        <p14:creationId xmlns:p14="http://schemas.microsoft.com/office/powerpoint/2010/main" val="21931339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1" descr="Background 01-01.jpg"/>
          <p:cNvPicPr>
            <a:picLocks noGrp="1" noRot="1" noChangeAspect="1" noMove="1" noResize="1" noEditPoints="1" noAdjustHandles="1" noChangeArrowheads="1" noChangeShapeType="1" noCrop="1"/>
          </p:cNvPicPr>
          <p:nvPr userDrawn="1"/>
        </p:nvPicPr>
        <p:blipFill>
          <a:blip r:embed="rId2" cstate="screen">
            <a:alphaModFix/>
          </a:blip>
          <a:srcRect/>
          <a:stretch>
            <a:fillRect/>
          </a:stretch>
        </p:blipFill>
        <p:spPr bwMode="auto">
          <a:xfrm>
            <a:off x="0" y="3175"/>
            <a:ext cx="10688638" cy="7556500"/>
          </a:xfrm>
          <a:prstGeom prst="rect">
            <a:avLst/>
          </a:prstGeom>
          <a:noFill/>
          <a:ln w="9525">
            <a:noFill/>
            <a:miter lim="800000"/>
            <a:headEnd/>
            <a:tailEnd/>
          </a:ln>
        </p:spPr>
      </p:pic>
      <p:sp>
        <p:nvSpPr>
          <p:cNvPr id="13" name="Title 12">
            <a:extLst>
              <a:ext uri="{FF2B5EF4-FFF2-40B4-BE49-F238E27FC236}">
                <a16:creationId xmlns:a16="http://schemas.microsoft.com/office/drawing/2014/main" id="{FD933DC8-5F40-4DE1-1800-4555D43F04F4}"/>
              </a:ext>
            </a:extLst>
          </p:cNvPr>
          <p:cNvSpPr>
            <a:spLocks noGrp="1"/>
          </p:cNvSpPr>
          <p:nvPr>
            <p:ph type="title" hasCustomPrompt="1"/>
          </p:nvPr>
        </p:nvSpPr>
        <p:spPr>
          <a:xfrm>
            <a:off x="2400300" y="2054347"/>
            <a:ext cx="8286748" cy="819237"/>
          </a:xfrm>
        </p:spPr>
        <p:txBody>
          <a:bodyPr anchor="b"/>
          <a:lstStyle>
            <a:lvl1pPr>
              <a:defRPr sz="3600" b="1">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a:t>COURSE NAME*</a:t>
            </a:r>
            <a:endParaRPr lang="id-ID"/>
          </a:p>
        </p:txBody>
      </p:sp>
      <p:sp>
        <p:nvSpPr>
          <p:cNvPr id="19" name="Text Placeholder 18">
            <a:extLst>
              <a:ext uri="{FF2B5EF4-FFF2-40B4-BE49-F238E27FC236}">
                <a16:creationId xmlns:a16="http://schemas.microsoft.com/office/drawing/2014/main" id="{07BD9D23-A348-F595-B710-95E853784A1D}"/>
              </a:ext>
            </a:extLst>
          </p:cNvPr>
          <p:cNvSpPr>
            <a:spLocks noGrp="1"/>
          </p:cNvSpPr>
          <p:nvPr>
            <p:ph type="body" sz="quarter" idx="10" hasCustomPrompt="1"/>
          </p:nvPr>
        </p:nvSpPr>
        <p:spPr>
          <a:xfrm>
            <a:off x="2400300" y="4462536"/>
            <a:ext cx="8286750" cy="642864"/>
          </a:xfrm>
        </p:spPr>
        <p:txBody>
          <a:bodyPr anchor="b"/>
          <a:lstStyle>
            <a:lvl1pPr marL="0" indent="0" algn="l">
              <a:buNone/>
              <a:defRPr sz="240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pPr lvl="0"/>
            <a:r>
              <a:rPr lang="en-US"/>
              <a:t>TOPIC*</a:t>
            </a:r>
          </a:p>
        </p:txBody>
      </p:sp>
      <p:sp>
        <p:nvSpPr>
          <p:cNvPr id="24" name="Text Placeholder 18">
            <a:extLst>
              <a:ext uri="{FF2B5EF4-FFF2-40B4-BE49-F238E27FC236}">
                <a16:creationId xmlns:a16="http://schemas.microsoft.com/office/drawing/2014/main" id="{AF6EC7A6-1644-1988-E351-DCDA588E6A1F}"/>
              </a:ext>
            </a:extLst>
          </p:cNvPr>
          <p:cNvSpPr>
            <a:spLocks noGrp="1"/>
          </p:cNvSpPr>
          <p:nvPr>
            <p:ph type="body" sz="quarter" idx="11" hasCustomPrompt="1"/>
          </p:nvPr>
        </p:nvSpPr>
        <p:spPr>
          <a:xfrm>
            <a:off x="2400300" y="2879439"/>
            <a:ext cx="8286748" cy="453920"/>
          </a:xfrm>
        </p:spPr>
        <p:txBody>
          <a:bodyPr anchor="t"/>
          <a:lstStyle>
            <a:lvl1pPr marL="0" indent="0" algn="l">
              <a:buNone/>
              <a:defRPr sz="1600">
                <a:solidFill>
                  <a:schemeClr val="bg1">
                    <a:lumMod val="95000"/>
                  </a:schemeClr>
                </a:solidFill>
                <a:latin typeface="Open Sans Semibold" panose="020B0706030804020204" pitchFamily="34" charset="0"/>
                <a:ea typeface="Open Sans Semibold" panose="020B0706030804020204" pitchFamily="34" charset="0"/>
                <a:cs typeface="Open Sans Semibold" panose="020B0706030804020204" pitchFamily="34" charset="0"/>
              </a:defRPr>
            </a:lvl1pPr>
          </a:lstStyle>
          <a:p>
            <a:pPr lvl="0"/>
            <a:r>
              <a:rPr lang="en-US"/>
              <a:t>COURSE CODE</a:t>
            </a:r>
          </a:p>
        </p:txBody>
      </p:sp>
      <p:sp>
        <p:nvSpPr>
          <p:cNvPr id="25" name="Text Placeholder 18">
            <a:extLst>
              <a:ext uri="{FF2B5EF4-FFF2-40B4-BE49-F238E27FC236}">
                <a16:creationId xmlns:a16="http://schemas.microsoft.com/office/drawing/2014/main" id="{521841C5-28C7-B1B8-56E4-4193C600942A}"/>
              </a:ext>
            </a:extLst>
          </p:cNvPr>
          <p:cNvSpPr>
            <a:spLocks noGrp="1"/>
          </p:cNvSpPr>
          <p:nvPr>
            <p:ph type="body" sz="quarter" idx="12" hasCustomPrompt="1"/>
          </p:nvPr>
        </p:nvSpPr>
        <p:spPr>
          <a:xfrm>
            <a:off x="2400298" y="5105400"/>
            <a:ext cx="8286750" cy="453920"/>
          </a:xfrm>
        </p:spPr>
        <p:txBody>
          <a:bodyPr anchor="t"/>
          <a:lstStyle>
            <a:lvl1pPr marL="0" indent="0" algn="l">
              <a:buNone/>
              <a:defRPr sz="1600">
                <a:solidFill>
                  <a:schemeClr val="bg1">
                    <a:lumMod val="95000"/>
                  </a:schemeClr>
                </a:solidFill>
                <a:latin typeface="Open Sans Semibold" panose="020B0706030804020204" pitchFamily="34" charset="0"/>
                <a:ea typeface="Open Sans Semibold" panose="020B0706030804020204" pitchFamily="34" charset="0"/>
                <a:cs typeface="Open Sans Semibold" panose="020B0706030804020204" pitchFamily="34" charset="0"/>
              </a:defRPr>
            </a:lvl1pPr>
          </a:lstStyle>
          <a:p>
            <a:pPr lvl="0"/>
            <a:r>
              <a:rPr lang="en-US"/>
              <a:t>SESSION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2B2341-C3BD-4867-8D41-5F80C1709B34}" type="datetimeFigureOut">
              <a:rPr lang="en-US"/>
              <a:pPr>
                <a:defRPr/>
              </a:pPr>
              <a:t>12/20/2022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D7FA9F5-F61B-45A1-B5E1-F65A5889B2EE}" type="slidenum">
              <a:rPr lang="en-US"/>
              <a:pPr>
                <a:defRPr/>
              </a:pPr>
              <a:t>‹#›</a:t>
            </a:fld>
            <a:endParaRPr lang="en-US"/>
          </a:p>
        </p:txBody>
      </p:sp>
      <p:pic>
        <p:nvPicPr>
          <p:cNvPr id="7" name="Picture 1" descr="Background 01-02.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9" name="Title Placeholder 1"/>
          <p:cNvSpPr>
            <a:spLocks noGrp="1"/>
          </p:cNvSpPr>
          <p:nvPr>
            <p:ph type="title"/>
          </p:nvPr>
        </p:nvSpPr>
        <p:spPr bwMode="auto">
          <a:xfrm>
            <a:off x="1238251" y="749309"/>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 name="Text Placeholder 2"/>
          <p:cNvSpPr>
            <a:spLocks noGrp="1"/>
          </p:cNvSpPr>
          <p:nvPr>
            <p:ph idx="13"/>
          </p:nvPr>
        </p:nvSpPr>
        <p:spPr bwMode="auto">
          <a:xfrm>
            <a:off x="1238251" y="20097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329" y="4859833"/>
            <a:ext cx="9085342" cy="1502066"/>
          </a:xfrm>
        </p:spPr>
        <p:txBody>
          <a:bodyPr anchor="t"/>
          <a:lstStyle>
            <a:lvl1pPr algn="l">
              <a:defRPr sz="4600" b="1" cap="all"/>
            </a:lvl1pPr>
          </a:lstStyle>
          <a:p>
            <a:r>
              <a:rPr lang="en-US"/>
              <a:t>Click to edit Master title style</a:t>
            </a:r>
          </a:p>
        </p:txBody>
      </p:sp>
      <p:sp>
        <p:nvSpPr>
          <p:cNvPr id="3" name="Text Placeholder 2"/>
          <p:cNvSpPr>
            <a:spLocks noGrp="1"/>
          </p:cNvSpPr>
          <p:nvPr>
            <p:ph type="body" idx="1"/>
          </p:nvPr>
        </p:nvSpPr>
        <p:spPr>
          <a:xfrm>
            <a:off x="844329" y="3205466"/>
            <a:ext cx="9085342" cy="1654373"/>
          </a:xfrm>
        </p:spPr>
        <p:txBody>
          <a:bodyPr anchor="b"/>
          <a:lstStyle>
            <a:lvl1pPr marL="0" indent="0">
              <a:buNone/>
              <a:defRPr sz="2300">
                <a:solidFill>
                  <a:schemeClr val="tx1">
                    <a:tint val="75000"/>
                  </a:schemeClr>
                </a:solidFill>
              </a:defRPr>
            </a:lvl1pPr>
            <a:lvl2pPr marL="521438" indent="0">
              <a:buNone/>
              <a:defRPr sz="2100">
                <a:solidFill>
                  <a:schemeClr val="tx1">
                    <a:tint val="75000"/>
                  </a:schemeClr>
                </a:solidFill>
              </a:defRPr>
            </a:lvl2pPr>
            <a:lvl3pPr marL="1042876" indent="0">
              <a:buNone/>
              <a:defRPr sz="1800">
                <a:solidFill>
                  <a:schemeClr val="tx1">
                    <a:tint val="75000"/>
                  </a:schemeClr>
                </a:solidFill>
              </a:defRPr>
            </a:lvl3pPr>
            <a:lvl4pPr marL="1564314" indent="0">
              <a:buNone/>
              <a:defRPr sz="1600">
                <a:solidFill>
                  <a:schemeClr val="tx1">
                    <a:tint val="75000"/>
                  </a:schemeClr>
                </a:solidFill>
              </a:defRPr>
            </a:lvl4pPr>
            <a:lvl5pPr marL="2085751" indent="0">
              <a:buNone/>
              <a:defRPr sz="1600">
                <a:solidFill>
                  <a:schemeClr val="tx1">
                    <a:tint val="75000"/>
                  </a:schemeClr>
                </a:solidFill>
              </a:defRPr>
            </a:lvl5pPr>
            <a:lvl6pPr marL="2607191" indent="0">
              <a:buNone/>
              <a:defRPr sz="1600">
                <a:solidFill>
                  <a:schemeClr val="tx1">
                    <a:tint val="75000"/>
                  </a:schemeClr>
                </a:solidFill>
              </a:defRPr>
            </a:lvl6pPr>
            <a:lvl7pPr marL="3128629" indent="0">
              <a:buNone/>
              <a:defRPr sz="1600">
                <a:solidFill>
                  <a:schemeClr val="tx1">
                    <a:tint val="75000"/>
                  </a:schemeClr>
                </a:solidFill>
              </a:defRPr>
            </a:lvl7pPr>
            <a:lvl8pPr marL="3650066" indent="0">
              <a:buNone/>
              <a:defRPr sz="1600">
                <a:solidFill>
                  <a:schemeClr val="tx1">
                    <a:tint val="75000"/>
                  </a:schemeClr>
                </a:solidFill>
              </a:defRPr>
            </a:lvl8pPr>
            <a:lvl9pPr marL="4171505"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B24E772-3899-4649-A2AA-7CF914911BC6}" type="datetimeFigureOut">
              <a:rPr lang="en-US"/>
              <a:pPr>
                <a:defRPr/>
              </a:pPr>
              <a:t>12/20/2022</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272044D-538C-4006-A81A-9ADFE14E088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4434" y="1764675"/>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33393" y="1764675"/>
            <a:ext cx="4720815" cy="4991131"/>
          </a:xfrm>
        </p:spPr>
        <p:txBody>
          <a:bodyPr/>
          <a:lstStyle>
            <a:lvl1pPr>
              <a:defRPr sz="3200"/>
            </a:lvl1pPr>
            <a:lvl2pPr>
              <a:defRPr sz="27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2569E45-41F7-4121-96F3-D9854AFC6DC8}" type="datetimeFigureOut">
              <a:rPr lang="en-US"/>
              <a:pPr>
                <a:defRPr/>
              </a:pPr>
              <a:t>12/20/2022</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E504BA8-D676-4613-9C2C-2877DCA64D8F}" type="slidenum">
              <a:rPr lang="en-US"/>
              <a:pPr>
                <a:defRPr/>
              </a:pPr>
              <a:t>‹#›</a:t>
            </a:fld>
            <a:endParaRPr lang="en-US"/>
          </a:p>
        </p:txBody>
      </p:sp>
      <p:pic>
        <p:nvPicPr>
          <p:cNvPr id="8" name="Picture 1" descr="Background 01-03.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
        <p:nvSpPr>
          <p:cNvPr id="10"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3"/>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Date Placeholder 3"/>
          <p:cNvSpPr>
            <a:spLocks noGrp="1"/>
          </p:cNvSpPr>
          <p:nvPr>
            <p:ph type="dt" sz="half" idx="10"/>
          </p:nvPr>
        </p:nvSpPr>
        <p:spPr/>
        <p:txBody>
          <a:bodyPr/>
          <a:lstStyle>
            <a:lvl1pPr>
              <a:defRPr/>
            </a:lvl1pPr>
          </a:lstStyle>
          <a:p>
            <a:pPr>
              <a:defRPr/>
            </a:pPr>
            <a:fld id="{34384A83-4D5A-429E-BDC6-FD1381510BEB}" type="datetimeFigureOut">
              <a:rPr lang="en-US"/>
              <a:pPr>
                <a:defRPr/>
              </a:pPr>
              <a:t>12/20/2022</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CA70E03-8071-4189-BFD0-FC7EEE7DCDB5}" type="slidenum">
              <a:rPr lang="en-US"/>
              <a:pPr>
                <a:defRPr/>
              </a:pPr>
              <a:t>‹#›</a:t>
            </a:fld>
            <a:endParaRPr lang="en-US"/>
          </a:p>
        </p:txBody>
      </p:sp>
      <p:sp>
        <p:nvSpPr>
          <p:cNvPr id="10"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1" name="Text Placeholder 2"/>
          <p:cNvSpPr>
            <a:spLocks noGrp="1"/>
          </p:cNvSpPr>
          <p:nvPr>
            <p:ph idx="1"/>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E71D282C-CC3E-4E1D-BB33-9531F7A7F244}" type="datetimeFigureOut">
              <a:rPr lang="en-US"/>
              <a:pPr>
                <a:defRPr/>
              </a:pPr>
              <a:t>12/20/2022</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FA3E6B65-159F-439F-9BD7-E9F07CE5AD1C}" type="slidenum">
              <a:rPr lang="en-US"/>
              <a:pPr>
                <a:defRPr/>
              </a:pPr>
              <a:t>‹#›</a:t>
            </a:fld>
            <a:endParaRPr lang="en-US"/>
          </a:p>
        </p:txBody>
      </p:sp>
      <p:sp>
        <p:nvSpPr>
          <p:cNvPr id="6" name="Title Placeholder 1"/>
          <p:cNvSpPr>
            <a:spLocks noGrp="1"/>
          </p:cNvSpPr>
          <p:nvPr>
            <p:ph type="title"/>
          </p:nvPr>
        </p:nvSpPr>
        <p:spPr bwMode="auto">
          <a:xfrm>
            <a:off x="1219200"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7" name="Text Placeholder 2"/>
          <p:cNvSpPr>
            <a:spLocks noGrp="1"/>
          </p:cNvSpPr>
          <p:nvPr>
            <p:ph idx="1"/>
          </p:nvPr>
        </p:nvSpPr>
        <p:spPr bwMode="auto">
          <a:xfrm>
            <a:off x="1219200"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059D9E7-C17C-4132-9B73-48A51CFD46B3}" type="datetimeFigureOut">
              <a:rPr lang="en-US"/>
              <a:pPr>
                <a:defRPr/>
              </a:pPr>
              <a:t>12/20/2022</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96416AF-AB6B-466F-BD3E-24BE387F4714}" type="slidenum">
              <a:rPr lang="en-US"/>
              <a:pPr>
                <a:defRPr/>
              </a:pPr>
              <a:t>‹#›</a:t>
            </a:fld>
            <a:endParaRPr lang="en-US"/>
          </a:p>
        </p:txBody>
      </p:sp>
      <p:pic>
        <p:nvPicPr>
          <p:cNvPr id="5" name="Picture 1" descr="Background 01-04.jpg"/>
          <p:cNvPicPr>
            <a:picLocks noChangeAspect="1"/>
          </p:cNvPicPr>
          <p:nvPr userDrawn="1"/>
        </p:nvPicPr>
        <p:blipFill>
          <a:blip r:embed="rId2" cstate="screen"/>
          <a:srcRect/>
          <a:stretch>
            <a:fillRect/>
          </a:stretch>
        </p:blipFill>
        <p:spPr bwMode="auto">
          <a:xfrm>
            <a:off x="0" y="0"/>
            <a:ext cx="10688638" cy="7556500"/>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20/12/2022</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 y="5257"/>
            <a:ext cx="11331112" cy="75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535094" y="3153814"/>
            <a:ext cx="8260933" cy="1260475"/>
          </a:xfrm>
        </p:spPr>
        <p:txBody>
          <a:bodyPr>
            <a:normAutofit/>
          </a:bodyPr>
          <a:lstStyle>
            <a:lvl1pPr>
              <a:defRPr sz="353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32940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1" descr="Background 01-02.jpg"/>
          <p:cNvPicPr>
            <a:picLocks noChangeAspect="1"/>
          </p:cNvPicPr>
          <p:nvPr userDrawn="1"/>
        </p:nvPicPr>
        <p:blipFill>
          <a:blip r:embed="rId10" cstate="screen"/>
          <a:srcRect/>
          <a:stretch>
            <a:fillRect/>
          </a:stretch>
        </p:blipFill>
        <p:spPr bwMode="auto">
          <a:xfrm>
            <a:off x="0" y="0"/>
            <a:ext cx="10688638" cy="7556500"/>
          </a:xfrm>
          <a:prstGeom prst="rect">
            <a:avLst/>
          </a:prstGeom>
          <a:noFill/>
          <a:ln w="9525">
            <a:noFill/>
            <a:miter lim="800000"/>
            <a:headEnd/>
            <a:tailEnd/>
          </a:ln>
        </p:spPr>
      </p:pic>
      <p:sp>
        <p:nvSpPr>
          <p:cNvPr id="1026" name="Title Placeholder 1"/>
          <p:cNvSpPr>
            <a:spLocks noGrp="1"/>
          </p:cNvSpPr>
          <p:nvPr>
            <p:ph type="title"/>
          </p:nvPr>
        </p:nvSpPr>
        <p:spPr bwMode="auto">
          <a:xfrm>
            <a:off x="1200151" y="596910"/>
            <a:ext cx="9618662" cy="1260475"/>
          </a:xfrm>
          <a:prstGeom prst="rect">
            <a:avLst/>
          </a:prstGeom>
          <a:noFill/>
          <a:ln w="9525">
            <a:noFill/>
            <a:miter lim="800000"/>
            <a:headEnd/>
            <a:tailEnd/>
          </a:ln>
        </p:spPr>
        <p:txBody>
          <a:bodyPr vert="horz" wrap="square" lIns="104287" tIns="52144" rIns="104287" bIns="52144"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1200151" y="1857384"/>
            <a:ext cx="9618662" cy="4991101"/>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34988" y="7010400"/>
            <a:ext cx="2493962" cy="401638"/>
          </a:xfrm>
          <a:prstGeom prst="rect">
            <a:avLst/>
          </a:prstGeom>
        </p:spPr>
        <p:txBody>
          <a:bodyPr vert="horz" wrap="square" lIns="104287" tIns="52144" rIns="104287" bIns="52144" numCol="1" anchor="ctr" anchorCtr="0" compatLnSpc="1">
            <a:prstTxWarp prst="textNoShape">
              <a:avLst/>
            </a:prstTxWarp>
          </a:bodyPr>
          <a:lstStyle>
            <a:lvl1pPr>
              <a:defRPr sz="1400" smtClean="0">
                <a:solidFill>
                  <a:srgbClr val="898989"/>
                </a:solidFill>
              </a:defRPr>
            </a:lvl1pPr>
          </a:lstStyle>
          <a:p>
            <a:pPr>
              <a:defRPr/>
            </a:pPr>
            <a:fld id="{22E5663C-481F-407A-A60F-1F041C634F4F}" type="datetimeFigureOut">
              <a:rPr lang="en-US"/>
              <a:pPr>
                <a:defRPr/>
              </a:pPr>
              <a:t>12/20/2022</a:t>
            </a:fld>
            <a:endParaRPr lang="en-US"/>
          </a:p>
        </p:txBody>
      </p:sp>
      <p:sp>
        <p:nvSpPr>
          <p:cNvPr id="5" name="Footer Placeholder 4"/>
          <p:cNvSpPr>
            <a:spLocks noGrp="1"/>
          </p:cNvSpPr>
          <p:nvPr>
            <p:ph type="ftr" sz="quarter" idx="3"/>
          </p:nvPr>
        </p:nvSpPr>
        <p:spPr>
          <a:xfrm>
            <a:off x="3651252" y="7010400"/>
            <a:ext cx="3386138" cy="401638"/>
          </a:xfrm>
          <a:prstGeom prst="rect">
            <a:avLst/>
          </a:prstGeom>
        </p:spPr>
        <p:txBody>
          <a:bodyPr vert="horz" lIns="104287" tIns="52144" rIns="104287" bIns="52144" rtlCol="0" anchor="ctr"/>
          <a:lstStyle>
            <a:lvl1pPr algn="ctr" defTabSz="521438" fontAlgn="auto">
              <a:spcBef>
                <a:spcPts val="0"/>
              </a:spcBef>
              <a:spcAft>
                <a:spcPts val="0"/>
              </a:spcAft>
              <a:defRPr sz="1400">
                <a:solidFill>
                  <a:schemeClr val="tx1">
                    <a:tint val="75000"/>
                  </a:schemeClr>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7659689" y="7010400"/>
            <a:ext cx="2493962" cy="401638"/>
          </a:xfrm>
          <a:prstGeom prst="rect">
            <a:avLst/>
          </a:prstGeom>
        </p:spPr>
        <p:txBody>
          <a:bodyPr vert="horz" wrap="square" lIns="104287" tIns="52144" rIns="104287" bIns="52144" numCol="1" anchor="ctr" anchorCtr="0" compatLnSpc="1">
            <a:prstTxWarp prst="textNoShape">
              <a:avLst/>
            </a:prstTxWarp>
          </a:bodyPr>
          <a:lstStyle>
            <a:lvl1pPr algn="r">
              <a:defRPr sz="1400" smtClean="0">
                <a:solidFill>
                  <a:srgbClr val="898989"/>
                </a:solidFill>
              </a:defRPr>
            </a:lvl1pPr>
          </a:lstStyle>
          <a:p>
            <a:pPr>
              <a:defRPr/>
            </a:pPr>
            <a:fld id="{F1FCD700-A755-4C30-8B04-5025159A3A5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520700" rtl="0" eaLnBrk="0" fontAlgn="base" hangingPunct="0">
        <a:spcBef>
          <a:spcPct val="0"/>
        </a:spcBef>
        <a:spcAft>
          <a:spcPct val="0"/>
        </a:spcAft>
        <a:defRPr sz="3200" kern="1200">
          <a:solidFill>
            <a:schemeClr val="tx1"/>
          </a:solidFill>
          <a:latin typeface="Open Sans"/>
          <a:ea typeface="MS PGothic" pitchFamily="34" charset="-128"/>
          <a:cs typeface="Open Sans"/>
        </a:defRPr>
      </a:lvl1pPr>
      <a:lvl2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2pPr>
      <a:lvl3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3pPr>
      <a:lvl4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4pPr>
      <a:lvl5pPr algn="ctr" defTabSz="520700" rtl="0" eaLnBrk="0" fontAlgn="base" hangingPunct="0">
        <a:spcBef>
          <a:spcPct val="0"/>
        </a:spcBef>
        <a:spcAft>
          <a:spcPct val="0"/>
        </a:spcAft>
        <a:defRPr sz="5001">
          <a:solidFill>
            <a:schemeClr val="tx1"/>
          </a:solidFill>
          <a:latin typeface="Calibri" charset="0"/>
          <a:ea typeface="MS PGothic" pitchFamily="34" charset="-128"/>
          <a:cs typeface="ＭＳ Ｐゴシック" charset="0"/>
        </a:defRPr>
      </a:lvl5pPr>
      <a:lvl6pPr marL="457201"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6pPr>
      <a:lvl7pPr marL="914402"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7pPr>
      <a:lvl8pPr marL="1371604"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8pPr>
      <a:lvl9pPr marL="1828804" algn="ctr" defTabSz="520700" rtl="0" fontAlgn="base">
        <a:spcBef>
          <a:spcPct val="0"/>
        </a:spcBef>
        <a:spcAft>
          <a:spcPct val="0"/>
        </a:spcAft>
        <a:defRPr sz="5001">
          <a:solidFill>
            <a:schemeClr val="tx1"/>
          </a:solidFill>
          <a:latin typeface="Calibri" charset="0"/>
          <a:ea typeface="ＭＳ Ｐゴシック" charset="0"/>
          <a:cs typeface="ＭＳ Ｐゴシック" charset="0"/>
        </a:defRPr>
      </a:lvl9pPr>
    </p:titleStyle>
    <p:bodyStyle>
      <a:lvl1pPr marL="390526" indent="-390526" algn="l" defTabSz="520700" rtl="0" eaLnBrk="0" fontAlgn="base" hangingPunct="0">
        <a:spcBef>
          <a:spcPct val="20000"/>
        </a:spcBef>
        <a:spcAft>
          <a:spcPct val="0"/>
        </a:spcAft>
        <a:buFont typeface="Arial" pitchFamily="34" charset="0"/>
        <a:buChar char="•"/>
        <a:defRPr sz="3601" kern="1200">
          <a:solidFill>
            <a:schemeClr val="tx1"/>
          </a:solidFill>
          <a:latin typeface="Open Sans"/>
          <a:ea typeface="MS PGothic" pitchFamily="34" charset="-128"/>
          <a:cs typeface="Open Sans"/>
        </a:defRPr>
      </a:lvl1pPr>
      <a:lvl2pPr marL="846141" indent="-325439" algn="l" defTabSz="520700" rtl="0" eaLnBrk="0" fontAlgn="base" hangingPunct="0">
        <a:spcBef>
          <a:spcPct val="20000"/>
        </a:spcBef>
        <a:spcAft>
          <a:spcPct val="0"/>
        </a:spcAft>
        <a:buFont typeface="Arial" pitchFamily="34" charset="0"/>
        <a:buChar char="–"/>
        <a:defRPr sz="3200" kern="1200">
          <a:solidFill>
            <a:schemeClr val="tx1"/>
          </a:solidFill>
          <a:latin typeface="Open Sans"/>
          <a:ea typeface="MS PGothic" pitchFamily="34" charset="-128"/>
          <a:cs typeface="+mn-cs"/>
        </a:defRPr>
      </a:lvl2pPr>
      <a:lvl3pPr marL="1303342" indent="-260351" algn="l" defTabSz="520700" rtl="0" eaLnBrk="0" fontAlgn="base" hangingPunct="0">
        <a:spcBef>
          <a:spcPct val="20000"/>
        </a:spcBef>
        <a:spcAft>
          <a:spcPct val="0"/>
        </a:spcAft>
        <a:buFont typeface="Arial" pitchFamily="34" charset="0"/>
        <a:buChar char="•"/>
        <a:defRPr sz="2700" kern="1200">
          <a:solidFill>
            <a:schemeClr val="tx1"/>
          </a:solidFill>
          <a:latin typeface="Open Sans"/>
          <a:ea typeface="MS PGothic" pitchFamily="34" charset="-128"/>
          <a:cs typeface="+mn-cs"/>
        </a:defRPr>
      </a:lvl3pPr>
      <a:lvl4pPr marL="1824042" indent="-260351"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4pPr>
      <a:lvl5pPr marL="2346331" indent="-260351"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5pPr>
      <a:lvl6pPr marL="2867909" indent="-260718" algn="l" defTabSz="521438" rtl="0" eaLnBrk="1" latinLnBrk="0" hangingPunct="1">
        <a:spcBef>
          <a:spcPct val="20000"/>
        </a:spcBef>
        <a:buFont typeface="Arial"/>
        <a:buChar char="•"/>
        <a:defRPr sz="2300" kern="1200">
          <a:solidFill>
            <a:schemeClr val="tx1"/>
          </a:solidFill>
          <a:latin typeface="+mn-lt"/>
          <a:ea typeface="+mn-ea"/>
          <a:cs typeface="+mn-cs"/>
        </a:defRPr>
      </a:lvl6pPr>
      <a:lvl7pPr marL="3389347" indent="-260718" algn="l" defTabSz="521438" rtl="0" eaLnBrk="1" latinLnBrk="0" hangingPunct="1">
        <a:spcBef>
          <a:spcPct val="20000"/>
        </a:spcBef>
        <a:buFont typeface="Arial"/>
        <a:buChar char="•"/>
        <a:defRPr sz="2300" kern="1200">
          <a:solidFill>
            <a:schemeClr val="tx1"/>
          </a:solidFill>
          <a:latin typeface="+mn-lt"/>
          <a:ea typeface="+mn-ea"/>
          <a:cs typeface="+mn-cs"/>
        </a:defRPr>
      </a:lvl7pPr>
      <a:lvl8pPr marL="3910785" indent="-260718" algn="l" defTabSz="521438" rtl="0" eaLnBrk="1" latinLnBrk="0" hangingPunct="1">
        <a:spcBef>
          <a:spcPct val="20000"/>
        </a:spcBef>
        <a:buFont typeface="Arial"/>
        <a:buChar char="•"/>
        <a:defRPr sz="2300" kern="1200">
          <a:solidFill>
            <a:schemeClr val="tx1"/>
          </a:solidFill>
          <a:latin typeface="+mn-lt"/>
          <a:ea typeface="+mn-ea"/>
          <a:cs typeface="+mn-cs"/>
        </a:defRPr>
      </a:lvl8pPr>
      <a:lvl9pPr marL="4432223" indent="-260718" algn="l" defTabSz="521438" rtl="0" eaLnBrk="1" latinLnBrk="0" hangingPunct="1">
        <a:spcBef>
          <a:spcPct val="20000"/>
        </a:spcBef>
        <a:buFont typeface="Arial"/>
        <a:buChar char="•"/>
        <a:defRPr sz="2300" kern="1200">
          <a:solidFill>
            <a:schemeClr val="tx1"/>
          </a:solidFill>
          <a:latin typeface="+mn-lt"/>
          <a:ea typeface="+mn-ea"/>
          <a:cs typeface="+mn-cs"/>
        </a:defRPr>
      </a:lvl9pPr>
    </p:bodyStyle>
    <p:otherStyle>
      <a:defPPr>
        <a:defRPr lang="en-US"/>
      </a:defPPr>
      <a:lvl1pPr marL="0" algn="l" defTabSz="521438" rtl="0" eaLnBrk="1" latinLnBrk="0" hangingPunct="1">
        <a:defRPr sz="2100" kern="1200">
          <a:solidFill>
            <a:schemeClr val="tx1"/>
          </a:solidFill>
          <a:latin typeface="+mn-lt"/>
          <a:ea typeface="+mn-ea"/>
          <a:cs typeface="+mn-cs"/>
        </a:defRPr>
      </a:lvl1pPr>
      <a:lvl2pPr marL="521438" algn="l" defTabSz="521438" rtl="0" eaLnBrk="1" latinLnBrk="0" hangingPunct="1">
        <a:defRPr sz="2100" kern="1200">
          <a:solidFill>
            <a:schemeClr val="tx1"/>
          </a:solidFill>
          <a:latin typeface="+mn-lt"/>
          <a:ea typeface="+mn-ea"/>
          <a:cs typeface="+mn-cs"/>
        </a:defRPr>
      </a:lvl2pPr>
      <a:lvl3pPr marL="1042876" algn="l" defTabSz="521438" rtl="0" eaLnBrk="1" latinLnBrk="0" hangingPunct="1">
        <a:defRPr sz="2100" kern="1200">
          <a:solidFill>
            <a:schemeClr val="tx1"/>
          </a:solidFill>
          <a:latin typeface="+mn-lt"/>
          <a:ea typeface="+mn-ea"/>
          <a:cs typeface="+mn-cs"/>
        </a:defRPr>
      </a:lvl3pPr>
      <a:lvl4pPr marL="1564314" algn="l" defTabSz="521438" rtl="0" eaLnBrk="1" latinLnBrk="0" hangingPunct="1">
        <a:defRPr sz="2100" kern="1200">
          <a:solidFill>
            <a:schemeClr val="tx1"/>
          </a:solidFill>
          <a:latin typeface="+mn-lt"/>
          <a:ea typeface="+mn-ea"/>
          <a:cs typeface="+mn-cs"/>
        </a:defRPr>
      </a:lvl4pPr>
      <a:lvl5pPr marL="2085751" algn="l" defTabSz="521438" rtl="0" eaLnBrk="1" latinLnBrk="0" hangingPunct="1">
        <a:defRPr sz="2100" kern="1200">
          <a:solidFill>
            <a:schemeClr val="tx1"/>
          </a:solidFill>
          <a:latin typeface="+mn-lt"/>
          <a:ea typeface="+mn-ea"/>
          <a:cs typeface="+mn-cs"/>
        </a:defRPr>
      </a:lvl5pPr>
      <a:lvl6pPr marL="2607191" algn="l" defTabSz="521438" rtl="0" eaLnBrk="1" latinLnBrk="0" hangingPunct="1">
        <a:defRPr sz="2100" kern="1200">
          <a:solidFill>
            <a:schemeClr val="tx1"/>
          </a:solidFill>
          <a:latin typeface="+mn-lt"/>
          <a:ea typeface="+mn-ea"/>
          <a:cs typeface="+mn-cs"/>
        </a:defRPr>
      </a:lvl6pPr>
      <a:lvl7pPr marL="3128629" algn="l" defTabSz="521438" rtl="0" eaLnBrk="1" latinLnBrk="0" hangingPunct="1">
        <a:defRPr sz="2100" kern="1200">
          <a:solidFill>
            <a:schemeClr val="tx1"/>
          </a:solidFill>
          <a:latin typeface="+mn-lt"/>
          <a:ea typeface="+mn-ea"/>
          <a:cs typeface="+mn-cs"/>
        </a:defRPr>
      </a:lvl7pPr>
      <a:lvl8pPr marL="3650066" algn="l" defTabSz="521438" rtl="0" eaLnBrk="1" latinLnBrk="0" hangingPunct="1">
        <a:defRPr sz="2100" kern="1200">
          <a:solidFill>
            <a:schemeClr val="tx1"/>
          </a:solidFill>
          <a:latin typeface="+mn-lt"/>
          <a:ea typeface="+mn-ea"/>
          <a:cs typeface="+mn-cs"/>
        </a:defRPr>
      </a:lvl8pPr>
      <a:lvl9pPr marL="4171505" algn="l" defTabSz="521438"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5">
            <a:extLst>
              <a:ext uri="{FF2B5EF4-FFF2-40B4-BE49-F238E27FC236}">
                <a16:creationId xmlns:a16="http://schemas.microsoft.com/office/drawing/2014/main" id="{A8E11B89-3F7C-070B-9109-328EF6A2C774}"/>
              </a:ext>
            </a:extLst>
          </p:cNvPr>
          <p:cNvSpPr>
            <a:spLocks noGrp="1"/>
          </p:cNvSpPr>
          <p:nvPr>
            <p:ph type="title"/>
          </p:nvPr>
        </p:nvSpPr>
        <p:spPr>
          <a:xfrm>
            <a:off x="2149780" y="2015900"/>
            <a:ext cx="8286748" cy="819237"/>
          </a:xfrm>
        </p:spPr>
        <p:txBody>
          <a:bodyPr/>
          <a:lstStyle/>
          <a:p>
            <a:pPr marL="160020"/>
            <a:r>
              <a:rPr lang="en-US" sz="4000" dirty="0">
                <a:effectLst/>
                <a:latin typeface="Arial" panose="020B0604020202020204" pitchFamily="34" charset="0"/>
                <a:ea typeface="Times New Roman" panose="02020603050405020304" pitchFamily="18" charset="0"/>
                <a:cs typeface="Times New Roman" panose="02020603050405020304" pitchFamily="18" charset="0"/>
              </a:rPr>
              <a:t>Computer Security Principles</a:t>
            </a:r>
            <a:endParaRPr lang="en-ID" sz="4000" dirty="0">
              <a:effectLst/>
              <a:latin typeface="Verdana" panose="020B0604030504040204" pitchFamily="34" charset="0"/>
              <a:ea typeface="Times New Roman" panose="02020603050405020304" pitchFamily="18" charset="0"/>
              <a:cs typeface="Times New Roman" panose="02020603050405020304" pitchFamily="18" charset="0"/>
            </a:endParaRPr>
          </a:p>
        </p:txBody>
      </p:sp>
      <p:sp>
        <p:nvSpPr>
          <p:cNvPr id="15" name="Text Placeholder 6">
            <a:extLst>
              <a:ext uri="{FF2B5EF4-FFF2-40B4-BE49-F238E27FC236}">
                <a16:creationId xmlns:a16="http://schemas.microsoft.com/office/drawing/2014/main" id="{A9965367-0D54-1233-7100-E845F639A86A}"/>
              </a:ext>
            </a:extLst>
          </p:cNvPr>
          <p:cNvSpPr>
            <a:spLocks noGrp="1"/>
          </p:cNvSpPr>
          <p:nvPr>
            <p:ph type="body" sz="quarter" idx="10"/>
          </p:nvPr>
        </p:nvSpPr>
        <p:spPr>
          <a:xfrm>
            <a:off x="2400300" y="4462536"/>
            <a:ext cx="8036228" cy="642864"/>
          </a:xfrm>
        </p:spPr>
        <p:txBody>
          <a:bodyPr/>
          <a:lstStyle/>
          <a:p>
            <a:r>
              <a:rPr lang="en-US" sz="3200" dirty="0"/>
              <a:t>Securing Wireless Network</a:t>
            </a:r>
            <a:endParaRPr lang="id-ID" sz="3200" dirty="0"/>
          </a:p>
        </p:txBody>
      </p:sp>
      <p:sp>
        <p:nvSpPr>
          <p:cNvPr id="16" name="Text Placeholder 9">
            <a:extLst>
              <a:ext uri="{FF2B5EF4-FFF2-40B4-BE49-F238E27FC236}">
                <a16:creationId xmlns:a16="http://schemas.microsoft.com/office/drawing/2014/main" id="{3D0756CA-8A0F-B909-52F0-DD7F308A9220}"/>
              </a:ext>
            </a:extLst>
          </p:cNvPr>
          <p:cNvSpPr>
            <a:spLocks noGrp="1"/>
          </p:cNvSpPr>
          <p:nvPr>
            <p:ph type="body" sz="quarter" idx="11"/>
          </p:nvPr>
        </p:nvSpPr>
        <p:spPr>
          <a:xfrm>
            <a:off x="2400300" y="2879439"/>
            <a:ext cx="8286748" cy="453920"/>
          </a:xfrm>
        </p:spPr>
        <p:txBody>
          <a:bodyPr/>
          <a:lstStyle/>
          <a:p>
            <a:r>
              <a:rPr lang="en-US" dirty="0"/>
              <a:t>COMP6824001</a:t>
            </a:r>
            <a:endParaRPr lang="id-ID" dirty="0"/>
          </a:p>
        </p:txBody>
      </p:sp>
      <p:sp>
        <p:nvSpPr>
          <p:cNvPr id="17" name="Text Placeholder 8">
            <a:extLst>
              <a:ext uri="{FF2B5EF4-FFF2-40B4-BE49-F238E27FC236}">
                <a16:creationId xmlns:a16="http://schemas.microsoft.com/office/drawing/2014/main" id="{8552E864-4412-E90E-C4B7-1F07C9BCB08F}"/>
              </a:ext>
            </a:extLst>
          </p:cNvPr>
          <p:cNvSpPr>
            <a:spLocks noGrp="1"/>
          </p:cNvSpPr>
          <p:nvPr>
            <p:ph type="body" sz="quarter" idx="12"/>
          </p:nvPr>
        </p:nvSpPr>
        <p:spPr>
          <a:xfrm>
            <a:off x="2400298" y="5105400"/>
            <a:ext cx="8286750" cy="453920"/>
          </a:xfrm>
        </p:spPr>
        <p:txBody>
          <a:bodyPr/>
          <a:lstStyle/>
          <a:p>
            <a:r>
              <a:rPr lang="en-US" dirty="0"/>
              <a:t>Session 10</a:t>
            </a:r>
            <a:endParaRPr lang="id-ID"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4782" y="1764336"/>
            <a:ext cx="8219073" cy="4954066"/>
          </a:xfrm>
        </p:spPr>
        <p:txBody>
          <a:bodyPr>
            <a:normAutofit/>
          </a:bodyPr>
          <a:lstStyle/>
          <a:p>
            <a:pPr algn="ctr"/>
            <a:r>
              <a:rPr lang="en-US" sz="2647" b="1" dirty="0">
                <a:solidFill>
                  <a:srgbClr val="0070C0"/>
                </a:solidFill>
              </a:rPr>
              <a:t>These slides have been adapted from:</a:t>
            </a:r>
            <a:br>
              <a:rPr lang="en-US" sz="2647" b="1" dirty="0">
                <a:solidFill>
                  <a:srgbClr val="0070C0"/>
                </a:solidFill>
              </a:rPr>
            </a:br>
            <a:br>
              <a:rPr lang="en-US" sz="2647" b="1" dirty="0">
                <a:solidFill>
                  <a:srgbClr val="0070C0"/>
                </a:solidFill>
              </a:rPr>
            </a:br>
            <a:r>
              <a:rPr lang="en-US" sz="2647" b="1" dirty="0" err="1">
                <a:solidFill>
                  <a:srgbClr val="0070C0"/>
                </a:solidFill>
              </a:rPr>
              <a:t>Panek</a:t>
            </a:r>
            <a:r>
              <a:rPr lang="en-US" sz="2647" b="1" dirty="0">
                <a:solidFill>
                  <a:srgbClr val="0070C0"/>
                </a:solidFill>
              </a:rPr>
              <a:t>, Crystal. (2019). Security Fundamental, John Wiley &amp; Sons, Inc. Indianapolis. ISBN: 978-1-119-65066-9</a:t>
            </a:r>
            <a:br>
              <a:rPr lang="en-US" sz="2647" b="1" dirty="0">
                <a:solidFill>
                  <a:srgbClr val="0070C0"/>
                </a:solidFill>
              </a:rPr>
            </a:br>
            <a:br>
              <a:rPr lang="en-US" sz="2647" b="1" dirty="0">
                <a:solidFill>
                  <a:srgbClr val="0070C0"/>
                </a:solidFill>
              </a:rPr>
            </a:br>
            <a:r>
              <a:rPr lang="en-US" sz="2647" b="1" dirty="0">
                <a:solidFill>
                  <a:srgbClr val="0070C0"/>
                </a:solidFill>
              </a:rPr>
              <a:t>Lesson 4</a:t>
            </a:r>
            <a:br>
              <a:rPr lang="en-US" sz="2647" b="1" dirty="0">
                <a:solidFill>
                  <a:srgbClr val="0070C0"/>
                </a:solidFill>
              </a:rPr>
            </a:br>
            <a:endParaRPr lang="id-ID" b="1" dirty="0">
              <a:solidFill>
                <a:srgbClr val="0070C0"/>
              </a:solidFill>
            </a:endParaRPr>
          </a:p>
        </p:txBody>
      </p:sp>
      <p:sp>
        <p:nvSpPr>
          <p:cNvPr id="5" name="TextBox 4"/>
          <p:cNvSpPr txBox="1"/>
          <p:nvPr/>
        </p:nvSpPr>
        <p:spPr>
          <a:xfrm>
            <a:off x="3055680" y="899999"/>
            <a:ext cx="4577279" cy="771109"/>
          </a:xfrm>
          <a:prstGeom prst="rect">
            <a:avLst/>
          </a:prstGeom>
          <a:noFill/>
        </p:spPr>
        <p:txBody>
          <a:bodyPr wrap="none" rtlCol="0">
            <a:spAutoFit/>
          </a:bodyPr>
          <a:lstStyle/>
          <a:p>
            <a:r>
              <a:rPr lang="en-US" sz="4411" b="1" dirty="0"/>
              <a:t>Acknowledgement</a:t>
            </a:r>
          </a:p>
        </p:txBody>
      </p:sp>
    </p:spTree>
    <p:extLst>
      <p:ext uri="{BB962C8B-B14F-4D97-AF65-F5344CB8AC3E}">
        <p14:creationId xmlns:p14="http://schemas.microsoft.com/office/powerpoint/2010/main" val="21935031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72047" y="1188538"/>
            <a:ext cx="9153544" cy="5185774"/>
          </a:xfrm>
        </p:spPr>
        <p:txBody>
          <a:bodyPr>
            <a:noAutofit/>
          </a:bodyPr>
          <a:lstStyle/>
          <a:p>
            <a:r>
              <a:rPr lang="en-US" sz="2800" dirty="0"/>
              <a:t>-	Service Set Identifier (SSID)</a:t>
            </a:r>
            <a:br>
              <a:rPr lang="en-US" sz="2800" dirty="0"/>
            </a:br>
            <a:r>
              <a:rPr lang="en-US" sz="2800" dirty="0"/>
              <a:t>-	Understanding Keys</a:t>
            </a:r>
            <a:br>
              <a:rPr lang="en-US" sz="2800" dirty="0"/>
            </a:br>
            <a:r>
              <a:rPr lang="en-US" sz="2800" dirty="0"/>
              <a:t>-	MAC Filters</a:t>
            </a:r>
            <a:br>
              <a:rPr lang="en-US" sz="2800" dirty="0"/>
            </a:br>
            <a:r>
              <a:rPr lang="en-US" sz="2800" dirty="0"/>
              <a:t>-	The Advantages and Disadvantages of Specific Security Types</a:t>
            </a:r>
            <a:br>
              <a:rPr lang="en-US" sz="2800" dirty="0"/>
            </a:br>
            <a:r>
              <a:rPr lang="en-US" sz="2800" dirty="0"/>
              <a:t>-	Wireless Security</a:t>
            </a:r>
            <a:br>
              <a:rPr lang="en-US" sz="2800" dirty="0"/>
            </a:br>
            <a:r>
              <a:rPr lang="en-US" sz="2800" dirty="0"/>
              <a:t>-	Mobile Device Security</a:t>
            </a:r>
            <a:br>
              <a:rPr lang="en-US" sz="2800" dirty="0"/>
            </a:br>
            <a:r>
              <a:rPr lang="en-US" sz="2800" dirty="0"/>
              <a:t>-	IEEE 802.11i Wireless LAN Security</a:t>
            </a:r>
          </a:p>
        </p:txBody>
      </p:sp>
      <p:sp>
        <p:nvSpPr>
          <p:cNvPr id="2" name="TextBox 1">
            <a:extLst>
              <a:ext uri="{FF2B5EF4-FFF2-40B4-BE49-F238E27FC236}">
                <a16:creationId xmlns:a16="http://schemas.microsoft.com/office/drawing/2014/main" id="{E532C5C5-4B1F-03A1-1DA9-78BEE1D3BEB2}"/>
              </a:ext>
            </a:extLst>
          </p:cNvPr>
          <p:cNvSpPr txBox="1"/>
          <p:nvPr/>
        </p:nvSpPr>
        <p:spPr>
          <a:xfrm>
            <a:off x="4797628" y="264837"/>
            <a:ext cx="2628476" cy="771109"/>
          </a:xfrm>
          <a:prstGeom prst="rect">
            <a:avLst/>
          </a:prstGeom>
          <a:noFill/>
        </p:spPr>
        <p:txBody>
          <a:bodyPr wrap="none" rtlCol="0">
            <a:spAutoFit/>
          </a:bodyPr>
          <a:lstStyle/>
          <a:p>
            <a:pPr algn="ctr"/>
            <a:r>
              <a:rPr lang="en-US" sz="4411" b="1" dirty="0"/>
              <a:t>Sub Topics</a:t>
            </a:r>
          </a:p>
        </p:txBody>
      </p:sp>
    </p:spTree>
    <p:extLst>
      <p:ext uri="{BB962C8B-B14F-4D97-AF65-F5344CB8AC3E}">
        <p14:creationId xmlns:p14="http://schemas.microsoft.com/office/powerpoint/2010/main" val="758115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976" y="223215"/>
            <a:ext cx="9618662" cy="1260475"/>
          </a:xfrm>
        </p:spPr>
        <p:txBody>
          <a:bodyPr/>
          <a:lstStyle/>
          <a:p>
            <a:pPr algn="ctr"/>
            <a:r>
              <a:rPr lang="en-US" sz="3600" b="1" dirty="0"/>
              <a:t>Service Set Identifier (SSID)</a:t>
            </a:r>
            <a:endParaRPr lang="id-ID" sz="3600" b="1" dirty="0"/>
          </a:p>
        </p:txBody>
      </p:sp>
      <p:sp>
        <p:nvSpPr>
          <p:cNvPr id="3" name="Content Placeholder 2"/>
          <p:cNvSpPr>
            <a:spLocks noGrp="1"/>
          </p:cNvSpPr>
          <p:nvPr>
            <p:ph idx="1"/>
          </p:nvPr>
        </p:nvSpPr>
        <p:spPr>
          <a:xfrm>
            <a:off x="1069976" y="1499749"/>
            <a:ext cx="4754627" cy="5189150"/>
          </a:xfrm>
        </p:spPr>
        <p:txBody>
          <a:bodyPr/>
          <a:lstStyle/>
          <a:p>
            <a:pPr algn="just"/>
            <a:r>
              <a:rPr lang="en-US" sz="2000" b="0" i="0" u="none" strike="noStrike" baseline="0" dirty="0">
                <a:latin typeface="Open Sans" panose="020B0606030504020204" pitchFamily="34" charset="0"/>
                <a:ea typeface="Open Sans" panose="020B0606030504020204" pitchFamily="34" charset="0"/>
                <a:cs typeface="Open Sans" panose="020B0606030504020204" pitchFamily="34" charset="0"/>
              </a:rPr>
              <a:t>The most basic component of the wireless network is the SSID (Service Set </a:t>
            </a:r>
            <a:r>
              <a:rPr lang="en-US" sz="2000" b="0" i="0" u="none" strike="noStrike" baseline="0" dirty="0" err="1">
                <a:latin typeface="Open Sans" panose="020B0606030504020204" pitchFamily="34" charset="0"/>
                <a:ea typeface="Open Sans" panose="020B0606030504020204" pitchFamily="34" charset="0"/>
                <a:cs typeface="Open Sans" panose="020B0606030504020204" pitchFamily="34" charset="0"/>
              </a:rPr>
              <a:t>IDentifier</a:t>
            </a:r>
            <a:r>
              <a:rPr lang="en-US" sz="2000" b="0" i="0" u="none" strike="noStrike" baseline="0" dirty="0">
                <a:latin typeface="Open Sans" panose="020B0606030504020204" pitchFamily="34" charset="0"/>
                <a:ea typeface="Open Sans" panose="020B0606030504020204" pitchFamily="34" charset="0"/>
                <a:cs typeface="Open Sans" panose="020B0606030504020204" pitchFamily="34" charset="0"/>
              </a:rPr>
              <a:t>). </a:t>
            </a:r>
          </a:p>
          <a:p>
            <a:pPr algn="just"/>
            <a:r>
              <a:rPr lang="en-US" sz="2000" b="0" i="0" u="none" strike="noStrike" baseline="0" dirty="0">
                <a:latin typeface="Open Sans" panose="020B0606030504020204" pitchFamily="34" charset="0"/>
                <a:ea typeface="Open Sans" panose="020B0606030504020204" pitchFamily="34" charset="0"/>
                <a:cs typeface="Open Sans" panose="020B0606030504020204" pitchFamily="34" charset="0"/>
              </a:rPr>
              <a:t>The SSID is defined in the IEEE 802.11 standard as a name for the WLAN. It does not provide any inherent security capabilities, although specifying the SSID name of the WLAN you want to connect to will ensure that you connect to the correct WLAN.</a:t>
            </a:r>
          </a:p>
          <a:p>
            <a:pPr algn="just"/>
            <a:r>
              <a:rPr lang="en-US" sz="2000" dirty="0">
                <a:latin typeface="Open Sans" panose="020B0606030504020204" pitchFamily="34" charset="0"/>
                <a:ea typeface="Open Sans" panose="020B0606030504020204" pitchFamily="34" charset="0"/>
                <a:cs typeface="Open Sans" panose="020B0606030504020204" pitchFamily="34" charset="0"/>
              </a:rPr>
              <a:t>The Service Set Identifier (SSID) is a case-sensitive text string with a max length of 32 characters that can be made up of either letters, numbers, or both.</a:t>
            </a:r>
          </a:p>
          <a:p>
            <a:pPr algn="just"/>
            <a:endParaRPr lang="id-ID" sz="2000" dirty="0">
              <a:latin typeface="Open Sans" panose="020B0606030504020204" pitchFamily="34" charset="0"/>
              <a:ea typeface="Open Sans" panose="020B0606030504020204" pitchFamily="34" charset="0"/>
              <a:cs typeface="Open Sans" panose="020B0606030504020204" pitchFamily="34" charset="0"/>
            </a:endParaRPr>
          </a:p>
        </p:txBody>
      </p:sp>
      <p:pic>
        <p:nvPicPr>
          <p:cNvPr id="6" name="Picture 5">
            <a:extLst>
              <a:ext uri="{FF2B5EF4-FFF2-40B4-BE49-F238E27FC236}">
                <a16:creationId xmlns:a16="http://schemas.microsoft.com/office/drawing/2014/main" id="{1389CABE-C946-CD36-05B1-611ABEB323E4}"/>
              </a:ext>
            </a:extLst>
          </p:cNvPr>
          <p:cNvPicPr>
            <a:picLocks noChangeAspect="1"/>
          </p:cNvPicPr>
          <p:nvPr/>
        </p:nvPicPr>
        <p:blipFill>
          <a:blip r:embed="rId3"/>
          <a:stretch>
            <a:fillRect/>
          </a:stretch>
        </p:blipFill>
        <p:spPr>
          <a:xfrm>
            <a:off x="6468900" y="2882854"/>
            <a:ext cx="3149762" cy="1797142"/>
          </a:xfrm>
          <a:prstGeom prst="rect">
            <a:avLst/>
          </a:prstGeom>
        </p:spPr>
      </p:pic>
      <p:sp>
        <p:nvSpPr>
          <p:cNvPr id="9" name="TextBox 8">
            <a:extLst>
              <a:ext uri="{FF2B5EF4-FFF2-40B4-BE49-F238E27FC236}">
                <a16:creationId xmlns:a16="http://schemas.microsoft.com/office/drawing/2014/main" id="{9DAE3FD2-F325-40B4-E7C1-017BF5616D01}"/>
              </a:ext>
            </a:extLst>
          </p:cNvPr>
          <p:cNvSpPr txBox="1"/>
          <p:nvPr/>
        </p:nvSpPr>
        <p:spPr>
          <a:xfrm>
            <a:off x="6146751" y="4679996"/>
            <a:ext cx="3794059" cy="400110"/>
          </a:xfrm>
          <a:prstGeom prst="rect">
            <a:avLst/>
          </a:prstGeom>
          <a:noFill/>
        </p:spPr>
        <p:txBody>
          <a:bodyPr wrap="square">
            <a:spAutoFit/>
          </a:bodyPr>
          <a:lstStyle/>
          <a:p>
            <a:pPr algn="ctr"/>
            <a:r>
              <a:rPr lang="en-US" sz="2000" dirty="0">
                <a:latin typeface="Open Sans" panose="020B0606030504020204" pitchFamily="34" charset="0"/>
                <a:ea typeface="Open Sans" panose="020B0606030504020204" pitchFamily="34" charset="0"/>
                <a:cs typeface="Open Sans" panose="020B0606030504020204" pitchFamily="34" charset="0"/>
              </a:rPr>
              <a:t>Figure: Example of SSID </a:t>
            </a:r>
            <a:r>
              <a:rPr lang="en-US" sz="2000" dirty="0" err="1">
                <a:latin typeface="Open Sans" panose="020B0606030504020204" pitchFamily="34" charset="0"/>
                <a:ea typeface="Open Sans" panose="020B0606030504020204" pitchFamily="34" charset="0"/>
                <a:cs typeface="Open Sans" panose="020B0606030504020204" pitchFamily="34" charset="0"/>
              </a:rPr>
              <a:t>WiFi</a:t>
            </a:r>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560658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BF7B3B2-9E3C-E377-927D-4FADA0CA55DC}"/>
              </a:ext>
            </a:extLst>
          </p:cNvPr>
          <p:cNvSpPr>
            <a:spLocks noGrp="1"/>
          </p:cNvSpPr>
          <p:nvPr>
            <p:ph type="title"/>
          </p:nvPr>
        </p:nvSpPr>
        <p:spPr>
          <a:xfrm>
            <a:off x="2239904" y="263047"/>
            <a:ext cx="7579678" cy="656115"/>
          </a:xfrm>
        </p:spPr>
        <p:txBody>
          <a:bodyPr/>
          <a:lstStyle/>
          <a:p>
            <a:pPr algn="ctr"/>
            <a:r>
              <a:rPr lang="en-US" b="1" dirty="0"/>
              <a:t>Understanding Keys</a:t>
            </a:r>
            <a:endParaRPr lang="en-ID" dirty="0"/>
          </a:p>
        </p:txBody>
      </p:sp>
      <p:sp>
        <p:nvSpPr>
          <p:cNvPr id="4" name="TextBox 3">
            <a:extLst>
              <a:ext uri="{FF2B5EF4-FFF2-40B4-BE49-F238E27FC236}">
                <a16:creationId xmlns:a16="http://schemas.microsoft.com/office/drawing/2014/main" id="{649A4324-A905-3342-BE54-859B9F83D421}"/>
              </a:ext>
            </a:extLst>
          </p:cNvPr>
          <p:cNvSpPr txBox="1"/>
          <p:nvPr/>
        </p:nvSpPr>
        <p:spPr>
          <a:xfrm>
            <a:off x="1376398" y="1343677"/>
            <a:ext cx="5635889" cy="1200329"/>
          </a:xfrm>
          <a:prstGeom prst="rect">
            <a:avLst/>
          </a:prstGeom>
          <a:noFill/>
        </p:spPr>
        <p:txBody>
          <a:bodyPr wrap="square">
            <a:spAutoFit/>
          </a:bodyPr>
          <a:lstStyle/>
          <a:p>
            <a:pPr algn="just"/>
            <a:r>
              <a:rPr lang="en-US" sz="1800" dirty="0"/>
              <a:t>The best available security mechanism for securing a WLAN is to use authentication and encryption. WLANs provide three key-based security mechanisms to provide that security.</a:t>
            </a:r>
            <a:endParaRPr lang="en-ID" sz="1800" dirty="0"/>
          </a:p>
        </p:txBody>
      </p:sp>
      <p:graphicFrame>
        <p:nvGraphicFramePr>
          <p:cNvPr id="5" name="Diagram 4">
            <a:extLst>
              <a:ext uri="{FF2B5EF4-FFF2-40B4-BE49-F238E27FC236}">
                <a16:creationId xmlns:a16="http://schemas.microsoft.com/office/drawing/2014/main" id="{AF82A765-CE50-D525-D534-65A7C7B7885B}"/>
              </a:ext>
            </a:extLst>
          </p:cNvPr>
          <p:cNvGraphicFramePr/>
          <p:nvPr>
            <p:extLst>
              <p:ext uri="{D42A27DB-BD31-4B8C-83A1-F6EECF244321}">
                <p14:modId xmlns:p14="http://schemas.microsoft.com/office/powerpoint/2010/main" val="1217101592"/>
              </p:ext>
            </p:extLst>
          </p:nvPr>
        </p:nvGraphicFramePr>
        <p:xfrm>
          <a:off x="3211798" y="2952824"/>
          <a:ext cx="5635889" cy="32034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4642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BF7B3B2-9E3C-E377-927D-4FADA0CA55DC}"/>
              </a:ext>
            </a:extLst>
          </p:cNvPr>
          <p:cNvSpPr>
            <a:spLocks noGrp="1"/>
          </p:cNvSpPr>
          <p:nvPr>
            <p:ph type="title"/>
          </p:nvPr>
        </p:nvSpPr>
        <p:spPr>
          <a:xfrm>
            <a:off x="2239904" y="263047"/>
            <a:ext cx="7579678" cy="656115"/>
          </a:xfrm>
        </p:spPr>
        <p:txBody>
          <a:bodyPr/>
          <a:lstStyle/>
          <a:p>
            <a:pPr algn="ctr"/>
            <a:r>
              <a:rPr lang="en-US" b="1" dirty="0"/>
              <a:t>WEP (Wired Equivalent Privacy)</a:t>
            </a:r>
          </a:p>
        </p:txBody>
      </p:sp>
      <p:sp>
        <p:nvSpPr>
          <p:cNvPr id="4" name="TextBox 3">
            <a:extLst>
              <a:ext uri="{FF2B5EF4-FFF2-40B4-BE49-F238E27FC236}">
                <a16:creationId xmlns:a16="http://schemas.microsoft.com/office/drawing/2014/main" id="{649A4324-A905-3342-BE54-859B9F83D421}"/>
              </a:ext>
            </a:extLst>
          </p:cNvPr>
          <p:cNvSpPr txBox="1"/>
          <p:nvPr/>
        </p:nvSpPr>
        <p:spPr>
          <a:xfrm>
            <a:off x="1376397" y="1343677"/>
            <a:ext cx="8281169" cy="4832092"/>
          </a:xfrm>
          <a:prstGeom prst="rect">
            <a:avLst/>
          </a:prstGeom>
          <a:noFill/>
        </p:spPr>
        <p:txBody>
          <a:bodyPr wrap="square">
            <a:spAutoFit/>
          </a:bodyPr>
          <a:lstStyle/>
          <a:p>
            <a:pPr marL="285750" indent="-285750" algn="just">
              <a:buFont typeface="Arial" panose="020B0604020202020204" pitchFamily="34" charset="0"/>
              <a:buChar char="•"/>
            </a:pPr>
            <a:r>
              <a:rPr lang="en-US" sz="24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Wired Equivalent Privacy (WEP) is a security standard for wireless networks or </a:t>
            </a:r>
            <a:r>
              <a:rPr lang="en-US" sz="2400" b="0" i="0" dirty="0" err="1">
                <a:solidFill>
                  <a:srgbClr val="000000"/>
                </a:solidFill>
                <a:effectLst/>
                <a:latin typeface="Open Sans" panose="020B0606030504020204" pitchFamily="34" charset="0"/>
                <a:ea typeface="Open Sans" panose="020B0606030504020204" pitchFamily="34" charset="0"/>
                <a:cs typeface="Open Sans" panose="020B0606030504020204" pitchFamily="34" charset="0"/>
              </a:rPr>
              <a:t>WiFi</a:t>
            </a:r>
            <a:r>
              <a:rPr lang="en-US" sz="24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a:t>
            </a:r>
          </a:p>
          <a:p>
            <a:pPr marL="285750" indent="-285750" algn="just">
              <a:buFont typeface="Arial" panose="020B0604020202020204" pitchFamily="34" charset="0"/>
              <a:buChar char="•"/>
            </a:pPr>
            <a:r>
              <a:rPr lang="en-US" sz="2400" dirty="0">
                <a:latin typeface="Open Sans" panose="020B0606030504020204" pitchFamily="34" charset="0"/>
                <a:ea typeface="Open Sans" panose="020B0606030504020204" pitchFamily="34" charset="0"/>
                <a:cs typeface="Open Sans" panose="020B0606030504020204" pitchFamily="34" charset="0"/>
              </a:rPr>
              <a:t>The very first security capability available to WLAN users was WEP (Wired Equivalent Privacy)</a:t>
            </a:r>
          </a:p>
          <a:p>
            <a:pPr marL="285750" indent="-285750" algn="just">
              <a:buFont typeface="Arial" panose="020B0604020202020204" pitchFamily="34" charset="0"/>
              <a:buChar char="•"/>
            </a:pPr>
            <a:r>
              <a:rPr lang="en-US" sz="24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WEP was included as part of the original IEEE 802.11 standard and was intended to provide privacy.</a:t>
            </a:r>
          </a:p>
          <a:p>
            <a:pPr marL="285750" indent="-285750" algn="just">
              <a:buFont typeface="Arial" panose="020B0604020202020204" pitchFamily="34" charset="0"/>
              <a:buChar char="•"/>
            </a:pPr>
            <a:r>
              <a:rPr lang="en-US" sz="2400" b="0" i="0" dirty="0">
                <a:solidFill>
                  <a:srgbClr val="000000"/>
                </a:solidFill>
                <a:effectLst/>
                <a:latin typeface="Open Sans" panose="020B0606030504020204" pitchFamily="34" charset="0"/>
                <a:ea typeface="Open Sans" panose="020B0606030504020204" pitchFamily="34" charset="0"/>
                <a:cs typeface="Open Sans" panose="020B0606030504020204" pitchFamily="34" charset="0"/>
              </a:rPr>
              <a:t>The flaw in WEP makes it relatively easy for an attacker to crack the encryption and access the wireless network, so it is generally only used if no other solution is available (WEP is better than nothing) or the WLAN is being used with older devices, or devices like PDAs or handheld games that require the use of WEP.</a:t>
            </a:r>
            <a:endParaRPr lang="en-US" sz="2400" dirty="0">
              <a:latin typeface="Open Sans" panose="020B0606030504020204" pitchFamily="34" charset="0"/>
              <a:ea typeface="Open Sans" panose="020B0606030504020204" pitchFamily="34" charset="0"/>
              <a:cs typeface="Open Sans" panose="020B0606030504020204" pitchFamily="34" charset="0"/>
            </a:endParaRPr>
          </a:p>
          <a:p>
            <a:pPr marL="285750" indent="-285750" algn="just">
              <a:buFont typeface="Arial" panose="020B0604020202020204" pitchFamily="34" charset="0"/>
              <a:buChar char="•"/>
            </a:pPr>
            <a:endParaRPr lang="en-ID" sz="2000" dirty="0"/>
          </a:p>
        </p:txBody>
      </p:sp>
    </p:spTree>
    <p:extLst>
      <p:ext uri="{BB962C8B-B14F-4D97-AF65-F5344CB8AC3E}">
        <p14:creationId xmlns:p14="http://schemas.microsoft.com/office/powerpoint/2010/main" val="1215329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7224" y="145352"/>
            <a:ext cx="7925707" cy="1132304"/>
          </a:xfrm>
        </p:spPr>
        <p:txBody>
          <a:bodyPr/>
          <a:lstStyle/>
          <a:p>
            <a:pPr algn="ctr"/>
            <a:r>
              <a:rPr lang="en-US" sz="2800" b="1" dirty="0"/>
              <a:t>WPA (Wi-Fi Protected Access)/WPA2 (Wi-Fi Protected Access Version 2)</a:t>
            </a:r>
          </a:p>
        </p:txBody>
      </p:sp>
      <p:sp>
        <p:nvSpPr>
          <p:cNvPr id="6" name="Content Placeholder 2">
            <a:extLst>
              <a:ext uri="{FF2B5EF4-FFF2-40B4-BE49-F238E27FC236}">
                <a16:creationId xmlns:a16="http://schemas.microsoft.com/office/drawing/2014/main" id="{5B3DC8C2-38D1-781C-42A5-B85B7390508F}"/>
              </a:ext>
            </a:extLst>
          </p:cNvPr>
          <p:cNvSpPr txBox="1">
            <a:spLocks/>
          </p:cNvSpPr>
          <p:nvPr/>
        </p:nvSpPr>
        <p:spPr bwMode="auto">
          <a:xfrm>
            <a:off x="1174358" y="1329236"/>
            <a:ext cx="8746255" cy="5409768"/>
          </a:xfrm>
          <a:prstGeom prst="rect">
            <a:avLst/>
          </a:prstGeom>
          <a:noFill/>
          <a:ln w="9525">
            <a:noFill/>
            <a:miter lim="800000"/>
            <a:headEnd/>
            <a:tailEnd/>
          </a:ln>
        </p:spPr>
        <p:txBody>
          <a:bodyPr vert="horz" wrap="square" lIns="104287" tIns="52144" rIns="104287" bIns="52144" numCol="1" anchor="t" anchorCtr="0" compatLnSpc="1">
            <a:prstTxWarp prst="textNoShape">
              <a:avLst/>
            </a:prstTxWarp>
          </a:bodyPr>
          <a:lstStyle>
            <a:lvl1pPr marL="390526" indent="-390526" algn="l" defTabSz="520700" rtl="0" eaLnBrk="0" fontAlgn="base" hangingPunct="0">
              <a:spcBef>
                <a:spcPct val="20000"/>
              </a:spcBef>
              <a:spcAft>
                <a:spcPct val="0"/>
              </a:spcAft>
              <a:buFont typeface="Arial" pitchFamily="34" charset="0"/>
              <a:buChar char="•"/>
              <a:defRPr sz="3601" kern="1200">
                <a:solidFill>
                  <a:schemeClr val="tx1"/>
                </a:solidFill>
                <a:latin typeface="Open Sans"/>
                <a:ea typeface="MS PGothic" pitchFamily="34" charset="-128"/>
                <a:cs typeface="Open Sans"/>
              </a:defRPr>
            </a:lvl1pPr>
            <a:lvl2pPr marL="846141" indent="-325439" algn="l" defTabSz="520700" rtl="0" eaLnBrk="0" fontAlgn="base" hangingPunct="0">
              <a:spcBef>
                <a:spcPct val="20000"/>
              </a:spcBef>
              <a:spcAft>
                <a:spcPct val="0"/>
              </a:spcAft>
              <a:buFont typeface="Arial" pitchFamily="34" charset="0"/>
              <a:buChar char="–"/>
              <a:defRPr sz="3200" kern="1200">
                <a:solidFill>
                  <a:schemeClr val="tx1"/>
                </a:solidFill>
                <a:latin typeface="Open Sans"/>
                <a:ea typeface="MS PGothic" pitchFamily="34" charset="-128"/>
                <a:cs typeface="+mn-cs"/>
              </a:defRPr>
            </a:lvl2pPr>
            <a:lvl3pPr marL="1303342" indent="-260351" algn="l" defTabSz="520700" rtl="0" eaLnBrk="0" fontAlgn="base" hangingPunct="0">
              <a:spcBef>
                <a:spcPct val="20000"/>
              </a:spcBef>
              <a:spcAft>
                <a:spcPct val="0"/>
              </a:spcAft>
              <a:buFont typeface="Arial" pitchFamily="34" charset="0"/>
              <a:buChar char="•"/>
              <a:defRPr sz="2700" kern="1200">
                <a:solidFill>
                  <a:schemeClr val="tx1"/>
                </a:solidFill>
                <a:latin typeface="Open Sans"/>
                <a:ea typeface="MS PGothic" pitchFamily="34" charset="-128"/>
                <a:cs typeface="+mn-cs"/>
              </a:defRPr>
            </a:lvl3pPr>
            <a:lvl4pPr marL="1824042" indent="-260351"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4pPr>
            <a:lvl5pPr marL="2346331" indent="-260351" algn="l" defTabSz="520700" rtl="0" eaLnBrk="0" fontAlgn="base" hangingPunct="0">
              <a:spcBef>
                <a:spcPct val="20000"/>
              </a:spcBef>
              <a:spcAft>
                <a:spcPct val="0"/>
              </a:spcAft>
              <a:buFont typeface="Arial" pitchFamily="34" charset="0"/>
              <a:buChar char="»"/>
              <a:defRPr sz="2300" kern="1200">
                <a:solidFill>
                  <a:schemeClr val="tx1"/>
                </a:solidFill>
                <a:latin typeface="Open Sans"/>
                <a:ea typeface="MS PGothic" pitchFamily="34" charset="-128"/>
                <a:cs typeface="+mn-cs"/>
              </a:defRPr>
            </a:lvl5pPr>
            <a:lvl6pPr marL="2867909" indent="-260718" algn="l" defTabSz="521438" rtl="0" eaLnBrk="1" latinLnBrk="0" hangingPunct="1">
              <a:spcBef>
                <a:spcPct val="20000"/>
              </a:spcBef>
              <a:buFont typeface="Arial"/>
              <a:buChar char="•"/>
              <a:defRPr sz="2300" kern="1200">
                <a:solidFill>
                  <a:schemeClr val="tx1"/>
                </a:solidFill>
                <a:latin typeface="+mn-lt"/>
                <a:ea typeface="+mn-ea"/>
                <a:cs typeface="+mn-cs"/>
              </a:defRPr>
            </a:lvl6pPr>
            <a:lvl7pPr marL="3389347" indent="-260718" algn="l" defTabSz="521438" rtl="0" eaLnBrk="1" latinLnBrk="0" hangingPunct="1">
              <a:spcBef>
                <a:spcPct val="20000"/>
              </a:spcBef>
              <a:buFont typeface="Arial"/>
              <a:buChar char="•"/>
              <a:defRPr sz="2300" kern="1200">
                <a:solidFill>
                  <a:schemeClr val="tx1"/>
                </a:solidFill>
                <a:latin typeface="+mn-lt"/>
                <a:ea typeface="+mn-ea"/>
                <a:cs typeface="+mn-cs"/>
              </a:defRPr>
            </a:lvl7pPr>
            <a:lvl8pPr marL="3910785" indent="-260718" algn="l" defTabSz="521438" rtl="0" eaLnBrk="1" latinLnBrk="0" hangingPunct="1">
              <a:spcBef>
                <a:spcPct val="20000"/>
              </a:spcBef>
              <a:buFont typeface="Arial"/>
              <a:buChar char="•"/>
              <a:defRPr sz="2300" kern="1200">
                <a:solidFill>
                  <a:schemeClr val="tx1"/>
                </a:solidFill>
                <a:latin typeface="+mn-lt"/>
                <a:ea typeface="+mn-ea"/>
                <a:cs typeface="+mn-cs"/>
              </a:defRPr>
            </a:lvl8pPr>
            <a:lvl9pPr marL="4432223" indent="-260718" algn="l" defTabSz="521438" rtl="0" eaLnBrk="1" latinLnBrk="0" hangingPunct="1">
              <a:spcBef>
                <a:spcPct val="20000"/>
              </a:spcBef>
              <a:buFont typeface="Arial"/>
              <a:buChar char="•"/>
              <a:defRPr sz="2300" kern="1200">
                <a:solidFill>
                  <a:schemeClr val="tx1"/>
                </a:solidFill>
                <a:latin typeface="+mn-lt"/>
                <a:ea typeface="+mn-ea"/>
                <a:cs typeface="+mn-cs"/>
              </a:defRPr>
            </a:lvl9pPr>
          </a:lstStyle>
          <a:p>
            <a:pPr algn="just"/>
            <a:r>
              <a:rPr lang="en-US" sz="2800" dirty="0"/>
              <a:t>WPA (Wi-Fi Protected Access) was designed as the interim successor to WEP. </a:t>
            </a:r>
          </a:p>
          <a:p>
            <a:pPr algn="just"/>
            <a:r>
              <a:rPr lang="en-US" sz="2800" dirty="0"/>
              <a:t>The WPA protocol implements most of the IEEE 802.11i standard. </a:t>
            </a:r>
          </a:p>
          <a:p>
            <a:pPr algn="just"/>
            <a:r>
              <a:rPr lang="en-US" sz="2800" dirty="0"/>
              <a:t>WPA2 (Wi-Fi Protected Access version 2) is the standards-based version of WPA, except WPA2 implements all the IEEE 802.11i standards. </a:t>
            </a:r>
          </a:p>
          <a:p>
            <a:pPr algn="just"/>
            <a:r>
              <a:rPr lang="en-US" sz="2800" dirty="0"/>
              <a:t>WPA/WPA2 functions in two modes:</a:t>
            </a:r>
          </a:p>
          <a:p>
            <a:pPr marL="798515" lvl="1" indent="-342900" algn="just"/>
            <a:r>
              <a:rPr lang="id-ID" sz="2000" dirty="0"/>
              <a:t>Shared-Key WPA</a:t>
            </a:r>
            <a:endParaRPr lang="en-US" sz="2000" dirty="0"/>
          </a:p>
          <a:p>
            <a:pPr marL="798515" lvl="1" indent="-342900" algn="just"/>
            <a:r>
              <a:rPr lang="id-ID" sz="2000" dirty="0"/>
              <a:t>IEEE 802.1x</a:t>
            </a:r>
          </a:p>
        </p:txBody>
      </p:sp>
    </p:spTree>
    <p:extLst>
      <p:ext uri="{BB962C8B-B14F-4D97-AF65-F5344CB8AC3E}">
        <p14:creationId xmlns:p14="http://schemas.microsoft.com/office/powerpoint/2010/main" val="715113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4363" y="273821"/>
            <a:ext cx="8088629" cy="1260475"/>
          </a:xfrm>
        </p:spPr>
        <p:txBody>
          <a:bodyPr/>
          <a:lstStyle/>
          <a:p>
            <a:pPr algn="ctr"/>
            <a:r>
              <a:rPr lang="en-US" sz="3600" b="1" dirty="0"/>
              <a:t>Understanding MAC Filters</a:t>
            </a:r>
            <a:endParaRPr lang="id-ID" sz="3600" b="1" dirty="0"/>
          </a:p>
        </p:txBody>
      </p:sp>
      <p:sp>
        <p:nvSpPr>
          <p:cNvPr id="3" name="Content Placeholder 2"/>
          <p:cNvSpPr>
            <a:spLocks noGrp="1"/>
          </p:cNvSpPr>
          <p:nvPr>
            <p:ph idx="1"/>
          </p:nvPr>
        </p:nvSpPr>
        <p:spPr>
          <a:xfrm>
            <a:off x="1200151" y="1444025"/>
            <a:ext cx="8693657" cy="4890887"/>
          </a:xfrm>
        </p:spPr>
        <p:txBody>
          <a:bodyPr/>
          <a:lstStyle/>
          <a:p>
            <a:pPr algn="just"/>
            <a:r>
              <a:rPr lang="en-US" sz="2400" dirty="0"/>
              <a:t>A MAC address is the unique hardware address of a network adapter. </a:t>
            </a:r>
          </a:p>
          <a:p>
            <a:pPr algn="just"/>
            <a:r>
              <a:rPr lang="en-US" sz="2400" dirty="0"/>
              <a:t>MAC address can be used to control what systems are able to connect to a WLAN through the use of MAC filters. </a:t>
            </a:r>
          </a:p>
          <a:p>
            <a:pPr algn="just"/>
            <a:r>
              <a:rPr lang="en-US" sz="2400" dirty="0"/>
              <a:t>By turning MAC filtering on, network access can be limited to only permitted systems by entering the MAC address information into the MAC filters. </a:t>
            </a:r>
          </a:p>
          <a:p>
            <a:pPr algn="just"/>
            <a:r>
              <a:rPr lang="en-US" sz="2400" dirty="0"/>
              <a:t>The table of permitted MAC addresses is maintained by the wireless access points.</a:t>
            </a:r>
          </a:p>
          <a:p>
            <a:pPr algn="just"/>
            <a:r>
              <a:rPr lang="en-US" sz="2400" dirty="0"/>
              <a:t>Mac address is shown in the format of 00:00:00:00:00:00 or 00-00-00-00-00-00. </a:t>
            </a:r>
            <a:endParaRPr lang="id-ID" sz="2400" dirty="0"/>
          </a:p>
        </p:txBody>
      </p:sp>
    </p:spTree>
    <p:extLst>
      <p:ext uri="{BB962C8B-B14F-4D97-AF65-F5344CB8AC3E}">
        <p14:creationId xmlns:p14="http://schemas.microsoft.com/office/powerpoint/2010/main" val="602516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393B2C-6578-83AD-319E-99EFAB154723}"/>
              </a:ext>
            </a:extLst>
          </p:cNvPr>
          <p:cNvSpPr>
            <a:spLocks noGrp="1"/>
          </p:cNvSpPr>
          <p:nvPr>
            <p:ph idx="1"/>
          </p:nvPr>
        </p:nvSpPr>
        <p:spPr>
          <a:xfrm>
            <a:off x="1277655" y="1691014"/>
            <a:ext cx="8605381" cy="4860099"/>
          </a:xfrm>
        </p:spPr>
        <p:txBody>
          <a:bodyPr/>
          <a:lstStyle/>
          <a:p>
            <a:pPr algn="just"/>
            <a:r>
              <a:rPr lang="en-US" sz="2000" dirty="0"/>
              <a:t>WEP is a solution that, while better than no security at all, is not particularly secure. The vulnerabilities within the WEP protocols encryption scheme make it very easy to crack. WEP will keep neighbors from connecting to a home WLAN, but will not slow a determined attacker very much.</a:t>
            </a:r>
          </a:p>
          <a:p>
            <a:pPr algn="just"/>
            <a:r>
              <a:rPr lang="en-US" sz="2000" dirty="0"/>
              <a:t>WPA/WPA2 is the best security method for both home and corporate WLAN security. In pre-shared key mode, WPA/WPA2 can secure the WLAN with a passcode that is shared by the clients and the wireless access points</a:t>
            </a:r>
          </a:p>
          <a:p>
            <a:pPr algn="just"/>
            <a:r>
              <a:rPr lang="en-US" sz="2000" dirty="0"/>
              <a:t>MAC address filtering is a good solution for a home or small office environment but has significant challenges as the number of permitted devices grows. Manually maintaining a table of MAC addresses becomes a significant challenge when there are more than 10–20 devices, especially in dynamic environments where systems are being purchased and decommissioned regularly</a:t>
            </a:r>
            <a:endParaRPr lang="en-ID" sz="2000" dirty="0"/>
          </a:p>
        </p:txBody>
      </p:sp>
      <p:sp>
        <p:nvSpPr>
          <p:cNvPr id="3" name="Title 2">
            <a:extLst>
              <a:ext uri="{FF2B5EF4-FFF2-40B4-BE49-F238E27FC236}">
                <a16:creationId xmlns:a16="http://schemas.microsoft.com/office/drawing/2014/main" id="{973F6F04-F18B-395F-C67D-5E1E53A7ABC6}"/>
              </a:ext>
            </a:extLst>
          </p:cNvPr>
          <p:cNvSpPr>
            <a:spLocks noGrp="1"/>
          </p:cNvSpPr>
          <p:nvPr>
            <p:ph type="title"/>
          </p:nvPr>
        </p:nvSpPr>
        <p:spPr>
          <a:xfrm>
            <a:off x="1381707" y="297186"/>
            <a:ext cx="9306931" cy="880261"/>
          </a:xfrm>
        </p:spPr>
        <p:txBody>
          <a:bodyPr/>
          <a:lstStyle/>
          <a:p>
            <a:pPr algn="ctr"/>
            <a:r>
              <a:rPr lang="en-US" b="1" dirty="0"/>
              <a:t>The Advantages and Disadvantages</a:t>
            </a:r>
            <a:br>
              <a:rPr lang="en-US" b="1" dirty="0"/>
            </a:br>
            <a:r>
              <a:rPr lang="en-US" b="1" dirty="0"/>
              <a:t>of Specific Security Types</a:t>
            </a:r>
            <a:endParaRPr lang="en-ID" b="1" dirty="0"/>
          </a:p>
        </p:txBody>
      </p:sp>
    </p:spTree>
    <p:extLst>
      <p:ext uri="{BB962C8B-B14F-4D97-AF65-F5344CB8AC3E}">
        <p14:creationId xmlns:p14="http://schemas.microsoft.com/office/powerpoint/2010/main" val="4214364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1DB3760-CCC4-6BA0-1055-9BC7CA02F198}"/>
              </a:ext>
            </a:extLst>
          </p:cNvPr>
          <p:cNvSpPr>
            <a:spLocks noGrp="1"/>
          </p:cNvSpPr>
          <p:nvPr>
            <p:ph idx="1"/>
          </p:nvPr>
        </p:nvSpPr>
        <p:spPr>
          <a:xfrm>
            <a:off x="1300360" y="1209092"/>
            <a:ext cx="8647154" cy="5742853"/>
          </a:xfrm>
        </p:spPr>
        <p:txBody>
          <a:bodyPr/>
          <a:lstStyle/>
          <a:p>
            <a:pPr algn="just"/>
            <a:r>
              <a:rPr lang="en-US" sz="2000" dirty="0">
                <a:latin typeface="Open Sans" panose="020B0606030504020204" pitchFamily="34" charset="0"/>
                <a:ea typeface="Open Sans" panose="020B0606030504020204" pitchFamily="34" charset="0"/>
                <a:cs typeface="Open Sans" panose="020B0606030504020204" pitchFamily="34" charset="0"/>
              </a:rPr>
              <a:t>Some of the key factors contributing to the </a:t>
            </a:r>
            <a:r>
              <a:rPr lang="en-US" sz="2000" dirty="0" err="1">
                <a:latin typeface="Open Sans" panose="020B0606030504020204" pitchFamily="34" charset="0"/>
                <a:ea typeface="Open Sans" panose="020B0606030504020204" pitchFamily="34" charset="0"/>
                <a:cs typeface="Open Sans" panose="020B0606030504020204" pitchFamily="34" charset="0"/>
              </a:rPr>
              <a:t>highersecurity</a:t>
            </a:r>
            <a:r>
              <a:rPr lang="en-US" sz="2000" dirty="0">
                <a:latin typeface="Open Sans" panose="020B0606030504020204" pitchFamily="34" charset="0"/>
                <a:ea typeface="Open Sans" panose="020B0606030504020204" pitchFamily="34" charset="0"/>
                <a:cs typeface="Open Sans" panose="020B0606030504020204" pitchFamily="34" charset="0"/>
              </a:rPr>
              <a:t> risk of wireless networks compared to wired networks include the following:</a:t>
            </a:r>
          </a:p>
          <a:p>
            <a:pPr lvl="1" algn="just"/>
            <a:r>
              <a:rPr lang="en-US" sz="1800" dirty="0">
                <a:latin typeface="Open Sans" panose="020B0606030504020204" pitchFamily="34" charset="0"/>
                <a:ea typeface="Open Sans" panose="020B0606030504020204" pitchFamily="34" charset="0"/>
                <a:cs typeface="Open Sans" panose="020B0606030504020204" pitchFamily="34" charset="0"/>
              </a:rPr>
              <a:t>Channel</a:t>
            </a:r>
          </a:p>
          <a:p>
            <a:pPr marL="912816" lvl="2" indent="0" algn="just">
              <a:buNone/>
            </a:pPr>
            <a:r>
              <a:rPr lang="en-US" sz="1600" dirty="0">
                <a:latin typeface="Open Sans" panose="020B0606030504020204" pitchFamily="34" charset="0"/>
                <a:ea typeface="Open Sans" panose="020B0606030504020204" pitchFamily="34" charset="0"/>
                <a:cs typeface="Open Sans" panose="020B0606030504020204" pitchFamily="34" charset="0"/>
              </a:rPr>
              <a:t>Wireless networks are </a:t>
            </a:r>
            <a:r>
              <a:rPr lang="en-US" sz="1600" dirty="0" err="1">
                <a:latin typeface="Open Sans" panose="020B0606030504020204" pitchFamily="34" charset="0"/>
                <a:ea typeface="Open Sans" panose="020B0606030504020204" pitchFamily="34" charset="0"/>
                <a:cs typeface="Open Sans" panose="020B0606030504020204" pitchFamily="34" charset="0"/>
              </a:rPr>
              <a:t>alsomore</a:t>
            </a:r>
            <a:r>
              <a:rPr lang="en-US" sz="1600" dirty="0">
                <a:latin typeface="Open Sans" panose="020B0606030504020204" pitchFamily="34" charset="0"/>
                <a:ea typeface="Open Sans" panose="020B0606030504020204" pitchFamily="34" charset="0"/>
                <a:cs typeface="Open Sans" panose="020B0606030504020204" pitchFamily="34" charset="0"/>
              </a:rPr>
              <a:t> vulnerable to active attacks that exploit vulnerabilities in communications protocols.</a:t>
            </a:r>
          </a:p>
          <a:p>
            <a:pPr lvl="1" algn="just"/>
            <a:r>
              <a:rPr lang="en-US" sz="1800" dirty="0">
                <a:latin typeface="Open Sans" panose="020B0606030504020204" pitchFamily="34" charset="0"/>
                <a:ea typeface="Open Sans" panose="020B0606030504020204" pitchFamily="34" charset="0"/>
                <a:cs typeface="Open Sans" panose="020B0606030504020204" pitchFamily="34" charset="0"/>
              </a:rPr>
              <a:t>Mobility</a:t>
            </a:r>
          </a:p>
          <a:p>
            <a:pPr marL="912816" lvl="2" indent="0" algn="just">
              <a:buNone/>
            </a:pPr>
            <a:r>
              <a:rPr lang="en-US" sz="1600" dirty="0">
                <a:latin typeface="Open Sans" panose="020B0606030504020204" pitchFamily="34" charset="0"/>
                <a:ea typeface="Open Sans" panose="020B0606030504020204" pitchFamily="34" charset="0"/>
                <a:cs typeface="Open Sans" panose="020B0606030504020204" pitchFamily="34" charset="0"/>
              </a:rPr>
              <a:t>Wireless devices are, in principal and usually in practice, far more portable </a:t>
            </a:r>
            <a:r>
              <a:rPr lang="en-US" sz="1600" dirty="0" err="1">
                <a:latin typeface="Open Sans" panose="020B0606030504020204" pitchFamily="34" charset="0"/>
                <a:ea typeface="Open Sans" panose="020B0606030504020204" pitchFamily="34" charset="0"/>
                <a:cs typeface="Open Sans" panose="020B0606030504020204" pitchFamily="34" charset="0"/>
              </a:rPr>
              <a:t>andmobile</a:t>
            </a:r>
            <a:r>
              <a:rPr lang="en-US" sz="1600" dirty="0">
                <a:latin typeface="Open Sans" panose="020B0606030504020204" pitchFamily="34" charset="0"/>
                <a:ea typeface="Open Sans" panose="020B0606030504020204" pitchFamily="34" charset="0"/>
                <a:cs typeface="Open Sans" panose="020B0606030504020204" pitchFamily="34" charset="0"/>
              </a:rPr>
              <a:t> than wired devices. This mobility results in a number of risks, described subsequently.</a:t>
            </a:r>
          </a:p>
          <a:p>
            <a:pPr lvl="1" algn="just"/>
            <a:r>
              <a:rPr lang="en-US" sz="1800" dirty="0">
                <a:latin typeface="Open Sans" panose="020B0606030504020204" pitchFamily="34" charset="0"/>
                <a:ea typeface="Open Sans" panose="020B0606030504020204" pitchFamily="34" charset="0"/>
                <a:cs typeface="Open Sans" panose="020B0606030504020204" pitchFamily="34" charset="0"/>
              </a:rPr>
              <a:t>Resources</a:t>
            </a:r>
          </a:p>
          <a:p>
            <a:pPr marL="912816" lvl="2" indent="0" algn="just">
              <a:buNone/>
            </a:pPr>
            <a:r>
              <a:rPr lang="en-US" sz="1600" dirty="0">
                <a:latin typeface="Open Sans" panose="020B0606030504020204" pitchFamily="34" charset="0"/>
                <a:ea typeface="Open Sans" panose="020B0606030504020204" pitchFamily="34" charset="0"/>
                <a:cs typeface="Open Sans" panose="020B0606030504020204" pitchFamily="34" charset="0"/>
              </a:rPr>
              <a:t>Some wireless devices, such as smartphones and tablets, have </a:t>
            </a:r>
            <a:r>
              <a:rPr lang="en-US" sz="1600" dirty="0" err="1">
                <a:latin typeface="Open Sans" panose="020B0606030504020204" pitchFamily="34" charset="0"/>
                <a:ea typeface="Open Sans" panose="020B0606030504020204" pitchFamily="34" charset="0"/>
                <a:cs typeface="Open Sans" panose="020B0606030504020204" pitchFamily="34" charset="0"/>
              </a:rPr>
              <a:t>sophisticatedoperating</a:t>
            </a:r>
            <a:r>
              <a:rPr lang="en-US" sz="1600" dirty="0">
                <a:latin typeface="Open Sans" panose="020B0606030504020204" pitchFamily="34" charset="0"/>
                <a:ea typeface="Open Sans" panose="020B0606030504020204" pitchFamily="34" charset="0"/>
                <a:cs typeface="Open Sans" panose="020B0606030504020204" pitchFamily="34" charset="0"/>
              </a:rPr>
              <a:t> systems but limited memory and processing resources with which to counter </a:t>
            </a:r>
            <a:r>
              <a:rPr lang="en-US" sz="1600" dirty="0" err="1">
                <a:latin typeface="Open Sans" panose="020B0606030504020204" pitchFamily="34" charset="0"/>
                <a:ea typeface="Open Sans" panose="020B0606030504020204" pitchFamily="34" charset="0"/>
                <a:cs typeface="Open Sans" panose="020B0606030504020204" pitchFamily="34" charset="0"/>
              </a:rPr>
              <a:t>threats,including</a:t>
            </a:r>
            <a:r>
              <a:rPr lang="en-US" sz="1600" dirty="0">
                <a:latin typeface="Open Sans" panose="020B0606030504020204" pitchFamily="34" charset="0"/>
                <a:ea typeface="Open Sans" panose="020B0606030504020204" pitchFamily="34" charset="0"/>
                <a:cs typeface="Open Sans" panose="020B0606030504020204" pitchFamily="34" charset="0"/>
              </a:rPr>
              <a:t> denial of service and malware.</a:t>
            </a:r>
          </a:p>
          <a:p>
            <a:pPr lvl="1" algn="just"/>
            <a:r>
              <a:rPr lang="en-US" sz="1800" dirty="0" err="1">
                <a:latin typeface="Open Sans" panose="020B0606030504020204" pitchFamily="34" charset="0"/>
                <a:ea typeface="Open Sans" panose="020B0606030504020204" pitchFamily="34" charset="0"/>
                <a:cs typeface="Open Sans" panose="020B0606030504020204" pitchFamily="34" charset="0"/>
              </a:rPr>
              <a:t>Accesbility</a:t>
            </a:r>
            <a:endParaRPr lang="en-ID" sz="14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912816" lvl="2" indent="0" algn="just">
              <a:buNone/>
            </a:pPr>
            <a:r>
              <a:rPr lang="en-US" sz="1600" b="0" i="0" u="none" strike="noStrike" baseline="0" dirty="0">
                <a:solidFill>
                  <a:srgbClr val="2D2D2D"/>
                </a:solidFill>
                <a:latin typeface="Open Sans" panose="020B0606030504020204" pitchFamily="34" charset="0"/>
                <a:ea typeface="Open Sans" panose="020B0606030504020204" pitchFamily="34" charset="0"/>
                <a:cs typeface="Open Sans" panose="020B0606030504020204" pitchFamily="34" charset="0"/>
              </a:rPr>
              <a:t>Some wireless devices, such as sensors and robots, may be left unattended </a:t>
            </a:r>
            <a:r>
              <a:rPr lang="en-US" sz="1600" b="0" i="0" u="none" strike="noStrike" baseline="0" dirty="0" err="1">
                <a:solidFill>
                  <a:srgbClr val="2D2D2D"/>
                </a:solidFill>
                <a:latin typeface="Open Sans" panose="020B0606030504020204" pitchFamily="34" charset="0"/>
                <a:ea typeface="Open Sans" panose="020B0606030504020204" pitchFamily="34" charset="0"/>
                <a:cs typeface="Open Sans" panose="020B0606030504020204" pitchFamily="34" charset="0"/>
              </a:rPr>
              <a:t>inremote</a:t>
            </a:r>
            <a:r>
              <a:rPr lang="en-US" sz="1600" b="0" i="0" u="none" strike="noStrike" baseline="0" dirty="0">
                <a:solidFill>
                  <a:srgbClr val="2D2D2D"/>
                </a:solidFill>
                <a:latin typeface="Open Sans" panose="020B0606030504020204" pitchFamily="34" charset="0"/>
                <a:ea typeface="Open Sans" panose="020B0606030504020204" pitchFamily="34" charset="0"/>
                <a:cs typeface="Open Sans" panose="020B0606030504020204" pitchFamily="34" charset="0"/>
              </a:rPr>
              <a:t> and/or hostile locations </a:t>
            </a:r>
          </a:p>
        </p:txBody>
      </p:sp>
      <p:sp>
        <p:nvSpPr>
          <p:cNvPr id="3" name="Title 2">
            <a:extLst>
              <a:ext uri="{FF2B5EF4-FFF2-40B4-BE49-F238E27FC236}">
                <a16:creationId xmlns:a16="http://schemas.microsoft.com/office/drawing/2014/main" id="{A419B169-2D2D-E382-B14C-733C50AB469B}"/>
              </a:ext>
            </a:extLst>
          </p:cNvPr>
          <p:cNvSpPr>
            <a:spLocks noGrp="1"/>
          </p:cNvSpPr>
          <p:nvPr>
            <p:ph type="title"/>
          </p:nvPr>
        </p:nvSpPr>
        <p:spPr>
          <a:xfrm>
            <a:off x="2304788" y="352356"/>
            <a:ext cx="7129679" cy="968036"/>
          </a:xfrm>
        </p:spPr>
        <p:txBody>
          <a:bodyPr/>
          <a:lstStyle/>
          <a:p>
            <a:pPr algn="ctr"/>
            <a:r>
              <a:rPr lang="en-ID" b="1" dirty="0"/>
              <a:t>Wireless Security</a:t>
            </a:r>
          </a:p>
        </p:txBody>
      </p:sp>
    </p:spTree>
    <p:extLst>
      <p:ext uri="{BB962C8B-B14F-4D97-AF65-F5344CB8AC3E}">
        <p14:creationId xmlns:p14="http://schemas.microsoft.com/office/powerpoint/2010/main" val="3534427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D974DC-0EB1-F384-D21B-86B60210EEE9}"/>
              </a:ext>
            </a:extLst>
          </p:cNvPr>
          <p:cNvSpPr>
            <a:spLocks noGrp="1"/>
          </p:cNvSpPr>
          <p:nvPr>
            <p:ph idx="1"/>
          </p:nvPr>
        </p:nvSpPr>
        <p:spPr>
          <a:xfrm>
            <a:off x="1069976" y="1587217"/>
            <a:ext cx="9013476" cy="5214416"/>
          </a:xfrm>
        </p:spPr>
        <p:txBody>
          <a:bodyPr/>
          <a:lstStyle/>
          <a:p>
            <a:pPr algn="just"/>
            <a:r>
              <a:rPr lang="en-US" sz="2400" dirty="0"/>
              <a:t>Mobile devices need additional, specialized protection measures beyond those implemented </a:t>
            </a:r>
            <a:r>
              <a:rPr lang="en-US" sz="2400" dirty="0" err="1"/>
              <a:t>forother</a:t>
            </a:r>
            <a:r>
              <a:rPr lang="en-US" sz="2400" dirty="0"/>
              <a:t> client devices, such as desktop and laptop devices that are used only within </a:t>
            </a:r>
            <a:r>
              <a:rPr lang="en-US" sz="2400" dirty="0" err="1"/>
              <a:t>theorganization’s</a:t>
            </a:r>
            <a:r>
              <a:rPr lang="en-US" sz="2400" dirty="0"/>
              <a:t> facilities and on the organization’s networks. </a:t>
            </a:r>
          </a:p>
          <a:p>
            <a:pPr algn="just"/>
            <a:r>
              <a:rPr lang="en-US" sz="2400" dirty="0"/>
              <a:t>NIST SP 800-124 (Guidelines </a:t>
            </a:r>
            <a:r>
              <a:rPr lang="en-US" sz="2400" dirty="0" err="1"/>
              <a:t>forManaging</a:t>
            </a:r>
            <a:r>
              <a:rPr lang="en-US" sz="2400" dirty="0"/>
              <a:t> the Security of Mobile Devices in the Enterprise, June 2013) lists seven major </a:t>
            </a:r>
            <a:r>
              <a:rPr lang="en-US" sz="2400" dirty="0" err="1"/>
              <a:t>securityconcerns</a:t>
            </a:r>
            <a:r>
              <a:rPr lang="en-US" sz="2400" dirty="0"/>
              <a:t> for mobile devices.</a:t>
            </a:r>
          </a:p>
          <a:p>
            <a:pPr algn="just"/>
            <a:r>
              <a:rPr lang="en-US" sz="2400" dirty="0"/>
              <a:t>There are security threats, includes:</a:t>
            </a:r>
          </a:p>
          <a:p>
            <a:pPr marL="741365" lvl="1" indent="-285750" algn="just"/>
            <a:r>
              <a:rPr lang="en-US" sz="1600" dirty="0"/>
              <a:t>Lack of Physical Control</a:t>
            </a:r>
          </a:p>
          <a:p>
            <a:pPr marL="741365" lvl="1" indent="-285750" algn="just"/>
            <a:r>
              <a:rPr lang="en-US" sz="1600" dirty="0"/>
              <a:t>Use of Untrusted Mobile Devices</a:t>
            </a:r>
          </a:p>
          <a:p>
            <a:pPr marL="741365" lvl="1" indent="-285750" algn="just"/>
            <a:r>
              <a:rPr lang="en-US" sz="1600" dirty="0"/>
              <a:t>Use of Untrusted Networks</a:t>
            </a:r>
          </a:p>
          <a:p>
            <a:pPr marL="741365" lvl="1" indent="-285750" algn="just"/>
            <a:r>
              <a:rPr lang="en-US" sz="1600" dirty="0"/>
              <a:t>Use of Untrusted Applications</a:t>
            </a:r>
          </a:p>
          <a:p>
            <a:pPr marL="741365" lvl="1" indent="-285750" algn="just"/>
            <a:r>
              <a:rPr lang="en-US" sz="1600" dirty="0"/>
              <a:t>Interactions with other Systems</a:t>
            </a:r>
          </a:p>
          <a:p>
            <a:pPr marL="741365" lvl="1" indent="-285750" algn="just"/>
            <a:r>
              <a:rPr lang="en-US" sz="1600" dirty="0"/>
              <a:t>Use of Untrusted Content</a:t>
            </a:r>
          </a:p>
          <a:p>
            <a:pPr marL="741365" lvl="1" indent="-285750" algn="just"/>
            <a:r>
              <a:rPr lang="en-US" sz="1600" dirty="0"/>
              <a:t>Use of Location Services</a:t>
            </a:r>
          </a:p>
          <a:p>
            <a:pPr marL="0" indent="0" algn="just">
              <a:buNone/>
            </a:pPr>
            <a:endParaRPr lang="en-US" sz="2400" dirty="0"/>
          </a:p>
          <a:p>
            <a:pPr marL="0" indent="0" algn="just">
              <a:buNone/>
            </a:pPr>
            <a:endParaRPr lang="en-US" sz="2400" dirty="0"/>
          </a:p>
          <a:p>
            <a:pPr marL="0" indent="0" algn="just">
              <a:buNone/>
            </a:pPr>
            <a:endParaRPr lang="en-US" sz="2400" dirty="0"/>
          </a:p>
          <a:p>
            <a:pPr marL="0" indent="0" algn="just">
              <a:buNone/>
            </a:pPr>
            <a:endParaRPr lang="en-US" sz="2400" dirty="0"/>
          </a:p>
        </p:txBody>
      </p:sp>
      <p:sp>
        <p:nvSpPr>
          <p:cNvPr id="3" name="Title 2">
            <a:extLst>
              <a:ext uri="{FF2B5EF4-FFF2-40B4-BE49-F238E27FC236}">
                <a16:creationId xmlns:a16="http://schemas.microsoft.com/office/drawing/2014/main" id="{E022E7A2-2E40-D2EC-F1C9-9E82683BCE54}"/>
              </a:ext>
            </a:extLst>
          </p:cNvPr>
          <p:cNvSpPr>
            <a:spLocks noGrp="1"/>
          </p:cNvSpPr>
          <p:nvPr>
            <p:ph type="title"/>
          </p:nvPr>
        </p:nvSpPr>
        <p:spPr>
          <a:xfrm>
            <a:off x="2685834" y="95407"/>
            <a:ext cx="7096994" cy="933115"/>
          </a:xfrm>
        </p:spPr>
        <p:txBody>
          <a:bodyPr/>
          <a:lstStyle/>
          <a:p>
            <a:pPr algn="ctr"/>
            <a:r>
              <a:rPr lang="en-ID" b="1" dirty="0"/>
              <a:t>MOBILE DEVICE SECURITY</a:t>
            </a:r>
          </a:p>
        </p:txBody>
      </p:sp>
    </p:spTree>
    <p:extLst>
      <p:ext uri="{BB962C8B-B14F-4D97-AF65-F5344CB8AC3E}">
        <p14:creationId xmlns:p14="http://schemas.microsoft.com/office/powerpoint/2010/main" val="2775608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1E5245-9AE2-53F5-4986-6E1A479E2EC4}"/>
              </a:ext>
            </a:extLst>
          </p:cNvPr>
          <p:cNvSpPr>
            <a:spLocks noGrp="1"/>
          </p:cNvSpPr>
          <p:nvPr>
            <p:ph idx="1"/>
          </p:nvPr>
        </p:nvSpPr>
        <p:spPr>
          <a:xfrm>
            <a:off x="1152393" y="1956372"/>
            <a:ext cx="8593091" cy="4281589"/>
          </a:xfrm>
        </p:spPr>
        <p:txBody>
          <a:bodyPr/>
          <a:lstStyle/>
          <a:p>
            <a:r>
              <a:rPr lang="en-US" sz="1800" b="0" i="0" u="none" strike="noStrike" baseline="0" dirty="0">
                <a:solidFill>
                  <a:srgbClr val="2D2D2D"/>
                </a:solidFill>
                <a:latin typeface="Arial" panose="020B0604020202020204" pitchFamily="34" charset="0"/>
              </a:rPr>
              <a:t>There are two characteristics of a wired LAN that are not inherent in a wireless LAN.</a:t>
            </a:r>
            <a:endParaRPr lang="en-ID" sz="1800" b="0" i="0" u="none" strike="noStrike" baseline="0" dirty="0">
              <a:solidFill>
                <a:srgbClr val="2D2D2D"/>
              </a:solidFill>
              <a:latin typeface="Arial" panose="020B0604020202020204" pitchFamily="34" charset="0"/>
            </a:endParaRPr>
          </a:p>
          <a:p>
            <a:pPr lvl="1"/>
            <a:r>
              <a:rPr lang="en-US" sz="1800" b="0" i="0" u="none" strike="noStrike" baseline="0" dirty="0">
                <a:solidFill>
                  <a:srgbClr val="2D2D2D"/>
                </a:solidFill>
                <a:latin typeface="Arial" panose="020B0604020202020204" pitchFamily="34" charset="0"/>
              </a:rPr>
              <a:t>In order to transmit over a wired LAN, a station must be physically connected to the LAN. On the other hand, with a </a:t>
            </a:r>
            <a:r>
              <a:rPr lang="en-US" sz="1800" b="0" i="0" u="none" strike="noStrike" baseline="0" dirty="0" err="1">
                <a:solidFill>
                  <a:srgbClr val="2D2D2D"/>
                </a:solidFill>
                <a:latin typeface="Arial" panose="020B0604020202020204" pitchFamily="34" charset="0"/>
              </a:rPr>
              <a:t>wirelessLAN</a:t>
            </a:r>
            <a:r>
              <a:rPr lang="en-US" sz="1800" b="0" i="0" u="none" strike="noStrike" baseline="0" dirty="0">
                <a:solidFill>
                  <a:srgbClr val="2D2D2D"/>
                </a:solidFill>
                <a:latin typeface="Arial" panose="020B0604020202020204" pitchFamily="34" charset="0"/>
              </a:rPr>
              <a:t>, any station within radio range of the other devices on the LAN can transmit. In a sense, there is a form of </a:t>
            </a:r>
            <a:r>
              <a:rPr lang="en-US" sz="1800" b="0" i="0" u="none" strike="noStrike" baseline="0" dirty="0" err="1">
                <a:solidFill>
                  <a:srgbClr val="2D2D2D"/>
                </a:solidFill>
                <a:latin typeface="Arial" panose="020B0604020202020204" pitchFamily="34" charset="0"/>
              </a:rPr>
              <a:t>authenticationwith</a:t>
            </a:r>
            <a:r>
              <a:rPr lang="en-US" sz="1800" b="0" i="0" u="none" strike="noStrike" baseline="0" dirty="0">
                <a:solidFill>
                  <a:srgbClr val="2D2D2D"/>
                </a:solidFill>
                <a:latin typeface="Arial" panose="020B0604020202020204" pitchFamily="34" charset="0"/>
              </a:rPr>
              <a:t> a wired LAN, in that it requires some positive and presumably observable action to connect a station to a wired LAN.</a:t>
            </a:r>
          </a:p>
          <a:p>
            <a:pPr lvl="1"/>
            <a:endParaRPr lang="en-ID" sz="1800" b="0" i="0" u="none" strike="noStrike" baseline="0" dirty="0">
              <a:solidFill>
                <a:srgbClr val="2D2D2D"/>
              </a:solidFill>
              <a:latin typeface="Arial" panose="020B0604020202020204" pitchFamily="34" charset="0"/>
            </a:endParaRPr>
          </a:p>
          <a:p>
            <a:pPr lvl="1"/>
            <a:r>
              <a:rPr lang="en-US" sz="1800" b="0" i="0" u="none" strike="noStrike" baseline="0" dirty="0">
                <a:solidFill>
                  <a:srgbClr val="2D2D2D"/>
                </a:solidFill>
                <a:latin typeface="Arial" panose="020B0604020202020204" pitchFamily="34" charset="0"/>
              </a:rPr>
              <a:t>Similarly, in order to receive a transmission from a station that is part of a wired LAN, the receiving station also must be </a:t>
            </a:r>
            <a:r>
              <a:rPr lang="en-US" sz="1800" b="0" i="0" u="none" strike="noStrike" baseline="0" dirty="0" err="1">
                <a:solidFill>
                  <a:srgbClr val="2D2D2D"/>
                </a:solidFill>
                <a:latin typeface="Arial" panose="020B0604020202020204" pitchFamily="34" charset="0"/>
              </a:rPr>
              <a:t>attachedto</a:t>
            </a:r>
            <a:r>
              <a:rPr lang="en-US" sz="1800" b="0" i="0" u="none" strike="noStrike" baseline="0" dirty="0">
                <a:solidFill>
                  <a:srgbClr val="2D2D2D"/>
                </a:solidFill>
                <a:latin typeface="Arial" panose="020B0604020202020204" pitchFamily="34" charset="0"/>
              </a:rPr>
              <a:t> the wired LAN. On the other hand, with a wireless LAN, any station within radio range can receive. Thus, a wired </a:t>
            </a:r>
            <a:r>
              <a:rPr lang="en-US" sz="1800" b="0" i="0" u="none" strike="noStrike" baseline="0" dirty="0" err="1">
                <a:solidFill>
                  <a:srgbClr val="2D2D2D"/>
                </a:solidFill>
                <a:latin typeface="Arial" panose="020B0604020202020204" pitchFamily="34" charset="0"/>
              </a:rPr>
              <a:t>LANprovides</a:t>
            </a:r>
            <a:r>
              <a:rPr lang="en-US" sz="1800" b="0" i="0" u="none" strike="noStrike" baseline="0" dirty="0">
                <a:solidFill>
                  <a:srgbClr val="2D2D2D"/>
                </a:solidFill>
                <a:latin typeface="Arial" panose="020B0604020202020204" pitchFamily="34" charset="0"/>
              </a:rPr>
              <a:t> a degree of privacy, limiting reception of data to stations connected to the LAN.</a:t>
            </a:r>
          </a:p>
          <a:p>
            <a:pPr algn="just"/>
            <a:endParaRPr lang="en-ID" sz="2400" dirty="0"/>
          </a:p>
        </p:txBody>
      </p:sp>
      <p:sp>
        <p:nvSpPr>
          <p:cNvPr id="3" name="Title 2">
            <a:extLst>
              <a:ext uri="{FF2B5EF4-FFF2-40B4-BE49-F238E27FC236}">
                <a16:creationId xmlns:a16="http://schemas.microsoft.com/office/drawing/2014/main" id="{4FDEFF7D-26CA-3951-A86C-3F41A83297EB}"/>
              </a:ext>
            </a:extLst>
          </p:cNvPr>
          <p:cNvSpPr>
            <a:spLocks noGrp="1"/>
          </p:cNvSpPr>
          <p:nvPr>
            <p:ph type="title"/>
          </p:nvPr>
        </p:nvSpPr>
        <p:spPr>
          <a:xfrm>
            <a:off x="2610280" y="297789"/>
            <a:ext cx="7586143" cy="1318069"/>
          </a:xfrm>
        </p:spPr>
        <p:txBody>
          <a:bodyPr/>
          <a:lstStyle/>
          <a:p>
            <a:pPr algn="ctr"/>
            <a:r>
              <a:rPr lang="en-US" sz="3600" b="1" dirty="0"/>
              <a:t>IEEE 802.11i Wireless </a:t>
            </a:r>
            <a:br>
              <a:rPr lang="en-US" sz="3600" b="1" dirty="0"/>
            </a:br>
            <a:r>
              <a:rPr lang="en-US" sz="3600" b="1" dirty="0"/>
              <a:t>LAN Security</a:t>
            </a:r>
            <a:endParaRPr lang="en-ID" sz="3600" b="1" dirty="0"/>
          </a:p>
        </p:txBody>
      </p:sp>
    </p:spTree>
    <p:extLst>
      <p:ext uri="{BB962C8B-B14F-4D97-AF65-F5344CB8AC3E}">
        <p14:creationId xmlns:p14="http://schemas.microsoft.com/office/powerpoint/2010/main" val="665029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2D6EEC-D074-0B82-274C-2C8B3B073446}"/>
              </a:ext>
            </a:extLst>
          </p:cNvPr>
          <p:cNvSpPr>
            <a:spLocks noGrp="1"/>
          </p:cNvSpPr>
          <p:nvPr>
            <p:ph type="title"/>
          </p:nvPr>
        </p:nvSpPr>
        <p:spPr>
          <a:xfrm>
            <a:off x="2152651" y="341088"/>
            <a:ext cx="7655228" cy="816444"/>
          </a:xfrm>
        </p:spPr>
        <p:txBody>
          <a:bodyPr/>
          <a:lstStyle/>
          <a:p>
            <a:pPr algn="ctr"/>
            <a:r>
              <a:rPr lang="en-US" sz="3200" b="1" dirty="0"/>
              <a:t>IEEE 802.11i Wireless </a:t>
            </a:r>
            <a:br>
              <a:rPr lang="en-US" sz="3200" b="1" dirty="0"/>
            </a:br>
            <a:r>
              <a:rPr lang="en-US" sz="3200" b="1" dirty="0"/>
              <a:t>LAN Security</a:t>
            </a:r>
            <a:endParaRPr lang="en-ID" dirty="0"/>
          </a:p>
        </p:txBody>
      </p:sp>
      <p:sp>
        <p:nvSpPr>
          <p:cNvPr id="6" name="TextBox 5">
            <a:extLst>
              <a:ext uri="{FF2B5EF4-FFF2-40B4-BE49-F238E27FC236}">
                <a16:creationId xmlns:a16="http://schemas.microsoft.com/office/drawing/2014/main" id="{D3B18591-526F-88FB-87B3-BCE9AA7DEF68}"/>
              </a:ext>
            </a:extLst>
          </p:cNvPr>
          <p:cNvSpPr txBox="1"/>
          <p:nvPr/>
        </p:nvSpPr>
        <p:spPr>
          <a:xfrm>
            <a:off x="1355941" y="1552575"/>
            <a:ext cx="8251521" cy="4893647"/>
          </a:xfrm>
          <a:prstGeom prst="rect">
            <a:avLst/>
          </a:prstGeom>
          <a:noFill/>
        </p:spPr>
        <p:txBody>
          <a:bodyPr wrap="square">
            <a:spAutoFit/>
          </a:bodyPr>
          <a:lstStyle/>
          <a:p>
            <a:pPr algn="just"/>
            <a:r>
              <a:rPr lang="en-US" sz="2400" b="0" i="0" u="none" strike="noStrike" baseline="0" dirty="0">
                <a:solidFill>
                  <a:srgbClr val="2D2D2D"/>
                </a:solidFill>
                <a:latin typeface="Arial" panose="020B0604020202020204" pitchFamily="34" charset="0"/>
              </a:rPr>
              <a:t>The 802.11i RSN security specification defines the following services:</a:t>
            </a:r>
          </a:p>
          <a:p>
            <a:pPr algn="just"/>
            <a:endParaRPr lang="en-ID" sz="2400" b="0" i="0" u="none" strike="noStrike" baseline="0" dirty="0">
              <a:solidFill>
                <a:srgbClr val="2D2D2D"/>
              </a:solidFill>
              <a:latin typeface="Arial" panose="020B0604020202020204" pitchFamily="34" charset="0"/>
            </a:endParaRPr>
          </a:p>
          <a:p>
            <a:pPr marL="800100" lvl="1" indent="-342900" algn="just">
              <a:buFont typeface="Arial" panose="020B0604020202020204" pitchFamily="34" charset="0"/>
              <a:buChar char="•"/>
            </a:pPr>
            <a:r>
              <a:rPr lang="en-US" sz="2400" b="1" i="0" u="none" strike="noStrike" baseline="0" dirty="0">
                <a:solidFill>
                  <a:srgbClr val="2D2D2D"/>
                </a:solidFill>
                <a:latin typeface="Arial" panose="020B0604020202020204" pitchFamily="34" charset="0"/>
              </a:rPr>
              <a:t>Authentication: </a:t>
            </a:r>
            <a:r>
              <a:rPr lang="en-US" sz="2400" b="0" i="0" u="none" strike="noStrike" baseline="0" dirty="0">
                <a:solidFill>
                  <a:srgbClr val="2D2D2D"/>
                </a:solidFill>
                <a:latin typeface="Arial" panose="020B0604020202020204" pitchFamily="34" charset="0"/>
              </a:rPr>
              <a:t>A protocol is used to define an exchange between a user and an AS (authentication server) that provides </a:t>
            </a:r>
            <a:r>
              <a:rPr lang="en-US" sz="2400" b="0" i="0" u="none" strike="noStrike" baseline="0" dirty="0" err="1">
                <a:solidFill>
                  <a:srgbClr val="2D2D2D"/>
                </a:solidFill>
                <a:latin typeface="Arial" panose="020B0604020202020204" pitchFamily="34" charset="0"/>
              </a:rPr>
              <a:t>mutualauthentication</a:t>
            </a:r>
            <a:r>
              <a:rPr lang="en-US" sz="2400" b="0" i="0" u="none" strike="noStrike" baseline="0" dirty="0">
                <a:solidFill>
                  <a:srgbClr val="2D2D2D"/>
                </a:solidFill>
                <a:latin typeface="Arial" panose="020B0604020202020204" pitchFamily="34" charset="0"/>
              </a:rPr>
              <a:t> and generates temporary keys to be used between the client and the AP over the wireless link.</a:t>
            </a:r>
          </a:p>
          <a:p>
            <a:pPr marL="800100" lvl="1" indent="-342900" algn="just">
              <a:buFont typeface="Arial" panose="020B0604020202020204" pitchFamily="34" charset="0"/>
              <a:buChar char="•"/>
            </a:pPr>
            <a:endParaRPr lang="en-ID" sz="2400" b="0" i="0" u="none" strike="noStrike" baseline="0" dirty="0">
              <a:solidFill>
                <a:srgbClr val="2D2D2D"/>
              </a:solidFill>
              <a:latin typeface="Arial" panose="020B0604020202020204" pitchFamily="34" charset="0"/>
            </a:endParaRPr>
          </a:p>
          <a:p>
            <a:pPr marL="800100" lvl="1" indent="-342900" algn="just">
              <a:buFont typeface="Arial" panose="020B0604020202020204" pitchFamily="34" charset="0"/>
              <a:buChar char="•"/>
            </a:pPr>
            <a:r>
              <a:rPr lang="en-US" sz="2400" b="1" i="0" u="none" strike="noStrike" baseline="0" dirty="0">
                <a:solidFill>
                  <a:srgbClr val="2D2D2D"/>
                </a:solidFill>
                <a:latin typeface="Arial" panose="020B0604020202020204" pitchFamily="34" charset="0"/>
              </a:rPr>
              <a:t>Access control: </a:t>
            </a:r>
            <a:r>
              <a:rPr lang="en-US" sz="2400" b="0" i="0" u="none" strike="noStrike" baseline="0" dirty="0">
                <a:solidFill>
                  <a:srgbClr val="2D2D2D"/>
                </a:solidFill>
                <a:latin typeface="Arial" panose="020B0604020202020204" pitchFamily="34" charset="0"/>
              </a:rPr>
              <a:t>This function enforces the use of the authentication function, routes the messages properly, and facilitates </a:t>
            </a:r>
            <a:r>
              <a:rPr lang="en-US" sz="2400" b="0" i="0" u="none" strike="noStrike" baseline="0" dirty="0" err="1">
                <a:solidFill>
                  <a:srgbClr val="2D2D2D"/>
                </a:solidFill>
                <a:latin typeface="Arial" panose="020B0604020202020204" pitchFamily="34" charset="0"/>
              </a:rPr>
              <a:t>keyexchange</a:t>
            </a:r>
            <a:r>
              <a:rPr lang="en-US" sz="2400" b="0" i="0" u="none" strike="noStrike" baseline="0" dirty="0">
                <a:solidFill>
                  <a:srgbClr val="2D2D2D"/>
                </a:solidFill>
                <a:latin typeface="Arial" panose="020B0604020202020204" pitchFamily="34" charset="0"/>
              </a:rPr>
              <a:t>. It can work with a variety of authentication protocols.</a:t>
            </a:r>
          </a:p>
        </p:txBody>
      </p:sp>
    </p:spTree>
    <p:extLst>
      <p:ext uri="{BB962C8B-B14F-4D97-AF65-F5344CB8AC3E}">
        <p14:creationId xmlns:p14="http://schemas.microsoft.com/office/powerpoint/2010/main" val="3769314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52832E-6647-AEAF-1272-014891FC7735}"/>
              </a:ext>
            </a:extLst>
          </p:cNvPr>
          <p:cNvSpPr>
            <a:spLocks noGrp="1"/>
          </p:cNvSpPr>
          <p:nvPr>
            <p:ph idx="1"/>
          </p:nvPr>
        </p:nvSpPr>
        <p:spPr>
          <a:xfrm>
            <a:off x="867642" y="1621857"/>
            <a:ext cx="9618662" cy="3175611"/>
          </a:xfrm>
        </p:spPr>
        <p:txBody>
          <a:bodyPr/>
          <a:lstStyle/>
          <a:p>
            <a:pPr algn="just"/>
            <a:r>
              <a:rPr lang="en-US" sz="2400" dirty="0" err="1"/>
              <a:t>Panek</a:t>
            </a:r>
            <a:r>
              <a:rPr lang="en-US" sz="2400" dirty="0"/>
              <a:t>, Crystal. (2019). Security Fundamental, John Wiley &amp;     	 Sons, Inc. Indianapolis. ISBN: 978-1-119-65066-9</a:t>
            </a:r>
          </a:p>
          <a:p>
            <a:r>
              <a:rPr lang="en-US" sz="2400" dirty="0"/>
              <a:t>Stallings, William and Lawrie Brown. 2018. Computer Security: Principles and Practice, 4th Edition. Global Edition, Pearson Education Limited</a:t>
            </a:r>
          </a:p>
          <a:p>
            <a:endParaRPr lang="en-US" sz="2400" dirty="0"/>
          </a:p>
          <a:p>
            <a:endParaRPr lang="en-US" sz="2400" dirty="0"/>
          </a:p>
          <a:p>
            <a:endParaRPr lang="en-US" sz="2400" dirty="0"/>
          </a:p>
        </p:txBody>
      </p:sp>
      <p:sp>
        <p:nvSpPr>
          <p:cNvPr id="3" name="Title 2">
            <a:extLst>
              <a:ext uri="{FF2B5EF4-FFF2-40B4-BE49-F238E27FC236}">
                <a16:creationId xmlns:a16="http://schemas.microsoft.com/office/drawing/2014/main" id="{559CDB2E-CD11-5B75-97C6-A3ABA01F22D2}"/>
              </a:ext>
            </a:extLst>
          </p:cNvPr>
          <p:cNvSpPr>
            <a:spLocks noGrp="1"/>
          </p:cNvSpPr>
          <p:nvPr>
            <p:ph type="title"/>
          </p:nvPr>
        </p:nvSpPr>
        <p:spPr>
          <a:xfrm>
            <a:off x="2496995" y="119071"/>
            <a:ext cx="6605442" cy="1260475"/>
          </a:xfrm>
        </p:spPr>
        <p:txBody>
          <a:bodyPr/>
          <a:lstStyle/>
          <a:p>
            <a:pPr algn="ctr"/>
            <a:r>
              <a:rPr lang="en-US" sz="4000" b="1" dirty="0"/>
              <a:t>References</a:t>
            </a:r>
            <a:endParaRPr lang="en-ID" sz="4000" b="1" dirty="0"/>
          </a:p>
        </p:txBody>
      </p:sp>
    </p:spTree>
    <p:extLst>
      <p:ext uri="{BB962C8B-B14F-4D97-AF65-F5344CB8AC3E}">
        <p14:creationId xmlns:p14="http://schemas.microsoft.com/office/powerpoint/2010/main" val="661899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Flow_SignoffStatus xmlns="47793baa-3cbb-486e-a055-4d42ce3882d7" xsi:nil="true"/>
    <_dlc_DocId xmlns="9fdf624c-fedc-4f6c-b928-0c7bf4c9e100">J56STF5CZXNR-2061195910-691142</_dlc_DocId>
    <_dlc_DocIdUrl xmlns="9fdf624c-fedc-4f6c-b928-0c7bf4c9e100">
      <Url>https://binusianorg.sharepoint.com/sites/arc/_layouts/15/DocIdRedir.aspx?ID=J56STF5CZXNR-2061195910-691142</Url>
      <Description>J56STF5CZXNR-2061195910-691142</Description>
    </_dlc_DocIdUrl>
    <TaxCatchAll xmlns="9fdf624c-fedc-4f6c-b928-0c7bf4c9e10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313E50-9F1C-4EB2-8248-D1942A92381A}">
  <ds:schemaRefs>
    <ds:schemaRef ds:uri="http://schemas.microsoft.com/office/2006/documentManagement/types"/>
    <ds:schemaRef ds:uri="http://schemas.openxmlformats.org/package/2006/metadata/core-properties"/>
    <ds:schemaRef ds:uri="http://purl.org/dc/dcmitype/"/>
    <ds:schemaRef ds:uri="http://purl.org/dc/terms/"/>
    <ds:schemaRef ds:uri="47793baa-3cbb-486e-a055-4d42ce3882d7"/>
    <ds:schemaRef ds:uri="http://purl.org/dc/elements/1.1/"/>
    <ds:schemaRef ds:uri="http://schemas.microsoft.com/office/infopath/2007/PartnerControls"/>
    <ds:schemaRef ds:uri="http://www.w3.org/XML/1998/namespace"/>
    <ds:schemaRef ds:uri="http://schemas.microsoft.com/sharepoint/v3/fields"/>
    <ds:schemaRef ds:uri="9fdf624c-fedc-4f6c-b928-0c7bf4c9e100"/>
    <ds:schemaRef ds:uri="http://schemas.microsoft.com/office/2006/metadata/properties"/>
  </ds:schemaRefs>
</ds:datastoreItem>
</file>

<file path=customXml/itemProps2.xml><?xml version="1.0" encoding="utf-8"?>
<ds:datastoreItem xmlns:ds="http://schemas.openxmlformats.org/officeDocument/2006/customXml" ds:itemID="{CED985A4-BE78-47BD-93FF-32CA6D846AD3}">
  <ds:schemaRefs>
    <ds:schemaRef ds:uri="http://schemas.microsoft.com/sharepoint/v3/contenttype/forms"/>
  </ds:schemaRefs>
</ds:datastoreItem>
</file>

<file path=customXml/itemProps3.xml><?xml version="1.0" encoding="utf-8"?>
<ds:datastoreItem xmlns:ds="http://schemas.openxmlformats.org/officeDocument/2006/customXml" ds:itemID="{CA6D8D10-5CE6-45C0-899F-3757B0B76385}">
  <ds:schemaRefs>
    <ds:schemaRef ds:uri="http://schemas.microsoft.com/sharepoint/events"/>
  </ds:schemaRefs>
</ds:datastoreItem>
</file>

<file path=customXml/itemProps4.xml><?xml version="1.0" encoding="utf-8"?>
<ds:datastoreItem xmlns:ds="http://schemas.openxmlformats.org/officeDocument/2006/customXml" ds:itemID="{CC9D0B23-B8ED-45C8-A14C-9C0889457D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1060</TotalTime>
  <Words>1597</Words>
  <Application>Microsoft Office PowerPoint</Application>
  <PresentationFormat>Custom</PresentationFormat>
  <Paragraphs>113</Paragraphs>
  <Slides>14</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Arial</vt:lpstr>
      <vt:lpstr>Calibri</vt:lpstr>
      <vt:lpstr>Open Sans</vt:lpstr>
      <vt:lpstr>Open Sans Extrabold</vt:lpstr>
      <vt:lpstr>Open Sans Semibold</vt:lpstr>
      <vt:lpstr>SabonLTStd-Bold</vt:lpstr>
      <vt:lpstr>SabonLTStd-Italic</vt:lpstr>
      <vt:lpstr>SabonLTStd-Roman</vt:lpstr>
      <vt:lpstr>Verdana</vt:lpstr>
      <vt:lpstr>Office Theme</vt:lpstr>
      <vt:lpstr>Computer Security Principles</vt:lpstr>
      <vt:lpstr>These slides have been adapted from:  Panek, Crystal. (2019). Security Fundamental, John Wiley &amp; Sons, Inc. Indianapolis. ISBN: 978-1-119-65066-9  Lesson 4 </vt:lpstr>
      <vt:lpstr>- Service Set Identifier (SSID) - Understanding Keys - MAC Filters - The Advantages and Disadvantages of Specific Security Types - Wireless Security - Mobile Device Security - IEEE 802.11i Wireless LAN Security</vt:lpstr>
      <vt:lpstr>Service Set Identifier (SSID)</vt:lpstr>
      <vt:lpstr>Understanding Keys</vt:lpstr>
      <vt:lpstr>WEP (Wired Equivalent Privacy)</vt:lpstr>
      <vt:lpstr>WPA (Wi-Fi Protected Access)/WPA2 (Wi-Fi Protected Access Version 2)</vt:lpstr>
      <vt:lpstr>Understanding MAC Filters</vt:lpstr>
      <vt:lpstr>The Advantages and Disadvantages of Specific Security Types</vt:lpstr>
      <vt:lpstr>Wireless Security</vt:lpstr>
      <vt:lpstr>MOBILE DEVICE SECURITY</vt:lpstr>
      <vt:lpstr>IEEE 802.11i Wireless  LAN Security</vt:lpstr>
      <vt:lpstr>IEEE 802.11i Wireless  LAN Security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danton sihombing</dc:creator>
  <cp:lastModifiedBy>Ika Dyah Agustia Rachmawati</cp:lastModifiedBy>
  <cp:revision>65</cp:revision>
  <dcterms:created xsi:type="dcterms:W3CDTF">2014-01-27T02:13:18Z</dcterms:created>
  <dcterms:modified xsi:type="dcterms:W3CDTF">2022-12-20T09:35:48Z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607fc7ea-bc95-4549-a0d4-b252b58b529e</vt:lpwstr>
  </property>
</Properties>
</file>