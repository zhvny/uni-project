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1pPr>
    <a:lvl2pPr marL="0" marR="0" indent="4572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2pPr>
    <a:lvl3pPr marL="0" marR="0" indent="9144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3pPr>
    <a:lvl4pPr marL="0" marR="0" indent="13716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4pPr>
    <a:lvl5pPr marL="0" marR="0" indent="18288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5pPr>
    <a:lvl6pPr marL="0" marR="0" indent="22860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6pPr>
    <a:lvl7pPr marL="0" marR="0" indent="27432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7pPr>
    <a:lvl8pPr marL="0" marR="0" indent="32004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8pPr>
    <a:lvl9pPr marL="0" marR="0" indent="36576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ranz Adeta Junior" initials="FAJ" lastIdx="1" clrIdx="0">
    <p:extLst>
      <p:ext uri="{19B8F6BF-5375-455C-9EA6-DF929625EA0E}">
        <p15:presenceInfo xmlns:p15="http://schemas.microsoft.com/office/powerpoint/2012/main" userId="Franz Adeta Juni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F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C32219-F3C6-26BB-40A0-ACFFE52A66A1}" v="15" dt="2023-01-27T03:46:00.59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54" autoAdjust="0"/>
    <p:restoredTop sz="86508"/>
  </p:normalViewPr>
  <p:slideViewPr>
    <p:cSldViewPr snapToGrid="0" snapToObjects="1">
      <p:cViewPr varScale="1">
        <p:scale>
          <a:sx n="89" d="100"/>
          <a:sy n="89" d="100"/>
        </p:scale>
        <p:origin x="2432" y="160"/>
      </p:cViewPr>
      <p:guideLst/>
    </p:cSldViewPr>
  </p:slideViewPr>
  <p:outlineViewPr>
    <p:cViewPr>
      <p:scale>
        <a:sx n="33" d="100"/>
        <a:sy n="33" d="100"/>
      </p:scale>
      <p:origin x="0" y="-2008"/>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z Adeta Junior" userId="S::franz.junior@binus.edu::d2f3a896-bceb-4414-8640-28ba6c6256ff" providerId="AD" clId="Web-{8DC32219-F3C6-26BB-40A0-ACFFE52A66A1}"/>
    <pc:docChg chg="modSld">
      <pc:chgData name="Franz Adeta Junior" userId="S::franz.junior@binus.edu::d2f3a896-bceb-4414-8640-28ba6c6256ff" providerId="AD" clId="Web-{8DC32219-F3C6-26BB-40A0-ACFFE52A66A1}" dt="2023-01-27T03:46:00.594" v="14" actId="1076"/>
      <pc:docMkLst>
        <pc:docMk/>
      </pc:docMkLst>
      <pc:sldChg chg="modSp">
        <pc:chgData name="Franz Adeta Junior" userId="S::franz.junior@binus.edu::d2f3a896-bceb-4414-8640-28ba6c6256ff" providerId="AD" clId="Web-{8DC32219-F3C6-26BB-40A0-ACFFE52A66A1}" dt="2023-01-27T03:36:18.358" v="12" actId="1076"/>
        <pc:sldMkLst>
          <pc:docMk/>
          <pc:sldMk cId="941974407" sldId="266"/>
        </pc:sldMkLst>
        <pc:picChg chg="mod">
          <ac:chgData name="Franz Adeta Junior" userId="S::franz.junior@binus.edu::d2f3a896-bceb-4414-8640-28ba6c6256ff" providerId="AD" clId="Web-{8DC32219-F3C6-26BB-40A0-ACFFE52A66A1}" dt="2023-01-27T03:36:18.358" v="12" actId="1076"/>
          <ac:picMkLst>
            <pc:docMk/>
            <pc:sldMk cId="941974407" sldId="266"/>
            <ac:picMk id="4" creationId="{00000000-0000-0000-0000-000000000000}"/>
          </ac:picMkLst>
        </pc:picChg>
        <pc:picChg chg="mod">
          <ac:chgData name="Franz Adeta Junior" userId="S::franz.junior@binus.edu::d2f3a896-bceb-4414-8640-28ba6c6256ff" providerId="AD" clId="Web-{8DC32219-F3C6-26BB-40A0-ACFFE52A66A1}" dt="2023-01-27T03:35:03.777" v="1" actId="1076"/>
          <ac:picMkLst>
            <pc:docMk/>
            <pc:sldMk cId="941974407" sldId="266"/>
            <ac:picMk id="9" creationId="{00000000-0000-0000-0000-000000000000}"/>
          </ac:picMkLst>
        </pc:picChg>
      </pc:sldChg>
      <pc:sldChg chg="modSp">
        <pc:chgData name="Franz Adeta Junior" userId="S::franz.junior@binus.edu::d2f3a896-bceb-4414-8640-28ba6c6256ff" providerId="AD" clId="Web-{8DC32219-F3C6-26BB-40A0-ACFFE52A66A1}" dt="2023-01-27T03:46:00.594" v="14" actId="1076"/>
        <pc:sldMkLst>
          <pc:docMk/>
          <pc:sldMk cId="1641210236" sldId="267"/>
        </pc:sldMkLst>
        <pc:picChg chg="mod">
          <ac:chgData name="Franz Adeta Junior" userId="S::franz.junior@binus.edu::d2f3a896-bceb-4414-8640-28ba6c6256ff" providerId="AD" clId="Web-{8DC32219-F3C6-26BB-40A0-ACFFE52A66A1}" dt="2023-01-27T03:46:00.594" v="14" actId="1076"/>
          <ac:picMkLst>
            <pc:docMk/>
            <pc:sldMk cId="1641210236" sldId="267"/>
            <ac:picMk id="2" creationId="{00000000-0000-0000-0000-000000000000}"/>
          </ac:picMkLst>
        </pc:picChg>
      </pc:sldChg>
      <pc:sldChg chg="modSp">
        <pc:chgData name="Franz Adeta Junior" userId="S::franz.junior@binus.edu::d2f3a896-bceb-4414-8640-28ba6c6256ff" providerId="AD" clId="Web-{8DC32219-F3C6-26BB-40A0-ACFFE52A66A1}" dt="2023-01-27T03:36:09.482" v="11" actId="1076"/>
        <pc:sldMkLst>
          <pc:docMk/>
          <pc:sldMk cId="164852643" sldId="270"/>
        </pc:sldMkLst>
        <pc:picChg chg="mod">
          <ac:chgData name="Franz Adeta Junior" userId="S::franz.junior@binus.edu::d2f3a896-bceb-4414-8640-28ba6c6256ff" providerId="AD" clId="Web-{8DC32219-F3C6-26BB-40A0-ACFFE52A66A1}" dt="2023-01-27T03:36:09.482" v="11" actId="1076"/>
          <ac:picMkLst>
            <pc:docMk/>
            <pc:sldMk cId="164852643" sldId="270"/>
            <ac:picMk id="3" creationId="{00000000-0000-0000-0000-000000000000}"/>
          </ac:picMkLst>
        </pc:picChg>
      </pc:sldChg>
      <pc:sldChg chg="modSp">
        <pc:chgData name="Franz Adeta Junior" userId="S::franz.junior@binus.edu::d2f3a896-bceb-4414-8640-28ba6c6256ff" providerId="AD" clId="Web-{8DC32219-F3C6-26BB-40A0-ACFFE52A66A1}" dt="2023-01-27T03:35:59.982" v="9" actId="1076"/>
        <pc:sldMkLst>
          <pc:docMk/>
          <pc:sldMk cId="2101498860" sldId="272"/>
        </pc:sldMkLst>
        <pc:picChg chg="mod">
          <ac:chgData name="Franz Adeta Junior" userId="S::franz.junior@binus.edu::d2f3a896-bceb-4414-8640-28ba6c6256ff" providerId="AD" clId="Web-{8DC32219-F3C6-26BB-40A0-ACFFE52A66A1}" dt="2023-01-27T03:35:59.982" v="9" actId="1076"/>
          <ac:picMkLst>
            <pc:docMk/>
            <pc:sldMk cId="2101498860" sldId="272"/>
            <ac:picMk id="7" creationId="{00000000-0000-0000-0000-000000000000}"/>
          </ac:picMkLst>
        </pc:picChg>
      </pc:sldChg>
      <pc:sldChg chg="modSp">
        <pc:chgData name="Franz Adeta Junior" userId="S::franz.junior@binus.edu::d2f3a896-bceb-4414-8640-28ba6c6256ff" providerId="AD" clId="Web-{8DC32219-F3C6-26BB-40A0-ACFFE52A66A1}" dt="2023-01-27T03:35:47.185" v="7" actId="20577"/>
        <pc:sldMkLst>
          <pc:docMk/>
          <pc:sldMk cId="141606830" sldId="276"/>
        </pc:sldMkLst>
        <pc:spChg chg="mod">
          <ac:chgData name="Franz Adeta Junior" userId="S::franz.junior@binus.edu::d2f3a896-bceb-4414-8640-28ba6c6256ff" providerId="AD" clId="Web-{8DC32219-F3C6-26BB-40A0-ACFFE52A66A1}" dt="2023-01-27T03:35:47.185" v="7" actId="20577"/>
          <ac:spMkLst>
            <pc:docMk/>
            <pc:sldMk cId="141606830" sldId="276"/>
            <ac:spMk id="6" creationId="{00000000-0000-0000-0000-000000000000}"/>
          </ac:spMkLst>
        </pc:spChg>
      </pc:sldChg>
      <pc:sldChg chg="modSp">
        <pc:chgData name="Franz Adeta Junior" userId="S::franz.junior@binus.edu::d2f3a896-bceb-4414-8640-28ba6c6256ff" providerId="AD" clId="Web-{8DC32219-F3C6-26BB-40A0-ACFFE52A66A1}" dt="2023-01-27T03:35:28.669" v="4" actId="1076"/>
        <pc:sldMkLst>
          <pc:docMk/>
          <pc:sldMk cId="563271365" sldId="280"/>
        </pc:sldMkLst>
        <pc:picChg chg="mod">
          <ac:chgData name="Franz Adeta Junior" userId="S::franz.junior@binus.edu::d2f3a896-bceb-4414-8640-28ba6c6256ff" providerId="AD" clId="Web-{8DC32219-F3C6-26BB-40A0-ACFFE52A66A1}" dt="2023-01-27T03:35:28.669" v="4" actId="1076"/>
          <ac:picMkLst>
            <pc:docMk/>
            <pc:sldMk cId="563271365" sldId="280"/>
            <ac:picMk id="4"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1" name="Shape 131"/>
          <p:cNvSpPr>
            <a:spLocks noGrp="1" noRot="1" noChangeAspect="1"/>
          </p:cNvSpPr>
          <p:nvPr>
            <p:ph type="sldImg"/>
          </p:nvPr>
        </p:nvSpPr>
        <p:spPr>
          <a:xfrm>
            <a:off x="1143000" y="685800"/>
            <a:ext cx="4572000" cy="3429000"/>
          </a:xfrm>
          <a:prstGeom prst="rect">
            <a:avLst/>
          </a:prstGeom>
        </p:spPr>
        <p:txBody>
          <a:bodyPr/>
          <a:lstStyle/>
          <a:p>
            <a:endParaRPr/>
          </a:p>
        </p:txBody>
      </p:sp>
      <p:sp>
        <p:nvSpPr>
          <p:cNvPr id="132" name="Shape 132"/>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592138863"/>
      </p:ext>
    </p:extLst>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24658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06761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77634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95818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31161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43654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78404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64876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46547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38110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27968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33314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35215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2843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0880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10782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850492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3" name="Background 01.jpg" descr="Background 01.jpg"/>
          <p:cNvPicPr>
            <a:picLocks noChangeAspect="1"/>
          </p:cNvPicPr>
          <p:nvPr/>
        </p:nvPicPr>
        <p:blipFill>
          <a:blip r:embed="rId2"/>
          <a:stretch>
            <a:fillRect/>
          </a:stretch>
        </p:blipFill>
        <p:spPr>
          <a:xfrm>
            <a:off x="4762" y="4762"/>
            <a:ext cx="9139237" cy="6461292"/>
          </a:xfrm>
          <a:prstGeom prst="rect">
            <a:avLst/>
          </a:prstGeom>
          <a:ln w="12700">
            <a:miter lim="400000"/>
          </a:ln>
        </p:spPr>
      </p:pic>
      <p:sp>
        <p:nvSpPr>
          <p:cNvPr id="14" name="Rectangle"/>
          <p:cNvSpPr/>
          <p:nvPr/>
        </p:nvSpPr>
        <p:spPr>
          <a:xfrm>
            <a:off x="0" y="5157192"/>
            <a:ext cx="9143998" cy="1700809"/>
          </a:xfrm>
          <a:prstGeom prst="rect">
            <a:avLst/>
          </a:prstGeom>
          <a:solidFill>
            <a:srgbClr val="F7F7F7"/>
          </a:solidFill>
          <a:ln w="12700">
            <a:miter lim="400000"/>
          </a:ln>
        </p:spPr>
        <p:txBody>
          <a:bodyPr lIns="45719" rIns="45719" anchor="ctr"/>
          <a:lstStyle/>
          <a:p>
            <a:pPr algn="ctr">
              <a:defRPr sz="1800">
                <a:solidFill>
                  <a:srgbClr val="FFFFFF"/>
                </a:solidFill>
                <a:latin typeface="+mj-lt"/>
                <a:ea typeface="+mj-ea"/>
                <a:cs typeface="+mj-cs"/>
                <a:sym typeface="Calibri"/>
              </a:defRPr>
            </a:pPr>
            <a:endParaRPr/>
          </a:p>
        </p:txBody>
      </p:sp>
      <p:sp>
        <p:nvSpPr>
          <p:cNvPr id="15" name="Rectangle"/>
          <p:cNvSpPr/>
          <p:nvPr/>
        </p:nvSpPr>
        <p:spPr>
          <a:xfrm>
            <a:off x="1691679" y="1628800"/>
            <a:ext cx="7452319" cy="5229200"/>
          </a:xfrm>
          <a:prstGeom prst="rect">
            <a:avLst/>
          </a:prstGeom>
          <a:solidFill>
            <a:srgbClr val="008FD5"/>
          </a:solidFill>
          <a:ln w="12700">
            <a:miter lim="400000"/>
          </a:ln>
        </p:spPr>
        <p:txBody>
          <a:bodyPr lIns="45719" rIns="45719" anchor="ctr"/>
          <a:lstStyle/>
          <a:p>
            <a:pPr algn="ctr">
              <a:defRPr sz="1800">
                <a:solidFill>
                  <a:srgbClr val="FFFFFF"/>
                </a:solidFill>
                <a:latin typeface="+mj-lt"/>
                <a:ea typeface="+mj-ea"/>
                <a:cs typeface="+mj-cs"/>
                <a:sym typeface="Calibri"/>
              </a:defRPr>
            </a:pPr>
            <a:endParaRPr/>
          </a:p>
        </p:txBody>
      </p:sp>
      <p:sp>
        <p:nvSpPr>
          <p:cNvPr id="16" name="Title Text"/>
          <p:cNvSpPr txBox="1">
            <a:spLocks noGrp="1"/>
          </p:cNvSpPr>
          <p:nvPr>
            <p:ph type="title"/>
          </p:nvPr>
        </p:nvSpPr>
        <p:spPr>
          <a:xfrm>
            <a:off x="1835696" y="2708919"/>
            <a:ext cx="7128793" cy="1470026"/>
          </a:xfrm>
          <a:prstGeom prst="rect">
            <a:avLst/>
          </a:prstGeom>
        </p:spPr>
        <p:txBody>
          <a:bodyPr/>
          <a:lstStyle>
            <a:lvl1pPr>
              <a:defRPr sz="3200">
                <a:solidFill>
                  <a:srgbClr val="FFFFFF"/>
                </a:solidFill>
              </a:defRPr>
            </a:lvl1pPr>
          </a:lstStyle>
          <a:p>
            <a:r>
              <a:t>Title Text</a:t>
            </a:r>
          </a:p>
        </p:txBody>
      </p:sp>
      <p:sp>
        <p:nvSpPr>
          <p:cNvPr id="17" name="Body Level One…"/>
          <p:cNvSpPr txBox="1">
            <a:spLocks noGrp="1"/>
          </p:cNvSpPr>
          <p:nvPr>
            <p:ph type="body" sz="quarter" idx="1"/>
          </p:nvPr>
        </p:nvSpPr>
        <p:spPr>
          <a:xfrm>
            <a:off x="2267743" y="4295526"/>
            <a:ext cx="6400801" cy="576065"/>
          </a:xfrm>
          <a:prstGeom prst="rect">
            <a:avLst/>
          </a:prstGeom>
        </p:spPr>
        <p:txBody>
          <a:bodyPr/>
          <a:lstStyle>
            <a:lvl1pPr marL="0" indent="0" algn="ctr">
              <a:spcBef>
                <a:spcPts val="500"/>
              </a:spcBef>
              <a:buSzTx/>
              <a:buFontTx/>
              <a:buNone/>
              <a:defRPr sz="2400">
                <a:solidFill>
                  <a:srgbClr val="FFFFFF"/>
                </a:solidFill>
              </a:defRPr>
            </a:lvl1pPr>
            <a:lvl2pPr marL="0" indent="457200" algn="ctr">
              <a:spcBef>
                <a:spcPts val="500"/>
              </a:spcBef>
              <a:buSzTx/>
              <a:buFontTx/>
              <a:buNone/>
              <a:defRPr sz="2400">
                <a:solidFill>
                  <a:srgbClr val="FFFFFF"/>
                </a:solidFill>
              </a:defRPr>
            </a:lvl2pPr>
            <a:lvl3pPr marL="0" indent="914400" algn="ctr">
              <a:spcBef>
                <a:spcPts val="500"/>
              </a:spcBef>
              <a:buSzTx/>
              <a:buFontTx/>
              <a:buNone/>
              <a:defRPr sz="2400">
                <a:solidFill>
                  <a:srgbClr val="FFFFFF"/>
                </a:solidFill>
              </a:defRPr>
            </a:lvl3pPr>
            <a:lvl4pPr marL="0" indent="1371600" algn="ctr">
              <a:spcBef>
                <a:spcPts val="500"/>
              </a:spcBef>
              <a:buSzTx/>
              <a:buFontTx/>
              <a:buNone/>
              <a:defRPr sz="2400">
                <a:solidFill>
                  <a:srgbClr val="FFFFFF"/>
                </a:solidFill>
              </a:defRPr>
            </a:lvl4pPr>
            <a:lvl5pPr marL="0" indent="1828800" algn="ctr">
              <a:spcBef>
                <a:spcPts val="500"/>
              </a:spcBef>
              <a:buSzTx/>
              <a:buFontTx/>
              <a:buNone/>
              <a:defRPr sz="24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pic>
        <p:nvPicPr>
          <p:cNvPr id="25" name="Background 02.jpg" descr="Background 02.jpg"/>
          <p:cNvPicPr>
            <a:picLocks noChangeAspect="1"/>
          </p:cNvPicPr>
          <p:nvPr/>
        </p:nvPicPr>
        <p:blipFill>
          <a:blip r:embed="rId2"/>
          <a:stretch>
            <a:fillRect/>
          </a:stretch>
        </p:blipFill>
        <p:spPr>
          <a:xfrm>
            <a:off x="0" y="-13938"/>
            <a:ext cx="9144000" cy="6464660"/>
          </a:xfrm>
          <a:prstGeom prst="rect">
            <a:avLst/>
          </a:prstGeom>
          <a:ln w="12700">
            <a:miter lim="400000"/>
          </a:ln>
        </p:spPr>
      </p:pic>
      <p:sp>
        <p:nvSpPr>
          <p:cNvPr id="26" name="Rectangle"/>
          <p:cNvSpPr/>
          <p:nvPr/>
        </p:nvSpPr>
        <p:spPr>
          <a:xfrm>
            <a:off x="0" y="5157192"/>
            <a:ext cx="9143998" cy="1700809"/>
          </a:xfrm>
          <a:prstGeom prst="rect">
            <a:avLst/>
          </a:prstGeom>
          <a:solidFill>
            <a:srgbClr val="F7F7F7"/>
          </a:solidFill>
          <a:ln w="12700">
            <a:miter lim="400000"/>
          </a:ln>
        </p:spPr>
        <p:txBody>
          <a:bodyPr lIns="45719" rIns="45719" anchor="ctr"/>
          <a:lstStyle/>
          <a:p>
            <a:pPr algn="ctr">
              <a:defRPr sz="1800">
                <a:solidFill>
                  <a:srgbClr val="FFFFFF"/>
                </a:solidFill>
                <a:latin typeface="+mj-lt"/>
                <a:ea typeface="+mj-ea"/>
                <a:cs typeface="+mj-cs"/>
                <a:sym typeface="Calibri"/>
              </a:defRPr>
            </a:pPr>
            <a:endParaRPr/>
          </a:p>
        </p:txBody>
      </p:sp>
      <p:sp>
        <p:nvSpPr>
          <p:cNvPr id="27" name="Title Text"/>
          <p:cNvSpPr txBox="1">
            <a:spLocks noGrp="1"/>
          </p:cNvSpPr>
          <p:nvPr>
            <p:ph type="title"/>
          </p:nvPr>
        </p:nvSpPr>
        <p:spPr>
          <a:xfrm>
            <a:off x="1911350" y="2060848"/>
            <a:ext cx="6837114" cy="792089"/>
          </a:xfrm>
          <a:prstGeom prst="rect">
            <a:avLst/>
          </a:prstGeom>
        </p:spPr>
        <p:txBody>
          <a:bodyPr/>
          <a:lstStyle>
            <a:lvl1pPr algn="l">
              <a:defRPr sz="2700"/>
            </a:lvl1pPr>
          </a:lstStyle>
          <a:p>
            <a:r>
              <a:t>Title Text</a:t>
            </a:r>
          </a:p>
        </p:txBody>
      </p:sp>
      <p:sp>
        <p:nvSpPr>
          <p:cNvPr id="28" name="Body Level One…"/>
          <p:cNvSpPr txBox="1">
            <a:spLocks noGrp="1"/>
          </p:cNvSpPr>
          <p:nvPr>
            <p:ph type="body" sz="half" idx="1"/>
          </p:nvPr>
        </p:nvSpPr>
        <p:spPr>
          <a:xfrm>
            <a:off x="1911350" y="3429001"/>
            <a:ext cx="6837114" cy="304042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36" name="Title Text"/>
          <p:cNvSpPr txBox="1">
            <a:spLocks noGrp="1"/>
          </p:cNvSpPr>
          <p:nvPr>
            <p:ph type="title"/>
          </p:nvPr>
        </p:nvSpPr>
        <p:spPr>
          <a:xfrm>
            <a:off x="1331640" y="4406901"/>
            <a:ext cx="7344817" cy="678285"/>
          </a:xfrm>
          <a:prstGeom prst="rect">
            <a:avLst/>
          </a:prstGeom>
        </p:spPr>
        <p:txBody>
          <a:bodyPr anchor="t"/>
          <a:lstStyle>
            <a:lvl1pPr algn="l">
              <a:defRPr cap="all"/>
            </a:lvl1pPr>
          </a:lstStyle>
          <a:p>
            <a:r>
              <a:t>Title Text</a:t>
            </a:r>
          </a:p>
        </p:txBody>
      </p:sp>
      <p:sp>
        <p:nvSpPr>
          <p:cNvPr id="37" name="Body Level One…"/>
          <p:cNvSpPr txBox="1">
            <a:spLocks noGrp="1"/>
          </p:cNvSpPr>
          <p:nvPr>
            <p:ph type="body" sz="quarter" idx="1"/>
          </p:nvPr>
        </p:nvSpPr>
        <p:spPr>
          <a:xfrm>
            <a:off x="1331640" y="2906713"/>
            <a:ext cx="7344817" cy="1500188"/>
          </a:xfrm>
          <a:prstGeom prst="rect">
            <a:avLst/>
          </a:prstGeom>
        </p:spPr>
        <p:txBody>
          <a:bodyPr anchor="b"/>
          <a:lstStyle>
            <a:lvl1pPr marL="0" indent="0">
              <a:buSzTx/>
              <a:buFontTx/>
              <a:buNone/>
              <a:defRPr>
                <a:solidFill>
                  <a:srgbClr val="888888"/>
                </a:solidFill>
              </a:defRPr>
            </a:lvl1pPr>
            <a:lvl2pPr marL="0" indent="457200">
              <a:buSzTx/>
              <a:buFontTx/>
              <a:buNone/>
              <a:defRPr>
                <a:solidFill>
                  <a:srgbClr val="888888"/>
                </a:solidFill>
              </a:defRPr>
            </a:lvl2pPr>
            <a:lvl3pPr marL="0" indent="914400">
              <a:buSzTx/>
              <a:buFontTx/>
              <a:buNone/>
              <a:defRPr>
                <a:solidFill>
                  <a:srgbClr val="888888"/>
                </a:solidFill>
              </a:defRPr>
            </a:lvl3pPr>
            <a:lvl4pPr marL="0" indent="1371600">
              <a:buSzTx/>
              <a:buFontTx/>
              <a:buNone/>
              <a:defRPr>
                <a:solidFill>
                  <a:srgbClr val="888888"/>
                </a:solidFill>
              </a:defRPr>
            </a:lvl4pPr>
            <a:lvl5pPr marL="0" indent="1828800">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45" name="Title Text"/>
          <p:cNvSpPr txBox="1">
            <a:spLocks noGrp="1"/>
          </p:cNvSpPr>
          <p:nvPr>
            <p:ph type="title"/>
          </p:nvPr>
        </p:nvSpPr>
        <p:spPr>
          <a:prstGeom prst="rect">
            <a:avLst/>
          </a:prstGeom>
        </p:spPr>
        <p:txBody>
          <a:bodyPr/>
          <a:lstStyle/>
          <a:p>
            <a:r>
              <a:t>Title Text</a:t>
            </a:r>
          </a:p>
        </p:txBody>
      </p:sp>
      <p:sp>
        <p:nvSpPr>
          <p:cNvPr id="46" name="Body Level One…"/>
          <p:cNvSpPr txBox="1">
            <a:spLocks noGrp="1"/>
          </p:cNvSpPr>
          <p:nvPr>
            <p:ph type="body" sz="quarter" idx="1"/>
          </p:nvPr>
        </p:nvSpPr>
        <p:spPr>
          <a:xfrm>
            <a:off x="1619671" y="2636911"/>
            <a:ext cx="3456385" cy="3489252"/>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54" name="Title Text"/>
          <p:cNvSpPr txBox="1">
            <a:spLocks noGrp="1"/>
          </p:cNvSpPr>
          <p:nvPr>
            <p:ph type="title"/>
          </p:nvPr>
        </p:nvSpPr>
        <p:spPr>
          <a:xfrm>
            <a:off x="1619671" y="1484783"/>
            <a:ext cx="7067130" cy="1008113"/>
          </a:xfrm>
          <a:prstGeom prst="rect">
            <a:avLst/>
          </a:prstGeom>
        </p:spPr>
        <p:txBody>
          <a:bodyPr/>
          <a:lstStyle/>
          <a:p>
            <a:r>
              <a:t>Title Text</a:t>
            </a:r>
          </a:p>
        </p:txBody>
      </p:sp>
      <p:sp>
        <p:nvSpPr>
          <p:cNvPr id="55" name="Body Level One…"/>
          <p:cNvSpPr txBox="1">
            <a:spLocks noGrp="1"/>
          </p:cNvSpPr>
          <p:nvPr>
            <p:ph type="body" sz="quarter" idx="1"/>
          </p:nvPr>
        </p:nvSpPr>
        <p:spPr>
          <a:xfrm>
            <a:off x="1619671" y="2132856"/>
            <a:ext cx="3456385" cy="63976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6" name="Rectangle"/>
          <p:cNvSpPr>
            <a:spLocks noGrp="1"/>
          </p:cNvSpPr>
          <p:nvPr>
            <p:ph type="body" sz="quarter" idx="13"/>
          </p:nvPr>
        </p:nvSpPr>
        <p:spPr>
          <a:xfrm>
            <a:off x="5220072" y="2132856"/>
            <a:ext cx="3456385" cy="639763"/>
          </a:xfrm>
          <a:prstGeom prst="rect">
            <a:avLst/>
          </a:prstGeom>
        </p:spPr>
        <p:txBody>
          <a:bodyPr anchor="b"/>
          <a:lstStyle/>
          <a:p>
            <a:pPr marL="0" indent="0">
              <a:spcBef>
                <a:spcPts val="500"/>
              </a:spcBef>
              <a:buSzTx/>
              <a:buFontTx/>
              <a:buNone/>
              <a:defRPr sz="2400" b="1"/>
            </a:pPr>
            <a:endParaRPr/>
          </a:p>
        </p:txBody>
      </p:sp>
      <p:sp>
        <p:nvSpPr>
          <p:cNvPr id="5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81" name="Title Text"/>
          <p:cNvSpPr txBox="1">
            <a:spLocks noGrp="1"/>
          </p:cNvSpPr>
          <p:nvPr>
            <p:ph type="title"/>
          </p:nvPr>
        </p:nvSpPr>
        <p:spPr>
          <a:xfrm>
            <a:off x="1907703" y="1628799"/>
            <a:ext cx="6768753" cy="802012"/>
          </a:xfrm>
          <a:prstGeom prst="rect">
            <a:avLst/>
          </a:prstGeom>
        </p:spPr>
        <p:txBody>
          <a:bodyPr anchor="b"/>
          <a:lstStyle>
            <a:lvl1pPr algn="l">
              <a:defRPr sz="2700"/>
            </a:lvl1pPr>
          </a:lstStyle>
          <a:p>
            <a:r>
              <a:t>Title Text</a:t>
            </a:r>
          </a:p>
        </p:txBody>
      </p:sp>
      <p:sp>
        <p:nvSpPr>
          <p:cNvPr id="82" name="Body Level One…"/>
          <p:cNvSpPr txBox="1">
            <a:spLocks noGrp="1"/>
          </p:cNvSpPr>
          <p:nvPr>
            <p:ph type="body" sz="quarter" idx="1"/>
          </p:nvPr>
        </p:nvSpPr>
        <p:spPr>
          <a:xfrm>
            <a:off x="1907705" y="2564903"/>
            <a:ext cx="3168353" cy="3672409"/>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83" name="Rectangle"/>
          <p:cNvSpPr>
            <a:spLocks noGrp="1"/>
          </p:cNvSpPr>
          <p:nvPr>
            <p:ph type="body" sz="half" idx="13"/>
          </p:nvPr>
        </p:nvSpPr>
        <p:spPr>
          <a:xfrm>
            <a:off x="5220072" y="2564903"/>
            <a:ext cx="3430018" cy="3672161"/>
          </a:xfrm>
          <a:prstGeom prst="rect">
            <a:avLst/>
          </a:prstGeom>
        </p:spPr>
        <p:txBody>
          <a:bodyPr/>
          <a:lstStyle/>
          <a:p>
            <a:pPr marL="0" indent="0">
              <a:buSzTx/>
              <a:buFontTx/>
              <a:buNone/>
            </a:pPr>
            <a:endParaRP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91" name="Title Text"/>
          <p:cNvSpPr txBox="1">
            <a:spLocks noGrp="1"/>
          </p:cNvSpPr>
          <p:nvPr>
            <p:ph type="title"/>
          </p:nvPr>
        </p:nvSpPr>
        <p:spPr>
          <a:xfrm>
            <a:off x="1792288" y="4800600"/>
            <a:ext cx="6884169" cy="566738"/>
          </a:xfrm>
          <a:prstGeom prst="rect">
            <a:avLst/>
          </a:prstGeom>
        </p:spPr>
        <p:txBody>
          <a:bodyPr anchor="b"/>
          <a:lstStyle>
            <a:lvl1pPr algn="l">
              <a:defRPr sz="2000"/>
            </a:lvl1pPr>
          </a:lstStyle>
          <a:p>
            <a:r>
              <a:t>Title Text</a:t>
            </a:r>
          </a:p>
        </p:txBody>
      </p:sp>
      <p:sp>
        <p:nvSpPr>
          <p:cNvPr id="92" name="Image"/>
          <p:cNvSpPr>
            <a:spLocks noGrp="1"/>
          </p:cNvSpPr>
          <p:nvPr>
            <p:ph type="pic" sz="half" idx="13"/>
          </p:nvPr>
        </p:nvSpPr>
        <p:spPr>
          <a:xfrm>
            <a:off x="1792288" y="1916832"/>
            <a:ext cx="6884169" cy="2810743"/>
          </a:xfrm>
          <a:prstGeom prst="rect">
            <a:avLst/>
          </a:prstGeom>
        </p:spPr>
        <p:txBody>
          <a:bodyPr lIns="91439" rIns="91439">
            <a:noAutofit/>
          </a:bodyPr>
          <a:lstStyle/>
          <a:p>
            <a:endParaRPr/>
          </a:p>
        </p:txBody>
      </p:sp>
      <p:sp>
        <p:nvSpPr>
          <p:cNvPr id="93" name="Body Level One…"/>
          <p:cNvSpPr txBox="1">
            <a:spLocks noGrp="1"/>
          </p:cNvSpPr>
          <p:nvPr>
            <p:ph type="body" sz="quarter" idx="1"/>
          </p:nvPr>
        </p:nvSpPr>
        <p:spPr>
          <a:xfrm>
            <a:off x="1792288" y="5367337"/>
            <a:ext cx="6884169"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sp>
        <p:nvSpPr>
          <p:cNvPr id="101" name="Title Text"/>
          <p:cNvSpPr txBox="1">
            <a:spLocks noGrp="1"/>
          </p:cNvSpPr>
          <p:nvPr>
            <p:ph type="title"/>
          </p:nvPr>
        </p:nvSpPr>
        <p:spPr>
          <a:prstGeom prst="rect">
            <a:avLst/>
          </a:prstGeom>
        </p:spPr>
        <p:txBody>
          <a:bodyPr/>
          <a:lstStyle/>
          <a:p>
            <a:r>
              <a:t>Title Text</a:t>
            </a:r>
          </a:p>
        </p:txBody>
      </p:sp>
      <p:sp>
        <p:nvSpPr>
          <p:cNvPr id="102" name="Body Level One…"/>
          <p:cNvSpPr txBox="1">
            <a:spLocks noGrp="1"/>
          </p:cNvSpPr>
          <p:nvPr>
            <p:ph type="body" sz="half" idx="1"/>
          </p:nvPr>
        </p:nvSpPr>
        <p:spPr>
          <a:xfrm>
            <a:off x="1619671" y="2636911"/>
            <a:ext cx="7067130" cy="3489252"/>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Vertical Title and Text">
    <p:spTree>
      <p:nvGrpSpPr>
        <p:cNvPr id="1" name=""/>
        <p:cNvGrpSpPr/>
        <p:nvPr/>
      </p:nvGrpSpPr>
      <p:grpSpPr>
        <a:xfrm>
          <a:off x="0" y="0"/>
          <a:ext cx="0" cy="0"/>
          <a:chOff x="0" y="0"/>
          <a:chExt cx="0" cy="0"/>
        </a:xfrm>
      </p:grpSpPr>
      <p:sp>
        <p:nvSpPr>
          <p:cNvPr id="110" name="Title Text"/>
          <p:cNvSpPr txBox="1">
            <a:spLocks noGrp="1"/>
          </p:cNvSpPr>
          <p:nvPr>
            <p:ph type="title"/>
          </p:nvPr>
        </p:nvSpPr>
        <p:spPr>
          <a:xfrm>
            <a:off x="6629400" y="1484783"/>
            <a:ext cx="2057400" cy="4641381"/>
          </a:xfrm>
          <a:prstGeom prst="rect">
            <a:avLst/>
          </a:prstGeom>
        </p:spPr>
        <p:txBody>
          <a:bodyPr/>
          <a:lstStyle/>
          <a:p>
            <a:r>
              <a:t>Title Text</a:t>
            </a:r>
          </a:p>
        </p:txBody>
      </p:sp>
      <p:sp>
        <p:nvSpPr>
          <p:cNvPr id="111" name="Body Level One…"/>
          <p:cNvSpPr txBox="1">
            <a:spLocks noGrp="1"/>
          </p:cNvSpPr>
          <p:nvPr>
            <p:ph type="body" idx="1"/>
          </p:nvPr>
        </p:nvSpPr>
        <p:spPr>
          <a:xfrm>
            <a:off x="1043608" y="1484783"/>
            <a:ext cx="5433392" cy="464138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ContentNewBM">
    <p:spTree>
      <p:nvGrpSpPr>
        <p:cNvPr id="1" name=""/>
        <p:cNvGrpSpPr/>
        <p:nvPr/>
      </p:nvGrpSpPr>
      <p:grpSpPr>
        <a:xfrm>
          <a:off x="0" y="0"/>
          <a:ext cx="0" cy="0"/>
          <a:chOff x="0" y="0"/>
          <a:chExt cx="0" cy="0"/>
        </a:xfrm>
      </p:grpSpPr>
      <p:pic>
        <p:nvPicPr>
          <p:cNvPr id="119" name="Background 02.jpg" descr="Background 02.jpg"/>
          <p:cNvPicPr>
            <a:picLocks noChangeAspect="1"/>
          </p:cNvPicPr>
          <p:nvPr/>
        </p:nvPicPr>
        <p:blipFill>
          <a:blip r:embed="rId2"/>
          <a:stretch>
            <a:fillRect/>
          </a:stretch>
        </p:blipFill>
        <p:spPr>
          <a:xfrm>
            <a:off x="0" y="4763"/>
            <a:ext cx="9144000" cy="6464660"/>
          </a:xfrm>
          <a:prstGeom prst="rect">
            <a:avLst/>
          </a:prstGeom>
          <a:ln w="12700">
            <a:miter lim="400000"/>
          </a:ln>
        </p:spPr>
      </p:pic>
      <p:sp>
        <p:nvSpPr>
          <p:cNvPr id="120" name="Rectangle"/>
          <p:cNvSpPr/>
          <p:nvPr/>
        </p:nvSpPr>
        <p:spPr>
          <a:xfrm>
            <a:off x="0" y="5157192"/>
            <a:ext cx="9143998" cy="1700809"/>
          </a:xfrm>
          <a:prstGeom prst="rect">
            <a:avLst/>
          </a:prstGeom>
          <a:solidFill>
            <a:srgbClr val="F7F7F7"/>
          </a:solidFill>
          <a:ln w="12700">
            <a:miter lim="400000"/>
          </a:ln>
        </p:spPr>
        <p:txBody>
          <a:bodyPr lIns="45719" rIns="45719" anchor="ctr"/>
          <a:lstStyle/>
          <a:p>
            <a:pPr algn="ctr">
              <a:defRPr sz="1200">
                <a:solidFill>
                  <a:srgbClr val="FFFFFF"/>
                </a:solidFill>
                <a:latin typeface="+mj-lt"/>
                <a:ea typeface="+mj-ea"/>
                <a:cs typeface="+mj-cs"/>
                <a:sym typeface="Calibri"/>
              </a:defRPr>
            </a:pPr>
            <a:endParaRPr/>
          </a:p>
        </p:txBody>
      </p:sp>
      <p:pic>
        <p:nvPicPr>
          <p:cNvPr id="121" name="Background 02.jpg" descr="Background 02.jpg"/>
          <p:cNvPicPr>
            <a:picLocks noChangeAspect="1"/>
          </p:cNvPicPr>
          <p:nvPr/>
        </p:nvPicPr>
        <p:blipFill>
          <a:blip r:embed="rId2"/>
          <a:stretch>
            <a:fillRect/>
          </a:stretch>
        </p:blipFill>
        <p:spPr>
          <a:xfrm>
            <a:off x="0" y="-13938"/>
            <a:ext cx="9144000" cy="6464660"/>
          </a:xfrm>
          <a:prstGeom prst="rect">
            <a:avLst/>
          </a:prstGeom>
          <a:ln w="12700">
            <a:miter lim="400000"/>
          </a:ln>
        </p:spPr>
      </p:pic>
      <p:sp>
        <p:nvSpPr>
          <p:cNvPr id="122" name="Rectangle"/>
          <p:cNvSpPr/>
          <p:nvPr/>
        </p:nvSpPr>
        <p:spPr>
          <a:xfrm>
            <a:off x="0" y="5157192"/>
            <a:ext cx="9143998" cy="1700809"/>
          </a:xfrm>
          <a:prstGeom prst="rect">
            <a:avLst/>
          </a:prstGeom>
          <a:solidFill>
            <a:srgbClr val="F7F7F7"/>
          </a:solidFill>
          <a:ln w="12700">
            <a:miter lim="400000"/>
          </a:ln>
        </p:spPr>
        <p:txBody>
          <a:bodyPr lIns="45719" rIns="45719" anchor="ctr"/>
          <a:lstStyle/>
          <a:p>
            <a:pPr algn="ctr">
              <a:defRPr sz="1200">
                <a:solidFill>
                  <a:srgbClr val="FFFFFF"/>
                </a:solidFill>
                <a:latin typeface="+mj-lt"/>
                <a:ea typeface="+mj-ea"/>
                <a:cs typeface="+mj-cs"/>
                <a:sym typeface="Calibri"/>
              </a:defRPr>
            </a:pPr>
            <a:endParaRPr/>
          </a:p>
        </p:txBody>
      </p:sp>
      <p:sp>
        <p:nvSpPr>
          <p:cNvPr id="123" name="Title Text"/>
          <p:cNvSpPr txBox="1">
            <a:spLocks noGrp="1"/>
          </p:cNvSpPr>
          <p:nvPr>
            <p:ph type="title"/>
          </p:nvPr>
        </p:nvSpPr>
        <p:spPr>
          <a:xfrm>
            <a:off x="1752600" y="1371600"/>
            <a:ext cx="6837114" cy="792088"/>
          </a:xfrm>
          <a:prstGeom prst="rect">
            <a:avLst/>
          </a:prstGeom>
        </p:spPr>
        <p:txBody>
          <a:bodyPr/>
          <a:lstStyle>
            <a:lvl1pPr>
              <a:defRPr>
                <a:solidFill>
                  <a:srgbClr val="000000"/>
                </a:solidFill>
                <a:latin typeface="Tahoma"/>
                <a:ea typeface="Tahoma"/>
                <a:cs typeface="Tahoma"/>
                <a:sym typeface="Tahoma"/>
              </a:defRPr>
            </a:lvl1pPr>
          </a:lstStyle>
          <a:p>
            <a:r>
              <a:t>Title Text</a:t>
            </a:r>
          </a:p>
        </p:txBody>
      </p:sp>
      <p:sp>
        <p:nvSpPr>
          <p:cNvPr id="124" name="Slide Number"/>
          <p:cNvSpPr txBox="1">
            <a:spLocks noGrp="1"/>
          </p:cNvSpPr>
          <p:nvPr>
            <p:ph type="sldNum" sz="quarter" idx="2"/>
          </p:nvPr>
        </p:nvSpPr>
        <p:spPr>
          <a:xfrm>
            <a:off x="8547591" y="6482228"/>
            <a:ext cx="278418" cy="307341"/>
          </a:xfrm>
          <a:prstGeom prst="rect">
            <a:avLst/>
          </a:prstGeom>
        </p:spPr>
        <p:txBody>
          <a:bodyPr/>
          <a:lstStyle>
            <a:lvl1pPr algn="ctr">
              <a:defRPr>
                <a:latin typeface="Open Sans"/>
                <a:ea typeface="Open Sans"/>
                <a:cs typeface="Open Sans"/>
                <a:sym typeface="Open Sans"/>
              </a:defRPr>
            </a:lvl1pPr>
          </a:lstStyle>
          <a:p>
            <a:fld id="{86CB4B4D-7CA3-9044-876B-883B54F8677D}" type="slidenum">
              <a:t>‹#›</a:t>
            </a:fld>
            <a:endParaRPr/>
          </a:p>
        </p:txBody>
      </p:sp>
      <p:sp>
        <p:nvSpPr>
          <p:cNvPr id="125" name="Body Level One…"/>
          <p:cNvSpPr txBox="1">
            <a:spLocks noGrp="1"/>
          </p:cNvSpPr>
          <p:nvPr>
            <p:ph type="body" idx="1"/>
          </p:nvPr>
        </p:nvSpPr>
        <p:spPr>
          <a:xfrm>
            <a:off x="914400" y="2286000"/>
            <a:ext cx="7848600" cy="3721597"/>
          </a:xfrm>
          <a:prstGeom prst="rect">
            <a:avLst/>
          </a:prstGeom>
        </p:spPr>
        <p:txBody>
          <a:bodyPr/>
          <a:lstStyle>
            <a:lvl1pPr algn="just"/>
            <a:lvl2pPr algn="just"/>
            <a:lvl3pPr algn="just"/>
            <a:lvl4pPr algn="just"/>
            <a:lvl5pPr algn="just"/>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Background 02.jpg" descr="Background 02.jpg"/>
          <p:cNvPicPr>
            <a:picLocks noChangeAspect="1"/>
          </p:cNvPicPr>
          <p:nvPr/>
        </p:nvPicPr>
        <p:blipFill>
          <a:blip r:embed="rId12"/>
          <a:stretch>
            <a:fillRect/>
          </a:stretch>
        </p:blipFill>
        <p:spPr>
          <a:xfrm>
            <a:off x="0" y="4763"/>
            <a:ext cx="9144000" cy="6464660"/>
          </a:xfrm>
          <a:prstGeom prst="rect">
            <a:avLst/>
          </a:prstGeom>
          <a:ln w="12700">
            <a:miter lim="400000"/>
          </a:ln>
        </p:spPr>
      </p:pic>
      <p:sp>
        <p:nvSpPr>
          <p:cNvPr id="3" name="Rectangle"/>
          <p:cNvSpPr/>
          <p:nvPr/>
        </p:nvSpPr>
        <p:spPr>
          <a:xfrm>
            <a:off x="0" y="5157192"/>
            <a:ext cx="9143998" cy="1700809"/>
          </a:xfrm>
          <a:prstGeom prst="rect">
            <a:avLst/>
          </a:prstGeom>
          <a:solidFill>
            <a:srgbClr val="F7F7F7"/>
          </a:solidFill>
          <a:ln w="12700">
            <a:miter lim="400000"/>
          </a:ln>
        </p:spPr>
        <p:txBody>
          <a:bodyPr lIns="45719" rIns="45719" anchor="ctr"/>
          <a:lstStyle/>
          <a:p>
            <a:pPr algn="ctr">
              <a:defRPr sz="1800">
                <a:solidFill>
                  <a:srgbClr val="FFFFFF"/>
                </a:solidFill>
                <a:latin typeface="+mj-lt"/>
                <a:ea typeface="+mj-ea"/>
                <a:cs typeface="+mj-cs"/>
                <a:sym typeface="Calibri"/>
              </a:defRPr>
            </a:pPr>
            <a:endParaRPr/>
          </a:p>
        </p:txBody>
      </p:sp>
      <p:sp>
        <p:nvSpPr>
          <p:cNvPr id="4" name="Title Text"/>
          <p:cNvSpPr txBox="1">
            <a:spLocks noGrp="1"/>
          </p:cNvSpPr>
          <p:nvPr>
            <p:ph type="title"/>
          </p:nvPr>
        </p:nvSpPr>
        <p:spPr>
          <a:xfrm>
            <a:off x="1619671" y="1484783"/>
            <a:ext cx="7067130" cy="1143001"/>
          </a:xfrm>
          <a:prstGeom prst="rect">
            <a:avLst/>
          </a:prstGeom>
          <a:ln w="12700">
            <a:miter lim="400000"/>
          </a:ln>
          <a:extLst>
            <a:ext uri="{C572A759-6A51-4108-AA02-DFA0A04FC94B}">
              <ma14:wrappingTextBoxFlag xmlns="" xmlns:ma14="http://schemas.microsoft.com/office/mac/drawingml/2011/main" val="1"/>
            </a:ext>
          </a:extLst>
        </p:spPr>
        <p:txBody>
          <a:bodyPr lIns="45719" rIns="45719" anchor="ctr">
            <a:normAutofit/>
          </a:bodyPr>
          <a:lstStyle/>
          <a:p>
            <a:r>
              <a:t>Title Text</a:t>
            </a:r>
          </a:p>
        </p:txBody>
      </p:sp>
      <p:sp>
        <p:nvSpPr>
          <p:cNvPr id="5"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6" name="Slide Number"/>
          <p:cNvSpPr txBox="1">
            <a:spLocks noGrp="1"/>
          </p:cNvSpPr>
          <p:nvPr>
            <p:ph type="sldNum" sz="quarter" idx="2"/>
          </p:nvPr>
        </p:nvSpPr>
        <p:spPr>
          <a:xfrm>
            <a:off x="8422818" y="6501278"/>
            <a:ext cx="263983" cy="269241"/>
          </a:xfrm>
          <a:prstGeom prst="rect">
            <a:avLst/>
          </a:prstGeom>
          <a:ln w="12700">
            <a:miter lim="400000"/>
          </a:ln>
        </p:spPr>
        <p:txBody>
          <a:bodyPr wrap="none" lIns="45719" rIns="45719" anchor="ctr">
            <a:spAutoFit/>
          </a:bodyPr>
          <a:lstStyle>
            <a:lvl1pPr algn="r">
              <a:defRPr sz="1200">
                <a:solidFill>
                  <a:srgbClr val="888888"/>
                </a:solidFill>
                <a:latin typeface="+mj-lt"/>
                <a:ea typeface="+mj-ea"/>
                <a:cs typeface="+mj-cs"/>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Lst>
  <p:transition spd="med"/>
  <p:txStyles>
    <p:titleStyle>
      <a:lvl1pPr marL="0" marR="0" indent="0" algn="ctr" defTabSz="914400" rtl="0" latinLnBrk="0">
        <a:lnSpc>
          <a:spcPct val="100000"/>
        </a:lnSpc>
        <a:spcBef>
          <a:spcPts val="0"/>
        </a:spcBef>
        <a:spcAft>
          <a:spcPts val="0"/>
        </a:spcAft>
        <a:buClrTx/>
        <a:buSzTx/>
        <a:buFontTx/>
        <a:buNone/>
        <a:tabLst/>
        <a:defRPr sz="3000" b="1" i="0" u="none" strike="noStrike" cap="none" spc="0" baseline="0">
          <a:ln>
            <a:noFill/>
          </a:ln>
          <a:solidFill>
            <a:srgbClr val="0079B8"/>
          </a:solidFill>
          <a:uFillTx/>
          <a:latin typeface="Open Sans"/>
          <a:ea typeface="Open Sans"/>
          <a:cs typeface="Open Sans"/>
          <a:sym typeface="Open Sans"/>
        </a:defRPr>
      </a:lvl1pPr>
      <a:lvl2pPr marL="0" marR="0" indent="0" algn="ctr" defTabSz="914400" rtl="0" latinLnBrk="0">
        <a:lnSpc>
          <a:spcPct val="100000"/>
        </a:lnSpc>
        <a:spcBef>
          <a:spcPts val="0"/>
        </a:spcBef>
        <a:spcAft>
          <a:spcPts val="0"/>
        </a:spcAft>
        <a:buClrTx/>
        <a:buSzTx/>
        <a:buFontTx/>
        <a:buNone/>
        <a:tabLst/>
        <a:defRPr sz="3000" b="1" i="0" u="none" strike="noStrike" cap="none" spc="0" baseline="0">
          <a:ln>
            <a:noFill/>
          </a:ln>
          <a:solidFill>
            <a:srgbClr val="0079B8"/>
          </a:solidFill>
          <a:uFillTx/>
          <a:latin typeface="Open Sans"/>
          <a:ea typeface="Open Sans"/>
          <a:cs typeface="Open Sans"/>
          <a:sym typeface="Open Sans"/>
        </a:defRPr>
      </a:lvl2pPr>
      <a:lvl3pPr marL="0" marR="0" indent="0" algn="ctr" defTabSz="914400" rtl="0" latinLnBrk="0">
        <a:lnSpc>
          <a:spcPct val="100000"/>
        </a:lnSpc>
        <a:spcBef>
          <a:spcPts val="0"/>
        </a:spcBef>
        <a:spcAft>
          <a:spcPts val="0"/>
        </a:spcAft>
        <a:buClrTx/>
        <a:buSzTx/>
        <a:buFontTx/>
        <a:buNone/>
        <a:tabLst/>
        <a:defRPr sz="3000" b="1" i="0" u="none" strike="noStrike" cap="none" spc="0" baseline="0">
          <a:ln>
            <a:noFill/>
          </a:ln>
          <a:solidFill>
            <a:srgbClr val="0079B8"/>
          </a:solidFill>
          <a:uFillTx/>
          <a:latin typeface="Open Sans"/>
          <a:ea typeface="Open Sans"/>
          <a:cs typeface="Open Sans"/>
          <a:sym typeface="Open Sans"/>
        </a:defRPr>
      </a:lvl3pPr>
      <a:lvl4pPr marL="0" marR="0" indent="0" algn="ctr" defTabSz="914400" rtl="0" latinLnBrk="0">
        <a:lnSpc>
          <a:spcPct val="100000"/>
        </a:lnSpc>
        <a:spcBef>
          <a:spcPts val="0"/>
        </a:spcBef>
        <a:spcAft>
          <a:spcPts val="0"/>
        </a:spcAft>
        <a:buClrTx/>
        <a:buSzTx/>
        <a:buFontTx/>
        <a:buNone/>
        <a:tabLst/>
        <a:defRPr sz="3000" b="1" i="0" u="none" strike="noStrike" cap="none" spc="0" baseline="0">
          <a:ln>
            <a:noFill/>
          </a:ln>
          <a:solidFill>
            <a:srgbClr val="0079B8"/>
          </a:solidFill>
          <a:uFillTx/>
          <a:latin typeface="Open Sans"/>
          <a:ea typeface="Open Sans"/>
          <a:cs typeface="Open Sans"/>
          <a:sym typeface="Open Sans"/>
        </a:defRPr>
      </a:lvl4pPr>
      <a:lvl5pPr marL="0" marR="0" indent="0" algn="ctr" defTabSz="914400" rtl="0" latinLnBrk="0">
        <a:lnSpc>
          <a:spcPct val="100000"/>
        </a:lnSpc>
        <a:spcBef>
          <a:spcPts val="0"/>
        </a:spcBef>
        <a:spcAft>
          <a:spcPts val="0"/>
        </a:spcAft>
        <a:buClrTx/>
        <a:buSzTx/>
        <a:buFontTx/>
        <a:buNone/>
        <a:tabLst/>
        <a:defRPr sz="3000" b="1" i="0" u="none" strike="noStrike" cap="none" spc="0" baseline="0">
          <a:ln>
            <a:noFill/>
          </a:ln>
          <a:solidFill>
            <a:srgbClr val="0079B8"/>
          </a:solidFill>
          <a:uFillTx/>
          <a:latin typeface="Open Sans"/>
          <a:ea typeface="Open Sans"/>
          <a:cs typeface="Open Sans"/>
          <a:sym typeface="Open Sans"/>
        </a:defRPr>
      </a:lvl5pPr>
      <a:lvl6pPr marL="0" marR="0" indent="0" algn="ctr" defTabSz="914400" rtl="0" latinLnBrk="0">
        <a:lnSpc>
          <a:spcPct val="100000"/>
        </a:lnSpc>
        <a:spcBef>
          <a:spcPts val="0"/>
        </a:spcBef>
        <a:spcAft>
          <a:spcPts val="0"/>
        </a:spcAft>
        <a:buClrTx/>
        <a:buSzTx/>
        <a:buFontTx/>
        <a:buNone/>
        <a:tabLst/>
        <a:defRPr sz="3000" b="1" i="0" u="none" strike="noStrike" cap="none" spc="0" baseline="0">
          <a:ln>
            <a:noFill/>
          </a:ln>
          <a:solidFill>
            <a:srgbClr val="0079B8"/>
          </a:solidFill>
          <a:uFillTx/>
          <a:latin typeface="Open Sans"/>
          <a:ea typeface="Open Sans"/>
          <a:cs typeface="Open Sans"/>
          <a:sym typeface="Open Sans"/>
        </a:defRPr>
      </a:lvl6pPr>
      <a:lvl7pPr marL="0" marR="0" indent="0" algn="ctr" defTabSz="914400" rtl="0" latinLnBrk="0">
        <a:lnSpc>
          <a:spcPct val="100000"/>
        </a:lnSpc>
        <a:spcBef>
          <a:spcPts val="0"/>
        </a:spcBef>
        <a:spcAft>
          <a:spcPts val="0"/>
        </a:spcAft>
        <a:buClrTx/>
        <a:buSzTx/>
        <a:buFontTx/>
        <a:buNone/>
        <a:tabLst/>
        <a:defRPr sz="3000" b="1" i="0" u="none" strike="noStrike" cap="none" spc="0" baseline="0">
          <a:ln>
            <a:noFill/>
          </a:ln>
          <a:solidFill>
            <a:srgbClr val="0079B8"/>
          </a:solidFill>
          <a:uFillTx/>
          <a:latin typeface="Open Sans"/>
          <a:ea typeface="Open Sans"/>
          <a:cs typeface="Open Sans"/>
          <a:sym typeface="Open Sans"/>
        </a:defRPr>
      </a:lvl7pPr>
      <a:lvl8pPr marL="0" marR="0" indent="0" algn="ctr" defTabSz="914400" rtl="0" latinLnBrk="0">
        <a:lnSpc>
          <a:spcPct val="100000"/>
        </a:lnSpc>
        <a:spcBef>
          <a:spcPts val="0"/>
        </a:spcBef>
        <a:spcAft>
          <a:spcPts val="0"/>
        </a:spcAft>
        <a:buClrTx/>
        <a:buSzTx/>
        <a:buFontTx/>
        <a:buNone/>
        <a:tabLst/>
        <a:defRPr sz="3000" b="1" i="0" u="none" strike="noStrike" cap="none" spc="0" baseline="0">
          <a:ln>
            <a:noFill/>
          </a:ln>
          <a:solidFill>
            <a:srgbClr val="0079B8"/>
          </a:solidFill>
          <a:uFillTx/>
          <a:latin typeface="Open Sans"/>
          <a:ea typeface="Open Sans"/>
          <a:cs typeface="Open Sans"/>
          <a:sym typeface="Open Sans"/>
        </a:defRPr>
      </a:lvl8pPr>
      <a:lvl9pPr marL="0" marR="0" indent="0" algn="ctr" defTabSz="914400" rtl="0" latinLnBrk="0">
        <a:lnSpc>
          <a:spcPct val="100000"/>
        </a:lnSpc>
        <a:spcBef>
          <a:spcPts val="0"/>
        </a:spcBef>
        <a:spcAft>
          <a:spcPts val="0"/>
        </a:spcAft>
        <a:buClrTx/>
        <a:buSzTx/>
        <a:buFontTx/>
        <a:buNone/>
        <a:tabLst/>
        <a:defRPr sz="3000" b="1" i="0" u="none" strike="noStrike" cap="none" spc="0" baseline="0">
          <a:ln>
            <a:noFill/>
          </a:ln>
          <a:solidFill>
            <a:srgbClr val="0079B8"/>
          </a:solidFill>
          <a:uFillTx/>
          <a:latin typeface="Open Sans"/>
          <a:ea typeface="Open Sans"/>
          <a:cs typeface="Open Sans"/>
          <a:sym typeface="Open Sans"/>
        </a:defRPr>
      </a:lvl9pPr>
    </p:titleStyle>
    <p:bodyStyle>
      <a:lvl1pPr marL="342900" marR="0" indent="-342900" algn="l" defTabSz="914400" rtl="0" latinLnBrk="0">
        <a:lnSpc>
          <a:spcPct val="100000"/>
        </a:lnSpc>
        <a:spcBef>
          <a:spcPts val="400"/>
        </a:spcBef>
        <a:spcAft>
          <a:spcPts val="0"/>
        </a:spcAft>
        <a:buClrTx/>
        <a:buSzPct val="100000"/>
        <a:buFont typeface="Arial"/>
        <a:buChar char="•"/>
        <a:tabLst/>
        <a:defRPr sz="2000" b="0" i="0" u="none" strike="noStrike" cap="none" spc="0" baseline="0">
          <a:ln>
            <a:noFill/>
          </a:ln>
          <a:solidFill>
            <a:srgbClr val="000000"/>
          </a:solidFill>
          <a:uFillTx/>
          <a:latin typeface="Open Sans"/>
          <a:ea typeface="Open Sans"/>
          <a:cs typeface="Open Sans"/>
          <a:sym typeface="Open Sans"/>
        </a:defRPr>
      </a:lvl1pPr>
      <a:lvl2pPr marL="742950" marR="0" indent="-285750" algn="l" defTabSz="914400" rtl="0" latinLnBrk="0">
        <a:lnSpc>
          <a:spcPct val="100000"/>
        </a:lnSpc>
        <a:spcBef>
          <a:spcPts val="400"/>
        </a:spcBef>
        <a:spcAft>
          <a:spcPts val="0"/>
        </a:spcAft>
        <a:buClrTx/>
        <a:buSzPct val="100000"/>
        <a:buFont typeface="Arial"/>
        <a:buChar char="–"/>
        <a:tabLst/>
        <a:defRPr sz="2000" b="0" i="0" u="none" strike="noStrike" cap="none" spc="0" baseline="0">
          <a:ln>
            <a:noFill/>
          </a:ln>
          <a:solidFill>
            <a:srgbClr val="000000"/>
          </a:solidFill>
          <a:uFillTx/>
          <a:latin typeface="Open Sans"/>
          <a:ea typeface="Open Sans"/>
          <a:cs typeface="Open Sans"/>
          <a:sym typeface="Open Sans"/>
        </a:defRPr>
      </a:lvl2pPr>
      <a:lvl3pPr marL="1143000" marR="0" indent="-228600" algn="l" defTabSz="914400" rtl="0" latinLnBrk="0">
        <a:lnSpc>
          <a:spcPct val="100000"/>
        </a:lnSpc>
        <a:spcBef>
          <a:spcPts val="400"/>
        </a:spcBef>
        <a:spcAft>
          <a:spcPts val="0"/>
        </a:spcAft>
        <a:buClrTx/>
        <a:buSzPct val="100000"/>
        <a:buFont typeface="Arial"/>
        <a:buChar char="•"/>
        <a:tabLst/>
        <a:defRPr sz="2000" b="0" i="0" u="none" strike="noStrike" cap="none" spc="0" baseline="0">
          <a:ln>
            <a:noFill/>
          </a:ln>
          <a:solidFill>
            <a:srgbClr val="000000"/>
          </a:solidFill>
          <a:uFillTx/>
          <a:latin typeface="Open Sans"/>
          <a:ea typeface="Open Sans"/>
          <a:cs typeface="Open Sans"/>
          <a:sym typeface="Open Sans"/>
        </a:defRPr>
      </a:lvl3pPr>
      <a:lvl4pPr marL="1600200" marR="0" indent="-228600" algn="l" defTabSz="914400" rtl="0" latinLnBrk="0">
        <a:lnSpc>
          <a:spcPct val="100000"/>
        </a:lnSpc>
        <a:spcBef>
          <a:spcPts val="400"/>
        </a:spcBef>
        <a:spcAft>
          <a:spcPts val="0"/>
        </a:spcAft>
        <a:buClrTx/>
        <a:buSzPct val="100000"/>
        <a:buFont typeface="Arial"/>
        <a:buChar char="–"/>
        <a:tabLst/>
        <a:defRPr sz="2000" b="0" i="0" u="none" strike="noStrike" cap="none" spc="0" baseline="0">
          <a:ln>
            <a:noFill/>
          </a:ln>
          <a:solidFill>
            <a:srgbClr val="000000"/>
          </a:solidFill>
          <a:uFillTx/>
          <a:latin typeface="Open Sans"/>
          <a:ea typeface="Open Sans"/>
          <a:cs typeface="Open Sans"/>
          <a:sym typeface="Open Sans"/>
        </a:defRPr>
      </a:lvl4pPr>
      <a:lvl5pPr marL="2057400" marR="0" indent="-228600" algn="l" defTabSz="914400" rtl="0" latinLnBrk="0">
        <a:lnSpc>
          <a:spcPct val="100000"/>
        </a:lnSpc>
        <a:spcBef>
          <a:spcPts val="400"/>
        </a:spcBef>
        <a:spcAft>
          <a:spcPts val="0"/>
        </a:spcAft>
        <a:buClrTx/>
        <a:buSzPct val="100000"/>
        <a:buFont typeface="Arial"/>
        <a:buChar char="»"/>
        <a:tabLst/>
        <a:defRPr sz="2000" b="0" i="0" u="none" strike="noStrike" cap="none" spc="0" baseline="0">
          <a:ln>
            <a:noFill/>
          </a:ln>
          <a:solidFill>
            <a:srgbClr val="000000"/>
          </a:solidFill>
          <a:uFillTx/>
          <a:latin typeface="Open Sans"/>
          <a:ea typeface="Open Sans"/>
          <a:cs typeface="Open Sans"/>
          <a:sym typeface="Open Sans"/>
        </a:defRPr>
      </a:lvl5pPr>
      <a:lvl6pPr marL="2514600" marR="0" indent="-228600" algn="l" defTabSz="914400" rtl="0" latinLnBrk="0">
        <a:lnSpc>
          <a:spcPct val="100000"/>
        </a:lnSpc>
        <a:spcBef>
          <a:spcPts val="400"/>
        </a:spcBef>
        <a:spcAft>
          <a:spcPts val="0"/>
        </a:spcAft>
        <a:buClrTx/>
        <a:buSzPct val="100000"/>
        <a:buFont typeface="Arial"/>
        <a:buChar char="•"/>
        <a:tabLst/>
        <a:defRPr sz="2000" b="0" i="0" u="none" strike="noStrike" cap="none" spc="0" baseline="0">
          <a:ln>
            <a:noFill/>
          </a:ln>
          <a:solidFill>
            <a:srgbClr val="000000"/>
          </a:solidFill>
          <a:uFillTx/>
          <a:latin typeface="Open Sans"/>
          <a:ea typeface="Open Sans"/>
          <a:cs typeface="Open Sans"/>
          <a:sym typeface="Open Sans"/>
        </a:defRPr>
      </a:lvl6pPr>
      <a:lvl7pPr marL="2971800" marR="0" indent="-228600" algn="l" defTabSz="914400" rtl="0" latinLnBrk="0">
        <a:lnSpc>
          <a:spcPct val="100000"/>
        </a:lnSpc>
        <a:spcBef>
          <a:spcPts val="400"/>
        </a:spcBef>
        <a:spcAft>
          <a:spcPts val="0"/>
        </a:spcAft>
        <a:buClrTx/>
        <a:buSzPct val="100000"/>
        <a:buFont typeface="Arial"/>
        <a:buChar char="•"/>
        <a:tabLst/>
        <a:defRPr sz="2000" b="0" i="0" u="none" strike="noStrike" cap="none" spc="0" baseline="0">
          <a:ln>
            <a:noFill/>
          </a:ln>
          <a:solidFill>
            <a:srgbClr val="000000"/>
          </a:solidFill>
          <a:uFillTx/>
          <a:latin typeface="Open Sans"/>
          <a:ea typeface="Open Sans"/>
          <a:cs typeface="Open Sans"/>
          <a:sym typeface="Open Sans"/>
        </a:defRPr>
      </a:lvl7pPr>
      <a:lvl8pPr marL="3429000" marR="0" indent="-228600" algn="l" defTabSz="914400" rtl="0" latinLnBrk="0">
        <a:lnSpc>
          <a:spcPct val="100000"/>
        </a:lnSpc>
        <a:spcBef>
          <a:spcPts val="400"/>
        </a:spcBef>
        <a:spcAft>
          <a:spcPts val="0"/>
        </a:spcAft>
        <a:buClrTx/>
        <a:buSzPct val="100000"/>
        <a:buFont typeface="Arial"/>
        <a:buChar char="•"/>
        <a:tabLst/>
        <a:defRPr sz="2000" b="0" i="0" u="none" strike="noStrike" cap="none" spc="0" baseline="0">
          <a:ln>
            <a:noFill/>
          </a:ln>
          <a:solidFill>
            <a:srgbClr val="000000"/>
          </a:solidFill>
          <a:uFillTx/>
          <a:latin typeface="Open Sans"/>
          <a:ea typeface="Open Sans"/>
          <a:cs typeface="Open Sans"/>
          <a:sym typeface="Open Sans"/>
        </a:defRPr>
      </a:lvl8pPr>
      <a:lvl9pPr marL="3886200" marR="0" indent="-228600" algn="l" defTabSz="914400" rtl="0" latinLnBrk="0">
        <a:lnSpc>
          <a:spcPct val="100000"/>
        </a:lnSpc>
        <a:spcBef>
          <a:spcPts val="400"/>
        </a:spcBef>
        <a:spcAft>
          <a:spcPts val="0"/>
        </a:spcAft>
        <a:buClrTx/>
        <a:buSzPct val="100000"/>
        <a:buFont typeface="Arial"/>
        <a:buChar char="•"/>
        <a:tabLst/>
        <a:defRPr sz="2000" b="0" i="0" u="none" strike="noStrike" cap="none" spc="0" baseline="0">
          <a:ln>
            <a:noFill/>
          </a:ln>
          <a:solidFill>
            <a:srgbClr val="000000"/>
          </a:solidFill>
          <a:uFillTx/>
          <a:latin typeface="Open Sans"/>
          <a:ea typeface="Open Sans"/>
          <a:cs typeface="Open Sans"/>
          <a:sym typeface="Open Sans"/>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t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Candidate of Head of Program of…"/>
          <p:cNvSpPr txBox="1">
            <a:spLocks noGrp="1"/>
          </p:cNvSpPr>
          <p:nvPr>
            <p:ph type="ctrTitle"/>
          </p:nvPr>
        </p:nvSpPr>
        <p:spPr>
          <a:xfrm>
            <a:off x="1683014" y="3254064"/>
            <a:ext cx="7460985" cy="2189866"/>
          </a:xfrm>
          <a:prstGeom prst="rect">
            <a:avLst/>
          </a:prstGeom>
        </p:spPr>
        <p:txBody>
          <a:bodyPr/>
          <a:lstStyle/>
          <a:p>
            <a:pPr defTabSz="859536">
              <a:defRPr sz="3384"/>
            </a:pPr>
            <a:r>
              <a:rPr lang="en-US" dirty="0"/>
              <a:t>Tactics, Techniques, and Procedures (TTP)</a:t>
            </a:r>
            <a:endParaRPr dirty="0"/>
          </a:p>
        </p:txBody>
      </p:sp>
      <p:pic>
        <p:nvPicPr>
          <p:cNvPr id="135" name="pasted-image.tiff" descr="pasted-image.tiff"/>
          <p:cNvPicPr>
            <a:picLocks noChangeAspect="1"/>
          </p:cNvPicPr>
          <p:nvPr/>
        </p:nvPicPr>
        <p:blipFill>
          <a:blip r:embed="rId2"/>
          <a:stretch>
            <a:fillRect/>
          </a:stretch>
        </p:blipFill>
        <p:spPr>
          <a:xfrm>
            <a:off x="24621" y="5322358"/>
            <a:ext cx="1619459" cy="1155139"/>
          </a:xfrm>
          <a:prstGeom prst="rect">
            <a:avLst/>
          </a:prstGeom>
          <a:ln w="12700">
            <a:miter lim="400000"/>
          </a:ln>
        </p:spPr>
      </p:pic>
      <p:sp>
        <p:nvSpPr>
          <p:cNvPr id="136" name="Andry Chowanda"/>
          <p:cNvSpPr txBox="1"/>
          <p:nvPr/>
        </p:nvSpPr>
        <p:spPr>
          <a:xfrm>
            <a:off x="5266465" y="4529122"/>
            <a:ext cx="92395" cy="769441"/>
          </a:xfrm>
          <a:prstGeom prst="rect">
            <a:avLst/>
          </a:prstGeom>
          <a:ln w="12700">
            <a:miter lim="400000"/>
          </a:ln>
          <a:extLst>
            <a:ext uri="{C572A759-6A51-4108-AA02-DFA0A04FC94B}">
              <ma14:wrappingTextBoxFlag xmlns="" xmlns:ma14="http://schemas.microsoft.com/office/mac/drawingml/2011/main" val="1"/>
            </a:ext>
          </a:extLst>
        </p:spPr>
        <p:txBody>
          <a:bodyPr wrap="none" lIns="45719" rIns="45719">
            <a:spAutoFit/>
          </a:bodyPr>
          <a:lstStyle>
            <a:lvl1pPr algn="ctr">
              <a:defRPr sz="2500" b="1">
                <a:solidFill>
                  <a:srgbClr val="FFFFFF"/>
                </a:solidFill>
              </a:defRPr>
            </a:lvl1pPr>
          </a:lstStyle>
          <a:p>
            <a:pPr>
              <a:defRPr sz="3600"/>
            </a:pPr>
            <a:endParaRPr sz="440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815527" y="524597"/>
            <a:ext cx="6348136" cy="792089"/>
          </a:xfrm>
          <a:prstGeom prst="rect">
            <a:avLst/>
          </a:prstGeom>
        </p:spPr>
        <p:txBody>
          <a:bodyPr/>
          <a:lstStyle>
            <a:lvl1pPr>
              <a:defRPr cap="all">
                <a:solidFill>
                  <a:srgbClr val="0079B8"/>
                </a:solidFill>
                <a:latin typeface="Open Sans"/>
                <a:ea typeface="Open Sans"/>
                <a:cs typeface="Open Sans"/>
                <a:sym typeface="Open Sans"/>
              </a:defRPr>
            </a:lvl1pPr>
          </a:lstStyle>
          <a:p>
            <a:r>
              <a:rPr lang="en-US" dirty="0"/>
              <a:t>Learning outcome</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2</a:t>
            </a:fld>
            <a:endParaRPr/>
          </a:p>
        </p:txBody>
      </p:sp>
      <p:sp>
        <p:nvSpPr>
          <p:cNvPr id="6" name="TextBox 3">
            <a:extLst>
              <a:ext uri="{FF2B5EF4-FFF2-40B4-BE49-F238E27FC236}">
                <a16:creationId xmlns:a16="http://schemas.microsoft.com/office/drawing/2014/main" id="{F4F977B6-EDC5-4054-9DE8-069EAC8D318A}"/>
              </a:ext>
            </a:extLst>
          </p:cNvPr>
          <p:cNvSpPr txBox="1"/>
          <p:nvPr/>
        </p:nvSpPr>
        <p:spPr>
          <a:xfrm>
            <a:off x="1043432" y="1609999"/>
            <a:ext cx="7923411"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1pPr>
            <a:lvl2pPr marL="0" marR="0" indent="4572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2pPr>
            <a:lvl3pPr marL="0" marR="0" indent="9144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3pPr>
            <a:lvl4pPr marL="0" marR="0" indent="13716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4pPr>
            <a:lvl5pPr marL="0" marR="0" indent="18288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5pPr>
            <a:lvl6pPr marL="0" marR="0" indent="22860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6pPr>
            <a:lvl7pPr marL="0" marR="0" indent="27432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7pPr>
            <a:lvl8pPr marL="0" marR="0" indent="32004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8pPr>
            <a:lvl9pPr marL="0" marR="0" indent="365760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lvl9pPr>
          </a:lstStyle>
          <a:p>
            <a:pPr marL="0" marR="0" indent="0" algn="l" defTabSz="914400" rtl="0" fontAlgn="auto" latinLnBrk="0" hangingPunct="0">
              <a:lnSpc>
                <a:spcPct val="100000"/>
              </a:lnSpc>
              <a:spcBef>
                <a:spcPts val="0"/>
              </a:spcBef>
              <a:spcAft>
                <a:spcPts val="0"/>
              </a:spcAft>
              <a:buClrTx/>
              <a:buSzTx/>
              <a:buFontTx/>
              <a:buNone/>
              <a:tabLst/>
            </a:pPr>
            <a:r>
              <a:rPr lang="en-US" dirty="0"/>
              <a:t>LO 1 : Define basic principal of computer security</a:t>
            </a:r>
            <a:endParaRPr kumimoji="0" lang="en-US" sz="2400" b="0" i="0" u="none" strike="noStrike" cap="none" spc="0" normalizeH="0" dirty="0">
              <a:ln>
                <a:noFill/>
              </a:ln>
              <a:solidFill>
                <a:srgbClr val="000000"/>
              </a:solidFill>
              <a:effectLst/>
              <a:uFillTx/>
              <a:latin typeface="Open Sans"/>
              <a:ea typeface="Open Sans"/>
              <a:cs typeface="Open Sans"/>
              <a:sym typeface="Open Sans"/>
            </a:endParaRPr>
          </a:p>
        </p:txBody>
      </p:sp>
    </p:spTree>
  </p:cSld>
  <p:clrMapOvr>
    <a:masterClrMapping/>
  </p:clrMapOvr>
  <mc:AlternateContent xmlns:mc="http://schemas.openxmlformats.org/markup-compatibility/2006" xmlns:p14="http://schemas.microsoft.com/office/powerpoint/2010/main">
    <mc:Choice Requires="p14">
      <p:transition spd="med">
        <p14:flip dir="r"/>
      </p:transition>
    </mc:Choice>
    <mc:Fallback xmlns="">
      <p:transition spd="fast">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815527" y="524597"/>
            <a:ext cx="6348136" cy="792089"/>
          </a:xfrm>
          <a:prstGeom prst="rect">
            <a:avLst/>
          </a:prstGeom>
        </p:spPr>
        <p:txBody>
          <a:bodyPr/>
          <a:lstStyle>
            <a:lvl1pPr>
              <a:defRPr cap="all">
                <a:solidFill>
                  <a:srgbClr val="0079B8"/>
                </a:solidFill>
                <a:latin typeface="Open Sans"/>
                <a:ea typeface="Open Sans"/>
                <a:cs typeface="Open Sans"/>
                <a:sym typeface="Open Sans"/>
              </a:defRPr>
            </a:lvl1pPr>
          </a:lstStyle>
          <a:p>
            <a:r>
              <a:rPr lang="en-US" dirty="0"/>
              <a:t>Subtopics</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rPr/>
              <a:t>3</a:t>
            </a:fld>
            <a:endParaRPr/>
          </a:p>
        </p:txBody>
      </p:sp>
      <p:sp>
        <p:nvSpPr>
          <p:cNvPr id="2" name="TextBox 1"/>
          <p:cNvSpPr txBox="1"/>
          <p:nvPr/>
        </p:nvSpPr>
        <p:spPr>
          <a:xfrm>
            <a:off x="979957" y="1757363"/>
            <a:ext cx="7921156"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a:buFont typeface="Arial" panose="020B0604020202020204" pitchFamily="34" charset="0"/>
              <a:buChar char="•"/>
            </a:pPr>
            <a:r>
              <a:rPr lang="en-GB" dirty="0"/>
              <a:t>Tactics, Techniques, and Procedures</a:t>
            </a:r>
          </a:p>
          <a:p>
            <a:pPr marL="342900" indent="-342900">
              <a:buFont typeface="Arial" panose="020B0604020202020204" pitchFamily="34" charset="0"/>
              <a:buChar char="•"/>
            </a:pPr>
            <a:r>
              <a:rPr lang="en-GB" dirty="0"/>
              <a:t>Introduction to MITRE ATT&amp;CK</a:t>
            </a:r>
          </a:p>
          <a:p>
            <a:pPr marL="342900" indent="-342900">
              <a:buFont typeface="Arial" panose="020B0604020202020204" pitchFamily="34" charset="0"/>
              <a:buChar char="•"/>
            </a:pPr>
            <a:endParaRPr kumimoji="0" lang="en-US" sz="2400" b="0" i="0" u="none" strike="noStrike" cap="none" spc="0" normalizeH="0" dirty="0">
              <a:ln>
                <a:noFill/>
              </a:ln>
              <a:solidFill>
                <a:srgbClr val="000000"/>
              </a:solidFill>
              <a:effectLst/>
              <a:uFillTx/>
              <a:latin typeface="Open Sans"/>
              <a:ea typeface="Open Sans"/>
              <a:cs typeface="Open Sans"/>
              <a:sym typeface="Open Sans"/>
            </a:endParaRPr>
          </a:p>
        </p:txBody>
      </p:sp>
    </p:spTree>
    <p:extLst>
      <p:ext uri="{BB962C8B-B14F-4D97-AF65-F5344CB8AC3E}">
        <p14:creationId xmlns:p14="http://schemas.microsoft.com/office/powerpoint/2010/main" val="858633271"/>
      </p:ext>
    </p:extLst>
  </p:cSld>
  <p:clrMapOvr>
    <a:masterClrMapping/>
  </p:clrMapOvr>
  <mc:AlternateContent xmlns:mc="http://schemas.openxmlformats.org/markup-compatibility/2006" xmlns:p14="http://schemas.microsoft.com/office/powerpoint/2010/main">
    <mc:Choice Requires="p14">
      <p:transition spd="med">
        <p14:flip dir="r"/>
      </p:transition>
    </mc:Choice>
    <mc:Fallback xmlns="">
      <p:transition spd="fast">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815527" y="524597"/>
            <a:ext cx="6348136"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TTP</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rPr/>
              <a:t>4</a:t>
            </a:fld>
            <a:endParaRPr/>
          </a:p>
        </p:txBody>
      </p:sp>
      <p:sp>
        <p:nvSpPr>
          <p:cNvPr id="9" name="Rectangle 3"/>
          <p:cNvSpPr>
            <a:spLocks noGrp="1" noChangeArrowheads="1"/>
          </p:cNvSpPr>
          <p:nvPr>
            <p:ph type="body" idx="1"/>
          </p:nvPr>
        </p:nvSpPr>
        <p:spPr>
          <a:xfrm>
            <a:off x="1014412" y="1447800"/>
            <a:ext cx="7768028" cy="4419600"/>
          </a:xfrm>
        </p:spPr>
        <p:txBody>
          <a:bodyPr>
            <a:normAutofit/>
          </a:bodyPr>
          <a:lstStyle/>
          <a:p>
            <a:pPr marL="0" indent="0" eaLnBrk="1" hangingPunct="1">
              <a:buNone/>
            </a:pPr>
            <a:endParaRPr lang="en-US" altLang="en-US" sz="2400" dirty="0">
              <a:ea typeface="Lucida Sans Unicode" charset="0"/>
            </a:endParaRPr>
          </a:p>
          <a:p>
            <a:pPr marL="0" indent="0" eaLnBrk="1" hangingPunct="1">
              <a:buNone/>
            </a:pPr>
            <a:r>
              <a:rPr lang="en-US" altLang="en-US" sz="2400" dirty="0">
                <a:ea typeface="Lucida Sans Unicode" charset="0"/>
              </a:rPr>
              <a:t>Tactics</a:t>
            </a:r>
          </a:p>
          <a:p>
            <a:pPr eaLnBrk="1" hangingPunct="1"/>
            <a:r>
              <a:rPr lang="en-ID" sz="2000" b="0" i="0" dirty="0">
                <a:effectLst/>
                <a:latin typeface="-apple-system"/>
              </a:rPr>
              <a:t>Tactics are high-level, strategic goals that threat actors aim to achieve during an attack. They represent the overarching objectives of an attack. Some common cyberattack tactics include:</a:t>
            </a:r>
            <a:endParaRPr lang="en-AU" altLang="en-US" sz="2400" dirty="0">
              <a:ea typeface="Lucida Sans Unicode" charset="0"/>
            </a:endParaRPr>
          </a:p>
        </p:txBody>
      </p:sp>
      <p:pic>
        <p:nvPicPr>
          <p:cNvPr id="1026" name="Picture 2">
            <a:extLst>
              <a:ext uri="{FF2B5EF4-FFF2-40B4-BE49-F238E27FC236}">
                <a16:creationId xmlns:a16="http://schemas.microsoft.com/office/drawing/2014/main" id="{E689E931-3445-678F-A5A3-123A168560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823" y="3633934"/>
            <a:ext cx="7272337" cy="2233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171543"/>
      </p:ext>
    </p:extLst>
  </p:cSld>
  <p:clrMapOvr>
    <a:masterClrMapping/>
  </p:clrMapOvr>
  <mc:AlternateContent xmlns:mc="http://schemas.openxmlformats.org/markup-compatibility/2006" xmlns:p14="http://schemas.microsoft.com/office/powerpoint/2010/main">
    <mc:Choice Requires="p14">
      <p:transition spd="med">
        <p14:flip dir="r"/>
      </p:transition>
    </mc:Choice>
    <mc:Fallback xmlns="">
      <p:transition spd="fast">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815527" y="524597"/>
            <a:ext cx="6348136"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TTP</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rPr/>
              <a:t>5</a:t>
            </a:fld>
            <a:endParaRPr/>
          </a:p>
        </p:txBody>
      </p:sp>
      <p:sp>
        <p:nvSpPr>
          <p:cNvPr id="9" name="Rectangle 3"/>
          <p:cNvSpPr>
            <a:spLocks noGrp="1" noChangeArrowheads="1"/>
          </p:cNvSpPr>
          <p:nvPr>
            <p:ph type="body" idx="1"/>
          </p:nvPr>
        </p:nvSpPr>
        <p:spPr>
          <a:xfrm>
            <a:off x="1014412" y="1214438"/>
            <a:ext cx="4129088" cy="4652962"/>
          </a:xfrm>
        </p:spPr>
        <p:txBody>
          <a:bodyPr>
            <a:normAutofit/>
          </a:bodyPr>
          <a:lstStyle/>
          <a:p>
            <a:pPr marL="0" indent="0" eaLnBrk="1" hangingPunct="1">
              <a:buNone/>
            </a:pPr>
            <a:endParaRPr lang="en-US" altLang="en-US" sz="2400" dirty="0">
              <a:ea typeface="Lucida Sans Unicode" charset="0"/>
            </a:endParaRPr>
          </a:p>
          <a:p>
            <a:pPr marL="0" indent="0" eaLnBrk="1" hangingPunct="1">
              <a:buNone/>
            </a:pPr>
            <a:r>
              <a:rPr lang="en-US" altLang="en-US" sz="2400" dirty="0">
                <a:ea typeface="Lucida Sans Unicode" charset="0"/>
              </a:rPr>
              <a:t>Techniques</a:t>
            </a:r>
          </a:p>
          <a:p>
            <a:pPr algn="l" fontAlgn="auto"/>
            <a:r>
              <a:rPr lang="en-ID" b="0" i="0" dirty="0">
                <a:effectLst/>
                <a:latin typeface="-apple-system"/>
              </a:rPr>
              <a:t>Techniques are the specific methods and tools that threat actors employ to accomplish their tactics. These are more detailed and tactical than tactics. Techniques can vary significantly depending on the attacker's goals and capabilities.</a:t>
            </a:r>
            <a:endParaRPr lang="en-AU" altLang="en-US" sz="2400" dirty="0">
              <a:ea typeface="Lucida Sans Unicode" charset="0"/>
            </a:endParaRPr>
          </a:p>
        </p:txBody>
      </p:sp>
      <p:pic>
        <p:nvPicPr>
          <p:cNvPr id="2050" name="Picture 2">
            <a:extLst>
              <a:ext uri="{FF2B5EF4-FFF2-40B4-BE49-F238E27FC236}">
                <a16:creationId xmlns:a16="http://schemas.microsoft.com/office/drawing/2014/main" id="{0D1C8417-72EC-DDF5-C0D3-CF1ADCD313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097" y="1558927"/>
            <a:ext cx="9144000" cy="5341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183014"/>
      </p:ext>
    </p:extLst>
  </p:cSld>
  <p:clrMapOvr>
    <a:masterClrMapping/>
  </p:clrMapOvr>
  <mc:AlternateContent xmlns:mc="http://schemas.openxmlformats.org/markup-compatibility/2006" xmlns:p14="http://schemas.microsoft.com/office/powerpoint/2010/main">
    <mc:Choice Requires="p14">
      <p:transition spd="med">
        <p14:flip dir="r"/>
      </p:transition>
    </mc:Choice>
    <mc:Fallback xmlns="">
      <p:transition spd="fast">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815527" y="524597"/>
            <a:ext cx="6348136"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TTP</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rPr/>
              <a:t>6</a:t>
            </a:fld>
            <a:endParaRPr/>
          </a:p>
        </p:txBody>
      </p:sp>
      <p:sp>
        <p:nvSpPr>
          <p:cNvPr id="9" name="Rectangle 3"/>
          <p:cNvSpPr>
            <a:spLocks noGrp="1" noChangeArrowheads="1"/>
          </p:cNvSpPr>
          <p:nvPr>
            <p:ph type="body" idx="1"/>
          </p:nvPr>
        </p:nvSpPr>
        <p:spPr>
          <a:xfrm>
            <a:off x="1014412" y="1447800"/>
            <a:ext cx="7768028" cy="4419600"/>
          </a:xfrm>
        </p:spPr>
        <p:txBody>
          <a:bodyPr>
            <a:normAutofit/>
          </a:bodyPr>
          <a:lstStyle/>
          <a:p>
            <a:pPr marL="0" indent="0" eaLnBrk="1" hangingPunct="1">
              <a:buNone/>
            </a:pPr>
            <a:endParaRPr lang="en-US" altLang="en-US" sz="2400" dirty="0">
              <a:ea typeface="Lucida Sans Unicode" charset="0"/>
            </a:endParaRPr>
          </a:p>
          <a:p>
            <a:pPr marL="0" indent="0" eaLnBrk="1" hangingPunct="1">
              <a:buNone/>
            </a:pPr>
            <a:r>
              <a:rPr lang="en-US" altLang="en-US" sz="2400" dirty="0">
                <a:ea typeface="Lucida Sans Unicode" charset="0"/>
              </a:rPr>
              <a:t>Procedures</a:t>
            </a:r>
          </a:p>
          <a:p>
            <a:pPr eaLnBrk="1" hangingPunct="1"/>
            <a:r>
              <a:rPr lang="en-ID" b="0" i="0" dirty="0">
                <a:effectLst/>
                <a:latin typeface="-apple-system"/>
              </a:rPr>
              <a:t>Procedures represent the step-by-step processes or workflows that threat actors follow when conducting an attack. These are highly detailed and specific to the chosen technique and the tools involved. Procedures provide a granular understanding of how an attack is executed. </a:t>
            </a:r>
            <a:endParaRPr lang="en-AU" altLang="en-US" sz="2400" dirty="0">
              <a:ea typeface="Lucida Sans Unicode" charset="0"/>
            </a:endParaRPr>
          </a:p>
        </p:txBody>
      </p:sp>
      <p:pic>
        <p:nvPicPr>
          <p:cNvPr id="4098" name="Picture 2">
            <a:extLst>
              <a:ext uri="{FF2B5EF4-FFF2-40B4-BE49-F238E27FC236}">
                <a16:creationId xmlns:a16="http://schemas.microsoft.com/office/drawing/2014/main" id="{C1C9F649-93E5-D8C0-6163-66433CBB53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675981"/>
            <a:ext cx="9144000" cy="2382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4868247"/>
      </p:ext>
    </p:extLst>
  </p:cSld>
  <p:clrMapOvr>
    <a:masterClrMapping/>
  </p:clrMapOvr>
  <mc:AlternateContent xmlns:mc="http://schemas.openxmlformats.org/markup-compatibility/2006" xmlns:p14="http://schemas.microsoft.com/office/powerpoint/2010/main">
    <mc:Choice Requires="p14">
      <p:transition spd="med">
        <p14:flip dir="r"/>
      </p:transition>
    </mc:Choice>
    <mc:Fallback xmlns="">
      <p:transition spd="fast">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815527" y="524597"/>
            <a:ext cx="6348136"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why </a:t>
            </a:r>
            <a:r>
              <a:rPr lang="en-US" dirty="0" err="1"/>
              <a:t>ttp</a:t>
            </a:r>
            <a:r>
              <a:rPr lang="en-US" dirty="0"/>
              <a:t>?</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7</a:t>
            </a:fld>
            <a:endParaRPr/>
          </a:p>
        </p:txBody>
      </p:sp>
      <p:sp>
        <p:nvSpPr>
          <p:cNvPr id="9" name="Rectangle 3"/>
          <p:cNvSpPr>
            <a:spLocks noGrp="1" noChangeArrowheads="1"/>
          </p:cNvSpPr>
          <p:nvPr>
            <p:ph type="body" idx="1"/>
          </p:nvPr>
        </p:nvSpPr>
        <p:spPr>
          <a:xfrm>
            <a:off x="1014412" y="1700212"/>
            <a:ext cx="7768028" cy="4167187"/>
          </a:xfrm>
        </p:spPr>
        <p:txBody>
          <a:bodyPr>
            <a:normAutofit/>
          </a:bodyPr>
          <a:lstStyle/>
          <a:p>
            <a:pPr algn="l" fontAlgn="auto">
              <a:buFont typeface="Arial" panose="020B0604020202020204" pitchFamily="34" charset="0"/>
              <a:buChar char="•"/>
            </a:pPr>
            <a:r>
              <a:rPr lang="en-ID" sz="2000" b="1" i="0" dirty="0">
                <a:effectLst/>
                <a:latin typeface="-apple-system"/>
              </a:rPr>
              <a:t>Detect Attacks:</a:t>
            </a:r>
            <a:r>
              <a:rPr lang="en-ID" sz="2000" b="0" i="0" dirty="0">
                <a:effectLst/>
                <a:latin typeface="-apple-system"/>
              </a:rPr>
              <a:t> Recognize patterns and behaviours associated with known TTPs to identify ongoing or potential attacks.</a:t>
            </a:r>
          </a:p>
          <a:p>
            <a:pPr algn="l" fontAlgn="auto">
              <a:buFont typeface="Arial" panose="020B0604020202020204" pitchFamily="34" charset="0"/>
              <a:buChar char="•"/>
            </a:pPr>
            <a:r>
              <a:rPr lang="en-ID" sz="2000" b="1" i="0" dirty="0">
                <a:effectLst/>
                <a:latin typeface="-apple-system"/>
              </a:rPr>
              <a:t>Develop defence strategies:</a:t>
            </a:r>
            <a:r>
              <a:rPr lang="en-ID" sz="2000" b="0" i="0" dirty="0">
                <a:effectLst/>
                <a:latin typeface="-apple-system"/>
              </a:rPr>
              <a:t> Design security measures that specifically target the techniques and procedures used by threat actors.</a:t>
            </a:r>
          </a:p>
          <a:p>
            <a:pPr algn="l" fontAlgn="auto">
              <a:buFont typeface="Arial" panose="020B0604020202020204" pitchFamily="34" charset="0"/>
              <a:buChar char="•"/>
            </a:pPr>
            <a:r>
              <a:rPr lang="en-ID" sz="2000" b="1" i="0" dirty="0">
                <a:effectLst/>
                <a:latin typeface="-apple-system"/>
              </a:rPr>
              <a:t>Enhance Incident Response:</a:t>
            </a:r>
            <a:r>
              <a:rPr lang="en-ID" sz="2000" b="0" i="0" dirty="0">
                <a:effectLst/>
                <a:latin typeface="-apple-system"/>
              </a:rPr>
              <a:t> Respond effectively to security incidents by understanding how attackers operate and what steps they take.</a:t>
            </a:r>
          </a:p>
          <a:p>
            <a:pPr algn="l" fontAlgn="auto">
              <a:buFont typeface="Arial" panose="020B0604020202020204" pitchFamily="34" charset="0"/>
              <a:buChar char="•"/>
            </a:pPr>
            <a:r>
              <a:rPr lang="en-ID" sz="2000" b="1" i="0" dirty="0">
                <a:effectLst/>
                <a:latin typeface="-apple-system"/>
              </a:rPr>
              <a:t>Share Threat Intelligence:</a:t>
            </a:r>
            <a:r>
              <a:rPr lang="en-ID" sz="2000" b="0" i="0" dirty="0">
                <a:effectLst/>
                <a:latin typeface="-apple-system"/>
              </a:rPr>
              <a:t> Communicate threat information with other organizations and security communities to help them defend against similar attacks.</a:t>
            </a:r>
          </a:p>
          <a:p>
            <a:pPr algn="l" fontAlgn="auto">
              <a:buFont typeface="Arial" panose="020B0604020202020204" pitchFamily="34" charset="0"/>
              <a:buChar char="•"/>
            </a:pPr>
            <a:r>
              <a:rPr lang="en-ID" sz="2000" b="1" i="0" dirty="0">
                <a:effectLst/>
                <a:latin typeface="-apple-system"/>
              </a:rPr>
              <a:t>Improve Threat Hunting:</a:t>
            </a:r>
            <a:r>
              <a:rPr lang="en-ID" sz="2000" b="0" i="0" dirty="0">
                <a:effectLst/>
                <a:latin typeface="-apple-system"/>
              </a:rPr>
              <a:t> Proactively seek out signs of compromise in the network based on known TTPs.</a:t>
            </a:r>
          </a:p>
        </p:txBody>
      </p:sp>
    </p:spTree>
    <p:extLst>
      <p:ext uri="{BB962C8B-B14F-4D97-AF65-F5344CB8AC3E}">
        <p14:creationId xmlns:p14="http://schemas.microsoft.com/office/powerpoint/2010/main" val="472090774"/>
      </p:ext>
    </p:extLst>
  </p:cSld>
  <p:clrMapOvr>
    <a:masterClrMapping/>
  </p:clrMapOvr>
  <mc:AlternateContent xmlns:mc="http://schemas.openxmlformats.org/markup-compatibility/2006">
    <mc:Choice xmlns:p14="http://schemas.microsoft.com/office/powerpoint/2010/main" Requires="p14">
      <p:transition spd="med">
        <p14:flip dir="r"/>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815527" y="524597"/>
            <a:ext cx="6348136"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MITRE ATT&amp;CK</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8</a:t>
            </a:fld>
            <a:endParaRPr/>
          </a:p>
        </p:txBody>
      </p:sp>
      <p:sp>
        <p:nvSpPr>
          <p:cNvPr id="9" name="Rectangle 3"/>
          <p:cNvSpPr>
            <a:spLocks noGrp="1" noChangeArrowheads="1"/>
          </p:cNvSpPr>
          <p:nvPr>
            <p:ph type="body" idx="1"/>
          </p:nvPr>
        </p:nvSpPr>
        <p:spPr>
          <a:xfrm>
            <a:off x="1014412" y="1700212"/>
            <a:ext cx="7768028" cy="4167187"/>
          </a:xfrm>
        </p:spPr>
        <p:txBody>
          <a:bodyPr>
            <a:normAutofit/>
          </a:bodyPr>
          <a:lstStyle/>
          <a:p>
            <a:pPr marL="0" indent="0" algn="l">
              <a:buNone/>
            </a:pPr>
            <a:r>
              <a:rPr lang="en-ID" dirty="0">
                <a:latin typeface="-apple-system"/>
              </a:rPr>
              <a:t>What is ATT&amp;CK?</a:t>
            </a:r>
            <a:br>
              <a:rPr lang="en-ID" dirty="0">
                <a:effectLst/>
                <a:latin typeface="Arial" panose="020B0604020202020204" pitchFamily="34" charset="0"/>
              </a:rPr>
            </a:br>
            <a:endParaRPr lang="en-ID" dirty="0">
              <a:effectLst/>
              <a:latin typeface="Arial" panose="020B0604020202020204" pitchFamily="34" charset="0"/>
            </a:endParaRPr>
          </a:p>
          <a:p>
            <a:pPr algn="l"/>
            <a:r>
              <a:rPr lang="en-ID" b="1" dirty="0">
                <a:effectLst/>
                <a:latin typeface="Arial" panose="020B0604020202020204" pitchFamily="34" charset="0"/>
              </a:rPr>
              <a:t>A knowledge base of adversary </a:t>
            </a:r>
            <a:r>
              <a:rPr lang="en-ID" b="1" dirty="0" err="1">
                <a:effectLst/>
                <a:latin typeface="Arial" panose="020B0604020202020204" pitchFamily="34" charset="0"/>
              </a:rPr>
              <a:t>behavior</a:t>
            </a:r>
            <a:endParaRPr lang="en-ID" dirty="0">
              <a:latin typeface="Arial" panose="020B0604020202020204" pitchFamily="34" charset="0"/>
            </a:endParaRPr>
          </a:p>
          <a:p>
            <a:pPr algn="l"/>
            <a:r>
              <a:rPr lang="en-ID" b="1" dirty="0">
                <a:effectLst/>
                <a:latin typeface="Arial" panose="020B0604020202020204" pitchFamily="34" charset="0"/>
              </a:rPr>
              <a:t>Based on real-world observations</a:t>
            </a:r>
            <a:endParaRPr lang="en-ID" dirty="0">
              <a:latin typeface="Arial" panose="020B0604020202020204" pitchFamily="34" charset="0"/>
            </a:endParaRPr>
          </a:p>
          <a:p>
            <a:pPr algn="l"/>
            <a:r>
              <a:rPr lang="en-ID" b="1" dirty="0">
                <a:effectLst/>
                <a:latin typeface="Arial" panose="020B0604020202020204" pitchFamily="34" charset="0"/>
              </a:rPr>
              <a:t>Free, open, and globally accessible</a:t>
            </a:r>
            <a:endParaRPr lang="en-ID" dirty="0">
              <a:latin typeface="Arial" panose="020B0604020202020204" pitchFamily="34" charset="0"/>
            </a:endParaRPr>
          </a:p>
          <a:p>
            <a:pPr algn="l"/>
            <a:r>
              <a:rPr lang="en-ID" b="1" dirty="0">
                <a:effectLst/>
                <a:latin typeface="Arial" panose="020B0604020202020204" pitchFamily="34" charset="0"/>
              </a:rPr>
              <a:t>A common language for threat intelligence</a:t>
            </a:r>
            <a:endParaRPr lang="en-ID" dirty="0">
              <a:effectLst/>
              <a:latin typeface="Arial" panose="020B0604020202020204" pitchFamily="34" charset="0"/>
            </a:endParaRPr>
          </a:p>
          <a:p>
            <a:pPr algn="l"/>
            <a:r>
              <a:rPr lang="en-ID" b="1" dirty="0">
                <a:effectLst/>
                <a:latin typeface="Arial" panose="020B0604020202020204" pitchFamily="34" charset="0"/>
              </a:rPr>
              <a:t>Community-driven</a:t>
            </a:r>
          </a:p>
          <a:p>
            <a:pPr algn="l"/>
            <a:endParaRPr lang="en-ID" b="1" dirty="0">
              <a:latin typeface="Arial" panose="020B0604020202020204" pitchFamily="34" charset="0"/>
            </a:endParaRPr>
          </a:p>
          <a:p>
            <a:pPr marL="0" indent="0" algn="l">
              <a:buNone/>
            </a:pPr>
            <a:r>
              <a:rPr lang="en-ID" dirty="0">
                <a:latin typeface="Arial" panose="020B0604020202020204" pitchFamily="34" charset="0"/>
              </a:rPr>
              <a:t>There are 3 elements covered in </a:t>
            </a:r>
          </a:p>
          <a:p>
            <a:pPr marL="0" indent="0" algn="l">
              <a:buNone/>
            </a:pPr>
            <a:r>
              <a:rPr lang="en-ID" dirty="0">
                <a:latin typeface="Arial" panose="020B0604020202020204" pitchFamily="34" charset="0"/>
              </a:rPr>
              <a:t>ATT&amp;CK: </a:t>
            </a:r>
            <a:r>
              <a:rPr lang="en-ID" b="1" dirty="0">
                <a:latin typeface="Arial" panose="020B0604020202020204" pitchFamily="34" charset="0"/>
              </a:rPr>
              <a:t>enterprise, mobile, and ICS.</a:t>
            </a:r>
            <a:endParaRPr lang="en-ID" dirty="0">
              <a:effectLst/>
              <a:latin typeface="Arial" panose="020B0604020202020204" pitchFamily="34" charset="0"/>
            </a:endParaRPr>
          </a:p>
          <a:p>
            <a:pPr algn="l" fontAlgn="auto">
              <a:buFont typeface="Arial" panose="020B0604020202020204" pitchFamily="34" charset="0"/>
              <a:buChar char="•"/>
            </a:pPr>
            <a:endParaRPr lang="en-ID" sz="2000" b="0" dirty="0">
              <a:effectLst/>
              <a:latin typeface="-apple-system"/>
            </a:endParaRPr>
          </a:p>
        </p:txBody>
      </p:sp>
      <p:pic>
        <p:nvPicPr>
          <p:cNvPr id="6146" name="Picture 2" descr="What is the MITRE ATT&amp;CK framework? | DNSSense">
            <a:extLst>
              <a:ext uri="{FF2B5EF4-FFF2-40B4-BE49-F238E27FC236}">
                <a16:creationId xmlns:a16="http://schemas.microsoft.com/office/drawing/2014/main" id="{001243AB-FE05-0688-1BBE-337308B7B3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747" y="4207551"/>
            <a:ext cx="2766413" cy="1659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677822"/>
      </p:ext>
    </p:extLst>
  </p:cSld>
  <p:clrMapOvr>
    <a:masterClrMapping/>
  </p:clrMapOvr>
  <mc:AlternateContent xmlns:mc="http://schemas.openxmlformats.org/markup-compatibility/2006">
    <mc:Choice xmlns:p14="http://schemas.microsoft.com/office/powerpoint/2010/main" Requires="p14">
      <p:transition spd="med">
        <p14:flip dir="r"/>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815527" y="524597"/>
            <a:ext cx="6348136"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MITRE ATT&amp;CK</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9</a:t>
            </a:fld>
            <a:endParaRPr/>
          </a:p>
        </p:txBody>
      </p:sp>
      <p:sp>
        <p:nvSpPr>
          <p:cNvPr id="9" name="Rectangle 3"/>
          <p:cNvSpPr>
            <a:spLocks noGrp="1" noChangeArrowheads="1"/>
          </p:cNvSpPr>
          <p:nvPr>
            <p:ph type="body" idx="1"/>
          </p:nvPr>
        </p:nvSpPr>
        <p:spPr>
          <a:xfrm>
            <a:off x="1014412" y="1571626"/>
            <a:ext cx="7768028" cy="4295774"/>
          </a:xfrm>
        </p:spPr>
        <p:txBody>
          <a:bodyPr>
            <a:normAutofit/>
          </a:bodyPr>
          <a:lstStyle/>
          <a:p>
            <a:pPr marL="0" indent="0" algn="l">
              <a:buNone/>
            </a:pPr>
            <a:r>
              <a:rPr lang="en-ID" b="1" dirty="0">
                <a:latin typeface="-apple-system"/>
              </a:rPr>
              <a:t>The Difficulty of Identifying TTPs</a:t>
            </a:r>
            <a:br>
              <a:rPr lang="en-ID" b="1" dirty="0">
                <a:effectLst/>
                <a:latin typeface="Arial" panose="020B0604020202020204" pitchFamily="34" charset="0"/>
              </a:rPr>
            </a:br>
            <a:endParaRPr lang="en-ID" sz="2000" b="1" dirty="0">
              <a:effectLst/>
              <a:latin typeface="-apple-system"/>
            </a:endParaRPr>
          </a:p>
        </p:txBody>
      </p:sp>
      <p:pic>
        <p:nvPicPr>
          <p:cNvPr id="2" name="Picture 1">
            <a:extLst>
              <a:ext uri="{FF2B5EF4-FFF2-40B4-BE49-F238E27FC236}">
                <a16:creationId xmlns:a16="http://schemas.microsoft.com/office/drawing/2014/main" id="{33C31DAE-C128-776F-5CB2-19D8C0CBA43C}"/>
              </a:ext>
            </a:extLst>
          </p:cNvPr>
          <p:cNvPicPr>
            <a:picLocks noChangeAspect="1"/>
          </p:cNvPicPr>
          <p:nvPr/>
        </p:nvPicPr>
        <p:blipFill>
          <a:blip r:embed="rId3"/>
          <a:stretch>
            <a:fillRect/>
          </a:stretch>
        </p:blipFill>
        <p:spPr>
          <a:xfrm>
            <a:off x="1014412" y="2198767"/>
            <a:ext cx="7772400" cy="4659233"/>
          </a:xfrm>
          <a:prstGeom prst="rect">
            <a:avLst/>
          </a:prstGeom>
        </p:spPr>
      </p:pic>
    </p:spTree>
    <p:extLst>
      <p:ext uri="{BB962C8B-B14F-4D97-AF65-F5344CB8AC3E}">
        <p14:creationId xmlns:p14="http://schemas.microsoft.com/office/powerpoint/2010/main" val="4267807316"/>
      </p:ext>
    </p:extLst>
  </p:cSld>
  <p:clrMapOvr>
    <a:masterClrMapping/>
  </p:clrMapOvr>
  <mc:AlternateContent xmlns:mc="http://schemas.openxmlformats.org/markup-compatibility/2006">
    <mc:Choice xmlns:p14="http://schemas.microsoft.com/office/powerpoint/2010/main" Requires="p14">
      <p:transition spd="med">
        <p14:flip dir="r"/>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815527" y="524597"/>
            <a:ext cx="6348136"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MITRE ATT&amp;CK</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10</a:t>
            </a:fld>
            <a:endParaRPr/>
          </a:p>
        </p:txBody>
      </p:sp>
      <p:sp>
        <p:nvSpPr>
          <p:cNvPr id="9" name="Rectangle 3"/>
          <p:cNvSpPr>
            <a:spLocks noGrp="1" noChangeArrowheads="1"/>
          </p:cNvSpPr>
          <p:nvPr>
            <p:ph type="body" idx="1"/>
          </p:nvPr>
        </p:nvSpPr>
        <p:spPr>
          <a:xfrm>
            <a:off x="1014412" y="1700212"/>
            <a:ext cx="7768028" cy="4782016"/>
          </a:xfrm>
        </p:spPr>
        <p:txBody>
          <a:bodyPr>
            <a:normAutofit/>
          </a:bodyPr>
          <a:lstStyle/>
          <a:p>
            <a:pPr marL="0" indent="0" algn="l">
              <a:buNone/>
            </a:pPr>
            <a:r>
              <a:rPr lang="en-ID" sz="2200" dirty="0">
                <a:latin typeface="-apple-system"/>
              </a:rPr>
              <a:t>Let’s break down ATT&amp;CK components.</a:t>
            </a:r>
          </a:p>
          <a:p>
            <a:pPr marL="0" indent="0" algn="l">
              <a:buNone/>
            </a:pPr>
            <a:endParaRPr lang="en-ID" sz="2200" dirty="0">
              <a:latin typeface="-apple-system"/>
            </a:endParaRPr>
          </a:p>
          <a:p>
            <a:pPr algn="l"/>
            <a:r>
              <a:rPr lang="en-ID" b="1" dirty="0">
                <a:effectLst/>
                <a:latin typeface="-apple-system"/>
              </a:rPr>
              <a:t>Tactics</a:t>
            </a:r>
            <a:r>
              <a:rPr lang="en-ID" dirty="0">
                <a:effectLst/>
                <a:latin typeface="-apple-system"/>
              </a:rPr>
              <a:t>: the adversary</a:t>
            </a:r>
            <a:r>
              <a:rPr lang="en-ID" dirty="0">
                <a:latin typeface="-apple-system"/>
              </a:rPr>
              <a:t>’s technical goals.</a:t>
            </a:r>
          </a:p>
          <a:p>
            <a:pPr marL="0" indent="0" algn="l">
              <a:buNone/>
            </a:pPr>
            <a:r>
              <a:rPr lang="en-ID" dirty="0">
                <a:latin typeface="-apple-system"/>
              </a:rPr>
              <a:t>Example: Initial Access, Privilege Escalation, </a:t>
            </a:r>
            <a:r>
              <a:rPr lang="en-ID" dirty="0" err="1">
                <a:latin typeface="-apple-system"/>
              </a:rPr>
              <a:t>Defense</a:t>
            </a:r>
            <a:r>
              <a:rPr lang="en-ID" dirty="0">
                <a:latin typeface="-apple-system"/>
              </a:rPr>
              <a:t> Evasion, etc.</a:t>
            </a:r>
          </a:p>
          <a:p>
            <a:pPr algn="l"/>
            <a:endParaRPr lang="en-ID" b="1" dirty="0">
              <a:effectLst/>
              <a:latin typeface="-apple-system"/>
            </a:endParaRPr>
          </a:p>
          <a:p>
            <a:pPr algn="l"/>
            <a:r>
              <a:rPr lang="en-ID" b="1" dirty="0">
                <a:effectLst/>
                <a:latin typeface="-apple-system"/>
              </a:rPr>
              <a:t>Techniques</a:t>
            </a:r>
            <a:r>
              <a:rPr lang="en-ID" dirty="0">
                <a:latin typeface="-apple-system"/>
              </a:rPr>
              <a:t>: how the goals are achieved.</a:t>
            </a:r>
          </a:p>
          <a:p>
            <a:pPr marL="0" indent="0" algn="l">
              <a:buNone/>
            </a:pPr>
            <a:r>
              <a:rPr lang="en-ID" dirty="0">
                <a:latin typeface="-apple-system"/>
              </a:rPr>
              <a:t>Example: </a:t>
            </a:r>
            <a:r>
              <a:rPr lang="en-ID" b="1" dirty="0">
                <a:latin typeface="-apple-system"/>
              </a:rPr>
              <a:t>Access Token Manipulation</a:t>
            </a:r>
            <a:r>
              <a:rPr lang="en-ID" dirty="0">
                <a:latin typeface="-apple-system"/>
              </a:rPr>
              <a:t>, Account Discovery, Active Scanning, etc.</a:t>
            </a:r>
          </a:p>
          <a:p>
            <a:pPr algn="l"/>
            <a:endParaRPr lang="en-ID" b="1" dirty="0">
              <a:effectLst/>
              <a:latin typeface="-apple-system"/>
            </a:endParaRPr>
          </a:p>
          <a:p>
            <a:pPr algn="l"/>
            <a:r>
              <a:rPr lang="en-ID" b="1" dirty="0">
                <a:effectLst/>
                <a:latin typeface="-apple-system"/>
              </a:rPr>
              <a:t>Procedures</a:t>
            </a:r>
            <a:r>
              <a:rPr lang="en-ID" dirty="0">
                <a:effectLst/>
                <a:latin typeface="-apple-system"/>
              </a:rPr>
              <a:t>: specific technique implementation.</a:t>
            </a:r>
          </a:p>
          <a:p>
            <a:pPr marL="0" indent="0" algn="l">
              <a:buNone/>
            </a:pPr>
            <a:r>
              <a:rPr lang="en-ID" dirty="0">
                <a:latin typeface="-apple-system"/>
              </a:rPr>
              <a:t>Example: </a:t>
            </a:r>
            <a:r>
              <a:rPr lang="en-ID" dirty="0">
                <a:effectLst/>
                <a:latin typeface="Arial" panose="020B0604020202020204" pitchFamily="34" charset="0"/>
              </a:rPr>
              <a:t>To do </a:t>
            </a:r>
            <a:r>
              <a:rPr lang="en-ID" b="1" dirty="0">
                <a:effectLst/>
                <a:latin typeface="Arial" panose="020B0604020202020204" pitchFamily="34" charset="0"/>
              </a:rPr>
              <a:t>Access Token Manipulation</a:t>
            </a:r>
            <a:r>
              <a:rPr lang="en-ID" dirty="0">
                <a:effectLst/>
                <a:latin typeface="Arial" panose="020B0604020202020204" pitchFamily="34" charset="0"/>
              </a:rPr>
              <a:t>, </a:t>
            </a:r>
            <a:r>
              <a:rPr lang="en-ID" dirty="0">
                <a:latin typeface="Arial" panose="020B0604020202020204" pitchFamily="34" charset="0"/>
              </a:rPr>
              <a:t>Stuxnet attempts to impersonate an anonymous token to enumerate bindings in the service control manager. </a:t>
            </a:r>
            <a:endParaRPr lang="en-ID" sz="2000" b="0" dirty="0">
              <a:effectLst/>
              <a:latin typeface="-apple-system"/>
            </a:endParaRPr>
          </a:p>
        </p:txBody>
      </p:sp>
    </p:spTree>
    <p:extLst>
      <p:ext uri="{BB962C8B-B14F-4D97-AF65-F5344CB8AC3E}">
        <p14:creationId xmlns:p14="http://schemas.microsoft.com/office/powerpoint/2010/main" val="1731679807"/>
      </p:ext>
    </p:extLst>
  </p:cSld>
  <p:clrMapOvr>
    <a:masterClrMapping/>
  </p:clrMapOvr>
  <mc:AlternateContent xmlns:mc="http://schemas.openxmlformats.org/markup-compatibility/2006">
    <mc:Choice xmlns:p14="http://schemas.microsoft.com/office/powerpoint/2010/main" Requires="p14">
      <p:transition spd="med">
        <p14:flip dir="r"/>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815527" y="524597"/>
            <a:ext cx="6348136"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MITRE ATT&amp;CK</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11</a:t>
            </a:fld>
            <a:endParaRPr/>
          </a:p>
        </p:txBody>
      </p:sp>
      <p:sp>
        <p:nvSpPr>
          <p:cNvPr id="9" name="Rectangle 3"/>
          <p:cNvSpPr>
            <a:spLocks noGrp="1" noChangeArrowheads="1"/>
          </p:cNvSpPr>
          <p:nvPr>
            <p:ph type="body" idx="1"/>
          </p:nvPr>
        </p:nvSpPr>
        <p:spPr>
          <a:xfrm>
            <a:off x="1014412" y="1700212"/>
            <a:ext cx="7768028" cy="4782016"/>
          </a:xfrm>
        </p:spPr>
        <p:txBody>
          <a:bodyPr>
            <a:normAutofit/>
          </a:bodyPr>
          <a:lstStyle/>
          <a:p>
            <a:pPr marL="0" indent="0" algn="l">
              <a:buNone/>
            </a:pPr>
            <a:r>
              <a:rPr lang="en-ID" b="1" dirty="0">
                <a:effectLst/>
                <a:latin typeface="-apple-system"/>
              </a:rPr>
              <a:t>Tactics</a:t>
            </a:r>
            <a:r>
              <a:rPr lang="en-ID" dirty="0">
                <a:effectLst/>
                <a:latin typeface="-apple-system"/>
              </a:rPr>
              <a:t>: the adversary</a:t>
            </a:r>
            <a:r>
              <a:rPr lang="en-ID" dirty="0">
                <a:latin typeface="-apple-system"/>
              </a:rPr>
              <a:t>’s technical goals.</a:t>
            </a:r>
          </a:p>
        </p:txBody>
      </p:sp>
      <p:pic>
        <p:nvPicPr>
          <p:cNvPr id="2" name="Picture 1">
            <a:extLst>
              <a:ext uri="{FF2B5EF4-FFF2-40B4-BE49-F238E27FC236}">
                <a16:creationId xmlns:a16="http://schemas.microsoft.com/office/drawing/2014/main" id="{D4D67A09-F9F6-DBD1-A111-9ADE648B1CD9}"/>
              </a:ext>
            </a:extLst>
          </p:cNvPr>
          <p:cNvPicPr>
            <a:picLocks noChangeAspect="1"/>
          </p:cNvPicPr>
          <p:nvPr/>
        </p:nvPicPr>
        <p:blipFill rotWithShape="1">
          <a:blip r:embed="rId3"/>
          <a:srcRect r="53869"/>
          <a:stretch/>
        </p:blipFill>
        <p:spPr>
          <a:xfrm>
            <a:off x="1257307" y="2512744"/>
            <a:ext cx="7297342" cy="792089"/>
          </a:xfrm>
          <a:prstGeom prst="rect">
            <a:avLst/>
          </a:prstGeom>
        </p:spPr>
      </p:pic>
      <p:pic>
        <p:nvPicPr>
          <p:cNvPr id="5" name="Picture 4">
            <a:extLst>
              <a:ext uri="{FF2B5EF4-FFF2-40B4-BE49-F238E27FC236}">
                <a16:creationId xmlns:a16="http://schemas.microsoft.com/office/drawing/2014/main" id="{9D8CF2A0-29C4-FAD7-E952-A9D513CCBBAB}"/>
              </a:ext>
            </a:extLst>
          </p:cNvPr>
          <p:cNvPicPr>
            <a:picLocks noChangeAspect="1"/>
          </p:cNvPicPr>
          <p:nvPr/>
        </p:nvPicPr>
        <p:blipFill rotWithShape="1">
          <a:blip r:embed="rId3"/>
          <a:srcRect l="54734" r="-9557"/>
          <a:stretch/>
        </p:blipFill>
        <p:spPr>
          <a:xfrm>
            <a:off x="1414470" y="3571876"/>
            <a:ext cx="8672512" cy="792089"/>
          </a:xfrm>
          <a:prstGeom prst="rect">
            <a:avLst/>
          </a:prstGeom>
        </p:spPr>
      </p:pic>
      <p:sp>
        <p:nvSpPr>
          <p:cNvPr id="7" name="TextBox 6">
            <a:extLst>
              <a:ext uri="{FF2B5EF4-FFF2-40B4-BE49-F238E27FC236}">
                <a16:creationId xmlns:a16="http://schemas.microsoft.com/office/drawing/2014/main" id="{2CD777A2-BBEB-AF89-215A-463003FFB6DB}"/>
              </a:ext>
            </a:extLst>
          </p:cNvPr>
          <p:cNvSpPr txBox="1"/>
          <p:nvPr/>
        </p:nvSpPr>
        <p:spPr>
          <a:xfrm>
            <a:off x="2703910" y="4961431"/>
            <a:ext cx="492204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https://</a:t>
            </a:r>
            <a:r>
              <a:rPr lang="en-US" dirty="0" err="1"/>
              <a:t>attack.mitre.org</a:t>
            </a:r>
            <a:r>
              <a:rPr lang="en-US" dirty="0"/>
              <a:t>/#</a:t>
            </a:r>
          </a:p>
        </p:txBody>
      </p:sp>
    </p:spTree>
    <p:extLst>
      <p:ext uri="{BB962C8B-B14F-4D97-AF65-F5344CB8AC3E}">
        <p14:creationId xmlns:p14="http://schemas.microsoft.com/office/powerpoint/2010/main" val="3749280911"/>
      </p:ext>
    </p:extLst>
  </p:cSld>
  <p:clrMapOvr>
    <a:masterClrMapping/>
  </p:clrMapOvr>
  <mc:AlternateContent xmlns:mc="http://schemas.openxmlformats.org/markup-compatibility/2006">
    <mc:Choice xmlns:p14="http://schemas.microsoft.com/office/powerpoint/2010/main" Requires="p14">
      <p:transition spd="med">
        <p14:flip dir="r"/>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1628718" y="506820"/>
            <a:ext cx="6348136"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MITRE ATT&amp;CK</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12</a:t>
            </a:fld>
            <a:endParaRPr/>
          </a:p>
        </p:txBody>
      </p:sp>
      <p:sp>
        <p:nvSpPr>
          <p:cNvPr id="9" name="Rectangle 3"/>
          <p:cNvSpPr>
            <a:spLocks noGrp="1" noChangeArrowheads="1"/>
          </p:cNvSpPr>
          <p:nvPr>
            <p:ph type="body" idx="1"/>
          </p:nvPr>
        </p:nvSpPr>
        <p:spPr>
          <a:xfrm>
            <a:off x="1014412" y="1645364"/>
            <a:ext cx="7768028" cy="4782016"/>
          </a:xfrm>
        </p:spPr>
        <p:txBody>
          <a:bodyPr>
            <a:normAutofit/>
          </a:bodyPr>
          <a:lstStyle/>
          <a:p>
            <a:pPr marL="0" indent="0" algn="l">
              <a:buNone/>
            </a:pPr>
            <a:r>
              <a:rPr lang="en-ID" b="1" dirty="0">
                <a:effectLst/>
                <a:latin typeface="-apple-system"/>
              </a:rPr>
              <a:t>Techniques</a:t>
            </a:r>
            <a:r>
              <a:rPr lang="en-ID" dirty="0">
                <a:latin typeface="-apple-system"/>
              </a:rPr>
              <a:t>: how the goals are achieved.</a:t>
            </a:r>
          </a:p>
        </p:txBody>
      </p:sp>
      <p:pic>
        <p:nvPicPr>
          <p:cNvPr id="3" name="Picture 2">
            <a:extLst>
              <a:ext uri="{FF2B5EF4-FFF2-40B4-BE49-F238E27FC236}">
                <a16:creationId xmlns:a16="http://schemas.microsoft.com/office/drawing/2014/main" id="{B13BC1A4-3A95-01A4-0193-BB7ED0914B33}"/>
              </a:ext>
            </a:extLst>
          </p:cNvPr>
          <p:cNvPicPr>
            <a:picLocks noChangeAspect="1"/>
          </p:cNvPicPr>
          <p:nvPr/>
        </p:nvPicPr>
        <p:blipFill rotWithShape="1">
          <a:blip r:embed="rId3"/>
          <a:srcRect r="6597"/>
          <a:stretch/>
        </p:blipFill>
        <p:spPr>
          <a:xfrm>
            <a:off x="6651052" y="236369"/>
            <a:ext cx="2099612" cy="6553200"/>
          </a:xfrm>
          <a:prstGeom prst="rect">
            <a:avLst/>
          </a:prstGeom>
        </p:spPr>
      </p:pic>
      <p:pic>
        <p:nvPicPr>
          <p:cNvPr id="6" name="Picture 5">
            <a:extLst>
              <a:ext uri="{FF2B5EF4-FFF2-40B4-BE49-F238E27FC236}">
                <a16:creationId xmlns:a16="http://schemas.microsoft.com/office/drawing/2014/main" id="{6F9966C3-658B-4797-E817-F0E87EE6723A}"/>
              </a:ext>
            </a:extLst>
          </p:cNvPr>
          <p:cNvPicPr>
            <a:picLocks noChangeAspect="1"/>
          </p:cNvPicPr>
          <p:nvPr/>
        </p:nvPicPr>
        <p:blipFill>
          <a:blip r:embed="rId4"/>
          <a:stretch>
            <a:fillRect/>
          </a:stretch>
        </p:blipFill>
        <p:spPr>
          <a:xfrm>
            <a:off x="1223988" y="2488152"/>
            <a:ext cx="1435100" cy="3898900"/>
          </a:xfrm>
          <a:prstGeom prst="rect">
            <a:avLst/>
          </a:prstGeom>
        </p:spPr>
      </p:pic>
      <p:pic>
        <p:nvPicPr>
          <p:cNvPr id="8" name="Picture 7">
            <a:extLst>
              <a:ext uri="{FF2B5EF4-FFF2-40B4-BE49-F238E27FC236}">
                <a16:creationId xmlns:a16="http://schemas.microsoft.com/office/drawing/2014/main" id="{4CB2D545-E752-10A9-C406-4113FAB6C4A8}"/>
              </a:ext>
            </a:extLst>
          </p:cNvPr>
          <p:cNvPicPr>
            <a:picLocks noChangeAspect="1"/>
          </p:cNvPicPr>
          <p:nvPr/>
        </p:nvPicPr>
        <p:blipFill>
          <a:blip r:embed="rId5"/>
          <a:stretch>
            <a:fillRect/>
          </a:stretch>
        </p:blipFill>
        <p:spPr>
          <a:xfrm>
            <a:off x="3041650" y="2488152"/>
            <a:ext cx="1511300" cy="3797300"/>
          </a:xfrm>
          <a:prstGeom prst="rect">
            <a:avLst/>
          </a:prstGeom>
        </p:spPr>
      </p:pic>
      <p:pic>
        <p:nvPicPr>
          <p:cNvPr id="10" name="Picture 9">
            <a:extLst>
              <a:ext uri="{FF2B5EF4-FFF2-40B4-BE49-F238E27FC236}">
                <a16:creationId xmlns:a16="http://schemas.microsoft.com/office/drawing/2014/main" id="{DFB0A1F7-BDD4-06F5-F421-23FE0CB7AFCD}"/>
              </a:ext>
            </a:extLst>
          </p:cNvPr>
          <p:cNvPicPr>
            <a:picLocks noChangeAspect="1"/>
          </p:cNvPicPr>
          <p:nvPr/>
        </p:nvPicPr>
        <p:blipFill rotWithShape="1">
          <a:blip r:embed="rId6"/>
          <a:srcRect b="12535"/>
          <a:stretch/>
        </p:blipFill>
        <p:spPr>
          <a:xfrm>
            <a:off x="4968276" y="2488152"/>
            <a:ext cx="1473200" cy="3898900"/>
          </a:xfrm>
          <a:prstGeom prst="rect">
            <a:avLst/>
          </a:prstGeom>
        </p:spPr>
      </p:pic>
    </p:spTree>
    <p:extLst>
      <p:ext uri="{BB962C8B-B14F-4D97-AF65-F5344CB8AC3E}">
        <p14:creationId xmlns:p14="http://schemas.microsoft.com/office/powerpoint/2010/main" val="97278156"/>
      </p:ext>
    </p:extLst>
  </p:cSld>
  <p:clrMapOvr>
    <a:masterClrMapping/>
  </p:clrMapOvr>
  <mc:AlternateContent xmlns:mc="http://schemas.openxmlformats.org/markup-compatibility/2006">
    <mc:Choice xmlns:p14="http://schemas.microsoft.com/office/powerpoint/2010/main" Requires="p14">
      <p:transition spd="med">
        <p14:flip dir="r"/>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815527" y="524597"/>
            <a:ext cx="6348136"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MITRE ATT&amp;CK</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13</a:t>
            </a:fld>
            <a:endParaRPr/>
          </a:p>
        </p:txBody>
      </p:sp>
      <p:sp>
        <p:nvSpPr>
          <p:cNvPr id="9" name="Rectangle 3"/>
          <p:cNvSpPr>
            <a:spLocks noGrp="1" noChangeArrowheads="1"/>
          </p:cNvSpPr>
          <p:nvPr>
            <p:ph type="body" idx="1"/>
          </p:nvPr>
        </p:nvSpPr>
        <p:spPr>
          <a:xfrm>
            <a:off x="1014412" y="1700212"/>
            <a:ext cx="7768028" cy="4782016"/>
          </a:xfrm>
        </p:spPr>
        <p:txBody>
          <a:bodyPr>
            <a:normAutofit/>
          </a:bodyPr>
          <a:lstStyle/>
          <a:p>
            <a:pPr marL="0" indent="0" algn="l">
              <a:buNone/>
            </a:pPr>
            <a:r>
              <a:rPr lang="en-ID" b="1" dirty="0">
                <a:effectLst/>
                <a:latin typeface="-apple-system"/>
              </a:rPr>
              <a:t>Procedures</a:t>
            </a:r>
            <a:r>
              <a:rPr lang="en-ID" dirty="0">
                <a:effectLst/>
                <a:latin typeface="-apple-system"/>
              </a:rPr>
              <a:t>: specific technique implementation.</a:t>
            </a:r>
          </a:p>
          <a:p>
            <a:pPr marL="0" indent="0" algn="l">
              <a:buNone/>
            </a:pPr>
            <a:r>
              <a:rPr lang="en-ID" dirty="0">
                <a:latin typeface="-apple-system"/>
              </a:rPr>
              <a:t>To achieve </a:t>
            </a:r>
            <a:r>
              <a:rPr lang="en-ID" b="1" dirty="0">
                <a:latin typeface="-apple-system"/>
              </a:rPr>
              <a:t>persistence (tactics) </a:t>
            </a:r>
            <a:r>
              <a:rPr lang="en-ID" dirty="0">
                <a:latin typeface="-apple-system"/>
              </a:rPr>
              <a:t>through </a:t>
            </a:r>
            <a:r>
              <a:rPr lang="en-ID" b="1" dirty="0">
                <a:latin typeface="-apple-system"/>
              </a:rPr>
              <a:t>browser extension (techniques):</a:t>
            </a:r>
          </a:p>
          <a:p>
            <a:pPr marL="0" indent="0" algn="l">
              <a:buNone/>
            </a:pPr>
            <a:endParaRPr lang="en-ID" b="1" dirty="0">
              <a:effectLst/>
              <a:latin typeface="-apple-system"/>
            </a:endParaRPr>
          </a:p>
        </p:txBody>
      </p:sp>
      <p:pic>
        <p:nvPicPr>
          <p:cNvPr id="4" name="Picture 3">
            <a:extLst>
              <a:ext uri="{FF2B5EF4-FFF2-40B4-BE49-F238E27FC236}">
                <a16:creationId xmlns:a16="http://schemas.microsoft.com/office/drawing/2014/main" id="{C909E412-8F63-E9FC-9ABE-7E9EDF4C8CF0}"/>
              </a:ext>
            </a:extLst>
          </p:cNvPr>
          <p:cNvPicPr>
            <a:picLocks noChangeAspect="1"/>
          </p:cNvPicPr>
          <p:nvPr/>
        </p:nvPicPr>
        <p:blipFill rotWithShape="1">
          <a:blip r:embed="rId3"/>
          <a:srcRect l="6943"/>
          <a:stretch/>
        </p:blipFill>
        <p:spPr>
          <a:xfrm>
            <a:off x="0" y="2862304"/>
            <a:ext cx="9157315" cy="2295484"/>
          </a:xfrm>
          <a:prstGeom prst="rect">
            <a:avLst/>
          </a:prstGeom>
        </p:spPr>
      </p:pic>
      <p:sp>
        <p:nvSpPr>
          <p:cNvPr id="8" name="TextBox 7">
            <a:extLst>
              <a:ext uri="{FF2B5EF4-FFF2-40B4-BE49-F238E27FC236}">
                <a16:creationId xmlns:a16="http://schemas.microsoft.com/office/drawing/2014/main" id="{9491F130-2CA3-FDBE-88BC-6DBFBDF15CCB}"/>
              </a:ext>
            </a:extLst>
          </p:cNvPr>
          <p:cNvSpPr txBox="1"/>
          <p:nvPr/>
        </p:nvSpPr>
        <p:spPr>
          <a:xfrm>
            <a:off x="2208804" y="5356648"/>
            <a:ext cx="5379244"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dirty="0"/>
              <a:t>https://</a:t>
            </a:r>
            <a:r>
              <a:rPr lang="en-US" sz="1800" dirty="0" err="1"/>
              <a:t>attack.mitre.org</a:t>
            </a:r>
            <a:r>
              <a:rPr lang="en-US" sz="1800" dirty="0"/>
              <a:t>/techniques/T1176/</a:t>
            </a:r>
          </a:p>
        </p:txBody>
      </p:sp>
    </p:spTree>
    <p:extLst>
      <p:ext uri="{BB962C8B-B14F-4D97-AF65-F5344CB8AC3E}">
        <p14:creationId xmlns:p14="http://schemas.microsoft.com/office/powerpoint/2010/main" val="2295131314"/>
      </p:ext>
    </p:extLst>
  </p:cSld>
  <p:clrMapOvr>
    <a:masterClrMapping/>
  </p:clrMapOvr>
  <mc:AlternateContent xmlns:mc="http://schemas.openxmlformats.org/markup-compatibility/2006">
    <mc:Choice xmlns:p14="http://schemas.microsoft.com/office/powerpoint/2010/main" Requires="p14">
      <p:transition spd="med">
        <p14:flip dir="r"/>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815527" y="524597"/>
            <a:ext cx="6348136"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MITRE ATT&amp;CK</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14</a:t>
            </a:fld>
            <a:endParaRPr/>
          </a:p>
        </p:txBody>
      </p:sp>
      <p:sp>
        <p:nvSpPr>
          <p:cNvPr id="9" name="Rectangle 3"/>
          <p:cNvSpPr>
            <a:spLocks noGrp="1" noChangeArrowheads="1"/>
          </p:cNvSpPr>
          <p:nvPr>
            <p:ph type="body" idx="1"/>
          </p:nvPr>
        </p:nvSpPr>
        <p:spPr>
          <a:xfrm>
            <a:off x="1014412" y="1700212"/>
            <a:ext cx="7768028" cy="4782016"/>
          </a:xfrm>
        </p:spPr>
        <p:txBody>
          <a:bodyPr>
            <a:normAutofit/>
          </a:bodyPr>
          <a:lstStyle/>
          <a:p>
            <a:pPr marL="0" indent="0" algn="l">
              <a:buNone/>
            </a:pPr>
            <a:r>
              <a:rPr lang="en-ID" b="1" dirty="0">
                <a:effectLst/>
                <a:latin typeface="-apple-system"/>
              </a:rPr>
              <a:t>Procedures</a:t>
            </a:r>
            <a:r>
              <a:rPr lang="en-ID" dirty="0">
                <a:effectLst/>
                <a:latin typeface="-apple-system"/>
              </a:rPr>
              <a:t>: specific technique implementation.</a:t>
            </a:r>
          </a:p>
          <a:p>
            <a:pPr marL="0" indent="0" algn="l">
              <a:buNone/>
            </a:pPr>
            <a:r>
              <a:rPr lang="en-ID" dirty="0">
                <a:latin typeface="-apple-system"/>
              </a:rPr>
              <a:t>To achieve </a:t>
            </a:r>
            <a:r>
              <a:rPr lang="en-ID" b="1" dirty="0" err="1">
                <a:latin typeface="-apple-system"/>
              </a:rPr>
              <a:t>reconnaisance</a:t>
            </a:r>
            <a:r>
              <a:rPr lang="en-ID" b="1" dirty="0">
                <a:latin typeface="-apple-system"/>
              </a:rPr>
              <a:t> (tactics) </a:t>
            </a:r>
            <a:r>
              <a:rPr lang="en-ID" dirty="0">
                <a:latin typeface="-apple-system"/>
              </a:rPr>
              <a:t>by </a:t>
            </a:r>
            <a:r>
              <a:rPr lang="en-ID" b="1" dirty="0">
                <a:latin typeface="-apple-system"/>
              </a:rPr>
              <a:t>Gather Victim Host Information</a:t>
            </a:r>
          </a:p>
          <a:p>
            <a:pPr marL="0" indent="0" algn="l">
              <a:buNone/>
            </a:pPr>
            <a:r>
              <a:rPr lang="en-ID" b="1" dirty="0">
                <a:latin typeface="-apple-system"/>
              </a:rPr>
              <a:t> (techniques):</a:t>
            </a:r>
          </a:p>
          <a:p>
            <a:pPr marL="0" indent="0" algn="l">
              <a:buNone/>
            </a:pPr>
            <a:endParaRPr lang="en-ID" b="1" dirty="0">
              <a:effectLst/>
              <a:latin typeface="-apple-system"/>
            </a:endParaRPr>
          </a:p>
        </p:txBody>
      </p:sp>
      <p:sp>
        <p:nvSpPr>
          <p:cNvPr id="8" name="TextBox 7">
            <a:extLst>
              <a:ext uri="{FF2B5EF4-FFF2-40B4-BE49-F238E27FC236}">
                <a16:creationId xmlns:a16="http://schemas.microsoft.com/office/drawing/2014/main" id="{9491F130-2CA3-FDBE-88BC-6DBFBDF15CCB}"/>
              </a:ext>
            </a:extLst>
          </p:cNvPr>
          <p:cNvSpPr txBox="1"/>
          <p:nvPr/>
        </p:nvSpPr>
        <p:spPr>
          <a:xfrm>
            <a:off x="2208804" y="5816906"/>
            <a:ext cx="5379244"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dirty="0"/>
              <a:t>https://</a:t>
            </a:r>
            <a:r>
              <a:rPr lang="en-US" sz="1800" dirty="0" err="1"/>
              <a:t>attack.mitre.org</a:t>
            </a:r>
            <a:r>
              <a:rPr lang="en-US" sz="1800" dirty="0"/>
              <a:t>/techniques/T1592/</a:t>
            </a:r>
          </a:p>
        </p:txBody>
      </p:sp>
      <p:pic>
        <p:nvPicPr>
          <p:cNvPr id="2" name="Picture 1">
            <a:extLst>
              <a:ext uri="{FF2B5EF4-FFF2-40B4-BE49-F238E27FC236}">
                <a16:creationId xmlns:a16="http://schemas.microsoft.com/office/drawing/2014/main" id="{3FFA8C52-28D6-BB85-96AE-0140D2492B24}"/>
              </a:ext>
            </a:extLst>
          </p:cNvPr>
          <p:cNvPicPr>
            <a:picLocks noChangeAspect="1"/>
          </p:cNvPicPr>
          <p:nvPr/>
        </p:nvPicPr>
        <p:blipFill>
          <a:blip r:embed="rId3"/>
          <a:stretch>
            <a:fillRect/>
          </a:stretch>
        </p:blipFill>
        <p:spPr>
          <a:xfrm>
            <a:off x="71437" y="3125135"/>
            <a:ext cx="9001125" cy="2492911"/>
          </a:xfrm>
          <a:prstGeom prst="rect">
            <a:avLst/>
          </a:prstGeom>
        </p:spPr>
      </p:pic>
    </p:spTree>
    <p:extLst>
      <p:ext uri="{BB962C8B-B14F-4D97-AF65-F5344CB8AC3E}">
        <p14:creationId xmlns:p14="http://schemas.microsoft.com/office/powerpoint/2010/main" val="2279204379"/>
      </p:ext>
    </p:extLst>
  </p:cSld>
  <p:clrMapOvr>
    <a:masterClrMapping/>
  </p:clrMapOvr>
  <mc:AlternateContent xmlns:mc="http://schemas.openxmlformats.org/markup-compatibility/2006">
    <mc:Choice xmlns:p14="http://schemas.microsoft.com/office/powerpoint/2010/main" Requires="p14">
      <p:transition spd="med">
        <p14:flip dir="r"/>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457450" y="524597"/>
            <a:ext cx="6706213"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Benefits of MITRE ATT&amp;CK</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rPr/>
              <a:t>15</a:t>
            </a:fld>
            <a:endParaRPr/>
          </a:p>
        </p:txBody>
      </p:sp>
      <p:sp>
        <p:nvSpPr>
          <p:cNvPr id="9" name="Rectangle 3"/>
          <p:cNvSpPr>
            <a:spLocks noGrp="1" noChangeArrowheads="1"/>
          </p:cNvSpPr>
          <p:nvPr>
            <p:ph type="body" idx="1"/>
          </p:nvPr>
        </p:nvSpPr>
        <p:spPr>
          <a:xfrm>
            <a:off x="1014412" y="1700212"/>
            <a:ext cx="7768028" cy="4782016"/>
          </a:xfrm>
        </p:spPr>
        <p:txBody>
          <a:bodyPr>
            <a:normAutofit/>
          </a:bodyPr>
          <a:lstStyle/>
          <a:p>
            <a:pPr marL="0" indent="0" algn="l">
              <a:buNone/>
            </a:pPr>
            <a:r>
              <a:rPr lang="en-ID" sz="2200" dirty="0">
                <a:latin typeface="-apple-system"/>
              </a:rPr>
              <a:t>ATT&amp;CK helps TI analyst to communicate with the system defenders.</a:t>
            </a:r>
          </a:p>
        </p:txBody>
      </p:sp>
      <p:pic>
        <p:nvPicPr>
          <p:cNvPr id="2" name="Picture 1">
            <a:extLst>
              <a:ext uri="{FF2B5EF4-FFF2-40B4-BE49-F238E27FC236}">
                <a16:creationId xmlns:a16="http://schemas.microsoft.com/office/drawing/2014/main" id="{91C924B1-653C-EB1D-444F-3469943B509F}"/>
              </a:ext>
            </a:extLst>
          </p:cNvPr>
          <p:cNvPicPr>
            <a:picLocks noChangeAspect="1"/>
          </p:cNvPicPr>
          <p:nvPr/>
        </p:nvPicPr>
        <p:blipFill>
          <a:blip r:embed="rId3"/>
          <a:stretch>
            <a:fillRect/>
          </a:stretch>
        </p:blipFill>
        <p:spPr>
          <a:xfrm>
            <a:off x="1014412" y="2735344"/>
            <a:ext cx="7772400" cy="3363358"/>
          </a:xfrm>
          <a:prstGeom prst="rect">
            <a:avLst/>
          </a:prstGeom>
        </p:spPr>
      </p:pic>
    </p:spTree>
    <p:extLst>
      <p:ext uri="{BB962C8B-B14F-4D97-AF65-F5344CB8AC3E}">
        <p14:creationId xmlns:p14="http://schemas.microsoft.com/office/powerpoint/2010/main" val="1609436818"/>
      </p:ext>
    </p:extLst>
  </p:cSld>
  <p:clrMapOvr>
    <a:masterClrMapping/>
  </p:clrMapOvr>
  <mc:AlternateContent xmlns:mc="http://schemas.openxmlformats.org/markup-compatibility/2006">
    <mc:Choice xmlns:p14="http://schemas.microsoft.com/office/powerpoint/2010/main" Requires="p14">
      <p:transition spd="med">
        <p14:flip dir="r"/>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457450" y="524597"/>
            <a:ext cx="6706213"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Benefits of MITRE ATT&amp;CK</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rPr/>
              <a:t>16</a:t>
            </a:fld>
            <a:endParaRPr/>
          </a:p>
        </p:txBody>
      </p:sp>
      <p:sp>
        <p:nvSpPr>
          <p:cNvPr id="9" name="Rectangle 3"/>
          <p:cNvSpPr>
            <a:spLocks noGrp="1" noChangeArrowheads="1"/>
          </p:cNvSpPr>
          <p:nvPr>
            <p:ph type="body" idx="1"/>
          </p:nvPr>
        </p:nvSpPr>
        <p:spPr>
          <a:xfrm>
            <a:off x="1014412" y="1700212"/>
            <a:ext cx="7768028" cy="4782016"/>
          </a:xfrm>
        </p:spPr>
        <p:txBody>
          <a:bodyPr>
            <a:normAutofit/>
          </a:bodyPr>
          <a:lstStyle/>
          <a:p>
            <a:pPr marL="0" indent="0" algn="l">
              <a:buNone/>
            </a:pPr>
            <a:r>
              <a:rPr lang="en-ID" sz="2200" dirty="0">
                <a:latin typeface="-apple-system"/>
              </a:rPr>
              <a:t>ATT&amp;CK helps information sharing between organizations</a:t>
            </a:r>
          </a:p>
        </p:txBody>
      </p:sp>
      <p:pic>
        <p:nvPicPr>
          <p:cNvPr id="3" name="Picture 2">
            <a:extLst>
              <a:ext uri="{FF2B5EF4-FFF2-40B4-BE49-F238E27FC236}">
                <a16:creationId xmlns:a16="http://schemas.microsoft.com/office/drawing/2014/main" id="{0B745E10-8DBA-FE07-6AA5-319D12F7268F}"/>
              </a:ext>
            </a:extLst>
          </p:cNvPr>
          <p:cNvPicPr>
            <a:picLocks noChangeAspect="1"/>
          </p:cNvPicPr>
          <p:nvPr/>
        </p:nvPicPr>
        <p:blipFill>
          <a:blip r:embed="rId3"/>
          <a:stretch>
            <a:fillRect/>
          </a:stretch>
        </p:blipFill>
        <p:spPr>
          <a:xfrm>
            <a:off x="914400" y="2406942"/>
            <a:ext cx="7772400" cy="3368555"/>
          </a:xfrm>
          <a:prstGeom prst="rect">
            <a:avLst/>
          </a:prstGeom>
        </p:spPr>
      </p:pic>
    </p:spTree>
    <p:extLst>
      <p:ext uri="{BB962C8B-B14F-4D97-AF65-F5344CB8AC3E}">
        <p14:creationId xmlns:p14="http://schemas.microsoft.com/office/powerpoint/2010/main" val="3281366915"/>
      </p:ext>
    </p:extLst>
  </p:cSld>
  <p:clrMapOvr>
    <a:masterClrMapping/>
  </p:clrMapOvr>
  <mc:AlternateContent xmlns:mc="http://schemas.openxmlformats.org/markup-compatibility/2006">
    <mc:Choice xmlns:p14="http://schemas.microsoft.com/office/powerpoint/2010/main" Requires="p14">
      <p:transition spd="med">
        <p14:flip dir="r"/>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457450" y="524597"/>
            <a:ext cx="6706213" cy="792089"/>
          </a:xfrm>
          <a:prstGeom prst="rect">
            <a:avLst/>
          </a:prstGeom>
        </p:spPr>
        <p:txBody>
          <a:bodyPr>
            <a:normAutofit/>
          </a:bodyPr>
          <a:lstStyle>
            <a:lvl1pPr>
              <a:defRPr cap="all">
                <a:solidFill>
                  <a:srgbClr val="0079B8"/>
                </a:solidFill>
                <a:latin typeface="Open Sans"/>
                <a:ea typeface="Open Sans"/>
                <a:cs typeface="Open Sans"/>
                <a:sym typeface="Open Sans"/>
              </a:defRPr>
            </a:lvl1pPr>
          </a:lstStyle>
          <a:p>
            <a:r>
              <a:rPr lang="en-US" dirty="0"/>
              <a:t>Benefits of MITRE ATT&amp;CK</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rPr/>
              <a:t>17</a:t>
            </a:fld>
            <a:endParaRPr/>
          </a:p>
        </p:txBody>
      </p:sp>
      <p:sp>
        <p:nvSpPr>
          <p:cNvPr id="9" name="Rectangle 3"/>
          <p:cNvSpPr>
            <a:spLocks noGrp="1" noChangeArrowheads="1"/>
          </p:cNvSpPr>
          <p:nvPr>
            <p:ph type="body" idx="1"/>
          </p:nvPr>
        </p:nvSpPr>
        <p:spPr>
          <a:xfrm>
            <a:off x="1014412" y="1700212"/>
            <a:ext cx="7768028" cy="4782016"/>
          </a:xfrm>
        </p:spPr>
        <p:txBody>
          <a:bodyPr>
            <a:normAutofit/>
          </a:bodyPr>
          <a:lstStyle/>
          <a:p>
            <a:pPr marL="0" indent="0" algn="l">
              <a:buNone/>
            </a:pPr>
            <a:r>
              <a:rPr lang="en-ID" sz="2200" dirty="0">
                <a:latin typeface="-apple-system"/>
              </a:rPr>
              <a:t>ATT&amp;CK helps information sharing between organizations</a:t>
            </a:r>
          </a:p>
        </p:txBody>
      </p:sp>
      <p:pic>
        <p:nvPicPr>
          <p:cNvPr id="3" name="Picture 2">
            <a:extLst>
              <a:ext uri="{FF2B5EF4-FFF2-40B4-BE49-F238E27FC236}">
                <a16:creationId xmlns:a16="http://schemas.microsoft.com/office/drawing/2014/main" id="{0B745E10-8DBA-FE07-6AA5-319D12F7268F}"/>
              </a:ext>
            </a:extLst>
          </p:cNvPr>
          <p:cNvPicPr>
            <a:picLocks noChangeAspect="1"/>
          </p:cNvPicPr>
          <p:nvPr/>
        </p:nvPicPr>
        <p:blipFill>
          <a:blip r:embed="rId3"/>
          <a:stretch>
            <a:fillRect/>
          </a:stretch>
        </p:blipFill>
        <p:spPr>
          <a:xfrm>
            <a:off x="914400" y="2406942"/>
            <a:ext cx="7772400" cy="3368555"/>
          </a:xfrm>
          <a:prstGeom prst="rect">
            <a:avLst/>
          </a:prstGeom>
        </p:spPr>
      </p:pic>
    </p:spTree>
    <p:extLst>
      <p:ext uri="{BB962C8B-B14F-4D97-AF65-F5344CB8AC3E}">
        <p14:creationId xmlns:p14="http://schemas.microsoft.com/office/powerpoint/2010/main" val="3308682791"/>
      </p:ext>
    </p:extLst>
  </p:cSld>
  <p:clrMapOvr>
    <a:masterClrMapping/>
  </p:clrMapOvr>
  <mc:AlternateContent xmlns:mc="http://schemas.openxmlformats.org/markup-compatibility/2006">
    <mc:Choice xmlns:p14="http://schemas.microsoft.com/office/powerpoint/2010/main" Requires="p14">
      <p:transition spd="med">
        <p14:flip dir="r"/>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RRENT CONDITION"/>
          <p:cNvSpPr txBox="1">
            <a:spLocks noGrp="1"/>
          </p:cNvSpPr>
          <p:nvPr>
            <p:ph type="title"/>
          </p:nvPr>
        </p:nvSpPr>
        <p:spPr>
          <a:xfrm>
            <a:off x="2815527" y="524597"/>
            <a:ext cx="6348136" cy="792089"/>
          </a:xfrm>
          <a:prstGeom prst="rect">
            <a:avLst/>
          </a:prstGeom>
        </p:spPr>
        <p:txBody>
          <a:bodyPr>
            <a:normAutofit fontScale="90000"/>
          </a:bodyPr>
          <a:lstStyle>
            <a:lvl1pPr>
              <a:defRPr cap="all">
                <a:solidFill>
                  <a:srgbClr val="0079B8"/>
                </a:solidFill>
                <a:latin typeface="Open Sans"/>
                <a:ea typeface="Open Sans"/>
                <a:cs typeface="Open Sans"/>
                <a:sym typeface="Open Sans"/>
              </a:defRPr>
            </a:lvl1pPr>
          </a:lstStyle>
          <a:p>
            <a:r>
              <a:rPr lang="en-US" dirty="0"/>
              <a:t>Making recommendations from </a:t>
            </a:r>
            <a:r>
              <a:rPr lang="en-US" dirty="0" err="1"/>
              <a:t>mitre</a:t>
            </a:r>
            <a:r>
              <a:rPr lang="en-US" dirty="0"/>
              <a:t> </a:t>
            </a:r>
            <a:r>
              <a:rPr lang="en-US" dirty="0" err="1"/>
              <a:t>att&amp;ck</a:t>
            </a:r>
            <a:endParaRPr dirty="0"/>
          </a:p>
        </p:txBody>
      </p:sp>
      <p:sp>
        <p:nvSpPr>
          <p:cNvPr id="150" name="Slide Number"/>
          <p:cNvSpPr txBox="1">
            <a:spLocks noGrp="1"/>
          </p:cNvSpPr>
          <p:nvPr>
            <p:ph type="sldNum" sz="quarter" idx="2"/>
          </p:nvPr>
        </p:nvSpPr>
        <p:spPr>
          <a:xfrm>
            <a:off x="8591160" y="6482228"/>
            <a:ext cx="191280" cy="307341"/>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rPr/>
              <a:t>18</a:t>
            </a:fld>
            <a:endParaRPr/>
          </a:p>
        </p:txBody>
      </p:sp>
      <p:sp>
        <p:nvSpPr>
          <p:cNvPr id="9" name="Rectangle 3"/>
          <p:cNvSpPr>
            <a:spLocks noGrp="1" noChangeArrowheads="1"/>
          </p:cNvSpPr>
          <p:nvPr>
            <p:ph type="body" idx="1"/>
          </p:nvPr>
        </p:nvSpPr>
        <p:spPr>
          <a:xfrm>
            <a:off x="1014412" y="1700212"/>
            <a:ext cx="7768028" cy="4782016"/>
          </a:xfrm>
        </p:spPr>
        <p:txBody>
          <a:bodyPr>
            <a:normAutofit/>
          </a:bodyPr>
          <a:lstStyle/>
          <a:p>
            <a:r>
              <a:rPr lang="en-ID" sz="2000" dirty="0">
                <a:effectLst/>
                <a:latin typeface="Arial" panose="020B0604020202020204" pitchFamily="34" charset="0"/>
              </a:rPr>
              <a:t>Determine priority techniques</a:t>
            </a:r>
          </a:p>
          <a:p>
            <a:r>
              <a:rPr lang="en-ID" sz="2000" dirty="0">
                <a:effectLst/>
                <a:latin typeface="Arial" panose="020B0604020202020204" pitchFamily="34" charset="0"/>
              </a:rPr>
              <a:t>Research how techniques are being used</a:t>
            </a:r>
          </a:p>
          <a:p>
            <a:r>
              <a:rPr lang="en-ID" sz="2000" dirty="0">
                <a:effectLst/>
                <a:latin typeface="Arial" panose="020B0604020202020204" pitchFamily="34" charset="0"/>
              </a:rPr>
              <a:t>Research defensive options related to technique</a:t>
            </a:r>
          </a:p>
          <a:p>
            <a:r>
              <a:rPr lang="en-ID" sz="2000" dirty="0">
                <a:effectLst/>
                <a:latin typeface="Arial" panose="020B0604020202020204" pitchFamily="34" charset="0"/>
              </a:rPr>
              <a:t>Research organizational capability/constraints</a:t>
            </a:r>
          </a:p>
          <a:p>
            <a:r>
              <a:rPr lang="en-ID" sz="2000" dirty="0">
                <a:effectLst/>
                <a:latin typeface="Arial" panose="020B0604020202020204" pitchFamily="34" charset="0"/>
              </a:rPr>
              <a:t>Determine what </a:t>
            </a:r>
            <a:r>
              <a:rPr lang="en-ID" sz="2000" dirty="0" err="1">
                <a:effectLst/>
                <a:latin typeface="Arial" panose="020B0604020202020204" pitchFamily="34" charset="0"/>
              </a:rPr>
              <a:t>tradeoffs</a:t>
            </a:r>
            <a:r>
              <a:rPr lang="en-ID" sz="2000" dirty="0">
                <a:effectLst/>
                <a:latin typeface="Arial" panose="020B0604020202020204" pitchFamily="34" charset="0"/>
              </a:rPr>
              <a:t> are for org on specific options</a:t>
            </a:r>
          </a:p>
          <a:p>
            <a:r>
              <a:rPr lang="en-ID" sz="2000" dirty="0">
                <a:effectLst/>
                <a:latin typeface="Arial" panose="020B0604020202020204" pitchFamily="34" charset="0"/>
              </a:rPr>
              <a:t>Make recommendations</a:t>
            </a:r>
          </a:p>
        </p:txBody>
      </p:sp>
    </p:spTree>
    <p:extLst>
      <p:ext uri="{BB962C8B-B14F-4D97-AF65-F5344CB8AC3E}">
        <p14:creationId xmlns:p14="http://schemas.microsoft.com/office/powerpoint/2010/main" val="2974923132"/>
      </p:ext>
    </p:extLst>
  </p:cSld>
  <p:clrMapOvr>
    <a:masterClrMapping/>
  </p:clrMapOvr>
  <mc:AlternateContent xmlns:mc="http://schemas.openxmlformats.org/markup-compatibility/2006">
    <mc:Choice xmlns:p14="http://schemas.microsoft.com/office/powerpoint/2010/main" Requires="p14">
      <p:transition spd="med">
        <p14:flip dir="r"/>
      </p:transition>
    </mc:Choice>
    <mc:Fallback>
      <p:transition spd="med">
        <p:fade/>
      </p:transition>
    </mc:Fallback>
  </mc:AlternateContent>
</p:sld>
</file>

<file path=ppt/theme/theme1.xml><?xml version="1.0" encoding="utf-8"?>
<a:theme xmlns:a="http://schemas.openxmlformats.org/drawingml/2006/main" name="Template PPT 2015">
  <a:themeElements>
    <a:clrScheme name="Template PPT 2015">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plate PPT 2015">
      <a:majorFont>
        <a:latin typeface="Calibri"/>
        <a:ea typeface="Calibri"/>
        <a:cs typeface="Calibri"/>
      </a:majorFont>
      <a:minorFont>
        <a:latin typeface="Helvetica"/>
        <a:ea typeface="Helvetica"/>
        <a:cs typeface="Helvetica"/>
      </a:minorFont>
    </a:fontScheme>
    <a:fmtScheme name="Template PPT 20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plate PPT 2015">
  <a:themeElements>
    <a:clrScheme name="Template PPT 2015">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plate PPT 2015">
      <a:majorFont>
        <a:latin typeface="Calibri"/>
        <a:ea typeface="Calibri"/>
        <a:cs typeface="Calibri"/>
      </a:majorFont>
      <a:minorFont>
        <a:latin typeface="Helvetica"/>
        <a:ea typeface="Helvetica"/>
        <a:cs typeface="Helvetica"/>
      </a:minorFont>
    </a:fontScheme>
    <a:fmtScheme name="Template PPT 20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just"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Open Sans"/>
            <a:ea typeface="Open Sans"/>
            <a:cs typeface="Open Sans"/>
            <a:sym typeface="Open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2013</TotalTime>
  <Words>599</Words>
  <Application>Microsoft Macintosh PowerPoint</Application>
  <PresentationFormat>On-screen Show (4:3)</PresentationFormat>
  <Paragraphs>91</Paragraphs>
  <Slides>18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-apple-system</vt:lpstr>
      <vt:lpstr>Arial</vt:lpstr>
      <vt:lpstr>Calibri</vt:lpstr>
      <vt:lpstr>Lucida Sans Unicode</vt:lpstr>
      <vt:lpstr>Open Sans</vt:lpstr>
      <vt:lpstr>Tahoma</vt:lpstr>
      <vt:lpstr>Template PPT 2015</vt:lpstr>
      <vt:lpstr>Tactics, Techniques, and Procedures (TTP)</vt:lpstr>
      <vt:lpstr>Learning outcome</vt:lpstr>
      <vt:lpstr>Subtopics</vt:lpstr>
      <vt:lpstr>TTP</vt:lpstr>
      <vt:lpstr>TTP</vt:lpstr>
      <vt:lpstr>TTP</vt:lpstr>
      <vt:lpstr>why ttp?</vt:lpstr>
      <vt:lpstr>MITRE ATT&amp;CK</vt:lpstr>
      <vt:lpstr>MITRE ATT&amp;CK</vt:lpstr>
      <vt:lpstr>MITRE ATT&amp;CK</vt:lpstr>
      <vt:lpstr>MITRE ATT&amp;CK</vt:lpstr>
      <vt:lpstr>MITRE ATT&amp;CK</vt:lpstr>
      <vt:lpstr>MITRE ATT&amp;CK</vt:lpstr>
      <vt:lpstr>MITRE ATT&amp;CK</vt:lpstr>
      <vt:lpstr>Benefits of MITRE ATT&amp;CK</vt:lpstr>
      <vt:lpstr>Benefits of MITRE ATT&amp;CK</vt:lpstr>
      <vt:lpstr>Benefits of MITRE ATT&amp;CK</vt:lpstr>
      <vt:lpstr>Making recommendations from mitre att&amp;ck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EVALUASI KERJA SCHOOL OF COMPUTER SCIENCE</dc:title>
  <cp:lastModifiedBy>Chrisando Ryan Pardomuan</cp:lastModifiedBy>
  <cp:revision>264</cp:revision>
  <dcterms:modified xsi:type="dcterms:W3CDTF">2023-12-20T06:02:09Z</dcterms:modified>
</cp:coreProperties>
</file>