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39"/>
  </p:notesMasterIdLst>
  <p:sldIdLst>
    <p:sldId id="256" r:id="rId6"/>
    <p:sldId id="316" r:id="rId7"/>
    <p:sldId id="257" r:id="rId8"/>
    <p:sldId id="263" r:id="rId9"/>
    <p:sldId id="269" r:id="rId10"/>
    <p:sldId id="294" r:id="rId11"/>
    <p:sldId id="295" r:id="rId12"/>
    <p:sldId id="289" r:id="rId13"/>
    <p:sldId id="288" r:id="rId14"/>
    <p:sldId id="280" r:id="rId15"/>
    <p:sldId id="281" r:id="rId16"/>
    <p:sldId id="292" r:id="rId17"/>
    <p:sldId id="286" r:id="rId18"/>
    <p:sldId id="297" r:id="rId19"/>
    <p:sldId id="296" r:id="rId20"/>
    <p:sldId id="309" r:id="rId21"/>
    <p:sldId id="298" r:id="rId22"/>
    <p:sldId id="299" r:id="rId23"/>
    <p:sldId id="300" r:id="rId24"/>
    <p:sldId id="302" r:id="rId25"/>
    <p:sldId id="308" r:id="rId26"/>
    <p:sldId id="311" r:id="rId27"/>
    <p:sldId id="312" r:id="rId28"/>
    <p:sldId id="313" r:id="rId29"/>
    <p:sldId id="310" r:id="rId30"/>
    <p:sldId id="303" r:id="rId31"/>
    <p:sldId id="304" r:id="rId32"/>
    <p:sldId id="315" r:id="rId33"/>
    <p:sldId id="314" r:id="rId34"/>
    <p:sldId id="305" r:id="rId35"/>
    <p:sldId id="306" r:id="rId36"/>
    <p:sldId id="307" r:id="rId37"/>
    <p:sldId id="270" r:id="rId38"/>
  </p:sldIdLst>
  <p:sldSz cx="10688638" cy="7562850"/>
  <p:notesSz cx="6858000" cy="9144000"/>
  <p:defaultTextStyle>
    <a:defPPr>
      <a:defRPr lang="en-US"/>
    </a:defPPr>
    <a:lvl1pPr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1pPr>
    <a:lvl2pPr marL="520700" indent="-635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2pPr>
    <a:lvl3pPr marL="1041400" indent="-1270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3pPr>
    <a:lvl4pPr marL="1563688" indent="-1920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4pPr>
    <a:lvl5pPr marL="2084388" indent="-2555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5pPr>
    <a:lvl6pPr marL="2286000" algn="l" defTabSz="914400" rtl="0" eaLnBrk="1" latinLnBrk="0" hangingPunct="1">
      <a:defRPr sz="2100" kern="1200">
        <a:solidFill>
          <a:schemeClr val="tx1"/>
        </a:solidFill>
        <a:latin typeface="Calibri" pitchFamily="34" charset="0"/>
        <a:ea typeface="MS PGothic" pitchFamily="34" charset="-128"/>
        <a:cs typeface="+mn-cs"/>
      </a:defRPr>
    </a:lvl6pPr>
    <a:lvl7pPr marL="2743200" algn="l" defTabSz="914400" rtl="0" eaLnBrk="1" latinLnBrk="0" hangingPunct="1">
      <a:defRPr sz="2100" kern="1200">
        <a:solidFill>
          <a:schemeClr val="tx1"/>
        </a:solidFill>
        <a:latin typeface="Calibri" pitchFamily="34" charset="0"/>
        <a:ea typeface="MS PGothic" pitchFamily="34" charset="-128"/>
        <a:cs typeface="+mn-cs"/>
      </a:defRPr>
    </a:lvl7pPr>
    <a:lvl8pPr marL="3200400" algn="l" defTabSz="914400" rtl="0" eaLnBrk="1" latinLnBrk="0" hangingPunct="1">
      <a:defRPr sz="2100" kern="1200">
        <a:solidFill>
          <a:schemeClr val="tx1"/>
        </a:solidFill>
        <a:latin typeface="Calibri" pitchFamily="34" charset="0"/>
        <a:ea typeface="MS PGothic" pitchFamily="34" charset="-128"/>
        <a:cs typeface="+mn-cs"/>
      </a:defRPr>
    </a:lvl8pPr>
    <a:lvl9pPr marL="3657600" algn="l" defTabSz="914400" rtl="0" eaLnBrk="1" latinLnBrk="0" hangingPunct="1">
      <a:defRPr sz="2100" kern="1200">
        <a:solidFill>
          <a:schemeClr val="tx1"/>
        </a:solidFill>
        <a:latin typeface="Calibri" pitchFamily="34" charset="0"/>
        <a:ea typeface="MS PGothic" pitchFamily="34" charset="-128"/>
        <a:cs typeface="+mn-cs"/>
      </a:defRPr>
    </a:lvl9pPr>
  </p:defaultTextStyle>
  <p:extLst>
    <p:ext uri="{521415D9-36F7-43E2-AB2F-B90AF26B5E84}">
      <p14:sectionLst xmlns:p14="http://schemas.microsoft.com/office/powerpoint/2010/main">
        <p14:section name="COVER" id="{6D91671F-11EC-43A0-B0B5-6D80C965B915}">
          <p14:sldIdLst>
            <p14:sldId id="256"/>
          </p14:sldIdLst>
        </p14:section>
        <p14:section name="COURSE CONTENT" id="{6162E7E0-B512-4FEF-B619-C9187795397D}">
          <p14:sldIdLst>
            <p14:sldId id="316"/>
            <p14:sldId id="257"/>
            <p14:sldId id="263"/>
            <p14:sldId id="269"/>
            <p14:sldId id="294"/>
            <p14:sldId id="295"/>
            <p14:sldId id="289"/>
            <p14:sldId id="288"/>
            <p14:sldId id="280"/>
            <p14:sldId id="281"/>
            <p14:sldId id="292"/>
            <p14:sldId id="286"/>
            <p14:sldId id="297"/>
            <p14:sldId id="296"/>
            <p14:sldId id="309"/>
            <p14:sldId id="298"/>
            <p14:sldId id="299"/>
            <p14:sldId id="300"/>
            <p14:sldId id="302"/>
            <p14:sldId id="308"/>
            <p14:sldId id="311"/>
            <p14:sldId id="312"/>
            <p14:sldId id="313"/>
            <p14:sldId id="310"/>
            <p14:sldId id="303"/>
            <p14:sldId id="304"/>
            <p14:sldId id="315"/>
            <p14:sldId id="314"/>
            <p14:sldId id="305"/>
            <p14:sldId id="306"/>
            <p14:sldId id="307"/>
          </p14:sldIdLst>
        </p14:section>
        <p14:section name="REFERENCES" id="{11ED6803-A38C-4226-8496-86D05012E7E0}">
          <p14:sldIdLst>
            <p14:sldId id="270"/>
          </p14:sldIdLst>
        </p14:section>
      </p14:sectionLst>
    </p:ext>
    <p:ext uri="{EFAFB233-063F-42B5-8137-9DF3F51BA10A}">
      <p15:sldGuideLst xmlns:p15="http://schemas.microsoft.com/office/powerpoint/2012/main">
        <p15:guide id="1" orient="horz" pos="2382" userDrawn="1">
          <p15:clr>
            <a:srgbClr val="A4A3A4"/>
          </p15:clr>
        </p15:guide>
        <p15:guide id="2" pos="33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9B8"/>
    <a:srgbClr val="94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406ABD-9294-408D-9654-1E18CD648961}" v="125" dt="2022-09-05T17:36:29.0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04" autoAdjust="0"/>
    <p:restoredTop sz="93484"/>
  </p:normalViewPr>
  <p:slideViewPr>
    <p:cSldViewPr snapToGrid="0" snapToObjects="1">
      <p:cViewPr varScale="1">
        <p:scale>
          <a:sx n="36" d="100"/>
          <a:sy n="36" d="100"/>
        </p:scale>
        <p:origin x="1156" y="36"/>
      </p:cViewPr>
      <p:guideLst>
        <p:guide orient="horz" pos="2382"/>
        <p:guide pos="3367"/>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0" Type="http://schemas.openxmlformats.org/officeDocument/2006/relationships/slide" Target="slides/slide15.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ki Sadekh" userId="b15e8503-bfd0-4da6-add0-4a5f50c7c7cc" providerId="ADAL" clId="{7A406ABD-9294-408D-9654-1E18CD648961}"/>
    <pc:docChg chg="undo custSel modSld modMainMaster modNotesMaster">
      <pc:chgData name="Melki Sadekh" userId="b15e8503-bfd0-4da6-add0-4a5f50c7c7cc" providerId="ADAL" clId="{7A406ABD-9294-408D-9654-1E18CD648961}" dt="2022-09-05T17:36:41.950" v="512" actId="242"/>
      <pc:docMkLst>
        <pc:docMk/>
      </pc:docMkLst>
      <pc:sldChg chg="addSp delSp modSp mod chgLayout">
        <pc:chgData name="Melki Sadekh" userId="b15e8503-bfd0-4da6-add0-4a5f50c7c7cc" providerId="ADAL" clId="{7A406ABD-9294-408D-9654-1E18CD648961}" dt="2022-09-05T17:34:16.911" v="503" actId="20577"/>
        <pc:sldMkLst>
          <pc:docMk/>
          <pc:sldMk cId="0" sldId="256"/>
        </pc:sldMkLst>
        <pc:spChg chg="add del mod ord">
          <ac:chgData name="Melki Sadekh" userId="b15e8503-bfd0-4da6-add0-4a5f50c7c7cc" providerId="ADAL" clId="{7A406ABD-9294-408D-9654-1E18CD648961}" dt="2022-09-05T17:18:07.416" v="163" actId="700"/>
          <ac:spMkLst>
            <pc:docMk/>
            <pc:sldMk cId="0" sldId="256"/>
            <ac:spMk id="2" creationId="{3C3955F9-70BA-B310-DE94-3479BEFC7AD4}"/>
          </ac:spMkLst>
        </pc:spChg>
        <pc:spChg chg="add del mod ord">
          <ac:chgData name="Melki Sadekh" userId="b15e8503-bfd0-4da6-add0-4a5f50c7c7cc" providerId="ADAL" clId="{7A406ABD-9294-408D-9654-1E18CD648961}" dt="2022-09-05T17:24:16.223" v="228" actId="700"/>
          <ac:spMkLst>
            <pc:docMk/>
            <pc:sldMk cId="0" sldId="256"/>
            <ac:spMk id="3" creationId="{7FA8C5E2-58EF-6780-CA47-2E061788505B}"/>
          </ac:spMkLst>
        </pc:spChg>
        <pc:spChg chg="add del mod ord">
          <ac:chgData name="Melki Sadekh" userId="b15e8503-bfd0-4da6-add0-4a5f50c7c7cc" providerId="ADAL" clId="{7A406ABD-9294-408D-9654-1E18CD648961}" dt="2022-09-05T17:24:16.223" v="228" actId="700"/>
          <ac:spMkLst>
            <pc:docMk/>
            <pc:sldMk cId="0" sldId="256"/>
            <ac:spMk id="4" creationId="{C186A370-C71E-651E-ED93-2E0AE1D303DC}"/>
          </ac:spMkLst>
        </pc:spChg>
        <pc:spChg chg="add del mod ord">
          <ac:chgData name="Melki Sadekh" userId="b15e8503-bfd0-4da6-add0-4a5f50c7c7cc" providerId="ADAL" clId="{7A406ABD-9294-408D-9654-1E18CD648961}" dt="2022-09-05T17:24:16.223" v="228" actId="700"/>
          <ac:spMkLst>
            <pc:docMk/>
            <pc:sldMk cId="0" sldId="256"/>
            <ac:spMk id="5" creationId="{723AB480-49D7-23F5-75B4-8CA002A71305}"/>
          </ac:spMkLst>
        </pc:spChg>
        <pc:spChg chg="add mod ord">
          <ac:chgData name="Melki Sadekh" userId="b15e8503-bfd0-4da6-add0-4a5f50c7c7cc" providerId="ADAL" clId="{7A406ABD-9294-408D-9654-1E18CD648961}" dt="2022-09-05T17:34:16.911" v="503" actId="20577"/>
          <ac:spMkLst>
            <pc:docMk/>
            <pc:sldMk cId="0" sldId="256"/>
            <ac:spMk id="6" creationId="{0A06AC66-8F8F-AE18-BEF4-9B3C75D6072A}"/>
          </ac:spMkLst>
        </pc:spChg>
        <pc:spChg chg="add mod ord">
          <ac:chgData name="Melki Sadekh" userId="b15e8503-bfd0-4da6-add0-4a5f50c7c7cc" providerId="ADAL" clId="{7A406ABD-9294-408D-9654-1E18CD648961}" dt="2022-09-05T17:30:53.503" v="437" actId="20577"/>
          <ac:spMkLst>
            <pc:docMk/>
            <pc:sldMk cId="0" sldId="256"/>
            <ac:spMk id="7" creationId="{0B6EC62A-27C2-091D-EB52-B027A4D21F65}"/>
          </ac:spMkLst>
        </pc:spChg>
        <pc:spChg chg="add del mod ord">
          <ac:chgData name="Melki Sadekh" userId="b15e8503-bfd0-4da6-add0-4a5f50c7c7cc" providerId="ADAL" clId="{7A406ABD-9294-408D-9654-1E18CD648961}" dt="2022-09-05T17:28:37.556" v="350" actId="700"/>
          <ac:spMkLst>
            <pc:docMk/>
            <pc:sldMk cId="0" sldId="256"/>
            <ac:spMk id="8" creationId="{69B7264D-82D5-CDB0-1942-D007A8D9C934}"/>
          </ac:spMkLst>
        </pc:spChg>
        <pc:spChg chg="add mod ord">
          <ac:chgData name="Melki Sadekh" userId="b15e8503-bfd0-4da6-add0-4a5f50c7c7cc" providerId="ADAL" clId="{7A406ABD-9294-408D-9654-1E18CD648961}" dt="2022-09-05T17:31:12.791" v="448" actId="1076"/>
          <ac:spMkLst>
            <pc:docMk/>
            <pc:sldMk cId="0" sldId="256"/>
            <ac:spMk id="9" creationId="{005996A7-AF79-38BF-09FD-195669101DF2}"/>
          </ac:spMkLst>
        </pc:spChg>
        <pc:spChg chg="add mod ord">
          <ac:chgData name="Melki Sadekh" userId="b15e8503-bfd0-4da6-add0-4a5f50c7c7cc" providerId="ADAL" clId="{7A406ABD-9294-408D-9654-1E18CD648961}" dt="2022-09-05T17:30:43.061" v="418" actId="20577"/>
          <ac:spMkLst>
            <pc:docMk/>
            <pc:sldMk cId="0" sldId="256"/>
            <ac:spMk id="10" creationId="{31EC31AE-8EDA-FF91-CB1A-43328D9DED3C}"/>
          </ac:spMkLst>
        </pc:spChg>
        <pc:spChg chg="del mod">
          <ac:chgData name="Melki Sadekh" userId="b15e8503-bfd0-4da6-add0-4a5f50c7c7cc" providerId="ADAL" clId="{7A406ABD-9294-408D-9654-1E18CD648961}" dt="2022-09-05T17:01:15.663" v="61" actId="478"/>
          <ac:spMkLst>
            <pc:docMk/>
            <pc:sldMk cId="0" sldId="256"/>
            <ac:spMk id="17" creationId="{CE9AF79D-845E-461B-ADC4-7B9B51F04481}"/>
          </ac:spMkLst>
        </pc:spChg>
        <pc:spChg chg="del mod">
          <ac:chgData name="Melki Sadekh" userId="b15e8503-bfd0-4da6-add0-4a5f50c7c7cc" providerId="ADAL" clId="{7A406ABD-9294-408D-9654-1E18CD648961}" dt="2022-09-05T17:04:27.291" v="79" actId="478"/>
          <ac:spMkLst>
            <pc:docMk/>
            <pc:sldMk cId="0" sldId="256"/>
            <ac:spMk id="18" creationId="{32DB365E-C0A0-4B3F-B6B1-8D39827C09A3}"/>
          </ac:spMkLst>
        </pc:spChg>
      </pc:sldChg>
      <pc:sldChg chg="modSp">
        <pc:chgData name="Melki Sadekh" userId="b15e8503-bfd0-4da6-add0-4a5f50c7c7cc" providerId="ADAL" clId="{7A406ABD-9294-408D-9654-1E18CD648961}" dt="2022-09-05T16:52:17.125" v="11"/>
        <pc:sldMkLst>
          <pc:docMk/>
          <pc:sldMk cId="2516975436" sldId="259"/>
        </pc:sldMkLst>
        <pc:spChg chg="mod">
          <ac:chgData name="Melki Sadekh" userId="b15e8503-bfd0-4da6-add0-4a5f50c7c7cc" providerId="ADAL" clId="{7A406ABD-9294-408D-9654-1E18CD648961}" dt="2022-09-05T16:52:17.125" v="11"/>
          <ac:spMkLst>
            <pc:docMk/>
            <pc:sldMk cId="2516975436" sldId="259"/>
            <ac:spMk id="2" creationId="{00000000-0000-0000-0000-000000000000}"/>
          </ac:spMkLst>
        </pc:spChg>
        <pc:spChg chg="mod">
          <ac:chgData name="Melki Sadekh" userId="b15e8503-bfd0-4da6-add0-4a5f50c7c7cc" providerId="ADAL" clId="{7A406ABD-9294-408D-9654-1E18CD648961}" dt="2022-09-05T16:52:17.125" v="11"/>
          <ac:spMkLst>
            <pc:docMk/>
            <pc:sldMk cId="2516975436" sldId="259"/>
            <ac:spMk id="3" creationId="{00000000-0000-0000-0000-000000000000}"/>
          </ac:spMkLst>
        </pc:spChg>
        <pc:spChg chg="mod">
          <ac:chgData name="Melki Sadekh" userId="b15e8503-bfd0-4da6-add0-4a5f50c7c7cc" providerId="ADAL" clId="{7A406ABD-9294-408D-9654-1E18CD648961}" dt="2022-09-05T16:52:17.125" v="11"/>
          <ac:spMkLst>
            <pc:docMk/>
            <pc:sldMk cId="2516975436" sldId="259"/>
            <ac:spMk id="5" creationId="{00000000-0000-0000-0000-000000000000}"/>
          </ac:spMkLst>
        </pc:spChg>
      </pc:sldChg>
      <pc:sldChg chg="modSp mod">
        <pc:chgData name="Melki Sadekh" userId="b15e8503-bfd0-4da6-add0-4a5f50c7c7cc" providerId="ADAL" clId="{7A406ABD-9294-408D-9654-1E18CD648961}" dt="2022-09-05T17:08:05.999" v="113" actId="12788"/>
        <pc:sldMkLst>
          <pc:docMk/>
          <pc:sldMk cId="3205675800" sldId="271"/>
        </pc:sldMkLst>
        <pc:spChg chg="mod">
          <ac:chgData name="Melki Sadekh" userId="b15e8503-bfd0-4da6-add0-4a5f50c7c7cc" providerId="ADAL" clId="{7A406ABD-9294-408D-9654-1E18CD648961}" dt="2022-09-05T17:08:01.702" v="112" actId="12788"/>
          <ac:spMkLst>
            <pc:docMk/>
            <pc:sldMk cId="3205675800" sldId="271"/>
            <ac:spMk id="2" creationId="{00000000-0000-0000-0000-000000000000}"/>
          </ac:spMkLst>
        </pc:spChg>
        <pc:spChg chg="mod">
          <ac:chgData name="Melki Sadekh" userId="b15e8503-bfd0-4da6-add0-4a5f50c7c7cc" providerId="ADAL" clId="{7A406ABD-9294-408D-9654-1E18CD648961}" dt="2022-09-05T17:08:05.999" v="113" actId="12788"/>
          <ac:spMkLst>
            <pc:docMk/>
            <pc:sldMk cId="3205675800" sldId="271"/>
            <ac:spMk id="5" creationId="{00000000-0000-0000-0000-000000000000}"/>
          </ac:spMkLst>
        </pc:spChg>
      </pc:sldChg>
      <pc:sldMasterChg chg="modSp modSldLayout">
        <pc:chgData name="Melki Sadekh" userId="b15e8503-bfd0-4da6-add0-4a5f50c7c7cc" providerId="ADAL" clId="{7A406ABD-9294-408D-9654-1E18CD648961}" dt="2022-09-05T17:36:41.950" v="512" actId="242"/>
        <pc:sldMasterMkLst>
          <pc:docMk/>
          <pc:sldMasterMk cId="0" sldId="2147483648"/>
        </pc:sldMasterMkLst>
        <pc:spChg chg="mod">
          <ac:chgData name="Melki Sadekh" userId="b15e8503-bfd0-4da6-add0-4a5f50c7c7cc" providerId="ADAL" clId="{7A406ABD-9294-408D-9654-1E18CD648961}" dt="2022-09-05T16:52:17.125" v="11"/>
          <ac:spMkLst>
            <pc:docMk/>
            <pc:sldMasterMk cId="0" sldId="2147483648"/>
            <ac:spMk id="4"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5"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6"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1026"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1027" creationId="{00000000-0000-0000-0000-000000000000}"/>
          </ac:spMkLst>
        </pc:spChg>
        <pc:picChg chg="mod">
          <ac:chgData name="Melki Sadekh" userId="b15e8503-bfd0-4da6-add0-4a5f50c7c7cc" providerId="ADAL" clId="{7A406ABD-9294-408D-9654-1E18CD648961}" dt="2022-09-05T16:52:17.125" v="11"/>
          <ac:picMkLst>
            <pc:docMk/>
            <pc:sldMasterMk cId="0" sldId="2147483648"/>
            <ac:picMk id="7" creationId="{00000000-0000-0000-0000-000000000000}"/>
          </ac:picMkLst>
        </pc:picChg>
        <pc:sldLayoutChg chg="addSp delSp modSp mod">
          <pc:chgData name="Melki Sadekh" userId="b15e8503-bfd0-4da6-add0-4a5f50c7c7cc" providerId="ADAL" clId="{7A406ABD-9294-408D-9654-1E18CD648961}" dt="2022-09-05T17:36:41.950" v="512" actId="242"/>
          <pc:sldLayoutMkLst>
            <pc:docMk/>
            <pc:sldMasterMk cId="0" sldId="2147483648"/>
            <pc:sldLayoutMk cId="0" sldId="2147483649"/>
          </pc:sldLayoutMkLst>
          <pc:spChg chg="add del mod">
            <ac:chgData name="Melki Sadekh" userId="b15e8503-bfd0-4da6-add0-4a5f50c7c7cc" providerId="ADAL" clId="{7A406ABD-9294-408D-9654-1E18CD648961}" dt="2022-09-05T16:57:34.307" v="15" actId="478"/>
            <ac:spMkLst>
              <pc:docMk/>
              <pc:sldMasterMk cId="0" sldId="2147483648"/>
              <pc:sldLayoutMk cId="0" sldId="2147483649"/>
              <ac:spMk id="2" creationId="{CD3B7000-5397-A28D-5FE7-07A2D1A50386}"/>
            </ac:spMkLst>
          </pc:spChg>
          <pc:spChg chg="add del">
            <ac:chgData name="Melki Sadekh" userId="b15e8503-bfd0-4da6-add0-4a5f50c7c7cc" providerId="ADAL" clId="{7A406ABD-9294-408D-9654-1E18CD648961}" dt="2022-09-05T16:58:38.928" v="19" actId="11529"/>
            <ac:spMkLst>
              <pc:docMk/>
              <pc:sldMasterMk cId="0" sldId="2147483648"/>
              <pc:sldLayoutMk cId="0" sldId="2147483649"/>
              <ac:spMk id="3" creationId="{FD75122C-7B91-D349-884F-EBD758C4BC3F}"/>
            </ac:spMkLst>
          </pc:spChg>
          <pc:spChg chg="add del mod">
            <ac:chgData name="Melki Sadekh" userId="b15e8503-bfd0-4da6-add0-4a5f50c7c7cc" providerId="ADAL" clId="{7A406ABD-9294-408D-9654-1E18CD648961}" dt="2022-09-05T16:58:38.928" v="19" actId="11529"/>
            <ac:spMkLst>
              <pc:docMk/>
              <pc:sldMasterMk cId="0" sldId="2147483648"/>
              <pc:sldLayoutMk cId="0" sldId="2147483649"/>
              <ac:spMk id="4" creationId="{F97D6384-5BD7-023B-0B85-A333438E8B82}"/>
            </ac:spMkLst>
          </pc:spChg>
          <pc:spChg chg="add del">
            <ac:chgData name="Melki Sadekh" userId="b15e8503-bfd0-4da6-add0-4a5f50c7c7cc" providerId="ADAL" clId="{7A406ABD-9294-408D-9654-1E18CD648961}" dt="2022-09-05T16:58:38.258" v="18" actId="11529"/>
            <ac:spMkLst>
              <pc:docMk/>
              <pc:sldMasterMk cId="0" sldId="2147483648"/>
              <pc:sldLayoutMk cId="0" sldId="2147483649"/>
              <ac:spMk id="5" creationId="{976AE189-93B7-0C81-340D-2700AA0269C9}"/>
            </ac:spMkLst>
          </pc:spChg>
          <pc:spChg chg="add del mod">
            <ac:chgData name="Melki Sadekh" userId="b15e8503-bfd0-4da6-add0-4a5f50c7c7cc" providerId="ADAL" clId="{7A406ABD-9294-408D-9654-1E18CD648961}" dt="2022-09-05T16:58:38.258" v="18" actId="11529"/>
            <ac:spMkLst>
              <pc:docMk/>
              <pc:sldMasterMk cId="0" sldId="2147483648"/>
              <pc:sldLayoutMk cId="0" sldId="2147483649"/>
              <ac:spMk id="6" creationId="{A9E4038A-3EBB-D7F8-2B31-3D62C7566B98}"/>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8" creationId="{0D8F372F-1EE1-458C-4248-6F4255BE2F94}"/>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9" creationId="{6E4C8F5B-1627-51DA-EB6B-F77C4594A75F}"/>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10" creationId="{86AF7980-0673-45F0-F535-194125650B0A}"/>
            </ac:spMkLst>
          </pc:spChg>
          <pc:spChg chg="add mod">
            <ac:chgData name="Melki Sadekh" userId="b15e8503-bfd0-4da6-add0-4a5f50c7c7cc" providerId="ADAL" clId="{7A406ABD-9294-408D-9654-1E18CD648961}" dt="2022-09-05T17:36:17.989" v="508" actId="404"/>
            <ac:spMkLst>
              <pc:docMk/>
              <pc:sldMasterMk cId="0" sldId="2147483648"/>
              <pc:sldLayoutMk cId="0" sldId="2147483649"/>
              <ac:spMk id="13" creationId="{FD933DC8-5F40-4DE1-1800-4555D43F04F4}"/>
            </ac:spMkLst>
          </pc:spChg>
          <pc:spChg chg="add del mod">
            <ac:chgData name="Melki Sadekh" userId="b15e8503-bfd0-4da6-add0-4a5f50c7c7cc" providerId="ADAL" clId="{7A406ABD-9294-408D-9654-1E18CD648961}" dt="2022-09-05T17:14:13.190" v="124" actId="478"/>
            <ac:spMkLst>
              <pc:docMk/>
              <pc:sldMasterMk cId="0" sldId="2147483648"/>
              <pc:sldLayoutMk cId="0" sldId="2147483649"/>
              <ac:spMk id="16" creationId="{DD5C0D8D-1877-C891-2896-9219D19CFFC6}"/>
            </ac:spMkLst>
          </pc:spChg>
          <pc:spChg chg="add del mod">
            <ac:chgData name="Melki Sadekh" userId="b15e8503-bfd0-4da6-add0-4a5f50c7c7cc" providerId="ADAL" clId="{7A406ABD-9294-408D-9654-1E18CD648961}" dt="2022-09-05T17:15:29.145" v="131" actId="478"/>
            <ac:spMkLst>
              <pc:docMk/>
              <pc:sldMasterMk cId="0" sldId="2147483648"/>
              <pc:sldLayoutMk cId="0" sldId="2147483649"/>
              <ac:spMk id="17" creationId="{1530A19B-7E4A-7831-6CD7-2661BA4B5248}"/>
            </ac:spMkLst>
          </pc:spChg>
          <pc:spChg chg="add del">
            <ac:chgData name="Melki Sadekh" userId="b15e8503-bfd0-4da6-add0-4a5f50c7c7cc" providerId="ADAL" clId="{7A406ABD-9294-408D-9654-1E18CD648961}" dt="2022-09-05T17:13:46.599" v="114" actId="11529"/>
            <ac:spMkLst>
              <pc:docMk/>
              <pc:sldMasterMk cId="0" sldId="2147483648"/>
              <pc:sldLayoutMk cId="0" sldId="2147483649"/>
              <ac:spMk id="18" creationId="{35646AAE-5990-C8BC-7F65-177582E9DD0D}"/>
            </ac:spMkLst>
          </pc:spChg>
          <pc:spChg chg="add mod">
            <ac:chgData name="Melki Sadekh" userId="b15e8503-bfd0-4da6-add0-4a5f50c7c7cc" providerId="ADAL" clId="{7A406ABD-9294-408D-9654-1E18CD648961}" dt="2022-09-05T17:36:41.950" v="512" actId="242"/>
            <ac:spMkLst>
              <pc:docMk/>
              <pc:sldMasterMk cId="0" sldId="2147483648"/>
              <pc:sldLayoutMk cId="0" sldId="2147483649"/>
              <ac:spMk id="19" creationId="{07BD9D23-A348-F595-B710-95E853784A1D}"/>
            </ac:spMkLst>
          </pc:spChg>
          <pc:spChg chg="add del">
            <ac:chgData name="Melki Sadekh" userId="b15e8503-bfd0-4da6-add0-4a5f50c7c7cc" providerId="ADAL" clId="{7A406ABD-9294-408D-9654-1E18CD648961}" dt="2022-09-05T17:15:41.142" v="132" actId="11529"/>
            <ac:spMkLst>
              <pc:docMk/>
              <pc:sldMasterMk cId="0" sldId="2147483648"/>
              <pc:sldLayoutMk cId="0" sldId="2147483649"/>
              <ac:spMk id="20" creationId="{18CAEB49-DCC2-C826-8C7C-969A3E6F6E4A}"/>
            </ac:spMkLst>
          </pc:spChg>
          <pc:spChg chg="add del mod">
            <ac:chgData name="Melki Sadekh" userId="b15e8503-bfd0-4da6-add0-4a5f50c7c7cc" providerId="ADAL" clId="{7A406ABD-9294-408D-9654-1E18CD648961}" dt="2022-09-05T17:15:53.084" v="135" actId="478"/>
            <ac:spMkLst>
              <pc:docMk/>
              <pc:sldMasterMk cId="0" sldId="2147483648"/>
              <pc:sldLayoutMk cId="0" sldId="2147483649"/>
              <ac:spMk id="21" creationId="{DE7986EB-C68C-7160-6E5D-C702D390BA8D}"/>
            </ac:spMkLst>
          </pc:spChg>
          <pc:spChg chg="add del">
            <ac:chgData name="Melki Sadekh" userId="b15e8503-bfd0-4da6-add0-4a5f50c7c7cc" providerId="ADAL" clId="{7A406ABD-9294-408D-9654-1E18CD648961}" dt="2022-09-05T17:15:59.719" v="136" actId="11529"/>
            <ac:spMkLst>
              <pc:docMk/>
              <pc:sldMasterMk cId="0" sldId="2147483648"/>
              <pc:sldLayoutMk cId="0" sldId="2147483649"/>
              <ac:spMk id="22" creationId="{144339EC-F3C2-6A6E-EE74-06A2B3497D97}"/>
            </ac:spMkLst>
          </pc:spChg>
          <pc:spChg chg="add del mod">
            <ac:chgData name="Melki Sadekh" userId="b15e8503-bfd0-4da6-add0-4a5f50c7c7cc" providerId="ADAL" clId="{7A406ABD-9294-408D-9654-1E18CD648961}" dt="2022-09-05T17:19:23.461" v="166" actId="478"/>
            <ac:spMkLst>
              <pc:docMk/>
              <pc:sldMasterMk cId="0" sldId="2147483648"/>
              <pc:sldLayoutMk cId="0" sldId="2147483649"/>
              <ac:spMk id="23" creationId="{743FCAE2-0914-1426-6667-6053B7EA6EC9}"/>
            </ac:spMkLst>
          </pc:spChg>
          <pc:spChg chg="add mod">
            <ac:chgData name="Melki Sadekh" userId="b15e8503-bfd0-4da6-add0-4a5f50c7c7cc" providerId="ADAL" clId="{7A406ABD-9294-408D-9654-1E18CD648961}" dt="2022-09-05T17:35:18.142" v="507" actId="14100"/>
            <ac:spMkLst>
              <pc:docMk/>
              <pc:sldMasterMk cId="0" sldId="2147483648"/>
              <pc:sldLayoutMk cId="0" sldId="2147483649"/>
              <ac:spMk id="24" creationId="{AF6EC7A6-1644-1988-E351-DCDA588E6A1F}"/>
            </ac:spMkLst>
          </pc:spChg>
          <pc:spChg chg="add mod">
            <ac:chgData name="Melki Sadekh" userId="b15e8503-bfd0-4da6-add0-4a5f50c7c7cc" providerId="ADAL" clId="{7A406ABD-9294-408D-9654-1E18CD648961}" dt="2022-09-05T17:36:38.722" v="511" actId="242"/>
            <ac:spMkLst>
              <pc:docMk/>
              <pc:sldMasterMk cId="0" sldId="2147483648"/>
              <pc:sldLayoutMk cId="0" sldId="2147483649"/>
              <ac:spMk id="25" creationId="{521841C5-28C7-B1B8-56E4-4193C600942A}"/>
            </ac:spMkLst>
          </pc:spChg>
          <pc:picChg chg="mod">
            <ac:chgData name="Melki Sadekh" userId="b15e8503-bfd0-4da6-add0-4a5f50c7c7cc" providerId="ADAL" clId="{7A406ABD-9294-408D-9654-1E18CD648961}" dt="2022-09-05T17:19:52.385" v="174" actId="34135"/>
            <ac:picMkLst>
              <pc:docMk/>
              <pc:sldMasterMk cId="0" sldId="2147483648"/>
              <pc:sldLayoutMk cId="0" sldId="2147483649"/>
              <ac:picMk id="7" creationId="{00000000-0000-0000-0000-000000000000}"/>
            </ac:picMkLst>
          </pc:picChg>
          <pc:picChg chg="del">
            <ac:chgData name="Melki Sadekh" userId="b15e8503-bfd0-4da6-add0-4a5f50c7c7cc" providerId="ADAL" clId="{7A406ABD-9294-408D-9654-1E18CD648961}" dt="2022-09-05T16:50:13.312" v="2" actId="478"/>
            <ac:picMkLst>
              <pc:docMk/>
              <pc:sldMasterMk cId="0" sldId="2147483648"/>
              <pc:sldLayoutMk cId="0" sldId="2147483649"/>
              <ac:picMk id="11" creationId="{0D00FE9A-5B56-CC4A-AE9A-C22895A4A65F}"/>
            </ac:picMkLst>
          </pc:picChg>
          <pc:picChg chg="del">
            <ac:chgData name="Melki Sadekh" userId="b15e8503-bfd0-4da6-add0-4a5f50c7c7cc" providerId="ADAL" clId="{7A406ABD-9294-408D-9654-1E18CD648961}" dt="2022-09-05T16:50:12.259" v="1" actId="478"/>
            <ac:picMkLst>
              <pc:docMk/>
              <pc:sldMasterMk cId="0" sldId="2147483648"/>
              <pc:sldLayoutMk cId="0" sldId="2147483649"/>
              <ac:picMk id="12" creationId="{9EA64FB5-AD3D-6B4E-9CDC-DAE578F5C07C}"/>
            </ac:picMkLst>
          </pc:picChg>
          <pc:picChg chg="add del">
            <ac:chgData name="Melki Sadekh" userId="b15e8503-bfd0-4da6-add0-4a5f50c7c7cc" providerId="ADAL" clId="{7A406ABD-9294-408D-9654-1E18CD648961}" dt="2022-09-05T17:03:03.153" v="65" actId="22"/>
            <ac:picMkLst>
              <pc:docMk/>
              <pc:sldMasterMk cId="0" sldId="2147483648"/>
              <pc:sldLayoutMk cId="0" sldId="2147483649"/>
              <ac:picMk id="15" creationId="{AEAD4078-E437-914A-3D5D-158FB4C1FFF2}"/>
            </ac:picMkLst>
          </pc:picChg>
        </pc:sldLayoutChg>
        <pc:sldLayoutChg chg="delSp modSp mod">
          <pc:chgData name="Melki Sadekh" userId="b15e8503-bfd0-4da6-add0-4a5f50c7c7cc" providerId="ADAL" clId="{7A406ABD-9294-408D-9654-1E18CD648961}" dt="2022-09-05T17:07:26.383" v="107" actId="478"/>
          <pc:sldLayoutMkLst>
            <pc:docMk/>
            <pc:sldMasterMk cId="0" sldId="2147483648"/>
            <pc:sldLayoutMk cId="0" sldId="2147483650"/>
          </pc:sldLayoutMkLst>
          <pc:spChg chg="mod">
            <ac:chgData name="Melki Sadekh" userId="b15e8503-bfd0-4da6-add0-4a5f50c7c7cc" providerId="ADAL" clId="{7A406ABD-9294-408D-9654-1E18CD648961}" dt="2022-09-05T16:52:17.125" v="11"/>
            <ac:spMkLst>
              <pc:docMk/>
              <pc:sldMasterMk cId="0" sldId="2147483648"/>
              <pc:sldLayoutMk cId="0" sldId="2147483650"/>
              <ac:spMk id="9"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0"/>
              <ac:spMk id="10"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0" sldId="2147483650"/>
              <ac:picMk id="7" creationId="{00000000-0000-0000-0000-000000000000}"/>
            </ac:picMkLst>
          </pc:picChg>
          <pc:picChg chg="del mod">
            <ac:chgData name="Melki Sadekh" userId="b15e8503-bfd0-4da6-add0-4a5f50c7c7cc" providerId="ADAL" clId="{7A406ABD-9294-408D-9654-1E18CD648961}" dt="2022-09-05T17:07:26.383" v="107" actId="478"/>
            <ac:picMkLst>
              <pc:docMk/>
              <pc:sldMasterMk cId="0" sldId="2147483648"/>
              <pc:sldLayoutMk cId="0" sldId="2147483650"/>
              <ac:picMk id="11" creationId="{B629EBDB-E5DA-C246-981F-4C19F8FC4578}"/>
            </ac:picMkLst>
          </pc:picChg>
          <pc:picChg chg="del mod">
            <ac:chgData name="Melki Sadekh" userId="b15e8503-bfd0-4da6-add0-4a5f50c7c7cc" providerId="ADAL" clId="{7A406ABD-9294-408D-9654-1E18CD648961}" dt="2022-09-05T17:06:52.066" v="102" actId="478"/>
            <ac:picMkLst>
              <pc:docMk/>
              <pc:sldMasterMk cId="0" sldId="2147483648"/>
              <pc:sldLayoutMk cId="0" sldId="2147483650"/>
              <ac:picMk id="12" creationId="{5317F68B-01F1-E94A-99D3-3F09D8A936B7}"/>
            </ac:picMkLst>
          </pc:picChg>
        </pc:sldLayoutChg>
        <pc:sldLayoutChg chg="delSp modSp mod">
          <pc:chgData name="Melki Sadekh" userId="b15e8503-bfd0-4da6-add0-4a5f50c7c7cc" providerId="ADAL" clId="{7A406ABD-9294-408D-9654-1E18CD648961}" dt="2022-09-05T17:07:28.942" v="108" actId="478"/>
          <pc:sldLayoutMkLst>
            <pc:docMk/>
            <pc:sldMasterMk cId="0" sldId="2147483648"/>
            <pc:sldLayoutMk cId="0" sldId="2147483651"/>
          </pc:sldLayoutMkLst>
          <pc:spChg chg="mod">
            <ac:chgData name="Melki Sadekh" userId="b15e8503-bfd0-4da6-add0-4a5f50c7c7cc" providerId="ADAL" clId="{7A406ABD-9294-408D-9654-1E18CD648961}" dt="2022-09-05T16:52:17.125" v="11"/>
            <ac:spMkLst>
              <pc:docMk/>
              <pc:sldMasterMk cId="0" sldId="2147483648"/>
              <pc:sldLayoutMk cId="0" sldId="2147483651"/>
              <ac:spMk id="2"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1"/>
              <ac:spMk id="3" creationId="{00000000-0000-0000-0000-000000000000}"/>
            </ac:spMkLst>
          </pc:spChg>
          <pc:picChg chg="del mod">
            <ac:chgData name="Melki Sadekh" userId="b15e8503-bfd0-4da6-add0-4a5f50c7c7cc" providerId="ADAL" clId="{7A406ABD-9294-408D-9654-1E18CD648961}" dt="2022-09-05T17:07:28.942" v="108" actId="478"/>
            <ac:picMkLst>
              <pc:docMk/>
              <pc:sldMasterMk cId="0" sldId="2147483648"/>
              <pc:sldLayoutMk cId="0" sldId="2147483651"/>
              <ac:picMk id="7" creationId="{EB33BA03-3A39-B849-9650-5243CD565A8A}"/>
            </ac:picMkLst>
          </pc:picChg>
        </pc:sldLayoutChg>
        <pc:sldLayoutChg chg="delSp modSp mod">
          <pc:chgData name="Melki Sadekh" userId="b15e8503-bfd0-4da6-add0-4a5f50c7c7cc" providerId="ADAL" clId="{7A406ABD-9294-408D-9654-1E18CD648961}" dt="2022-09-05T17:07:30.839" v="109" actId="478"/>
          <pc:sldLayoutMkLst>
            <pc:docMk/>
            <pc:sldMasterMk cId="0" sldId="2147483648"/>
            <pc:sldLayoutMk cId="0" sldId="2147483652"/>
          </pc:sldLayoutMkLst>
          <pc:spChg chg="mod">
            <ac:chgData name="Melki Sadekh" userId="b15e8503-bfd0-4da6-add0-4a5f50c7c7cc" providerId="ADAL" clId="{7A406ABD-9294-408D-9654-1E18CD648961}" dt="2022-09-05T16:52:17.125" v="11"/>
            <ac:spMkLst>
              <pc:docMk/>
              <pc:sldMasterMk cId="0" sldId="2147483648"/>
              <pc:sldLayoutMk cId="0" sldId="2147483652"/>
              <ac:spMk id="3"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4"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10"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11"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0" sldId="2147483652"/>
              <ac:picMk id="8" creationId="{00000000-0000-0000-0000-000000000000}"/>
            </ac:picMkLst>
          </pc:picChg>
          <pc:picChg chg="del mod">
            <ac:chgData name="Melki Sadekh" userId="b15e8503-bfd0-4da6-add0-4a5f50c7c7cc" providerId="ADAL" clId="{7A406ABD-9294-408D-9654-1E18CD648961}" dt="2022-09-05T17:07:30.839" v="109" actId="478"/>
            <ac:picMkLst>
              <pc:docMk/>
              <pc:sldMasterMk cId="0" sldId="2147483648"/>
              <pc:sldLayoutMk cId="0" sldId="2147483652"/>
              <ac:picMk id="12" creationId="{3DC9F73C-0878-E542-8513-409788190553}"/>
            </ac:picMkLst>
          </pc:picChg>
          <pc:picChg chg="del mod">
            <ac:chgData name="Melki Sadekh" userId="b15e8503-bfd0-4da6-add0-4a5f50c7c7cc" providerId="ADAL" clId="{7A406ABD-9294-408D-9654-1E18CD648961}" dt="2022-09-05T17:06:56.938" v="103" actId="478"/>
            <ac:picMkLst>
              <pc:docMk/>
              <pc:sldMasterMk cId="0" sldId="2147483648"/>
              <pc:sldLayoutMk cId="0" sldId="2147483652"/>
              <ac:picMk id="13" creationId="{E24EA1D8-E779-9B4C-A906-459512BC2D87}"/>
            </ac:picMkLst>
          </pc:picChg>
        </pc:sldLayoutChg>
        <pc:sldLayoutChg chg="delSp modSp mod">
          <pc:chgData name="Melki Sadekh" userId="b15e8503-bfd0-4da6-add0-4a5f50c7c7cc" providerId="ADAL" clId="{7A406ABD-9294-408D-9654-1E18CD648961}" dt="2022-09-05T17:07:32.784" v="110" actId="478"/>
          <pc:sldLayoutMkLst>
            <pc:docMk/>
            <pc:sldMasterMk cId="0" sldId="2147483648"/>
            <pc:sldLayoutMk cId="0" sldId="2147483653"/>
          </pc:sldLayoutMkLst>
          <pc:spChg chg="mod">
            <ac:chgData name="Melki Sadekh" userId="b15e8503-bfd0-4da6-add0-4a5f50c7c7cc" providerId="ADAL" clId="{7A406ABD-9294-408D-9654-1E18CD648961}" dt="2022-09-05T16:52:17.125" v="11"/>
            <ac:spMkLst>
              <pc:docMk/>
              <pc:sldMasterMk cId="0" sldId="2147483648"/>
              <pc:sldLayoutMk cId="0" sldId="2147483653"/>
              <ac:spMk id="10"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3"/>
              <ac:spMk id="11" creationId="{00000000-0000-0000-0000-000000000000}"/>
            </ac:spMkLst>
          </pc:spChg>
          <pc:picChg chg="del mod">
            <ac:chgData name="Melki Sadekh" userId="b15e8503-bfd0-4da6-add0-4a5f50c7c7cc" providerId="ADAL" clId="{7A406ABD-9294-408D-9654-1E18CD648961}" dt="2022-09-05T17:06:59.897" v="105" actId="478"/>
            <ac:picMkLst>
              <pc:docMk/>
              <pc:sldMasterMk cId="0" sldId="2147483648"/>
              <pc:sldLayoutMk cId="0" sldId="2147483653"/>
              <ac:picMk id="12" creationId="{0859D3EC-5E23-3B41-9DA0-38316698BC36}"/>
            </ac:picMkLst>
          </pc:picChg>
          <pc:picChg chg="del mod">
            <ac:chgData name="Melki Sadekh" userId="b15e8503-bfd0-4da6-add0-4a5f50c7c7cc" providerId="ADAL" clId="{7A406ABD-9294-408D-9654-1E18CD648961}" dt="2022-09-05T17:07:32.784" v="110" actId="478"/>
            <ac:picMkLst>
              <pc:docMk/>
              <pc:sldMasterMk cId="0" sldId="2147483648"/>
              <pc:sldLayoutMk cId="0" sldId="2147483653"/>
              <ac:picMk id="13" creationId="{07D22DC1-2584-BA45-ADB4-CB64B76C9196}"/>
            </ac:picMkLst>
          </pc:picChg>
        </pc:sldLayoutChg>
        <pc:sldLayoutChg chg="delSp modSp mod">
          <pc:chgData name="Melki Sadekh" userId="b15e8503-bfd0-4da6-add0-4a5f50c7c7cc" providerId="ADAL" clId="{7A406ABD-9294-408D-9654-1E18CD648961}" dt="2022-09-05T17:07:34.904" v="111" actId="478"/>
          <pc:sldLayoutMkLst>
            <pc:docMk/>
            <pc:sldMasterMk cId="0" sldId="2147483648"/>
            <pc:sldLayoutMk cId="0" sldId="2147483654"/>
          </pc:sldLayoutMkLst>
          <pc:spChg chg="mod">
            <ac:chgData name="Melki Sadekh" userId="b15e8503-bfd0-4da6-add0-4a5f50c7c7cc" providerId="ADAL" clId="{7A406ABD-9294-408D-9654-1E18CD648961}" dt="2022-09-05T16:52:17.125" v="11"/>
            <ac:spMkLst>
              <pc:docMk/>
              <pc:sldMasterMk cId="0" sldId="2147483648"/>
              <pc:sldLayoutMk cId="0" sldId="2147483654"/>
              <ac:spMk id="6"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4"/>
              <ac:spMk id="7" creationId="{00000000-0000-0000-0000-000000000000}"/>
            </ac:spMkLst>
          </pc:spChg>
          <pc:picChg chg="del mod">
            <ac:chgData name="Melki Sadekh" userId="b15e8503-bfd0-4da6-add0-4a5f50c7c7cc" providerId="ADAL" clId="{7A406ABD-9294-408D-9654-1E18CD648961}" dt="2022-09-05T17:07:34.904" v="111" actId="478"/>
            <ac:picMkLst>
              <pc:docMk/>
              <pc:sldMasterMk cId="0" sldId="2147483648"/>
              <pc:sldLayoutMk cId="0" sldId="2147483654"/>
              <ac:picMk id="8" creationId="{1A1711B1-0CB2-3642-B322-BB9057DC06A4}"/>
            </ac:picMkLst>
          </pc:picChg>
          <pc:picChg chg="del mod">
            <ac:chgData name="Melki Sadekh" userId="b15e8503-bfd0-4da6-add0-4a5f50c7c7cc" providerId="ADAL" clId="{7A406ABD-9294-408D-9654-1E18CD648961}" dt="2022-09-05T17:07:05.532" v="106" actId="478"/>
            <ac:picMkLst>
              <pc:docMk/>
              <pc:sldMasterMk cId="0" sldId="2147483648"/>
              <pc:sldLayoutMk cId="0" sldId="2147483654"/>
              <ac:picMk id="9" creationId="{EDE9ED95-923D-3548-823B-31E4248CF767}"/>
            </ac:picMkLst>
          </pc:picChg>
        </pc:sldLayoutChg>
        <pc:sldLayoutChg chg="modSp">
          <pc:chgData name="Melki Sadekh" userId="b15e8503-bfd0-4da6-add0-4a5f50c7c7cc" providerId="ADAL" clId="{7A406ABD-9294-408D-9654-1E18CD648961}" dt="2022-09-05T16:52:17.125" v="11"/>
          <pc:sldLayoutMkLst>
            <pc:docMk/>
            <pc:sldMasterMk cId="0" sldId="2147483648"/>
            <pc:sldLayoutMk cId="0" sldId="2147483655"/>
          </pc:sldLayoutMkLst>
          <pc:picChg chg="mod">
            <ac:chgData name="Melki Sadekh" userId="b15e8503-bfd0-4da6-add0-4a5f50c7c7cc" providerId="ADAL" clId="{7A406ABD-9294-408D-9654-1E18CD648961}" dt="2022-09-05T16:52:17.125" v="11"/>
            <ac:picMkLst>
              <pc:docMk/>
              <pc:sldMasterMk cId="0" sldId="2147483648"/>
              <pc:sldLayoutMk cId="0" sldId="2147483655"/>
              <ac:picMk id="5" creationId="{00000000-0000-0000-0000-000000000000}"/>
            </ac:picMkLst>
          </pc:picChg>
        </pc:sldLayoutChg>
        <pc:sldLayoutChg chg="modSp">
          <pc:chgData name="Melki Sadekh" userId="b15e8503-bfd0-4da6-add0-4a5f50c7c7cc" providerId="ADAL" clId="{7A406ABD-9294-408D-9654-1E18CD648961}" dt="2022-09-05T16:52:17.125" v="11"/>
          <pc:sldLayoutMkLst>
            <pc:docMk/>
            <pc:sldMasterMk cId="0" sldId="2147483648"/>
            <pc:sldLayoutMk cId="3329407852" sldId="2147483656"/>
          </pc:sldLayoutMkLst>
          <pc:spChg chg="mod">
            <ac:chgData name="Melki Sadekh" userId="b15e8503-bfd0-4da6-add0-4a5f50c7c7cc" providerId="ADAL" clId="{7A406ABD-9294-408D-9654-1E18CD648961}" dt="2022-09-05T16:52:17.125" v="11"/>
            <ac:spMkLst>
              <pc:docMk/>
              <pc:sldMasterMk cId="0" sldId="2147483648"/>
              <pc:sldLayoutMk cId="3329407852" sldId="2147483656"/>
              <ac:spMk id="6"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3329407852" sldId="2147483656"/>
              <ac:picMk id="5"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42327A3B-766F-4631-90B1-9B3D33DE7C5C}" type="datetimeFigureOut">
              <a:rPr lang="en-US"/>
              <a:pPr>
                <a:defRPr/>
              </a:pPr>
              <a:t>12/20/2022</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8F58BAA-C397-4D9C-949B-0B7D3F08F4B6}" type="slidenum">
              <a:rPr lang="en-US"/>
              <a:pPr>
                <a:defRPr/>
              </a:pPr>
              <a:t>‹#›</a:t>
            </a:fld>
            <a:endParaRPr lang="en-US"/>
          </a:p>
        </p:txBody>
      </p:sp>
    </p:spTree>
    <p:extLst>
      <p:ext uri="{BB962C8B-B14F-4D97-AF65-F5344CB8AC3E}">
        <p14:creationId xmlns:p14="http://schemas.microsoft.com/office/powerpoint/2010/main" val="267139776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98F58BAA-C397-4D9C-949B-0B7D3F08F4B6}" type="slidenum">
              <a:rPr lang="en-US" smtClean="0"/>
              <a:pPr>
                <a:defRPr/>
              </a:pPr>
              <a:t>28</a:t>
            </a:fld>
            <a:endParaRPr lang="en-US"/>
          </a:p>
        </p:txBody>
      </p:sp>
    </p:spTree>
    <p:extLst>
      <p:ext uri="{BB962C8B-B14F-4D97-AF65-F5344CB8AC3E}">
        <p14:creationId xmlns:p14="http://schemas.microsoft.com/office/powerpoint/2010/main" val="33779638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1" descr="Background 01-01.jpg"/>
          <p:cNvPicPr>
            <a:picLocks noGrp="1" noRot="1" noChangeAspect="1" noMove="1" noResize="1" noEditPoints="1" noAdjustHandles="1" noChangeArrowheads="1" noChangeShapeType="1" noCrop="1"/>
          </p:cNvPicPr>
          <p:nvPr userDrawn="1"/>
        </p:nvPicPr>
        <p:blipFill>
          <a:blip r:embed="rId2" cstate="screen">
            <a:alphaModFix/>
          </a:blip>
          <a:srcRect/>
          <a:stretch>
            <a:fillRect/>
          </a:stretch>
        </p:blipFill>
        <p:spPr bwMode="auto">
          <a:xfrm>
            <a:off x="0" y="3175"/>
            <a:ext cx="10688638" cy="7556500"/>
          </a:xfrm>
          <a:prstGeom prst="rect">
            <a:avLst/>
          </a:prstGeom>
          <a:noFill/>
          <a:ln w="9525">
            <a:noFill/>
            <a:miter lim="800000"/>
            <a:headEnd/>
            <a:tailEnd/>
          </a:ln>
        </p:spPr>
      </p:pic>
      <p:sp>
        <p:nvSpPr>
          <p:cNvPr id="13" name="Title 12">
            <a:extLst>
              <a:ext uri="{FF2B5EF4-FFF2-40B4-BE49-F238E27FC236}">
                <a16:creationId xmlns:a16="http://schemas.microsoft.com/office/drawing/2014/main" id="{FD933DC8-5F40-4DE1-1800-4555D43F04F4}"/>
              </a:ext>
            </a:extLst>
          </p:cNvPr>
          <p:cNvSpPr>
            <a:spLocks noGrp="1"/>
          </p:cNvSpPr>
          <p:nvPr>
            <p:ph type="title" hasCustomPrompt="1"/>
          </p:nvPr>
        </p:nvSpPr>
        <p:spPr>
          <a:xfrm>
            <a:off x="2400300" y="2054347"/>
            <a:ext cx="8286748" cy="819237"/>
          </a:xfrm>
        </p:spPr>
        <p:txBody>
          <a:bodyPr anchor="b"/>
          <a:lstStyle>
            <a:lvl1pPr>
              <a:defRPr sz="3600" b="1">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COURSE NAME*</a:t>
            </a:r>
            <a:endParaRPr lang="id-ID"/>
          </a:p>
        </p:txBody>
      </p:sp>
      <p:sp>
        <p:nvSpPr>
          <p:cNvPr id="19" name="Text Placeholder 18">
            <a:extLst>
              <a:ext uri="{FF2B5EF4-FFF2-40B4-BE49-F238E27FC236}">
                <a16:creationId xmlns:a16="http://schemas.microsoft.com/office/drawing/2014/main" id="{07BD9D23-A348-F595-B710-95E853784A1D}"/>
              </a:ext>
            </a:extLst>
          </p:cNvPr>
          <p:cNvSpPr>
            <a:spLocks noGrp="1"/>
          </p:cNvSpPr>
          <p:nvPr>
            <p:ph type="body" sz="quarter" idx="10" hasCustomPrompt="1"/>
          </p:nvPr>
        </p:nvSpPr>
        <p:spPr>
          <a:xfrm>
            <a:off x="2400300" y="4462536"/>
            <a:ext cx="8286750" cy="642864"/>
          </a:xfrm>
        </p:spPr>
        <p:txBody>
          <a:bodyPr anchor="b"/>
          <a:lstStyle>
            <a:lvl1pPr marL="0" indent="0" algn="l">
              <a:buNone/>
              <a:defRPr sz="240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pPr lvl="0"/>
            <a:r>
              <a:rPr lang="en-US"/>
              <a:t>TOPIC*</a:t>
            </a:r>
          </a:p>
        </p:txBody>
      </p:sp>
      <p:sp>
        <p:nvSpPr>
          <p:cNvPr id="24" name="Text Placeholder 18">
            <a:extLst>
              <a:ext uri="{FF2B5EF4-FFF2-40B4-BE49-F238E27FC236}">
                <a16:creationId xmlns:a16="http://schemas.microsoft.com/office/drawing/2014/main" id="{AF6EC7A6-1644-1988-E351-DCDA588E6A1F}"/>
              </a:ext>
            </a:extLst>
          </p:cNvPr>
          <p:cNvSpPr>
            <a:spLocks noGrp="1"/>
          </p:cNvSpPr>
          <p:nvPr>
            <p:ph type="body" sz="quarter" idx="11" hasCustomPrompt="1"/>
          </p:nvPr>
        </p:nvSpPr>
        <p:spPr>
          <a:xfrm>
            <a:off x="2400300" y="2879439"/>
            <a:ext cx="8286748" cy="453920"/>
          </a:xfrm>
        </p:spPr>
        <p:txBody>
          <a:bodyPr anchor="t"/>
          <a:lstStyle>
            <a:lvl1pPr marL="0" indent="0" algn="l">
              <a:buNone/>
              <a:defRPr sz="1600">
                <a:solidFill>
                  <a:schemeClr val="bg1">
                    <a:lumMod val="9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pPr lvl="0"/>
            <a:r>
              <a:rPr lang="en-US"/>
              <a:t>COURSE CODE</a:t>
            </a:r>
          </a:p>
        </p:txBody>
      </p:sp>
      <p:sp>
        <p:nvSpPr>
          <p:cNvPr id="25" name="Text Placeholder 18">
            <a:extLst>
              <a:ext uri="{FF2B5EF4-FFF2-40B4-BE49-F238E27FC236}">
                <a16:creationId xmlns:a16="http://schemas.microsoft.com/office/drawing/2014/main" id="{521841C5-28C7-B1B8-56E4-4193C600942A}"/>
              </a:ext>
            </a:extLst>
          </p:cNvPr>
          <p:cNvSpPr>
            <a:spLocks noGrp="1"/>
          </p:cNvSpPr>
          <p:nvPr>
            <p:ph type="body" sz="quarter" idx="12" hasCustomPrompt="1"/>
          </p:nvPr>
        </p:nvSpPr>
        <p:spPr>
          <a:xfrm>
            <a:off x="2400298" y="5105400"/>
            <a:ext cx="8286750" cy="453920"/>
          </a:xfrm>
        </p:spPr>
        <p:txBody>
          <a:bodyPr anchor="t"/>
          <a:lstStyle>
            <a:lvl1pPr marL="0" indent="0" algn="l">
              <a:buNone/>
              <a:defRPr sz="1600">
                <a:solidFill>
                  <a:schemeClr val="bg1">
                    <a:lumMod val="9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pPr lvl="0"/>
            <a:r>
              <a:rPr lang="en-US"/>
              <a:t>SESSION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2B2341-C3BD-4867-8D41-5F80C1709B34}" type="datetimeFigureOut">
              <a:rPr lang="en-US"/>
              <a:pPr>
                <a:defRPr/>
              </a:pPr>
              <a:t>12/20/2022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7FA9F5-F61B-45A1-B5E1-F65A5889B2EE}" type="slidenum">
              <a:rPr lang="en-US"/>
              <a:pPr>
                <a:defRPr/>
              </a:pPr>
              <a:t>‹#›</a:t>
            </a:fld>
            <a:endParaRPr lang="en-US"/>
          </a:p>
        </p:txBody>
      </p:sp>
      <p:pic>
        <p:nvPicPr>
          <p:cNvPr id="7" name="Picture 1" descr="Background 01-02.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9" name="Title Placeholder 1"/>
          <p:cNvSpPr>
            <a:spLocks noGrp="1"/>
          </p:cNvSpPr>
          <p:nvPr>
            <p:ph type="title"/>
          </p:nvPr>
        </p:nvSpPr>
        <p:spPr bwMode="auto">
          <a:xfrm>
            <a:off x="1238251" y="749309"/>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 name="Text Placeholder 2"/>
          <p:cNvSpPr>
            <a:spLocks noGrp="1"/>
          </p:cNvSpPr>
          <p:nvPr>
            <p:ph idx="13"/>
          </p:nvPr>
        </p:nvSpPr>
        <p:spPr bwMode="auto">
          <a:xfrm>
            <a:off x="1238251" y="20097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329" y="4859833"/>
            <a:ext cx="9085342" cy="1502066"/>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44329" y="3205466"/>
            <a:ext cx="9085342" cy="1654373"/>
          </a:xfrm>
        </p:spPr>
        <p:txBody>
          <a:bodyPr anchor="b"/>
          <a:lstStyle>
            <a:lvl1pPr marL="0" indent="0">
              <a:buNone/>
              <a:defRPr sz="2300">
                <a:solidFill>
                  <a:schemeClr val="tx1">
                    <a:tint val="75000"/>
                  </a:schemeClr>
                </a:solidFill>
              </a:defRPr>
            </a:lvl1pPr>
            <a:lvl2pPr marL="521438" indent="0">
              <a:buNone/>
              <a:defRPr sz="2100">
                <a:solidFill>
                  <a:schemeClr val="tx1">
                    <a:tint val="75000"/>
                  </a:schemeClr>
                </a:solidFill>
              </a:defRPr>
            </a:lvl2pPr>
            <a:lvl3pPr marL="1042876" indent="0">
              <a:buNone/>
              <a:defRPr sz="1800">
                <a:solidFill>
                  <a:schemeClr val="tx1">
                    <a:tint val="75000"/>
                  </a:schemeClr>
                </a:solidFill>
              </a:defRPr>
            </a:lvl3pPr>
            <a:lvl4pPr marL="1564314" indent="0">
              <a:buNone/>
              <a:defRPr sz="1600">
                <a:solidFill>
                  <a:schemeClr val="tx1">
                    <a:tint val="75000"/>
                  </a:schemeClr>
                </a:solidFill>
              </a:defRPr>
            </a:lvl4pPr>
            <a:lvl5pPr marL="2085751" indent="0">
              <a:buNone/>
              <a:defRPr sz="1600">
                <a:solidFill>
                  <a:schemeClr val="tx1">
                    <a:tint val="75000"/>
                  </a:schemeClr>
                </a:solidFill>
              </a:defRPr>
            </a:lvl5pPr>
            <a:lvl6pPr marL="2607191" indent="0">
              <a:buNone/>
              <a:defRPr sz="1600">
                <a:solidFill>
                  <a:schemeClr val="tx1">
                    <a:tint val="75000"/>
                  </a:schemeClr>
                </a:solidFill>
              </a:defRPr>
            </a:lvl6pPr>
            <a:lvl7pPr marL="3128629" indent="0">
              <a:buNone/>
              <a:defRPr sz="1600">
                <a:solidFill>
                  <a:schemeClr val="tx1">
                    <a:tint val="75000"/>
                  </a:schemeClr>
                </a:solidFill>
              </a:defRPr>
            </a:lvl7pPr>
            <a:lvl8pPr marL="3650066" indent="0">
              <a:buNone/>
              <a:defRPr sz="1600">
                <a:solidFill>
                  <a:schemeClr val="tx1">
                    <a:tint val="75000"/>
                  </a:schemeClr>
                </a:solidFill>
              </a:defRPr>
            </a:lvl8pPr>
            <a:lvl9pPr marL="4171505"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B24E772-3899-4649-A2AA-7CF914911BC6}" type="datetimeFigureOut">
              <a:rPr lang="en-US"/>
              <a:pPr>
                <a:defRPr/>
              </a:pPr>
              <a:t>12/20/2022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72044D-538C-4006-A81A-9ADFE14E08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4434" y="1764675"/>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33393" y="1764675"/>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2569E45-41F7-4121-96F3-D9854AFC6DC8}" type="datetimeFigureOut">
              <a:rPr lang="en-US"/>
              <a:pPr>
                <a:defRPr/>
              </a:pPr>
              <a:t>12/20/2022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04BA8-D676-4613-9C2C-2877DCA64D8F}" type="slidenum">
              <a:rPr lang="en-US"/>
              <a:pPr>
                <a:defRPr/>
              </a:pPr>
              <a:t>‹#›</a:t>
            </a:fld>
            <a:endParaRPr lang="en-US"/>
          </a:p>
        </p:txBody>
      </p:sp>
      <p:pic>
        <p:nvPicPr>
          <p:cNvPr id="8" name="Picture 1" descr="Background 01-03.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10"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3"/>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lvl1pPr>
              <a:defRPr/>
            </a:lvl1pPr>
          </a:lstStyle>
          <a:p>
            <a:pPr>
              <a:defRPr/>
            </a:pPr>
            <a:fld id="{34384A83-4D5A-429E-BDC6-FD1381510BEB}" type="datetimeFigureOut">
              <a:rPr lang="en-US"/>
              <a:pPr>
                <a:defRPr/>
              </a:pPr>
              <a:t>12/20/2022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A70E03-8071-4189-BFD0-FC7EEE7DCDB5}" type="slidenum">
              <a:rPr lang="en-US"/>
              <a:pPr>
                <a:defRPr/>
              </a:pPr>
              <a:t>‹#›</a:t>
            </a:fld>
            <a:endParaRPr lang="en-US"/>
          </a:p>
        </p:txBody>
      </p:sp>
      <p:sp>
        <p:nvSpPr>
          <p:cNvPr id="10"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12/20/2022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sp>
        <p:nvSpPr>
          <p:cNvPr id="6"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7" name="Text Placeholder 2"/>
          <p:cNvSpPr>
            <a:spLocks noGrp="1"/>
          </p:cNvSpPr>
          <p:nvPr>
            <p:ph idx="1"/>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059D9E7-C17C-4132-9B73-48A51CFD46B3}" type="datetimeFigureOut">
              <a:rPr lang="en-US"/>
              <a:pPr>
                <a:defRPr/>
              </a:pPr>
              <a:t>12/20/2022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96416AF-AB6B-466F-BD3E-24BE387F4714}" type="slidenum">
              <a:rPr lang="en-US"/>
              <a:pPr>
                <a:defRPr/>
              </a:pPr>
              <a:t>‹#›</a:t>
            </a:fld>
            <a:endParaRPr lang="en-US"/>
          </a:p>
        </p:txBody>
      </p:sp>
      <p:pic>
        <p:nvPicPr>
          <p:cNvPr id="5" name="Picture 1" descr="Background 01-04.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20/12/2022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 y="5257"/>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94" y="3153814"/>
            <a:ext cx="8260933" cy="1260475"/>
          </a:xfrm>
        </p:spPr>
        <p:txBody>
          <a:bodyPr>
            <a:normAutofit/>
          </a:bodyPr>
          <a:lstStyle>
            <a:lvl1pPr>
              <a:defRPr sz="353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32940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 descr="Background 01-02.jpg"/>
          <p:cNvPicPr>
            <a:picLocks noChangeAspect="1"/>
          </p:cNvPicPr>
          <p:nvPr userDrawn="1"/>
        </p:nvPicPr>
        <p:blipFill>
          <a:blip r:embed="rId10" cstate="screen"/>
          <a:srcRect/>
          <a:stretch>
            <a:fillRect/>
          </a:stretch>
        </p:blipFill>
        <p:spPr bwMode="auto">
          <a:xfrm>
            <a:off x="0" y="0"/>
            <a:ext cx="10688638" cy="7556500"/>
          </a:xfrm>
          <a:prstGeom prst="rect">
            <a:avLst/>
          </a:prstGeom>
          <a:noFill/>
          <a:ln w="9525">
            <a:noFill/>
            <a:miter lim="800000"/>
            <a:headEnd/>
            <a:tailEnd/>
          </a:ln>
        </p:spPr>
      </p:pic>
      <p:sp>
        <p:nvSpPr>
          <p:cNvPr id="1026" name="Title Placeholder 1"/>
          <p:cNvSpPr>
            <a:spLocks noGrp="1"/>
          </p:cNvSpPr>
          <p:nvPr>
            <p:ph type="title"/>
          </p:nvPr>
        </p:nvSpPr>
        <p:spPr bwMode="auto">
          <a:xfrm>
            <a:off x="1200151"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200151"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988" y="7010400"/>
            <a:ext cx="2493962" cy="401638"/>
          </a:xfrm>
          <a:prstGeom prst="rect">
            <a:avLst/>
          </a:prstGeom>
        </p:spPr>
        <p:txBody>
          <a:bodyPr vert="horz" wrap="square" lIns="104287" tIns="52144" rIns="104287" bIns="52144" numCol="1" anchor="ctr" anchorCtr="0" compatLnSpc="1">
            <a:prstTxWarp prst="textNoShape">
              <a:avLst/>
            </a:prstTxWarp>
          </a:bodyPr>
          <a:lstStyle>
            <a:lvl1pPr>
              <a:defRPr sz="1400" smtClean="0">
                <a:solidFill>
                  <a:srgbClr val="898989"/>
                </a:solidFill>
              </a:defRPr>
            </a:lvl1pPr>
          </a:lstStyle>
          <a:p>
            <a:pPr>
              <a:defRPr/>
            </a:pPr>
            <a:fld id="{22E5663C-481F-407A-A60F-1F041C634F4F}" type="datetimeFigureOut">
              <a:rPr lang="en-US"/>
              <a:pPr>
                <a:defRPr/>
              </a:pPr>
              <a:t>12/20/2022</a:t>
            </a:fld>
            <a:endParaRPr lang="en-US"/>
          </a:p>
        </p:txBody>
      </p:sp>
      <p:sp>
        <p:nvSpPr>
          <p:cNvPr id="5" name="Footer Placeholder 4"/>
          <p:cNvSpPr>
            <a:spLocks noGrp="1"/>
          </p:cNvSpPr>
          <p:nvPr>
            <p:ph type="ftr" sz="quarter" idx="3"/>
          </p:nvPr>
        </p:nvSpPr>
        <p:spPr>
          <a:xfrm>
            <a:off x="3651252" y="7010400"/>
            <a:ext cx="3386138" cy="401638"/>
          </a:xfrm>
          <a:prstGeom prst="rect">
            <a:avLst/>
          </a:prstGeom>
        </p:spPr>
        <p:txBody>
          <a:bodyPr vert="horz" lIns="104287" tIns="52144" rIns="104287" bIns="52144" rtlCol="0" anchor="ctr"/>
          <a:lstStyle>
            <a:lvl1pPr algn="ctr" defTabSz="521438" fontAlgn="auto">
              <a:spcBef>
                <a:spcPts val="0"/>
              </a:spcBef>
              <a:spcAft>
                <a:spcPts val="0"/>
              </a:spcAft>
              <a:defRPr sz="14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7659689" y="7010400"/>
            <a:ext cx="2493962" cy="401638"/>
          </a:xfrm>
          <a:prstGeom prst="rect">
            <a:avLst/>
          </a:prstGeom>
        </p:spPr>
        <p:txBody>
          <a:bodyPr vert="horz" wrap="square" lIns="104287" tIns="52144" rIns="104287" bIns="52144" numCol="1" anchor="ctr" anchorCtr="0" compatLnSpc="1">
            <a:prstTxWarp prst="textNoShape">
              <a:avLst/>
            </a:prstTxWarp>
          </a:bodyPr>
          <a:lstStyle>
            <a:lvl1pPr algn="r">
              <a:defRPr sz="1400" smtClean="0">
                <a:solidFill>
                  <a:srgbClr val="898989"/>
                </a:solidFill>
              </a:defRPr>
            </a:lvl1pPr>
          </a:lstStyle>
          <a:p>
            <a:pPr>
              <a:defRPr/>
            </a:pPr>
            <a:fld id="{F1FCD700-A755-4C30-8B04-5025159A3A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5pPr>
      <a:lvl6pPr marL="457201"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6pPr>
      <a:lvl7pPr marL="914402"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7pPr>
      <a:lvl8pPr marL="1371604"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8pPr>
      <a:lvl9pPr marL="1828804"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9pPr>
    </p:titleStyle>
    <p:bodyStyle>
      <a:lvl1pPr marL="390526" indent="-390526" algn="l" defTabSz="520700" rtl="0" eaLnBrk="0" fontAlgn="base" hangingPunct="0">
        <a:spcBef>
          <a:spcPct val="20000"/>
        </a:spcBef>
        <a:spcAft>
          <a:spcPct val="0"/>
        </a:spcAft>
        <a:buFont typeface="Arial" pitchFamily="34" charset="0"/>
        <a:buChar char="•"/>
        <a:defRPr sz="3601" kern="1200">
          <a:solidFill>
            <a:schemeClr val="tx1"/>
          </a:solidFill>
          <a:latin typeface="Open Sans"/>
          <a:ea typeface="MS PGothic" pitchFamily="34" charset="-128"/>
          <a:cs typeface="Open Sans"/>
        </a:defRPr>
      </a:lvl1pPr>
      <a:lvl2pPr marL="846141" indent="-325439" algn="l" defTabSz="520700" rtl="0" eaLnBrk="0" fontAlgn="base" hangingPunct="0">
        <a:spcBef>
          <a:spcPct val="20000"/>
        </a:spcBef>
        <a:spcAft>
          <a:spcPct val="0"/>
        </a:spcAft>
        <a:buFont typeface="Arial" pitchFamily="34" charset="0"/>
        <a:buChar char="–"/>
        <a:defRPr sz="3200" kern="1200">
          <a:solidFill>
            <a:schemeClr val="tx1"/>
          </a:solidFill>
          <a:latin typeface="Open Sans"/>
          <a:ea typeface="MS PGothic" pitchFamily="34" charset="-128"/>
          <a:cs typeface="+mn-cs"/>
        </a:defRPr>
      </a:lvl2pPr>
      <a:lvl3pPr marL="1303342" indent="-260351" algn="l" defTabSz="520700" rtl="0" eaLnBrk="0" fontAlgn="base" hangingPunct="0">
        <a:spcBef>
          <a:spcPct val="20000"/>
        </a:spcBef>
        <a:spcAft>
          <a:spcPct val="0"/>
        </a:spcAft>
        <a:buFont typeface="Arial" pitchFamily="34" charset="0"/>
        <a:buChar char="•"/>
        <a:defRPr sz="2700" kern="1200">
          <a:solidFill>
            <a:schemeClr val="tx1"/>
          </a:solidFill>
          <a:latin typeface="Open Sans"/>
          <a:ea typeface="MS PGothic" pitchFamily="34" charset="-128"/>
          <a:cs typeface="+mn-cs"/>
        </a:defRPr>
      </a:lvl3pPr>
      <a:lvl4pPr marL="1824042" indent="-260351"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4pPr>
      <a:lvl5pPr marL="2346331" indent="-260351"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5pPr>
      <a:lvl6pPr marL="2867909" indent="-260718" algn="l" defTabSz="521438" rtl="0" eaLnBrk="1" latinLnBrk="0" hangingPunct="1">
        <a:spcBef>
          <a:spcPct val="20000"/>
        </a:spcBef>
        <a:buFont typeface="Arial"/>
        <a:buChar char="•"/>
        <a:defRPr sz="2300" kern="1200">
          <a:solidFill>
            <a:schemeClr val="tx1"/>
          </a:solidFill>
          <a:latin typeface="+mn-lt"/>
          <a:ea typeface="+mn-ea"/>
          <a:cs typeface="+mn-cs"/>
        </a:defRPr>
      </a:lvl6pPr>
      <a:lvl7pPr marL="3389347" indent="-260718" algn="l" defTabSz="521438" rtl="0" eaLnBrk="1" latinLnBrk="0" hangingPunct="1">
        <a:spcBef>
          <a:spcPct val="20000"/>
        </a:spcBef>
        <a:buFont typeface="Arial"/>
        <a:buChar char="•"/>
        <a:defRPr sz="2300" kern="1200">
          <a:solidFill>
            <a:schemeClr val="tx1"/>
          </a:solidFill>
          <a:latin typeface="+mn-lt"/>
          <a:ea typeface="+mn-ea"/>
          <a:cs typeface="+mn-cs"/>
        </a:defRPr>
      </a:lvl7pPr>
      <a:lvl8pPr marL="3910785" indent="-260718" algn="l" defTabSz="521438" rtl="0" eaLnBrk="1" latinLnBrk="0" hangingPunct="1">
        <a:spcBef>
          <a:spcPct val="20000"/>
        </a:spcBef>
        <a:buFont typeface="Arial"/>
        <a:buChar char="•"/>
        <a:defRPr sz="2300" kern="1200">
          <a:solidFill>
            <a:schemeClr val="tx1"/>
          </a:solidFill>
          <a:latin typeface="+mn-lt"/>
          <a:ea typeface="+mn-ea"/>
          <a:cs typeface="+mn-cs"/>
        </a:defRPr>
      </a:lvl8pPr>
      <a:lvl9pPr marL="4432223" indent="-260718" algn="l" defTabSz="521438"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21438" rtl="0" eaLnBrk="1" latinLnBrk="0" hangingPunct="1">
        <a:defRPr sz="2100" kern="1200">
          <a:solidFill>
            <a:schemeClr val="tx1"/>
          </a:solidFill>
          <a:latin typeface="+mn-lt"/>
          <a:ea typeface="+mn-ea"/>
          <a:cs typeface="+mn-cs"/>
        </a:defRPr>
      </a:lvl1pPr>
      <a:lvl2pPr marL="521438" algn="l" defTabSz="521438" rtl="0" eaLnBrk="1" latinLnBrk="0" hangingPunct="1">
        <a:defRPr sz="2100" kern="1200">
          <a:solidFill>
            <a:schemeClr val="tx1"/>
          </a:solidFill>
          <a:latin typeface="+mn-lt"/>
          <a:ea typeface="+mn-ea"/>
          <a:cs typeface="+mn-cs"/>
        </a:defRPr>
      </a:lvl2pPr>
      <a:lvl3pPr marL="1042876" algn="l" defTabSz="521438" rtl="0" eaLnBrk="1" latinLnBrk="0" hangingPunct="1">
        <a:defRPr sz="2100" kern="1200">
          <a:solidFill>
            <a:schemeClr val="tx1"/>
          </a:solidFill>
          <a:latin typeface="+mn-lt"/>
          <a:ea typeface="+mn-ea"/>
          <a:cs typeface="+mn-cs"/>
        </a:defRPr>
      </a:lvl3pPr>
      <a:lvl4pPr marL="1564314" algn="l" defTabSz="521438" rtl="0" eaLnBrk="1" latinLnBrk="0" hangingPunct="1">
        <a:defRPr sz="2100" kern="1200">
          <a:solidFill>
            <a:schemeClr val="tx1"/>
          </a:solidFill>
          <a:latin typeface="+mn-lt"/>
          <a:ea typeface="+mn-ea"/>
          <a:cs typeface="+mn-cs"/>
        </a:defRPr>
      </a:lvl4pPr>
      <a:lvl5pPr marL="2085751" algn="l" defTabSz="521438" rtl="0" eaLnBrk="1" latinLnBrk="0" hangingPunct="1">
        <a:defRPr sz="2100" kern="1200">
          <a:solidFill>
            <a:schemeClr val="tx1"/>
          </a:solidFill>
          <a:latin typeface="+mn-lt"/>
          <a:ea typeface="+mn-ea"/>
          <a:cs typeface="+mn-cs"/>
        </a:defRPr>
      </a:lvl5pPr>
      <a:lvl6pPr marL="2607191" algn="l" defTabSz="521438" rtl="0" eaLnBrk="1" latinLnBrk="0" hangingPunct="1">
        <a:defRPr sz="2100" kern="1200">
          <a:solidFill>
            <a:schemeClr val="tx1"/>
          </a:solidFill>
          <a:latin typeface="+mn-lt"/>
          <a:ea typeface="+mn-ea"/>
          <a:cs typeface="+mn-cs"/>
        </a:defRPr>
      </a:lvl6pPr>
      <a:lvl7pPr marL="3128629" algn="l" defTabSz="521438" rtl="0" eaLnBrk="1" latinLnBrk="0" hangingPunct="1">
        <a:defRPr sz="2100" kern="1200">
          <a:solidFill>
            <a:schemeClr val="tx1"/>
          </a:solidFill>
          <a:latin typeface="+mn-lt"/>
          <a:ea typeface="+mn-ea"/>
          <a:cs typeface="+mn-cs"/>
        </a:defRPr>
      </a:lvl7pPr>
      <a:lvl8pPr marL="3650066" algn="l" defTabSz="521438" rtl="0" eaLnBrk="1" latinLnBrk="0" hangingPunct="1">
        <a:defRPr sz="2100" kern="1200">
          <a:solidFill>
            <a:schemeClr val="tx1"/>
          </a:solidFill>
          <a:latin typeface="+mn-lt"/>
          <a:ea typeface="+mn-ea"/>
          <a:cs typeface="+mn-cs"/>
        </a:defRPr>
      </a:lvl8pPr>
      <a:lvl9pPr marL="4171505" algn="l" defTabSz="521438"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hyperlink" Target="https://assets.website-files.com/5ff66329429d880392f6cba2/6230aa98a1120fbe9e9e47f0_CIA%20Triad.jp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A06AC66-8F8F-AE18-BEF4-9B3C75D6072A}"/>
              </a:ext>
            </a:extLst>
          </p:cNvPr>
          <p:cNvSpPr>
            <a:spLocks noGrp="1"/>
          </p:cNvSpPr>
          <p:nvPr>
            <p:ph type="title"/>
          </p:nvPr>
        </p:nvSpPr>
        <p:spPr/>
        <p:txBody>
          <a:bodyPr/>
          <a:lstStyle/>
          <a:p>
            <a:r>
              <a:rPr lang="id-ID"/>
              <a:t>Computer Security</a:t>
            </a:r>
            <a:endParaRPr lang="en-GB"/>
          </a:p>
        </p:txBody>
      </p:sp>
      <p:sp>
        <p:nvSpPr>
          <p:cNvPr id="7" name="Text Placeholder 6">
            <a:extLst>
              <a:ext uri="{FF2B5EF4-FFF2-40B4-BE49-F238E27FC236}">
                <a16:creationId xmlns:a16="http://schemas.microsoft.com/office/drawing/2014/main" id="{0B6EC62A-27C2-091D-EB52-B027A4D21F65}"/>
              </a:ext>
            </a:extLst>
          </p:cNvPr>
          <p:cNvSpPr>
            <a:spLocks noGrp="1"/>
          </p:cNvSpPr>
          <p:nvPr>
            <p:ph type="body" sz="quarter" idx="10"/>
          </p:nvPr>
        </p:nvSpPr>
        <p:spPr/>
        <p:txBody>
          <a:bodyPr/>
          <a:lstStyle/>
          <a:p>
            <a:r>
              <a:rPr lang="en-US"/>
              <a:t>Security Layers	</a:t>
            </a:r>
          </a:p>
        </p:txBody>
      </p:sp>
      <p:sp>
        <p:nvSpPr>
          <p:cNvPr id="10" name="Text Placeholder 9">
            <a:extLst>
              <a:ext uri="{FF2B5EF4-FFF2-40B4-BE49-F238E27FC236}">
                <a16:creationId xmlns:a16="http://schemas.microsoft.com/office/drawing/2014/main" id="{31EC31AE-8EDA-FF91-CB1A-43328D9DED3C}"/>
              </a:ext>
            </a:extLst>
          </p:cNvPr>
          <p:cNvSpPr>
            <a:spLocks noGrp="1"/>
          </p:cNvSpPr>
          <p:nvPr>
            <p:ph type="body" sz="quarter" idx="11"/>
          </p:nvPr>
        </p:nvSpPr>
        <p:spPr/>
        <p:txBody>
          <a:bodyPr/>
          <a:lstStyle/>
          <a:p>
            <a:r>
              <a:rPr lang="id-ID"/>
              <a:t>COMP6</a:t>
            </a:r>
            <a:r>
              <a:rPr lang="en-US"/>
              <a:t>824001</a:t>
            </a:r>
            <a:endParaRPr lang="en-GB"/>
          </a:p>
        </p:txBody>
      </p:sp>
      <p:sp>
        <p:nvSpPr>
          <p:cNvPr id="9" name="Text Placeholder 8">
            <a:extLst>
              <a:ext uri="{FF2B5EF4-FFF2-40B4-BE49-F238E27FC236}">
                <a16:creationId xmlns:a16="http://schemas.microsoft.com/office/drawing/2014/main" id="{005996A7-AF79-38BF-09FD-195669101DF2}"/>
              </a:ext>
            </a:extLst>
          </p:cNvPr>
          <p:cNvSpPr>
            <a:spLocks noGrp="1"/>
          </p:cNvSpPr>
          <p:nvPr>
            <p:ph type="body" sz="quarter" idx="12"/>
          </p:nvPr>
        </p:nvSpPr>
        <p:spPr/>
        <p:txBody>
          <a:bodyPr/>
          <a:lstStyle/>
          <a:p>
            <a:r>
              <a:rPr lang="en-US"/>
              <a:t>Session 2</a:t>
            </a:r>
            <a:endParaRPr lang="id-I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782" y="1764336"/>
            <a:ext cx="8219073" cy="4954066"/>
          </a:xfrm>
        </p:spPr>
        <p:txBody>
          <a:bodyPr>
            <a:normAutofit/>
          </a:bodyPr>
          <a:lstStyle/>
          <a:p>
            <a:pPr algn="ctr"/>
            <a:r>
              <a:rPr lang="en-US" sz="2647" b="1" dirty="0">
                <a:solidFill>
                  <a:srgbClr val="0070C0"/>
                </a:solidFill>
              </a:rPr>
              <a:t>These slides have been adapted from:</a:t>
            </a:r>
            <a:br>
              <a:rPr lang="en-US" sz="2647" b="1" dirty="0">
                <a:solidFill>
                  <a:srgbClr val="0070C0"/>
                </a:solidFill>
              </a:rPr>
            </a:br>
            <a:br>
              <a:rPr lang="en-US" sz="2647" b="1" dirty="0">
                <a:solidFill>
                  <a:srgbClr val="0070C0"/>
                </a:solidFill>
              </a:rPr>
            </a:br>
            <a:r>
              <a:rPr lang="en-US" sz="2647" b="1" dirty="0" err="1">
                <a:solidFill>
                  <a:srgbClr val="0070C0"/>
                </a:solidFill>
              </a:rPr>
              <a:t>Panek</a:t>
            </a:r>
            <a:r>
              <a:rPr lang="en-US" sz="2647" b="1" dirty="0">
                <a:solidFill>
                  <a:srgbClr val="0070C0"/>
                </a:solidFill>
              </a:rPr>
              <a:t>, Crystal. (2019). Security Fundamental, John Wiley &amp; Sons, Inc. Indianapolis. ISBN: 978-1-119-65066-9</a:t>
            </a:r>
            <a:br>
              <a:rPr lang="en-US" sz="2647" b="1" dirty="0">
                <a:solidFill>
                  <a:srgbClr val="0070C0"/>
                </a:solidFill>
              </a:rPr>
            </a:br>
            <a:br>
              <a:rPr lang="en-US" sz="2647" b="1" dirty="0">
                <a:solidFill>
                  <a:srgbClr val="0070C0"/>
                </a:solidFill>
              </a:rPr>
            </a:br>
            <a:r>
              <a:rPr lang="en-US" sz="2647" b="1" dirty="0">
                <a:solidFill>
                  <a:srgbClr val="0070C0"/>
                </a:solidFill>
              </a:rPr>
              <a:t>Lesson 1</a:t>
            </a:r>
            <a:br>
              <a:rPr lang="en-US" sz="2647" b="1" dirty="0">
                <a:solidFill>
                  <a:srgbClr val="0070C0"/>
                </a:solidFill>
              </a:rPr>
            </a:br>
            <a:endParaRPr lang="id-ID" b="1" dirty="0">
              <a:solidFill>
                <a:srgbClr val="0070C0"/>
              </a:solidFill>
            </a:endParaRPr>
          </a:p>
        </p:txBody>
      </p:sp>
      <p:sp>
        <p:nvSpPr>
          <p:cNvPr id="5" name="TextBox 4"/>
          <p:cNvSpPr txBox="1"/>
          <p:nvPr/>
        </p:nvSpPr>
        <p:spPr>
          <a:xfrm>
            <a:off x="3055680" y="899999"/>
            <a:ext cx="4577279" cy="771109"/>
          </a:xfrm>
          <a:prstGeom prst="rect">
            <a:avLst/>
          </a:prstGeom>
          <a:noFill/>
        </p:spPr>
        <p:txBody>
          <a:bodyPr wrap="none" rtlCol="0">
            <a:spAutoFit/>
          </a:bodyPr>
          <a:lstStyle/>
          <a:p>
            <a:r>
              <a:rPr lang="en-US" sz="4411" b="1" dirty="0"/>
              <a:t>Acknowledgement</a:t>
            </a:r>
          </a:p>
        </p:txBody>
      </p:sp>
    </p:spTree>
    <p:extLst>
      <p:ext uri="{BB962C8B-B14F-4D97-AF65-F5344CB8AC3E}">
        <p14:creationId xmlns:p14="http://schemas.microsoft.com/office/powerpoint/2010/main" val="2193503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sz="4000" b="1" dirty="0" err="1"/>
              <a:t>Learning</a:t>
            </a:r>
            <a:r>
              <a:rPr lang="id-ID" sz="4000" b="1" dirty="0"/>
              <a:t> </a:t>
            </a:r>
            <a:r>
              <a:rPr lang="id-ID" sz="4000" b="1" dirty="0" err="1"/>
              <a:t>Objectives</a:t>
            </a:r>
            <a:endParaRPr lang="id-ID" sz="4000" b="1" dirty="0"/>
          </a:p>
        </p:txBody>
      </p:sp>
      <p:sp>
        <p:nvSpPr>
          <p:cNvPr id="3" name="Content Placeholder 2"/>
          <p:cNvSpPr>
            <a:spLocks noGrp="1"/>
          </p:cNvSpPr>
          <p:nvPr>
            <p:ph idx="1"/>
          </p:nvPr>
        </p:nvSpPr>
        <p:spPr/>
        <p:txBody>
          <a:bodyPr/>
          <a:lstStyle/>
          <a:p>
            <a:r>
              <a:rPr lang="en-US" sz="3200"/>
              <a:t>LO 1: To </a:t>
            </a:r>
            <a:r>
              <a:rPr lang="id-ID" sz="3200"/>
              <a:t>explain the </a:t>
            </a:r>
            <a:r>
              <a:rPr lang="en-US" sz="3200"/>
              <a:t>security</a:t>
            </a:r>
            <a:r>
              <a:rPr lang="id-ID" sz="3200"/>
              <a:t> principles, threats, attacks and security strategy </a:t>
            </a:r>
            <a:endParaRPr lang="en-US" sz="3200"/>
          </a:p>
          <a:p>
            <a:r>
              <a:rPr lang="id-ID" sz="3200"/>
              <a:t>LO 2: To evaluate different strategies to handle security threats and attacks</a:t>
            </a:r>
            <a:endParaRPr lang="en-US" sz="3200"/>
          </a:p>
          <a:p>
            <a:r>
              <a:rPr lang="id-ID" sz="3200"/>
              <a:t>LO 3: To apply different  techniques in handling computer and network security</a:t>
            </a:r>
            <a:endParaRPr lang="en-US" sz="3200"/>
          </a:p>
          <a:p>
            <a:endParaRPr lang="id-ID" dirty="0"/>
          </a:p>
        </p:txBody>
      </p:sp>
    </p:spTree>
    <p:extLst>
      <p:ext uri="{BB962C8B-B14F-4D97-AF65-F5344CB8AC3E}">
        <p14:creationId xmlns:p14="http://schemas.microsoft.com/office/powerpoint/2010/main" val="3560658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a:t>Social Engineering</a:t>
            </a:r>
            <a:endParaRPr lang="id-ID" dirty="0"/>
          </a:p>
        </p:txBody>
      </p:sp>
    </p:spTree>
    <p:extLst>
      <p:ext uri="{BB962C8B-B14F-4D97-AF65-F5344CB8AC3E}">
        <p14:creationId xmlns:p14="http://schemas.microsoft.com/office/powerpoint/2010/main" val="758115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Social Engineering</a:t>
            </a:r>
            <a:endParaRPr lang="id-ID" sz="4000" b="1" dirty="0"/>
          </a:p>
        </p:txBody>
      </p:sp>
      <p:sp>
        <p:nvSpPr>
          <p:cNvPr id="3" name="Content Placeholder 2"/>
          <p:cNvSpPr>
            <a:spLocks noGrp="1"/>
          </p:cNvSpPr>
          <p:nvPr>
            <p:ph idx="1"/>
          </p:nvPr>
        </p:nvSpPr>
        <p:spPr/>
        <p:txBody>
          <a:bodyPr/>
          <a:lstStyle/>
          <a:p>
            <a:r>
              <a:rPr lang="en-GB" sz="2400" b="1"/>
              <a:t>Social engineering </a:t>
            </a:r>
            <a:r>
              <a:rPr lang="en-GB" sz="2400"/>
              <a:t>is a method used to gain access to data, systems, or networks, primarily through misrepresentation</a:t>
            </a:r>
          </a:p>
          <a:p>
            <a:endParaRPr lang="en-GB" sz="2400"/>
          </a:p>
          <a:p>
            <a:r>
              <a:rPr lang="en-GB" sz="2400"/>
              <a:t>This technique typically relies on the trusting nature of the person being attacked.</a:t>
            </a:r>
          </a:p>
          <a:p>
            <a:endParaRPr lang="en-GB" sz="2400"/>
          </a:p>
          <a:p>
            <a:r>
              <a:rPr lang="en-GB" sz="2400"/>
              <a:t>attacker will typically try to appear as harmless or respectful as possible</a:t>
            </a:r>
          </a:p>
          <a:p>
            <a:pPr marL="0" indent="0">
              <a:buNone/>
            </a:pPr>
            <a:r>
              <a:rPr lang="en-GB" sz="2800"/>
              <a:t> </a:t>
            </a:r>
            <a:endParaRPr lang="en-US" sz="2800"/>
          </a:p>
        </p:txBody>
      </p:sp>
    </p:spTree>
    <p:extLst>
      <p:ext uri="{BB962C8B-B14F-4D97-AF65-F5344CB8AC3E}">
        <p14:creationId xmlns:p14="http://schemas.microsoft.com/office/powerpoint/2010/main" val="715113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Social Engineering (Case Example)</a:t>
            </a:r>
            <a:endParaRPr lang="id-ID" sz="4000" b="1" dirty="0"/>
          </a:p>
        </p:txBody>
      </p:sp>
      <p:sp>
        <p:nvSpPr>
          <p:cNvPr id="3" name="Content Placeholder 2"/>
          <p:cNvSpPr>
            <a:spLocks noGrp="1"/>
          </p:cNvSpPr>
          <p:nvPr>
            <p:ph idx="1"/>
          </p:nvPr>
        </p:nvSpPr>
        <p:spPr>
          <a:xfrm>
            <a:off x="1200151" y="1857384"/>
            <a:ext cx="8939529" cy="4991101"/>
          </a:xfrm>
        </p:spPr>
        <p:txBody>
          <a:bodyPr/>
          <a:lstStyle/>
          <a:p>
            <a:pPr algn="just"/>
            <a:r>
              <a:rPr lang="en-GB" sz="2000" b="1"/>
              <a:t>Social Engineering</a:t>
            </a:r>
            <a:r>
              <a:rPr lang="en-GB" sz="2000"/>
              <a:t> attacks can be perpetrated in person, through email, or via phone. </a:t>
            </a:r>
          </a:p>
          <a:p>
            <a:pPr algn="just"/>
            <a:endParaRPr lang="en-GB" sz="2000"/>
          </a:p>
          <a:p>
            <a:pPr algn="just"/>
            <a:r>
              <a:rPr lang="en-GB" sz="2000"/>
              <a:t>Attackers will try techniques including pretending to be from a Help Desk or Support Department, claiming to be a new employee, or in some cases even offering credentials that identify them as an employee of the company</a:t>
            </a:r>
          </a:p>
          <a:p>
            <a:pPr marL="0" indent="0" algn="just">
              <a:buNone/>
            </a:pPr>
            <a:endParaRPr lang="en-US" sz="2000"/>
          </a:p>
          <a:p>
            <a:pPr algn="just"/>
            <a:r>
              <a:rPr lang="en-GB" sz="2000"/>
              <a:t>The key to thwarting a social engineering attack is through employee awareness. If employees know what to look out for, an attacker will find little success. </a:t>
            </a:r>
            <a:endParaRPr lang="en-US" sz="2000"/>
          </a:p>
        </p:txBody>
      </p:sp>
    </p:spTree>
    <p:extLst>
      <p:ext uri="{BB962C8B-B14F-4D97-AF65-F5344CB8AC3E}">
        <p14:creationId xmlns:p14="http://schemas.microsoft.com/office/powerpoint/2010/main" val="3428766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Avoiding Social Engineering</a:t>
            </a:r>
            <a:endParaRPr lang="id-ID" sz="4000" b="1" dirty="0"/>
          </a:p>
        </p:txBody>
      </p:sp>
      <p:sp>
        <p:nvSpPr>
          <p:cNvPr id="3" name="Content Placeholder 2"/>
          <p:cNvSpPr>
            <a:spLocks noGrp="1"/>
          </p:cNvSpPr>
          <p:nvPr>
            <p:ph idx="1"/>
          </p:nvPr>
        </p:nvSpPr>
        <p:spPr>
          <a:xfrm>
            <a:off x="841563" y="1857384"/>
            <a:ext cx="9618662" cy="4991101"/>
          </a:xfrm>
        </p:spPr>
        <p:txBody>
          <a:bodyPr/>
          <a:lstStyle/>
          <a:p>
            <a:r>
              <a:rPr lang="en-GB" sz="2000" b="1" dirty="0"/>
              <a:t>Be Suspicious </a:t>
            </a:r>
            <a:r>
              <a:rPr lang="en-GB" sz="2000" dirty="0"/>
              <a:t>: Phone calls, emails, or visitors who ask questions about the company, its employees, or other internal information, should be treated with extreme suspicion </a:t>
            </a:r>
          </a:p>
          <a:p>
            <a:endParaRPr lang="en-GB" sz="2000" dirty="0"/>
          </a:p>
          <a:p>
            <a:r>
              <a:rPr lang="en-GB" sz="2000" b="1" dirty="0"/>
              <a:t>Verify Identity </a:t>
            </a:r>
            <a:r>
              <a:rPr lang="en-GB" sz="2000" dirty="0"/>
              <a:t>: When receiving inquiries that you are unsure of, verify the identity of the requestor</a:t>
            </a:r>
          </a:p>
          <a:p>
            <a:endParaRPr lang="en-GB" sz="2000" dirty="0"/>
          </a:p>
          <a:p>
            <a:r>
              <a:rPr lang="en-US" sz="2000" b="1" dirty="0"/>
              <a:t>Be </a:t>
            </a:r>
            <a:r>
              <a:rPr lang="en-US" sz="2000" b="1" dirty="0" err="1"/>
              <a:t>cauitious</a:t>
            </a:r>
            <a:r>
              <a:rPr lang="en-US" sz="2000" b="1" dirty="0"/>
              <a:t> </a:t>
            </a:r>
            <a:r>
              <a:rPr lang="en-US" sz="2000" dirty="0"/>
              <a:t>: </a:t>
            </a:r>
            <a:r>
              <a:rPr lang="en-GB" sz="2000" dirty="0"/>
              <a:t>Do not provide sensitive information unless certain not only of the person’s identity but also of the person’s right to have the information</a:t>
            </a:r>
          </a:p>
          <a:p>
            <a:endParaRPr lang="en-GB" sz="2000" dirty="0"/>
          </a:p>
          <a:p>
            <a:r>
              <a:rPr lang="en-US" sz="2000" b="1" dirty="0"/>
              <a:t>Don’t use email </a:t>
            </a:r>
            <a:r>
              <a:rPr lang="en-US" sz="2000" dirty="0"/>
              <a:t>: </a:t>
            </a:r>
            <a:r>
              <a:rPr lang="en-GB" sz="2000" dirty="0"/>
              <a:t>Never respond to email requests for sensitive information and be especially cautious of providing this information after following web links embedded in an email</a:t>
            </a:r>
            <a:endParaRPr lang="en-US" sz="2000" dirty="0"/>
          </a:p>
        </p:txBody>
      </p:sp>
    </p:spTree>
    <p:extLst>
      <p:ext uri="{BB962C8B-B14F-4D97-AF65-F5344CB8AC3E}">
        <p14:creationId xmlns:p14="http://schemas.microsoft.com/office/powerpoint/2010/main" val="1069057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lvl="0" algn="ctr"/>
            <a:r>
              <a:rPr lang="en-US"/>
              <a:t>Linking Cost with Security</a:t>
            </a:r>
            <a:endParaRPr lang="en-GB"/>
          </a:p>
        </p:txBody>
      </p:sp>
    </p:spTree>
    <p:extLst>
      <p:ext uri="{BB962C8B-B14F-4D97-AF65-F5344CB8AC3E}">
        <p14:creationId xmlns:p14="http://schemas.microsoft.com/office/powerpoint/2010/main" val="3777676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Linking Cost with Security</a:t>
            </a:r>
            <a:endParaRPr lang="id-ID" sz="4000" b="1" dirty="0"/>
          </a:p>
        </p:txBody>
      </p:sp>
      <p:sp>
        <p:nvSpPr>
          <p:cNvPr id="3" name="Content Placeholder 2"/>
          <p:cNvSpPr>
            <a:spLocks noGrp="1"/>
          </p:cNvSpPr>
          <p:nvPr>
            <p:ph idx="1"/>
          </p:nvPr>
        </p:nvSpPr>
        <p:spPr>
          <a:xfrm>
            <a:off x="1200151" y="1857384"/>
            <a:ext cx="8583929" cy="4991101"/>
          </a:xfrm>
        </p:spPr>
        <p:txBody>
          <a:bodyPr/>
          <a:lstStyle/>
          <a:p>
            <a:pPr marL="0" indent="0">
              <a:buNone/>
            </a:pPr>
            <a:r>
              <a:rPr lang="en-GB" sz="2400"/>
              <a:t>There are some points to keep in mind when developing a security plan :</a:t>
            </a:r>
          </a:p>
          <a:p>
            <a:pPr marL="0" indent="0">
              <a:buNone/>
            </a:pPr>
            <a:endParaRPr lang="en-GB" sz="2400"/>
          </a:p>
          <a:p>
            <a:r>
              <a:rPr lang="en-GB" sz="2400" b="1"/>
              <a:t>security costs money </a:t>
            </a:r>
            <a:r>
              <a:rPr lang="en-GB" sz="2400"/>
              <a:t>: Typically, the more money is spent, the more secure the information or resources will be (up to a point)</a:t>
            </a:r>
          </a:p>
          <a:p>
            <a:pPr marL="0" indent="0">
              <a:buNone/>
            </a:pPr>
            <a:endParaRPr lang="en-GB" sz="2400"/>
          </a:p>
          <a:p>
            <a:r>
              <a:rPr lang="en-GB" sz="2400" b="1"/>
              <a:t>strive to make the security seamless </a:t>
            </a:r>
            <a:r>
              <a:rPr lang="en-GB" sz="2400"/>
              <a:t>: If the security becomes a heavy burden, users will often look for methods to circumvent the security that has been established</a:t>
            </a:r>
          </a:p>
        </p:txBody>
      </p:sp>
    </p:spTree>
    <p:extLst>
      <p:ext uri="{BB962C8B-B14F-4D97-AF65-F5344CB8AC3E}">
        <p14:creationId xmlns:p14="http://schemas.microsoft.com/office/powerpoint/2010/main" val="2069572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a:t>Physical Security as the First Line of Defense</a:t>
            </a:r>
            <a:endParaRPr lang="id-ID" dirty="0"/>
          </a:p>
        </p:txBody>
      </p:sp>
    </p:spTree>
    <p:extLst>
      <p:ext uri="{BB962C8B-B14F-4D97-AF65-F5344CB8AC3E}">
        <p14:creationId xmlns:p14="http://schemas.microsoft.com/office/powerpoint/2010/main" val="795696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a:t>Understanding Physical Security as the First Line of Defense</a:t>
            </a:r>
            <a:endParaRPr lang="id-ID" sz="3600" b="1" dirty="0"/>
          </a:p>
        </p:txBody>
      </p:sp>
      <p:sp>
        <p:nvSpPr>
          <p:cNvPr id="3" name="Content Placeholder 2"/>
          <p:cNvSpPr>
            <a:spLocks noGrp="1"/>
          </p:cNvSpPr>
          <p:nvPr>
            <p:ph idx="1"/>
          </p:nvPr>
        </p:nvSpPr>
        <p:spPr/>
        <p:txBody>
          <a:bodyPr/>
          <a:lstStyle/>
          <a:p>
            <a:pPr marL="0" indent="0">
              <a:buNone/>
            </a:pPr>
            <a:endParaRPr lang="en-GB" sz="2800"/>
          </a:p>
          <a:p>
            <a:pPr marL="0" indent="0">
              <a:buNone/>
            </a:pPr>
            <a:r>
              <a:rPr lang="en-GB" sz="2400"/>
              <a:t>Factors that need to be considered when designing and reviewing physical security to protect assets, system and information :</a:t>
            </a:r>
          </a:p>
          <a:p>
            <a:pPr marL="0" indent="0">
              <a:buNone/>
            </a:pPr>
            <a:endParaRPr lang="en-GB" sz="2400"/>
          </a:p>
          <a:p>
            <a:r>
              <a:rPr lang="en-GB" sz="2400"/>
              <a:t>computer security</a:t>
            </a:r>
          </a:p>
          <a:p>
            <a:r>
              <a:rPr lang="en-GB" sz="2400"/>
              <a:t>securing removable devices and drives</a:t>
            </a:r>
          </a:p>
          <a:p>
            <a:r>
              <a:rPr lang="en-GB" sz="2400"/>
              <a:t>access control</a:t>
            </a:r>
          </a:p>
          <a:p>
            <a:r>
              <a:rPr lang="en-GB" sz="2400"/>
              <a:t>mobile device security</a:t>
            </a:r>
          </a:p>
          <a:p>
            <a:r>
              <a:rPr lang="en-GB" sz="2400"/>
              <a:t>identifying and removing keyloggers</a:t>
            </a:r>
            <a:endParaRPr lang="en-US" sz="2400"/>
          </a:p>
        </p:txBody>
      </p:sp>
    </p:spTree>
    <p:extLst>
      <p:ext uri="{BB962C8B-B14F-4D97-AF65-F5344CB8AC3E}">
        <p14:creationId xmlns:p14="http://schemas.microsoft.com/office/powerpoint/2010/main" val="4095817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sz="3600"/>
              <a:t>Site Security &amp; Access Control</a:t>
            </a:r>
            <a:endParaRPr lang="id-ID" dirty="0"/>
          </a:p>
        </p:txBody>
      </p:sp>
    </p:spTree>
    <p:extLst>
      <p:ext uri="{BB962C8B-B14F-4D97-AF65-F5344CB8AC3E}">
        <p14:creationId xmlns:p14="http://schemas.microsoft.com/office/powerpoint/2010/main" val="1557029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1" y="749309"/>
            <a:ext cx="9226549" cy="1260475"/>
          </a:xfrm>
        </p:spPr>
        <p:txBody>
          <a:bodyPr/>
          <a:lstStyle/>
          <a:p>
            <a:r>
              <a:rPr lang="en-US" sz="3600" b="1"/>
              <a:t>Understanding Site Security &amp; Access Control</a:t>
            </a:r>
            <a:endParaRPr lang="en-GB" sz="3600" b="1"/>
          </a:p>
        </p:txBody>
      </p:sp>
      <p:sp>
        <p:nvSpPr>
          <p:cNvPr id="3" name="Content Placeholder 2"/>
          <p:cNvSpPr>
            <a:spLocks noGrp="1"/>
          </p:cNvSpPr>
          <p:nvPr>
            <p:ph idx="1"/>
          </p:nvPr>
        </p:nvSpPr>
        <p:spPr>
          <a:xfrm>
            <a:off x="1200151" y="1857385"/>
            <a:ext cx="7913369" cy="4827896"/>
          </a:xfrm>
        </p:spPr>
        <p:txBody>
          <a:bodyPr/>
          <a:lstStyle/>
          <a:p>
            <a:endParaRPr lang="en-GB" sz="2000"/>
          </a:p>
          <a:p>
            <a:r>
              <a:rPr lang="en-GB" sz="2000" b="1"/>
              <a:t>Site security</a:t>
            </a:r>
            <a:r>
              <a:rPr lang="en-GB" sz="2000"/>
              <a:t> deals with securing the physical premises. The fundamental concept is defense in depth</a:t>
            </a:r>
          </a:p>
          <a:p>
            <a:endParaRPr lang="en-GB" sz="2000"/>
          </a:p>
          <a:p>
            <a:r>
              <a:rPr lang="en-GB" sz="2000"/>
              <a:t>Defense in depth is a concept in which multiple layers of security are used to defend assets.</a:t>
            </a:r>
          </a:p>
          <a:p>
            <a:endParaRPr lang="en-GB" sz="2000"/>
          </a:p>
          <a:p>
            <a:r>
              <a:rPr lang="en-GB" sz="2000" b="1"/>
              <a:t>Access control</a:t>
            </a:r>
            <a:r>
              <a:rPr lang="en-GB" sz="2000"/>
              <a:t> is a key concept when thinking about physical security</a:t>
            </a:r>
          </a:p>
          <a:p>
            <a:endParaRPr lang="en-GB" sz="2000"/>
          </a:p>
          <a:p>
            <a:r>
              <a:rPr lang="en-GB" sz="2000"/>
              <a:t>In the context of physical security, access control can be defined as the process of restricting access to a resource to only permitted users, applications, or computer systems</a:t>
            </a:r>
            <a:endParaRPr lang="en-US" sz="2000"/>
          </a:p>
        </p:txBody>
      </p:sp>
    </p:spTree>
    <p:extLst>
      <p:ext uri="{BB962C8B-B14F-4D97-AF65-F5344CB8AC3E}">
        <p14:creationId xmlns:p14="http://schemas.microsoft.com/office/powerpoint/2010/main" val="418463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1" y="749309"/>
            <a:ext cx="9226549" cy="1260475"/>
          </a:xfrm>
        </p:spPr>
        <p:txBody>
          <a:bodyPr/>
          <a:lstStyle/>
          <a:p>
            <a:r>
              <a:rPr lang="en-US" sz="3600" b="1"/>
              <a:t>Physical Security Objective</a:t>
            </a:r>
            <a:endParaRPr lang="en-GB" sz="3600" b="1"/>
          </a:p>
        </p:txBody>
      </p:sp>
      <p:sp>
        <p:nvSpPr>
          <p:cNvPr id="3" name="Content Placeholder 2"/>
          <p:cNvSpPr>
            <a:spLocks noGrp="1"/>
          </p:cNvSpPr>
          <p:nvPr>
            <p:ph idx="1"/>
          </p:nvPr>
        </p:nvSpPr>
        <p:spPr>
          <a:xfrm>
            <a:off x="1200151" y="1857385"/>
            <a:ext cx="7913369" cy="4827896"/>
          </a:xfrm>
        </p:spPr>
        <p:txBody>
          <a:bodyPr/>
          <a:lstStyle/>
          <a:p>
            <a:pPr marL="0" indent="0">
              <a:buNone/>
            </a:pPr>
            <a:r>
              <a:rPr lang="en-GB" sz="2000"/>
              <a:t>several goals to keep in mind when designing a physical security plan :</a:t>
            </a:r>
          </a:p>
          <a:p>
            <a:pPr marL="0" indent="0">
              <a:buNone/>
            </a:pPr>
            <a:endParaRPr lang="en-GB" sz="2000"/>
          </a:p>
          <a:p>
            <a:r>
              <a:rPr lang="en-GB" sz="2000" b="1"/>
              <a:t>Authentication</a:t>
            </a:r>
            <a:r>
              <a:rPr lang="en-GB" sz="2000"/>
              <a:t> : Site security addresses the need to identify and authenticate people permitted access to an area</a:t>
            </a:r>
          </a:p>
          <a:p>
            <a:endParaRPr lang="en-GB" sz="2000"/>
          </a:p>
          <a:p>
            <a:r>
              <a:rPr lang="en-US" sz="2000" b="1"/>
              <a:t>Access Control </a:t>
            </a:r>
            <a:r>
              <a:rPr lang="en-US" sz="2000"/>
              <a:t>: </a:t>
            </a:r>
            <a:r>
              <a:rPr lang="en-GB" sz="2000"/>
              <a:t>determines the area that can be accessed by the user when the identity has been proven and authenticated</a:t>
            </a:r>
          </a:p>
          <a:p>
            <a:endParaRPr lang="en-GB" sz="2000"/>
          </a:p>
          <a:p>
            <a:r>
              <a:rPr lang="en-US" sz="2000" b="1"/>
              <a:t>Auditing</a:t>
            </a:r>
            <a:r>
              <a:rPr lang="en-US" sz="2000"/>
              <a:t> : Provides ability to audit activities within the facility such as reviewing camera footage, badge reader logs or other mechanisms</a:t>
            </a:r>
          </a:p>
        </p:txBody>
      </p:sp>
    </p:spTree>
    <p:extLst>
      <p:ext uri="{BB962C8B-B14F-4D97-AF65-F5344CB8AC3E}">
        <p14:creationId xmlns:p14="http://schemas.microsoft.com/office/powerpoint/2010/main" val="1532122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1" y="749309"/>
            <a:ext cx="9226549" cy="1260475"/>
          </a:xfrm>
        </p:spPr>
        <p:txBody>
          <a:bodyPr/>
          <a:lstStyle/>
          <a:p>
            <a:r>
              <a:rPr lang="en-US" sz="3600" b="1"/>
              <a:t>Understanding Site Security &amp; Access Control (Case Example)</a:t>
            </a:r>
            <a:endParaRPr lang="en-GB" sz="3600" b="1"/>
          </a:p>
        </p:txBody>
      </p:sp>
      <p:sp>
        <p:nvSpPr>
          <p:cNvPr id="3" name="Content Placeholder 2"/>
          <p:cNvSpPr>
            <a:spLocks noGrp="1"/>
          </p:cNvSpPr>
          <p:nvPr>
            <p:ph idx="1"/>
          </p:nvPr>
        </p:nvSpPr>
        <p:spPr>
          <a:xfrm>
            <a:off x="1200151" y="1857385"/>
            <a:ext cx="7913369" cy="4827896"/>
          </a:xfrm>
        </p:spPr>
        <p:txBody>
          <a:bodyPr/>
          <a:lstStyle/>
          <a:p>
            <a:endParaRPr lang="en-GB" sz="2000"/>
          </a:p>
          <a:p>
            <a:pPr marL="0" indent="0">
              <a:buNone/>
            </a:pPr>
            <a:r>
              <a:rPr lang="en-GB" sz="2400"/>
              <a:t>A simple example of defense in depth in the “real world” is a hotel room with a locked suitcase. To get into a locked hotel room, a person needs to get the key lock to work. Once they are past the key, there is a deadbolt that must be bypassed. And once they are past the deadbolt, there is still the lock on the suitcase that must be breached</a:t>
            </a:r>
            <a:endParaRPr lang="en-US" sz="2000"/>
          </a:p>
        </p:txBody>
      </p:sp>
    </p:spTree>
    <p:extLst>
      <p:ext uri="{BB962C8B-B14F-4D97-AF65-F5344CB8AC3E}">
        <p14:creationId xmlns:p14="http://schemas.microsoft.com/office/powerpoint/2010/main" val="852066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sz="3600"/>
              <a:t>External &amp; Internal Perimeter</a:t>
            </a:r>
            <a:endParaRPr lang="id-ID" dirty="0"/>
          </a:p>
        </p:txBody>
      </p:sp>
    </p:spTree>
    <p:extLst>
      <p:ext uri="{BB962C8B-B14F-4D97-AF65-F5344CB8AC3E}">
        <p14:creationId xmlns:p14="http://schemas.microsoft.com/office/powerpoint/2010/main" val="3593140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1" y="749309"/>
            <a:ext cx="9226549" cy="1260475"/>
          </a:xfrm>
        </p:spPr>
        <p:txBody>
          <a:bodyPr/>
          <a:lstStyle/>
          <a:p>
            <a:r>
              <a:rPr lang="en-US" sz="3600" b="1"/>
              <a:t>Physical Premises Logical Area</a:t>
            </a:r>
            <a:endParaRPr lang="en-GB" sz="3600" b="1"/>
          </a:p>
        </p:txBody>
      </p:sp>
      <p:sp>
        <p:nvSpPr>
          <p:cNvPr id="3" name="Content Placeholder 2"/>
          <p:cNvSpPr>
            <a:spLocks noGrp="1"/>
          </p:cNvSpPr>
          <p:nvPr>
            <p:ph idx="1"/>
          </p:nvPr>
        </p:nvSpPr>
        <p:spPr>
          <a:xfrm>
            <a:off x="1200151" y="1857385"/>
            <a:ext cx="7913369" cy="4827896"/>
          </a:xfrm>
        </p:spPr>
        <p:txBody>
          <a:bodyPr/>
          <a:lstStyle/>
          <a:p>
            <a:pPr marL="0" indent="0">
              <a:buNone/>
            </a:pPr>
            <a:r>
              <a:rPr lang="en-GB" sz="2000"/>
              <a:t>Three physical premises logical area are :</a:t>
            </a:r>
          </a:p>
          <a:p>
            <a:pPr marL="0" indent="0">
              <a:buNone/>
            </a:pPr>
            <a:endParaRPr lang="en-GB" sz="2000"/>
          </a:p>
          <a:p>
            <a:r>
              <a:rPr lang="en-GB" sz="2000" b="1"/>
              <a:t>External perimeter </a:t>
            </a:r>
            <a:r>
              <a:rPr lang="en-GB" sz="2000"/>
              <a:t>: the outermost portion of the location, This typically includes the driveways, parking lots, and any green space the location may support</a:t>
            </a:r>
          </a:p>
          <a:p>
            <a:endParaRPr lang="en-GB" sz="2000"/>
          </a:p>
          <a:p>
            <a:r>
              <a:rPr lang="en-GB" sz="2000" b="1"/>
              <a:t>Internal perimeter </a:t>
            </a:r>
            <a:r>
              <a:rPr lang="en-GB" sz="2000"/>
              <a:t>: consists of any buildings on the premises, If the location supports multiple tenants, the internal perimeter is restricted to only the buildings that an employee can occupy</a:t>
            </a:r>
          </a:p>
          <a:p>
            <a:endParaRPr lang="en-GB" sz="2000"/>
          </a:p>
          <a:p>
            <a:r>
              <a:rPr lang="en-GB" sz="2000" b="1"/>
              <a:t>Secure areas </a:t>
            </a:r>
            <a:r>
              <a:rPr lang="en-GB" sz="2000"/>
              <a:t>: locations within the building that have additional access restrictions and/or security measures in place such as data centers, network rooms or research and development private room</a:t>
            </a:r>
          </a:p>
        </p:txBody>
      </p:sp>
    </p:spTree>
    <p:extLst>
      <p:ext uri="{BB962C8B-B14F-4D97-AF65-F5344CB8AC3E}">
        <p14:creationId xmlns:p14="http://schemas.microsoft.com/office/powerpoint/2010/main" val="1582119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1" y="749309"/>
            <a:ext cx="9226549" cy="1260475"/>
          </a:xfrm>
        </p:spPr>
        <p:txBody>
          <a:bodyPr/>
          <a:lstStyle/>
          <a:p>
            <a:r>
              <a:rPr lang="en-US" sz="3600" b="1"/>
              <a:t>Understanding the </a:t>
            </a:r>
            <a:r>
              <a:rPr lang="en-GB" sz="3600" b="1"/>
              <a:t>External Perimeter</a:t>
            </a:r>
          </a:p>
        </p:txBody>
      </p:sp>
      <p:sp>
        <p:nvSpPr>
          <p:cNvPr id="3" name="Content Placeholder 2"/>
          <p:cNvSpPr>
            <a:spLocks noGrp="1"/>
          </p:cNvSpPr>
          <p:nvPr>
            <p:ph idx="1"/>
          </p:nvPr>
        </p:nvSpPr>
        <p:spPr>
          <a:xfrm>
            <a:off x="1200151" y="1857385"/>
            <a:ext cx="7913369" cy="4827896"/>
          </a:xfrm>
        </p:spPr>
        <p:txBody>
          <a:bodyPr/>
          <a:lstStyle/>
          <a:p>
            <a:r>
              <a:rPr lang="en-GB" sz="2400"/>
              <a:t>external security perimeter is the first line of defense surrounding an office</a:t>
            </a:r>
          </a:p>
          <a:p>
            <a:endParaRPr lang="en-GB" sz="2400"/>
          </a:p>
          <a:p>
            <a:pPr marL="0" indent="0">
              <a:buNone/>
            </a:pPr>
            <a:r>
              <a:rPr lang="en-GB" sz="2400"/>
              <a:t>Common security measures used for external perimeter security include the following :</a:t>
            </a:r>
          </a:p>
          <a:p>
            <a:r>
              <a:rPr lang="en-GB" sz="2400"/>
              <a:t>Security camera</a:t>
            </a:r>
          </a:p>
          <a:p>
            <a:r>
              <a:rPr lang="en-GB" sz="2400"/>
              <a:t>Gate with access badge reader</a:t>
            </a:r>
          </a:p>
          <a:p>
            <a:r>
              <a:rPr lang="en-GB" sz="2400"/>
              <a:t>Perimeter fence</a:t>
            </a:r>
          </a:p>
          <a:p>
            <a:r>
              <a:rPr lang="en-GB" sz="2400"/>
              <a:t>Gate with guard</a:t>
            </a:r>
          </a:p>
          <a:p>
            <a:r>
              <a:rPr lang="en-GB" sz="2400"/>
              <a:t>Guard patrols </a:t>
            </a:r>
          </a:p>
        </p:txBody>
      </p:sp>
    </p:spTree>
    <p:extLst>
      <p:ext uri="{BB962C8B-B14F-4D97-AF65-F5344CB8AC3E}">
        <p14:creationId xmlns:p14="http://schemas.microsoft.com/office/powerpoint/2010/main" val="669826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1" y="749309"/>
            <a:ext cx="9226549" cy="1260475"/>
          </a:xfrm>
        </p:spPr>
        <p:txBody>
          <a:bodyPr/>
          <a:lstStyle/>
          <a:p>
            <a:r>
              <a:rPr lang="en-US" sz="3600" b="1"/>
              <a:t>Understanding </a:t>
            </a:r>
            <a:r>
              <a:rPr lang="en-GB" sz="3600" b="1"/>
              <a:t>the Internal Perimeter</a:t>
            </a:r>
          </a:p>
        </p:txBody>
      </p:sp>
      <p:sp>
        <p:nvSpPr>
          <p:cNvPr id="3" name="Content Placeholder 2"/>
          <p:cNvSpPr>
            <a:spLocks noGrp="1"/>
          </p:cNvSpPr>
          <p:nvPr>
            <p:ph idx="1"/>
          </p:nvPr>
        </p:nvSpPr>
        <p:spPr>
          <a:xfrm>
            <a:off x="1200151" y="1857385"/>
            <a:ext cx="7913369" cy="5259032"/>
          </a:xfrm>
        </p:spPr>
        <p:txBody>
          <a:bodyPr/>
          <a:lstStyle/>
          <a:p>
            <a:r>
              <a:rPr lang="en-GB" sz="2400"/>
              <a:t>The internal security perimeter starts with the building walls and exterior doors and includes any internal security measures with the exception of any secure areas within the building</a:t>
            </a:r>
          </a:p>
          <a:p>
            <a:endParaRPr lang="en-GB" sz="2400"/>
          </a:p>
          <a:p>
            <a:pPr marL="0" indent="0">
              <a:buNone/>
            </a:pPr>
            <a:r>
              <a:rPr lang="en-GB" sz="2400"/>
              <a:t>Security features that can be used to secure the internal perimeter :</a:t>
            </a:r>
          </a:p>
          <a:p>
            <a:r>
              <a:rPr lang="en-GB" sz="2400"/>
              <a:t>Locks</a:t>
            </a:r>
          </a:p>
          <a:p>
            <a:r>
              <a:rPr lang="en-US" sz="2400"/>
              <a:t>Keypads</a:t>
            </a:r>
          </a:p>
          <a:p>
            <a:r>
              <a:rPr lang="en-US" sz="2400"/>
              <a:t>Security camera</a:t>
            </a:r>
          </a:p>
          <a:p>
            <a:r>
              <a:rPr lang="en-US" sz="2400"/>
              <a:t>Badge readers (on doors and elevators)</a:t>
            </a:r>
          </a:p>
          <a:p>
            <a:r>
              <a:rPr lang="en-US" sz="2400"/>
              <a:t>Guard desk</a:t>
            </a:r>
            <a:endParaRPr lang="en-GB" sz="2400"/>
          </a:p>
        </p:txBody>
      </p:sp>
    </p:spTree>
    <p:extLst>
      <p:ext uri="{BB962C8B-B14F-4D97-AF65-F5344CB8AC3E}">
        <p14:creationId xmlns:p14="http://schemas.microsoft.com/office/powerpoint/2010/main" val="365785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r>
              <a:rPr lang="en-US" sz="2800"/>
              <a:t>Location  of secure areas :</a:t>
            </a:r>
          </a:p>
          <a:p>
            <a:r>
              <a:rPr lang="en-US" sz="2800"/>
              <a:t>R&amp;D Department</a:t>
            </a:r>
          </a:p>
          <a:p>
            <a:r>
              <a:rPr lang="en-US" sz="2800"/>
              <a:t>A lab</a:t>
            </a:r>
          </a:p>
          <a:p>
            <a:r>
              <a:rPr lang="en-US" sz="2800"/>
              <a:t>Telephone closet</a:t>
            </a:r>
          </a:p>
          <a:p>
            <a:r>
              <a:rPr lang="en-US" sz="2800"/>
              <a:t>Network room</a:t>
            </a:r>
          </a:p>
          <a:p>
            <a:r>
              <a:rPr lang="en-US" sz="2800"/>
              <a:t>Other area that requires security control</a:t>
            </a:r>
            <a:endParaRPr lang="en-GB" sz="2800"/>
          </a:p>
        </p:txBody>
      </p:sp>
      <p:sp>
        <p:nvSpPr>
          <p:cNvPr id="3" name="Content Placeholder 2"/>
          <p:cNvSpPr>
            <a:spLocks noGrp="1"/>
          </p:cNvSpPr>
          <p:nvPr>
            <p:ph sz="half" idx="2"/>
          </p:nvPr>
        </p:nvSpPr>
        <p:spPr/>
        <p:txBody>
          <a:bodyPr/>
          <a:lstStyle/>
          <a:p>
            <a:pPr marL="0" indent="0">
              <a:buNone/>
            </a:pPr>
            <a:r>
              <a:rPr lang="en-GB" sz="2800"/>
              <a:t>Secure area security technologies : </a:t>
            </a:r>
          </a:p>
          <a:p>
            <a:r>
              <a:rPr lang="en-US" sz="2800"/>
              <a:t>Badge readers</a:t>
            </a:r>
          </a:p>
          <a:p>
            <a:r>
              <a:rPr lang="en-US" sz="2800"/>
              <a:t>Keypads</a:t>
            </a:r>
          </a:p>
          <a:p>
            <a:r>
              <a:rPr lang="en-US" sz="2800"/>
              <a:t>Biometric technology</a:t>
            </a:r>
          </a:p>
          <a:p>
            <a:r>
              <a:rPr lang="en-US" sz="2800"/>
              <a:t>Metal detectors</a:t>
            </a:r>
          </a:p>
          <a:p>
            <a:r>
              <a:rPr lang="en-US" sz="2800"/>
              <a:t>Cameras</a:t>
            </a:r>
          </a:p>
          <a:p>
            <a:r>
              <a:rPr lang="en-US" sz="2800"/>
              <a:t>Security doors</a:t>
            </a:r>
            <a:endParaRPr lang="en-GB" sz="2800"/>
          </a:p>
        </p:txBody>
      </p:sp>
      <p:sp>
        <p:nvSpPr>
          <p:cNvPr id="4" name="Title 3"/>
          <p:cNvSpPr>
            <a:spLocks noGrp="1"/>
          </p:cNvSpPr>
          <p:nvPr>
            <p:ph type="title"/>
          </p:nvPr>
        </p:nvSpPr>
        <p:spPr/>
        <p:txBody>
          <a:bodyPr/>
          <a:lstStyle/>
          <a:p>
            <a:r>
              <a:rPr lang="en-US" sz="3600" b="1"/>
              <a:t>Defining Secure Areas</a:t>
            </a:r>
            <a:endParaRPr lang="en-GB" sz="3600" b="1"/>
          </a:p>
        </p:txBody>
      </p:sp>
    </p:spTree>
    <p:extLst>
      <p:ext uri="{BB962C8B-B14F-4D97-AF65-F5344CB8AC3E}">
        <p14:creationId xmlns:p14="http://schemas.microsoft.com/office/powerpoint/2010/main" val="1117200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sz="3600"/>
              <a:t>Computer Security</a:t>
            </a:r>
            <a:endParaRPr lang="id-ID" dirty="0"/>
          </a:p>
        </p:txBody>
      </p:sp>
    </p:spTree>
    <p:extLst>
      <p:ext uri="{BB962C8B-B14F-4D97-AF65-F5344CB8AC3E}">
        <p14:creationId xmlns:p14="http://schemas.microsoft.com/office/powerpoint/2010/main" val="2510595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534434" y="1764675"/>
            <a:ext cx="9749253" cy="4991131"/>
          </a:xfrm>
        </p:spPr>
        <p:txBody>
          <a:bodyPr/>
          <a:lstStyle/>
          <a:p>
            <a:r>
              <a:rPr lang="en-GB" sz="2800" b="1"/>
              <a:t>Computer security </a:t>
            </a:r>
            <a:r>
              <a:rPr lang="en-GB" sz="2800"/>
              <a:t>consists of the processes, procedures, policies, and technologies used to protect computer systems</a:t>
            </a:r>
          </a:p>
          <a:p>
            <a:endParaRPr lang="en-GB" sz="2800"/>
          </a:p>
          <a:p>
            <a:r>
              <a:rPr lang="en-GB" sz="2800"/>
              <a:t>computer security context refer to physically securing computers</a:t>
            </a:r>
          </a:p>
        </p:txBody>
      </p:sp>
      <p:sp>
        <p:nvSpPr>
          <p:cNvPr id="4" name="Title 3"/>
          <p:cNvSpPr>
            <a:spLocks noGrp="1"/>
          </p:cNvSpPr>
          <p:nvPr>
            <p:ph type="title"/>
          </p:nvPr>
        </p:nvSpPr>
        <p:spPr/>
        <p:txBody>
          <a:bodyPr/>
          <a:lstStyle/>
          <a:p>
            <a:r>
              <a:rPr lang="en-US" sz="3600" b="1"/>
              <a:t>Understanding Computer Security </a:t>
            </a:r>
            <a:endParaRPr lang="en-GB" sz="3600" b="1"/>
          </a:p>
        </p:txBody>
      </p:sp>
    </p:spTree>
    <p:extLst>
      <p:ext uri="{BB962C8B-B14F-4D97-AF65-F5344CB8AC3E}">
        <p14:creationId xmlns:p14="http://schemas.microsoft.com/office/powerpoint/2010/main" val="3221275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534434" y="1764675"/>
            <a:ext cx="9749253" cy="5471012"/>
          </a:xfrm>
        </p:spPr>
        <p:txBody>
          <a:bodyPr/>
          <a:lstStyle/>
          <a:p>
            <a:pPr marL="0" indent="0">
              <a:buNone/>
            </a:pPr>
            <a:r>
              <a:rPr lang="en-US" sz="2000" b="1"/>
              <a:t>Securing Server</a:t>
            </a:r>
            <a:endParaRPr lang="en-GB" sz="2000" b="1"/>
          </a:p>
          <a:p>
            <a:r>
              <a:rPr lang="en-GB" sz="2000"/>
              <a:t>Computer Security Cable : A cable that is attached to the computer and to a piece of furniture or wall</a:t>
            </a:r>
          </a:p>
          <a:p>
            <a:r>
              <a:rPr lang="en-GB" sz="2000"/>
              <a:t>Computer Security Cabinet/Rack : A storage container that is secured with a locking door</a:t>
            </a:r>
          </a:p>
          <a:p>
            <a:pPr marL="0" indent="0">
              <a:buNone/>
            </a:pPr>
            <a:endParaRPr lang="en-US" sz="2000"/>
          </a:p>
          <a:p>
            <a:pPr marL="0" indent="0">
              <a:buNone/>
            </a:pPr>
            <a:r>
              <a:rPr lang="en-US" sz="2000" b="1"/>
              <a:t>Securing Desktop</a:t>
            </a:r>
            <a:endParaRPr lang="en-GB" sz="2000" b="1"/>
          </a:p>
          <a:p>
            <a:r>
              <a:rPr lang="en-GB" sz="2000"/>
              <a:t>Desktop computers are typically secured by the same types of computer security cables that can be used with server computers</a:t>
            </a:r>
          </a:p>
          <a:p>
            <a:r>
              <a:rPr lang="en-GB" sz="2000"/>
              <a:t>Desktop computers are frequently used in secure office environments</a:t>
            </a:r>
          </a:p>
          <a:p>
            <a:endParaRPr lang="en-GB" sz="2000"/>
          </a:p>
          <a:p>
            <a:pPr marL="0" indent="0">
              <a:buNone/>
            </a:pPr>
            <a:r>
              <a:rPr lang="en-US" sz="2000" b="1"/>
              <a:t>Securing Mobile Computers</a:t>
            </a:r>
            <a:endParaRPr lang="en-GB" sz="2000" b="1"/>
          </a:p>
          <a:p>
            <a:r>
              <a:rPr lang="en-GB" sz="2000"/>
              <a:t>Mobile computers, due to their highly portable nature, have a number of technologies and best practices that can be leveraged to ensure they are not damaged or stolen</a:t>
            </a:r>
            <a:endParaRPr lang="en-US" sz="2000"/>
          </a:p>
        </p:txBody>
      </p:sp>
      <p:sp>
        <p:nvSpPr>
          <p:cNvPr id="4" name="Title 3"/>
          <p:cNvSpPr>
            <a:spLocks noGrp="1"/>
          </p:cNvSpPr>
          <p:nvPr>
            <p:ph type="title"/>
          </p:nvPr>
        </p:nvSpPr>
        <p:spPr/>
        <p:txBody>
          <a:bodyPr/>
          <a:lstStyle/>
          <a:p>
            <a:r>
              <a:rPr lang="en-GB" sz="3600" b="1"/>
              <a:t>Securing Computers</a:t>
            </a:r>
          </a:p>
        </p:txBody>
      </p:sp>
    </p:spTree>
    <p:extLst>
      <p:ext uri="{BB962C8B-B14F-4D97-AF65-F5344CB8AC3E}">
        <p14:creationId xmlns:p14="http://schemas.microsoft.com/office/powerpoint/2010/main" val="2980030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534434" y="1764675"/>
            <a:ext cx="9749253" cy="4991131"/>
          </a:xfrm>
        </p:spPr>
        <p:txBody>
          <a:bodyPr/>
          <a:lstStyle/>
          <a:p>
            <a:r>
              <a:rPr lang="en-GB" sz="2800" b="1"/>
              <a:t>Servers</a:t>
            </a:r>
            <a:r>
              <a:rPr lang="en-GB" sz="2800"/>
              <a:t> : These are computers used to run centralized applications and deliver the applications across a network </a:t>
            </a:r>
          </a:p>
          <a:p>
            <a:pPr marL="0" indent="0">
              <a:buNone/>
            </a:pPr>
            <a:endParaRPr lang="en-GB" sz="2800"/>
          </a:p>
          <a:p>
            <a:r>
              <a:rPr lang="en-GB" sz="2800" b="1"/>
              <a:t>Desktop Computers </a:t>
            </a:r>
            <a:r>
              <a:rPr lang="en-GB" sz="2800"/>
              <a:t>: These computers are usually found in office environments, schools, and homes</a:t>
            </a:r>
          </a:p>
          <a:p>
            <a:pPr marL="0" indent="0">
              <a:buNone/>
            </a:pPr>
            <a:endParaRPr lang="en-GB" sz="2800"/>
          </a:p>
          <a:p>
            <a:r>
              <a:rPr lang="en-GB" sz="2800" b="1"/>
              <a:t>Mobile Computers </a:t>
            </a:r>
            <a:r>
              <a:rPr lang="en-GB" sz="2800"/>
              <a:t>: This category includes laptop, notebook, tablet, netbook computers, and smartphones</a:t>
            </a:r>
          </a:p>
        </p:txBody>
      </p:sp>
      <p:sp>
        <p:nvSpPr>
          <p:cNvPr id="4" name="Title 3"/>
          <p:cNvSpPr>
            <a:spLocks noGrp="1"/>
          </p:cNvSpPr>
          <p:nvPr>
            <p:ph type="title"/>
          </p:nvPr>
        </p:nvSpPr>
        <p:spPr/>
        <p:txBody>
          <a:bodyPr/>
          <a:lstStyle/>
          <a:p>
            <a:r>
              <a:rPr lang="en-GB" sz="3600" b="1"/>
              <a:t>Three Types of Computers</a:t>
            </a:r>
          </a:p>
        </p:txBody>
      </p:sp>
    </p:spTree>
    <p:extLst>
      <p:ext uri="{BB962C8B-B14F-4D97-AF65-F5344CB8AC3E}">
        <p14:creationId xmlns:p14="http://schemas.microsoft.com/office/powerpoint/2010/main" val="3095253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sz="3600"/>
              <a:t>Threat Modeling</a:t>
            </a:r>
            <a:endParaRPr lang="id-ID" dirty="0"/>
          </a:p>
        </p:txBody>
      </p:sp>
    </p:spTree>
    <p:extLst>
      <p:ext uri="{BB962C8B-B14F-4D97-AF65-F5344CB8AC3E}">
        <p14:creationId xmlns:p14="http://schemas.microsoft.com/office/powerpoint/2010/main" val="27800680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600" b="1"/>
              <a:t>Performing Threat Modeling</a:t>
            </a:r>
            <a:endParaRPr lang="en-GB" sz="3600" b="1"/>
          </a:p>
        </p:txBody>
      </p:sp>
      <p:sp>
        <p:nvSpPr>
          <p:cNvPr id="5" name="Content Placeholder 4"/>
          <p:cNvSpPr>
            <a:spLocks noGrp="1"/>
          </p:cNvSpPr>
          <p:nvPr>
            <p:ph sz="half" idx="1"/>
          </p:nvPr>
        </p:nvSpPr>
        <p:spPr>
          <a:xfrm>
            <a:off x="534434" y="1764675"/>
            <a:ext cx="9364940" cy="4991131"/>
          </a:xfrm>
        </p:spPr>
        <p:txBody>
          <a:bodyPr/>
          <a:lstStyle/>
          <a:p>
            <a:r>
              <a:rPr lang="en-GB" sz="2400" b="1"/>
              <a:t>Threat modeling </a:t>
            </a:r>
            <a:r>
              <a:rPr lang="en-GB" sz="2400"/>
              <a:t>is a procedure for optimizing network security by identifying vulnerabilities, identifying their risks, and defining countermeasures to prevent the effects of the threats to the system</a:t>
            </a:r>
          </a:p>
          <a:p>
            <a:r>
              <a:rPr lang="en-GB" sz="2400"/>
              <a:t>Threat modeling is an iterative process</a:t>
            </a:r>
          </a:p>
          <a:p>
            <a:r>
              <a:rPr lang="en-GB" sz="2400"/>
              <a:t>it should be started when designing a system or solution and should be performed throughout the system or solution lifecycle</a:t>
            </a:r>
          </a:p>
        </p:txBody>
      </p:sp>
    </p:spTree>
    <p:extLst>
      <p:ext uri="{BB962C8B-B14F-4D97-AF65-F5344CB8AC3E}">
        <p14:creationId xmlns:p14="http://schemas.microsoft.com/office/powerpoint/2010/main" val="3728760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600" b="1"/>
              <a:t>Steps to Performing Threat Modeling</a:t>
            </a:r>
            <a:endParaRPr lang="en-GB" sz="3600" b="1"/>
          </a:p>
        </p:txBody>
      </p:sp>
      <p:sp>
        <p:nvSpPr>
          <p:cNvPr id="5" name="Content Placeholder 4"/>
          <p:cNvSpPr>
            <a:spLocks noGrp="1"/>
          </p:cNvSpPr>
          <p:nvPr>
            <p:ph sz="half" idx="1"/>
          </p:nvPr>
        </p:nvSpPr>
        <p:spPr>
          <a:xfrm>
            <a:off x="534434" y="1764675"/>
            <a:ext cx="9364940" cy="4991131"/>
          </a:xfrm>
        </p:spPr>
        <p:txBody>
          <a:bodyPr/>
          <a:lstStyle/>
          <a:p>
            <a:r>
              <a:rPr lang="en-GB" sz="2400"/>
              <a:t>Identify assets value</a:t>
            </a:r>
          </a:p>
          <a:p>
            <a:r>
              <a:rPr lang="en-GB" sz="2400"/>
              <a:t>Create an architecture overview</a:t>
            </a:r>
          </a:p>
          <a:p>
            <a:r>
              <a:rPr lang="en-GB" sz="2400"/>
              <a:t>Decompose the security components and applications</a:t>
            </a:r>
          </a:p>
          <a:p>
            <a:r>
              <a:rPr lang="en-GB" sz="2400"/>
              <a:t>Identify the threats</a:t>
            </a:r>
          </a:p>
          <a:p>
            <a:r>
              <a:rPr lang="en-GB" sz="2400"/>
              <a:t>Document the threats</a:t>
            </a:r>
          </a:p>
          <a:p>
            <a:r>
              <a:rPr lang="en-GB" sz="2400"/>
              <a:t>Rate the threats</a:t>
            </a:r>
          </a:p>
        </p:txBody>
      </p:sp>
    </p:spTree>
    <p:extLst>
      <p:ext uri="{BB962C8B-B14F-4D97-AF65-F5344CB8AC3E}">
        <p14:creationId xmlns:p14="http://schemas.microsoft.com/office/powerpoint/2010/main" val="86117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b="1"/>
              <a:t>Threat Modeling Example (Batman’s Threat Model)</a:t>
            </a:r>
            <a:endParaRPr lang="en-GB" sz="2800" b="1"/>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795" y="1857385"/>
            <a:ext cx="8006770" cy="5354527"/>
          </a:xfrm>
          <a:prstGeom prst="rect">
            <a:avLst/>
          </a:prstGeom>
        </p:spPr>
      </p:pic>
    </p:spTree>
    <p:extLst>
      <p:ext uri="{BB962C8B-B14F-4D97-AF65-F5344CB8AC3E}">
        <p14:creationId xmlns:p14="http://schemas.microsoft.com/office/powerpoint/2010/main" val="23117181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sz="3600"/>
              <a:t>Security Standards</a:t>
            </a:r>
            <a:endParaRPr lang="id-ID" dirty="0"/>
          </a:p>
        </p:txBody>
      </p:sp>
    </p:spTree>
    <p:extLst>
      <p:ext uri="{BB962C8B-B14F-4D97-AF65-F5344CB8AC3E}">
        <p14:creationId xmlns:p14="http://schemas.microsoft.com/office/powerpoint/2010/main" val="11035784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600" b="1"/>
              <a:t>Security Standards</a:t>
            </a:r>
            <a:endParaRPr lang="en-GB" sz="3600" b="1"/>
          </a:p>
        </p:txBody>
      </p:sp>
      <p:sp>
        <p:nvSpPr>
          <p:cNvPr id="5" name="Content Placeholder 4"/>
          <p:cNvSpPr>
            <a:spLocks noGrp="1"/>
          </p:cNvSpPr>
          <p:nvPr>
            <p:ph sz="half" idx="1"/>
          </p:nvPr>
        </p:nvSpPr>
        <p:spPr>
          <a:xfrm>
            <a:off x="534434" y="1764675"/>
            <a:ext cx="9364940" cy="4991131"/>
          </a:xfrm>
        </p:spPr>
        <p:txBody>
          <a:bodyPr/>
          <a:lstStyle/>
          <a:p>
            <a:r>
              <a:rPr lang="en-US" sz="2000" b="1"/>
              <a:t>ISO (International Organization for Standarization) </a:t>
            </a:r>
          </a:p>
          <a:p>
            <a:pPr marL="0" indent="0">
              <a:buNone/>
            </a:pPr>
            <a:r>
              <a:rPr lang="en-GB" sz="2000"/>
              <a:t>ISO has published over 22336 International Standards and its related documents which covers almost every industry, from information technology, to food safety, to agriculture and healthcare</a:t>
            </a:r>
          </a:p>
          <a:p>
            <a:pPr marL="0" indent="0">
              <a:buNone/>
            </a:pPr>
            <a:endParaRPr lang="en-US" sz="2000"/>
          </a:p>
          <a:p>
            <a:r>
              <a:rPr lang="en-GB" sz="2000"/>
              <a:t>There are several series of ISO standards such as ISO 27000, ISO 27001, ISO 27002, 27005, and ISO 27032</a:t>
            </a:r>
          </a:p>
          <a:p>
            <a:pPr marL="0" indent="0">
              <a:buNone/>
            </a:pPr>
            <a:endParaRPr lang="en-GB" sz="2000"/>
          </a:p>
          <a:p>
            <a:r>
              <a:rPr lang="en-US" sz="2000" b="1"/>
              <a:t>IT Act (Information Technology Act)</a:t>
            </a:r>
          </a:p>
          <a:p>
            <a:pPr marL="0" indent="0">
              <a:buNone/>
            </a:pPr>
            <a:r>
              <a:rPr lang="en-GB" sz="2000"/>
              <a:t>The IT Act is based on the United Nations Model Law on E-Commerce 1996 recommended by the General Assembly of United Nations</a:t>
            </a:r>
          </a:p>
          <a:p>
            <a:pPr marL="0" indent="0">
              <a:buNone/>
            </a:pPr>
            <a:endParaRPr lang="en-GB" sz="2400"/>
          </a:p>
        </p:txBody>
      </p:sp>
    </p:spTree>
    <p:extLst>
      <p:ext uri="{BB962C8B-B14F-4D97-AF65-F5344CB8AC3E}">
        <p14:creationId xmlns:p14="http://schemas.microsoft.com/office/powerpoint/2010/main" val="21362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600" b="1"/>
              <a:t>Security Standards</a:t>
            </a:r>
            <a:endParaRPr lang="en-GB" sz="3600" b="1"/>
          </a:p>
        </p:txBody>
      </p:sp>
      <p:sp>
        <p:nvSpPr>
          <p:cNvPr id="5" name="Content Placeholder 4"/>
          <p:cNvSpPr>
            <a:spLocks noGrp="1"/>
          </p:cNvSpPr>
          <p:nvPr>
            <p:ph sz="half" idx="1"/>
          </p:nvPr>
        </p:nvSpPr>
        <p:spPr>
          <a:xfrm>
            <a:off x="534434" y="1764675"/>
            <a:ext cx="9364940" cy="4991131"/>
          </a:xfrm>
        </p:spPr>
        <p:txBody>
          <a:bodyPr/>
          <a:lstStyle/>
          <a:p>
            <a:r>
              <a:rPr lang="en-US" sz="2000" b="1"/>
              <a:t>Copyright Act </a:t>
            </a:r>
          </a:p>
          <a:p>
            <a:pPr marL="0" indent="0">
              <a:buNone/>
            </a:pPr>
            <a:r>
              <a:rPr lang="en-GB" sz="2000"/>
              <a:t>The Copyright Act 1957 amended by the Copyright Amendment Act 2012 governs the subject of copyright law in India. Copyright is a legal term which describes the ownership of control of the rights to the authors such as books, video, movies, music, and computer program</a:t>
            </a:r>
          </a:p>
          <a:p>
            <a:pPr marL="0" indent="0">
              <a:buNone/>
            </a:pPr>
            <a:endParaRPr lang="en-US" sz="2000"/>
          </a:p>
          <a:p>
            <a:r>
              <a:rPr lang="en-US" sz="2000" b="1"/>
              <a:t>Patent Law</a:t>
            </a:r>
          </a:p>
          <a:p>
            <a:pPr marL="0" indent="0">
              <a:buNone/>
            </a:pPr>
            <a:r>
              <a:rPr lang="en-GB" sz="2000"/>
              <a:t>Traditional patent law protect tangible scientific inventions, such as circuit boards, heating coils, car engines, or zippers. In the modern world patent law can be used to protect business practices, programming algorithms and modified organisms</a:t>
            </a:r>
            <a:endParaRPr lang="en-US" sz="2000"/>
          </a:p>
          <a:p>
            <a:pPr marL="0" indent="0">
              <a:buNone/>
            </a:pPr>
            <a:endParaRPr lang="en-GB" sz="2400"/>
          </a:p>
        </p:txBody>
      </p:sp>
    </p:spTree>
    <p:extLst>
      <p:ext uri="{BB962C8B-B14F-4D97-AF65-F5344CB8AC3E}">
        <p14:creationId xmlns:p14="http://schemas.microsoft.com/office/powerpoint/2010/main" val="25901205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600" b="1"/>
              <a:t>Security Standards</a:t>
            </a:r>
            <a:endParaRPr lang="en-GB" sz="3600" b="1"/>
          </a:p>
        </p:txBody>
      </p:sp>
      <p:sp>
        <p:nvSpPr>
          <p:cNvPr id="5" name="Content Placeholder 4"/>
          <p:cNvSpPr>
            <a:spLocks noGrp="1"/>
          </p:cNvSpPr>
          <p:nvPr>
            <p:ph sz="half" idx="1"/>
          </p:nvPr>
        </p:nvSpPr>
        <p:spPr>
          <a:xfrm>
            <a:off x="661849" y="1764675"/>
            <a:ext cx="9364940" cy="4991131"/>
          </a:xfrm>
        </p:spPr>
        <p:txBody>
          <a:bodyPr/>
          <a:lstStyle/>
          <a:p>
            <a:r>
              <a:rPr lang="en-US" sz="2000" b="1" dirty="0"/>
              <a:t>IPR (</a:t>
            </a:r>
            <a:r>
              <a:rPr lang="en-GB" sz="2000" b="1" dirty="0"/>
              <a:t>Intellectual property rights)</a:t>
            </a:r>
          </a:p>
          <a:p>
            <a:pPr marL="0" indent="0">
              <a:buNone/>
            </a:pPr>
            <a:r>
              <a:rPr lang="en-US" sz="2000" dirty="0"/>
              <a:t>IPR is </a:t>
            </a:r>
            <a:r>
              <a:rPr lang="en-GB" sz="2000" dirty="0"/>
              <a:t>a right that allow creators, or owners of patents, trademarks or copyrighted works to benefit from their own plans, ideas, or other intangible assets or investment in a creation</a:t>
            </a:r>
          </a:p>
          <a:p>
            <a:pPr marL="0" indent="0">
              <a:buNone/>
            </a:pPr>
            <a:endParaRPr lang="en-US" sz="2000" dirty="0"/>
          </a:p>
          <a:p>
            <a:r>
              <a:rPr lang="en-GB" sz="2000" dirty="0"/>
              <a:t>IPR provides for the right to benefit from the protection of moral and material interests resulting from authorship of scientific, literary or artistic productions</a:t>
            </a:r>
            <a:endParaRPr lang="en-US" sz="2000" dirty="0"/>
          </a:p>
          <a:p>
            <a:pPr marL="0" indent="0">
              <a:buNone/>
            </a:pPr>
            <a:endParaRPr lang="en-GB" sz="2400" dirty="0"/>
          </a:p>
        </p:txBody>
      </p:sp>
    </p:spTree>
    <p:extLst>
      <p:ext uri="{BB962C8B-B14F-4D97-AF65-F5344CB8AC3E}">
        <p14:creationId xmlns:p14="http://schemas.microsoft.com/office/powerpoint/2010/main" val="38694851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References</a:t>
            </a:r>
            <a:endParaRPr lang="id-ID" sz="4000" b="1" dirty="0"/>
          </a:p>
        </p:txBody>
      </p:sp>
      <p:sp>
        <p:nvSpPr>
          <p:cNvPr id="3" name="Content Placeholder 2"/>
          <p:cNvSpPr>
            <a:spLocks noGrp="1"/>
          </p:cNvSpPr>
          <p:nvPr>
            <p:ph idx="1"/>
          </p:nvPr>
        </p:nvSpPr>
        <p:spPr>
          <a:xfrm>
            <a:off x="1200151" y="1857384"/>
            <a:ext cx="8858249" cy="4991101"/>
          </a:xfrm>
        </p:spPr>
        <p:txBody>
          <a:bodyPr/>
          <a:lstStyle/>
          <a:p>
            <a:r>
              <a:rPr lang="en-US" sz="1800"/>
              <a:t>Text Book : </a:t>
            </a:r>
            <a:r>
              <a:rPr lang="en-GB" sz="1800"/>
              <a:t>Crystal Panek - Security Fundamentals-SYBEX_John Wiley &amp; Sons (2020)</a:t>
            </a:r>
          </a:p>
          <a:p>
            <a:r>
              <a:rPr lang="en-US" sz="1800">
                <a:hlinkClick r:id="rId2"/>
              </a:rPr>
              <a:t>https://cdn.arstechnica.net/wp-content/uploads/2017/06/batman-threat-model-1200-800x535.png</a:t>
            </a:r>
          </a:p>
        </p:txBody>
      </p:sp>
    </p:spTree>
    <p:extLst>
      <p:ext uri="{BB962C8B-B14F-4D97-AF65-F5344CB8AC3E}">
        <p14:creationId xmlns:p14="http://schemas.microsoft.com/office/powerpoint/2010/main" val="602516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Flow_SignoffStatus xmlns="47793baa-3cbb-486e-a055-4d42ce3882d7" xsi:nil="true"/>
    <_dlc_DocId xmlns="9fdf624c-fedc-4f6c-b928-0c7bf4c9e100">J56STF5CZXNR-2061195910-691142</_dlc_DocId>
    <_dlc_DocIdUrl xmlns="9fdf624c-fedc-4f6c-b928-0c7bf4c9e100">
      <Url>https://binusianorg.sharepoint.com/sites/arc/_layouts/15/DocIdRedir.aspx?ID=J56STF5CZXNR-2061195910-691142</Url>
      <Description>J56STF5CZXNR-2061195910-691142</Description>
    </_dlc_DocIdUrl>
    <TaxCatchAll xmlns="9fdf624c-fedc-4f6c-b928-0c7bf4c9e10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313E50-9F1C-4EB2-8248-D1942A92381A}">
  <ds:schemaRefs>
    <ds:schemaRef ds:uri="47793baa-3cbb-486e-a055-4d42ce3882d7"/>
    <ds:schemaRef ds:uri="http://schemas.microsoft.com/office/2006/metadata/properties"/>
    <ds:schemaRef ds:uri="http://schemas.microsoft.com/office/infopath/2007/PartnerControls"/>
    <ds:schemaRef ds:uri="http://www.w3.org/XML/1998/namespace"/>
    <ds:schemaRef ds:uri="http://schemas.microsoft.com/sharepoint/v3/fields"/>
    <ds:schemaRef ds:uri="http://purl.org/dc/elements/1.1/"/>
    <ds:schemaRef ds:uri="9fdf624c-fedc-4f6c-b928-0c7bf4c9e100"/>
    <ds:schemaRef ds:uri="http://schemas.microsoft.com/office/2006/documentManagement/type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CED985A4-BE78-47BD-93FF-32CA6D846AD3}">
  <ds:schemaRefs>
    <ds:schemaRef ds:uri="http://schemas.microsoft.com/sharepoint/v3/contenttype/forms"/>
  </ds:schemaRefs>
</ds:datastoreItem>
</file>

<file path=customXml/itemProps3.xml><?xml version="1.0" encoding="utf-8"?>
<ds:datastoreItem xmlns:ds="http://schemas.openxmlformats.org/officeDocument/2006/customXml" ds:itemID="{CA6D8D10-5CE6-45C0-899F-3757B0B76385}">
  <ds:schemaRefs>
    <ds:schemaRef ds:uri="http://schemas.microsoft.com/sharepoint/events"/>
  </ds:schemaRefs>
</ds:datastoreItem>
</file>

<file path=customXml/itemProps4.xml><?xml version="1.0" encoding="utf-8"?>
<ds:datastoreItem xmlns:ds="http://schemas.openxmlformats.org/officeDocument/2006/customXml" ds:itemID="{CC9D0B23-B8ED-45C8-A14C-9C0889457D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1533</TotalTime>
  <Words>1539</Words>
  <Application>Microsoft Office PowerPoint</Application>
  <PresentationFormat>Custom</PresentationFormat>
  <Paragraphs>170</Paragraphs>
  <Slides>33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Open Sans</vt:lpstr>
      <vt:lpstr>Open Sans Extrabold</vt:lpstr>
      <vt:lpstr>Open Sans Semibold</vt:lpstr>
      <vt:lpstr>Office Theme</vt:lpstr>
      <vt:lpstr>Computer Security</vt:lpstr>
      <vt:lpstr>These slides have been adapted from:  Panek, Crystal. (2019). Security Fundamental, John Wiley &amp; Sons, Inc. Indianapolis. ISBN: 978-1-119-65066-9  Lesson 1 </vt:lpstr>
      <vt:lpstr>Learning Objectives</vt:lpstr>
      <vt:lpstr>Social Engineering</vt:lpstr>
      <vt:lpstr>Social Engineering</vt:lpstr>
      <vt:lpstr>Social Engineering (Case Example)</vt:lpstr>
      <vt:lpstr>Avoiding Social Engineering</vt:lpstr>
      <vt:lpstr>Linking Cost with Security</vt:lpstr>
      <vt:lpstr>Linking Cost with Security</vt:lpstr>
      <vt:lpstr>Physical Security as the First Line of Defense</vt:lpstr>
      <vt:lpstr>Understanding Physical Security as the First Line of Defense</vt:lpstr>
      <vt:lpstr>Site Security &amp; Access Control</vt:lpstr>
      <vt:lpstr>Understanding Site Security &amp; Access Control</vt:lpstr>
      <vt:lpstr>Physical Security Objective</vt:lpstr>
      <vt:lpstr>Understanding Site Security &amp; Access Control (Case Example)</vt:lpstr>
      <vt:lpstr>External &amp; Internal Perimeter</vt:lpstr>
      <vt:lpstr>Physical Premises Logical Area</vt:lpstr>
      <vt:lpstr>Understanding the External Perimeter</vt:lpstr>
      <vt:lpstr>Understanding the Internal Perimeter</vt:lpstr>
      <vt:lpstr>Defining Secure Areas</vt:lpstr>
      <vt:lpstr>Computer Security</vt:lpstr>
      <vt:lpstr>Understanding Computer Security </vt:lpstr>
      <vt:lpstr>Securing Computers</vt:lpstr>
      <vt:lpstr>Three Types of Computers</vt:lpstr>
      <vt:lpstr>Threat Modeling</vt:lpstr>
      <vt:lpstr>Performing Threat Modeling</vt:lpstr>
      <vt:lpstr>Steps to Performing Threat Modeling</vt:lpstr>
      <vt:lpstr>Threat Modeling Example (Batman’s Threat Model)</vt:lpstr>
      <vt:lpstr>Security Standards</vt:lpstr>
      <vt:lpstr>Security Standards</vt:lpstr>
      <vt:lpstr>Security Standards</vt:lpstr>
      <vt:lpstr>Security Standards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danton sihombing</dc:creator>
  <cp:lastModifiedBy>Ika Dyah Agustia Rachmawati</cp:lastModifiedBy>
  <cp:revision>75</cp:revision>
  <dcterms:created xsi:type="dcterms:W3CDTF">2014-01-27T02:13:18Z</dcterms:created>
  <dcterms:modified xsi:type="dcterms:W3CDTF">2022-12-20T14:20:09Z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607fc7ea-bc95-4549-a0d4-b252b58b529e</vt:lpwstr>
  </property>
</Properties>
</file>