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8"/>
  </p:notesMasterIdLst>
  <p:sldIdLst>
    <p:sldId id="256" r:id="rId6"/>
    <p:sldId id="257" r:id="rId7"/>
    <p:sldId id="258" r:id="rId8"/>
    <p:sldId id="363" r:id="rId9"/>
    <p:sldId id="303" r:id="rId10"/>
    <p:sldId id="365" r:id="rId11"/>
    <p:sldId id="366" r:id="rId12"/>
    <p:sldId id="367" r:id="rId13"/>
    <p:sldId id="364" r:id="rId14"/>
    <p:sldId id="368" r:id="rId15"/>
    <p:sldId id="369" r:id="rId16"/>
    <p:sldId id="370" r:id="rId17"/>
    <p:sldId id="371" r:id="rId18"/>
    <p:sldId id="372" r:id="rId19"/>
    <p:sldId id="373" r:id="rId20"/>
    <p:sldId id="376" r:id="rId21"/>
    <p:sldId id="378" r:id="rId22"/>
    <p:sldId id="380" r:id="rId23"/>
    <p:sldId id="391" r:id="rId24"/>
    <p:sldId id="361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389" r:id="rId33"/>
    <p:sldId id="390" r:id="rId34"/>
    <p:sldId id="381" r:id="rId35"/>
    <p:sldId id="319" r:id="rId36"/>
    <p:sldId id="284" r:id="rId37"/>
  </p:sldIdLst>
  <p:sldSz cx="24384000" cy="13716000"/>
  <p:notesSz cx="6858000" cy="9144000"/>
  <p:embeddedFontLst>
    <p:embeddedFont>
      <p:font typeface="OCRB" panose="020B0609020202020204" pitchFamily="49" charset="0"/>
      <p:regular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  <p:embeddedFont>
      <p:font typeface="Open Sans ExtraBold" panose="020B0906030804020204" pitchFamily="34" charset="0"/>
      <p:bold r:id="rId44"/>
      <p:italic r:id="rId45"/>
      <p:boldItalic r:id="rId46"/>
    </p:embeddedFont>
    <p:embeddedFont>
      <p:font typeface="Open Sans Light" panose="020B0306030504020204" pitchFamily="34" charset="0"/>
      <p:regular r:id="rId47"/>
      <p:italic r:id="rId48"/>
    </p:embeddedFont>
    <p:embeddedFont>
      <p:font typeface="Open Sans Semibold" panose="020B0706030804020204" pitchFamily="34" charset="0"/>
      <p:regular r:id="rId49"/>
      <p:bold r:id="rId50"/>
      <p:italic r:id="rId51"/>
      <p:boldItalic r:id="rId5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F533D-3C88-488B-BEE3-73EDEB2EF3D8}" v="171" dt="2025-12-25T22:13:05.32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0" autoAdjust="0"/>
    <p:restoredTop sz="84273" autoAdjust="0"/>
  </p:normalViewPr>
  <p:slideViewPr>
    <p:cSldViewPr snapToGrid="0" snapToObjects="1">
      <p:cViewPr varScale="1">
        <p:scale>
          <a:sx n="33" d="100"/>
          <a:sy n="33" d="100"/>
        </p:scale>
        <p:origin x="1555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1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font" Target="fonts/font1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5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1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undo redo custSel addSld delSld modSld sldOrd">
      <pc:chgData name="Maulin Nasari" userId="2c02bce8-14a6-4f73-b14a-299518f8dfce" providerId="ADAL" clId="{973AE700-8634-4AC6-A10B-DFA7AFECB9DA}" dt="2025-12-26T03:33:38.741" v="786" actId="20577"/>
      <pc:docMkLst>
        <pc:docMk/>
      </pc:docMkLst>
      <pc:sldChg chg="modSp mod">
        <pc:chgData name="Maulin Nasari" userId="2c02bce8-14a6-4f73-b14a-299518f8dfce" providerId="ADAL" clId="{973AE700-8634-4AC6-A10B-DFA7AFECB9DA}" dt="2025-12-26T03:33:23.061" v="782" actId="20577"/>
        <pc:sldMkLst>
          <pc:docMk/>
          <pc:sldMk cId="3487223446" sldId="256"/>
        </pc:sldMkLst>
        <pc:spChg chg="mod">
          <ac:chgData name="Maulin Nasari" userId="2c02bce8-14a6-4f73-b14a-299518f8dfce" providerId="ADAL" clId="{973AE700-8634-4AC6-A10B-DFA7AFECB9DA}" dt="2025-12-26T03:33:23.061" v="782" actId="20577"/>
          <ac:spMkLst>
            <pc:docMk/>
            <pc:sldMk cId="3487223446" sldId="256"/>
            <ac:spMk id="2" creationId="{CA264C53-F38A-3CAD-0C8A-2BF46116F396}"/>
          </ac:spMkLst>
        </pc:spChg>
        <pc:spChg chg="mod">
          <ac:chgData name="Maulin Nasari" userId="2c02bce8-14a6-4f73-b14a-299518f8dfce" providerId="ADAL" clId="{973AE700-8634-4AC6-A10B-DFA7AFECB9DA}" dt="2025-12-24T17:49:15.075" v="778" actId="20577"/>
          <ac:spMkLst>
            <pc:docMk/>
            <pc:sldMk cId="3487223446" sldId="256"/>
            <ac:spMk id="3" creationId="{1220BAB2-790F-F74A-024A-FC22D1A3E6EA}"/>
          </ac:spMkLst>
        </pc:spChg>
      </pc:sldChg>
      <pc:sldChg chg="addSp delSp modSp mod">
        <pc:chgData name="Maulin Nasari" userId="2c02bce8-14a6-4f73-b14a-299518f8dfce" providerId="ADAL" clId="{973AE700-8634-4AC6-A10B-DFA7AFECB9DA}" dt="2025-12-26T03:33:29.984" v="784" actId="20577"/>
        <pc:sldMkLst>
          <pc:docMk/>
          <pc:sldMk cId="3855785854" sldId="257"/>
        </pc:sldMkLst>
        <pc:spChg chg="mod">
          <ac:chgData name="Maulin Nasari" userId="2c02bce8-14a6-4f73-b14a-299518f8dfce" providerId="ADAL" clId="{973AE700-8634-4AC6-A10B-DFA7AFECB9DA}" dt="2025-12-26T03:33:29.984" v="784" actId="20577"/>
          <ac:spMkLst>
            <pc:docMk/>
            <pc:sldMk cId="3855785854" sldId="257"/>
            <ac:spMk id="2" creationId="{F1BF52CD-EA76-003A-7192-0E9167BA3901}"/>
          </ac:spMkLst>
        </pc:spChg>
        <pc:spChg chg="mod">
          <ac:chgData name="Maulin Nasari" userId="2c02bce8-14a6-4f73-b14a-299518f8dfce" providerId="ADAL" clId="{973AE700-8634-4AC6-A10B-DFA7AFECB9DA}" dt="2025-12-25T22:13:05.328" v="780"/>
          <ac:spMkLst>
            <pc:docMk/>
            <pc:sldMk cId="3855785854" sldId="257"/>
            <ac:spMk id="4" creationId="{76E358E3-B24E-F7A5-ECF8-12101774A9ED}"/>
          </ac:spMkLst>
        </pc:spChg>
      </pc:sldChg>
      <pc:sldChg chg="modSp mod">
        <pc:chgData name="Maulin Nasari" userId="2c02bce8-14a6-4f73-b14a-299518f8dfce" providerId="ADAL" clId="{973AE700-8634-4AC6-A10B-DFA7AFECB9DA}" dt="2025-12-26T03:33:38.741" v="786" actId="20577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6T03:33:38.741" v="786" actId="20577"/>
          <ac:spMkLst>
            <pc:docMk/>
            <pc:sldMk cId="481981883" sldId="258"/>
            <ac:spMk id="2" creationId="{F1BF52CD-EA76-003A-7192-0E9167BA3901}"/>
          </ac:spMkLst>
        </pc:spChg>
        <pc:spChg chg="mod">
          <ac:chgData name="Maulin Nasari" userId="2c02bce8-14a6-4f73-b14a-299518f8dfce" providerId="ADAL" clId="{973AE700-8634-4AC6-A10B-DFA7AFECB9DA}" dt="2025-12-25T22:12:23.971" v="779"/>
          <ac:spMkLst>
            <pc:docMk/>
            <pc:sldMk cId="481981883" sldId="258"/>
            <ac:spMk id="4" creationId="{76E358E3-B24E-F7A5-ECF8-12101774A9ED}"/>
          </ac:spMkLst>
        </pc:spChg>
      </pc:sldChg>
      <pc:sldChg chg="modSp mod">
        <pc:chgData name="Maulin Nasari" userId="2c02bce8-14a6-4f73-b14a-299518f8dfce" providerId="ADAL" clId="{973AE700-8634-4AC6-A10B-DFA7AFECB9DA}" dt="2025-12-24T16:59:29.041" v="693"/>
        <pc:sldMkLst>
          <pc:docMk/>
          <pc:sldMk cId="0" sldId="319"/>
        </pc:sldMkLst>
        <pc:spChg chg="mod">
          <ac:chgData name="Maulin Nasari" userId="2c02bce8-14a6-4f73-b14a-299518f8dfce" providerId="ADAL" clId="{973AE700-8634-4AC6-A10B-DFA7AFECB9DA}" dt="2025-12-24T16:59:29.041" v="693"/>
          <ac:spMkLst>
            <pc:docMk/>
            <pc:sldMk cId="0" sldId="319"/>
            <ac:spMk id="24579" creationId="{331DE6F5-3E8E-50D1-B92F-3FEEA2FAF154}"/>
          </ac:spMkLst>
        </pc:spChg>
      </pc:sldChg>
      <pc:sldChg chg="addSp delSp modSp mod modNotesTx">
        <pc:chgData name="Maulin Nasari" userId="2c02bce8-14a6-4f73-b14a-299518f8dfce" providerId="ADAL" clId="{973AE700-8634-4AC6-A10B-DFA7AFECB9DA}" dt="2025-12-24T16:46:10.724" v="634" actId="20577"/>
        <pc:sldMkLst>
          <pc:docMk/>
          <pc:sldMk cId="785305267" sldId="361"/>
        </pc:sldMkLst>
        <pc:spChg chg="mod">
          <ac:chgData name="Maulin Nasari" userId="2c02bce8-14a6-4f73-b14a-299518f8dfce" providerId="ADAL" clId="{973AE700-8634-4AC6-A10B-DFA7AFECB9DA}" dt="2025-12-24T16:46:10.724" v="634" actId="20577"/>
          <ac:spMkLst>
            <pc:docMk/>
            <pc:sldMk cId="785305267" sldId="361"/>
            <ac:spMk id="2" creationId="{A5D4E18A-A51A-FF0A-9A9A-0BD67376D28A}"/>
          </ac:spMkLst>
        </pc:spChg>
        <pc:spChg chg="add mod">
          <ac:chgData name="Maulin Nasari" userId="2c02bce8-14a6-4f73-b14a-299518f8dfce" providerId="ADAL" clId="{973AE700-8634-4AC6-A10B-DFA7AFECB9DA}" dt="2025-12-24T15:34:18.575" v="225" actId="113"/>
          <ac:spMkLst>
            <pc:docMk/>
            <pc:sldMk cId="785305267" sldId="361"/>
            <ac:spMk id="9" creationId="{00A15C3E-B93D-6CE7-D602-86BB35C9188F}"/>
          </ac:spMkLst>
        </pc:spChg>
        <pc:spChg chg="add mod">
          <ac:chgData name="Maulin Nasari" userId="2c02bce8-14a6-4f73-b14a-299518f8dfce" providerId="ADAL" clId="{973AE700-8634-4AC6-A10B-DFA7AFECB9DA}" dt="2025-12-24T15:22:08.560" v="97" actId="478"/>
          <ac:spMkLst>
            <pc:docMk/>
            <pc:sldMk cId="785305267" sldId="361"/>
            <ac:spMk id="11" creationId="{2CAB4D9B-4A31-B08A-1C03-ABC0489DDCC4}"/>
          </ac:spMkLst>
        </pc:spChg>
      </pc:sldChg>
      <pc:sldChg chg="addSp modSp ord">
        <pc:chgData name="Maulin Nasari" userId="2c02bce8-14a6-4f73-b14a-299518f8dfce" providerId="ADAL" clId="{973AE700-8634-4AC6-A10B-DFA7AFECB9DA}" dt="2025-12-24T16:15:08.617" v="499"/>
        <pc:sldMkLst>
          <pc:docMk/>
          <pc:sldMk cId="1754450905" sldId="363"/>
        </pc:sldMkLst>
        <pc:picChg chg="add mod">
          <ac:chgData name="Maulin Nasari" userId="2c02bce8-14a6-4f73-b14a-299518f8dfce" providerId="ADAL" clId="{973AE700-8634-4AC6-A10B-DFA7AFECB9DA}" dt="2025-12-24T15:38:35.973" v="272" actId="1076"/>
          <ac:picMkLst>
            <pc:docMk/>
            <pc:sldMk cId="1754450905" sldId="363"/>
            <ac:picMk id="1026" creationId="{1EF86FA7-DD9F-7A0C-BCF4-224CF88279EA}"/>
          </ac:picMkLst>
        </pc:picChg>
        <pc:picChg chg="mod">
          <ac:chgData name="Maulin Nasari" userId="2c02bce8-14a6-4f73-b14a-299518f8dfce" providerId="ADAL" clId="{973AE700-8634-4AC6-A10B-DFA7AFECB9DA}" dt="2025-12-24T15:38:40.394" v="273" actId="1076"/>
          <ac:picMkLst>
            <pc:docMk/>
            <pc:sldMk cId="1754450905" sldId="363"/>
            <ac:picMk id="1028" creationId="{20809519-F895-50AB-C164-F4A49637ED11}"/>
          </ac:picMkLst>
        </pc:picChg>
        <pc:picChg chg="mod">
          <ac:chgData name="Maulin Nasari" userId="2c02bce8-14a6-4f73-b14a-299518f8dfce" providerId="ADAL" clId="{973AE700-8634-4AC6-A10B-DFA7AFECB9DA}" dt="2025-12-24T15:38:31.764" v="271" actId="1076"/>
          <ac:picMkLst>
            <pc:docMk/>
            <pc:sldMk cId="1754450905" sldId="363"/>
            <ac:picMk id="1030" creationId="{7A6AF084-0906-893E-9E87-9FC5AFACA6EF}"/>
          </ac:picMkLst>
        </pc:picChg>
      </pc:sldChg>
      <pc:sldChg chg="modSp mod ord">
        <pc:chgData name="Maulin Nasari" userId="2c02bce8-14a6-4f73-b14a-299518f8dfce" providerId="ADAL" clId="{973AE700-8634-4AC6-A10B-DFA7AFECB9DA}" dt="2025-12-24T16:51:49.337" v="690"/>
        <pc:sldMkLst>
          <pc:docMk/>
          <pc:sldMk cId="2158534326" sldId="364"/>
        </pc:sldMkLst>
        <pc:spChg chg="mod">
          <ac:chgData name="Maulin Nasari" userId="2c02bce8-14a6-4f73-b14a-299518f8dfce" providerId="ADAL" clId="{973AE700-8634-4AC6-A10B-DFA7AFECB9DA}" dt="2025-12-24T16:50:34.945" v="678" actId="20577"/>
          <ac:spMkLst>
            <pc:docMk/>
            <pc:sldMk cId="2158534326" sldId="364"/>
            <ac:spMk id="2" creationId="{786B7740-D6DA-6C55-0243-9D1087354310}"/>
          </ac:spMkLst>
        </pc:spChg>
        <pc:spChg chg="mod">
          <ac:chgData name="Maulin Nasari" userId="2c02bce8-14a6-4f73-b14a-299518f8dfce" providerId="ADAL" clId="{973AE700-8634-4AC6-A10B-DFA7AFECB9DA}" dt="2025-12-24T16:29:12.344" v="622" actId="12"/>
          <ac:spMkLst>
            <pc:docMk/>
            <pc:sldMk cId="2158534326" sldId="364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3631744045" sldId="365"/>
        </pc:sldMkLst>
        <pc:spChg chg="mod">
          <ac:chgData name="Maulin Nasari" userId="2c02bce8-14a6-4f73-b14a-299518f8dfce" providerId="ADAL" clId="{973AE700-8634-4AC6-A10B-DFA7AFECB9DA}" dt="2025-12-24T16:01:53.969" v="490" actId="14100"/>
          <ac:spMkLst>
            <pc:docMk/>
            <pc:sldMk cId="3631744045" sldId="365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2244240912" sldId="366"/>
        </pc:sldMkLst>
        <pc:spChg chg="mod">
          <ac:chgData name="Maulin Nasari" userId="2c02bce8-14a6-4f73-b14a-299518f8dfce" providerId="ADAL" clId="{973AE700-8634-4AC6-A10B-DFA7AFECB9DA}" dt="2025-12-24T16:02:40.622" v="491" actId="14100"/>
          <ac:spMkLst>
            <pc:docMk/>
            <pc:sldMk cId="2244240912" sldId="366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3380295895" sldId="367"/>
        </pc:sldMkLst>
        <pc:spChg chg="mod">
          <ac:chgData name="Maulin Nasari" userId="2c02bce8-14a6-4f73-b14a-299518f8dfce" providerId="ADAL" clId="{973AE700-8634-4AC6-A10B-DFA7AFECB9DA}" dt="2025-12-24T16:31:06.869" v="623" actId="14100"/>
          <ac:spMkLst>
            <pc:docMk/>
            <pc:sldMk cId="3380295895" sldId="367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3200927489" sldId="368"/>
        </pc:sldMkLst>
        <pc:spChg chg="mod">
          <ac:chgData name="Maulin Nasari" userId="2c02bce8-14a6-4f73-b14a-299518f8dfce" providerId="ADAL" clId="{973AE700-8634-4AC6-A10B-DFA7AFECB9DA}" dt="2025-12-24T16:31:18.986" v="624" actId="14100"/>
          <ac:spMkLst>
            <pc:docMk/>
            <pc:sldMk cId="3200927489" sldId="368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4171650426" sldId="369"/>
        </pc:sldMkLst>
        <pc:spChg chg="mod">
          <ac:chgData name="Maulin Nasari" userId="2c02bce8-14a6-4f73-b14a-299518f8dfce" providerId="ADAL" clId="{973AE700-8634-4AC6-A10B-DFA7AFECB9DA}" dt="2025-12-24T16:31:29.121" v="625" actId="14100"/>
          <ac:spMkLst>
            <pc:docMk/>
            <pc:sldMk cId="4171650426" sldId="369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3824091531" sldId="370"/>
        </pc:sldMkLst>
        <pc:spChg chg="mod">
          <ac:chgData name="Maulin Nasari" userId="2c02bce8-14a6-4f73-b14a-299518f8dfce" providerId="ADAL" clId="{973AE700-8634-4AC6-A10B-DFA7AFECB9DA}" dt="2025-12-24T16:31:37.289" v="626" actId="14100"/>
          <ac:spMkLst>
            <pc:docMk/>
            <pc:sldMk cId="3824091531" sldId="370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2381946683" sldId="371"/>
        </pc:sldMkLst>
        <pc:spChg chg="mod">
          <ac:chgData name="Maulin Nasari" userId="2c02bce8-14a6-4f73-b14a-299518f8dfce" providerId="ADAL" clId="{973AE700-8634-4AC6-A10B-DFA7AFECB9DA}" dt="2025-12-24T16:32:05.929" v="627" actId="14100"/>
          <ac:spMkLst>
            <pc:docMk/>
            <pc:sldMk cId="2381946683" sldId="371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273937802" sldId="372"/>
        </pc:sldMkLst>
        <pc:spChg chg="mod">
          <ac:chgData name="Maulin Nasari" userId="2c02bce8-14a6-4f73-b14a-299518f8dfce" providerId="ADAL" clId="{973AE700-8634-4AC6-A10B-DFA7AFECB9DA}" dt="2025-12-24T16:32:19.071" v="628" actId="14100"/>
          <ac:spMkLst>
            <pc:docMk/>
            <pc:sldMk cId="273937802" sldId="372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3764277635" sldId="373"/>
        </pc:sldMkLst>
        <pc:spChg chg="mod">
          <ac:chgData name="Maulin Nasari" userId="2c02bce8-14a6-4f73-b14a-299518f8dfce" providerId="ADAL" clId="{973AE700-8634-4AC6-A10B-DFA7AFECB9DA}" dt="2025-12-24T16:32:24.904" v="629" actId="14100"/>
          <ac:spMkLst>
            <pc:docMk/>
            <pc:sldMk cId="3764277635" sldId="373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1436041913" sldId="376"/>
        </pc:sldMkLst>
        <pc:spChg chg="mod">
          <ac:chgData name="Maulin Nasari" userId="2c02bce8-14a6-4f73-b14a-299518f8dfce" providerId="ADAL" clId="{973AE700-8634-4AC6-A10B-DFA7AFECB9DA}" dt="2025-12-24T16:32:35.514" v="630" actId="14100"/>
          <ac:spMkLst>
            <pc:docMk/>
            <pc:sldMk cId="1436041913" sldId="376"/>
            <ac:spMk id="21506" creationId="{ED38F695-9C98-7A60-2F6E-CE44E8B530E4}"/>
          </ac:spMkLst>
        </pc:spChg>
      </pc:sldChg>
      <pc:sldChg chg="modSp mod ord">
        <pc:chgData name="Maulin Nasari" userId="2c02bce8-14a6-4f73-b14a-299518f8dfce" providerId="ADAL" clId="{973AE700-8634-4AC6-A10B-DFA7AFECB9DA}" dt="2025-12-24T16:46:03.517" v="633"/>
        <pc:sldMkLst>
          <pc:docMk/>
          <pc:sldMk cId="998482154" sldId="378"/>
        </pc:sldMkLst>
        <pc:spChg chg="mod">
          <ac:chgData name="Maulin Nasari" userId="2c02bce8-14a6-4f73-b14a-299518f8dfce" providerId="ADAL" clId="{973AE700-8634-4AC6-A10B-DFA7AFECB9DA}" dt="2025-12-24T16:32:41.943" v="631" actId="14100"/>
          <ac:spMkLst>
            <pc:docMk/>
            <pc:sldMk cId="998482154" sldId="378"/>
            <ac:spMk id="21506" creationId="{ED38F695-9C98-7A60-2F6E-CE44E8B530E4}"/>
          </ac:spMkLst>
        </pc:spChg>
      </pc:sldChg>
      <pc:sldChg chg="ord">
        <pc:chgData name="Maulin Nasari" userId="2c02bce8-14a6-4f73-b14a-299518f8dfce" providerId="ADAL" clId="{973AE700-8634-4AC6-A10B-DFA7AFECB9DA}" dt="2025-12-24T16:46:03.517" v="633"/>
        <pc:sldMkLst>
          <pc:docMk/>
          <pc:sldMk cId="2069760677" sldId="380"/>
        </pc:sldMkLst>
      </pc:sldChg>
      <pc:sldChg chg="modSp ord">
        <pc:chgData name="Maulin Nasari" userId="2c02bce8-14a6-4f73-b14a-299518f8dfce" providerId="ADAL" clId="{973AE700-8634-4AC6-A10B-DFA7AFECB9DA}" dt="2025-12-24T16:48:03.214" v="650"/>
        <pc:sldMkLst>
          <pc:docMk/>
          <pc:sldMk cId="3349456" sldId="381"/>
        </pc:sldMkLst>
        <pc:picChg chg="mod">
          <ac:chgData name="Maulin Nasari" userId="2c02bce8-14a6-4f73-b14a-299518f8dfce" providerId="ADAL" clId="{973AE700-8634-4AC6-A10B-DFA7AFECB9DA}" dt="2025-12-24T15:39:27.483" v="276" actId="14100"/>
          <ac:picMkLst>
            <pc:docMk/>
            <pc:sldMk cId="3349456" sldId="381"/>
            <ac:picMk id="3074" creationId="{0E45F22E-FF7A-F54D-3EDE-7D3350E24170}"/>
          </ac:picMkLst>
        </pc:picChg>
      </pc:sldChg>
      <pc:sldChg chg="addSp delSp modSp add mod">
        <pc:chgData name="Maulin Nasari" userId="2c02bce8-14a6-4f73-b14a-299518f8dfce" providerId="ADAL" clId="{973AE700-8634-4AC6-A10B-DFA7AFECB9DA}" dt="2025-12-24T16:46:17.102" v="635" actId="20577"/>
        <pc:sldMkLst>
          <pc:docMk/>
          <pc:sldMk cId="2440965504" sldId="382"/>
        </pc:sldMkLst>
        <pc:spChg chg="mod">
          <ac:chgData name="Maulin Nasari" userId="2c02bce8-14a6-4f73-b14a-299518f8dfce" providerId="ADAL" clId="{973AE700-8634-4AC6-A10B-DFA7AFECB9DA}" dt="2025-12-24T16:46:17.102" v="635" actId="20577"/>
          <ac:spMkLst>
            <pc:docMk/>
            <pc:sldMk cId="2440965504" sldId="382"/>
            <ac:spMk id="2" creationId="{4A920588-FE86-0C26-5188-5DDB57992F16}"/>
          </ac:spMkLst>
        </pc:spChg>
        <pc:spChg chg="add mod">
          <ac:chgData name="Maulin Nasari" userId="2c02bce8-14a6-4f73-b14a-299518f8dfce" providerId="ADAL" clId="{973AE700-8634-4AC6-A10B-DFA7AFECB9DA}" dt="2025-12-24T15:22:17.918" v="98" actId="478"/>
          <ac:spMkLst>
            <pc:docMk/>
            <pc:sldMk cId="2440965504" sldId="382"/>
            <ac:spMk id="5" creationId="{55009A77-FBAA-194F-0189-FC0D59DED0D7}"/>
          </ac:spMkLst>
        </pc:spChg>
        <pc:spChg chg="add mod">
          <ac:chgData name="Maulin Nasari" userId="2c02bce8-14a6-4f73-b14a-299518f8dfce" providerId="ADAL" clId="{973AE700-8634-4AC6-A10B-DFA7AFECB9DA}" dt="2025-12-24T15:29:02.553" v="154" actId="12"/>
          <ac:spMkLst>
            <pc:docMk/>
            <pc:sldMk cId="2440965504" sldId="382"/>
            <ac:spMk id="9" creationId="{7E593C6F-11A1-E4D4-AC71-48E8BB46273E}"/>
          </ac:spMkLst>
        </pc:spChg>
      </pc:sldChg>
      <pc:sldChg chg="modSp add mod">
        <pc:chgData name="Maulin Nasari" userId="2c02bce8-14a6-4f73-b14a-299518f8dfce" providerId="ADAL" clId="{973AE700-8634-4AC6-A10B-DFA7AFECB9DA}" dt="2025-12-24T16:46:22.586" v="636" actId="20577"/>
        <pc:sldMkLst>
          <pc:docMk/>
          <pc:sldMk cId="231801308" sldId="383"/>
        </pc:sldMkLst>
        <pc:spChg chg="mod">
          <ac:chgData name="Maulin Nasari" userId="2c02bce8-14a6-4f73-b14a-299518f8dfce" providerId="ADAL" clId="{973AE700-8634-4AC6-A10B-DFA7AFECB9DA}" dt="2025-12-24T16:46:22.586" v="636" actId="20577"/>
          <ac:spMkLst>
            <pc:docMk/>
            <pc:sldMk cId="231801308" sldId="383"/>
            <ac:spMk id="2" creationId="{85E8843C-779D-DE4E-8319-BA2724A09AAC}"/>
          </ac:spMkLst>
        </pc:spChg>
        <pc:spChg chg="mod">
          <ac:chgData name="Maulin Nasari" userId="2c02bce8-14a6-4f73-b14a-299518f8dfce" providerId="ADAL" clId="{973AE700-8634-4AC6-A10B-DFA7AFECB9DA}" dt="2025-12-24T15:33:25.787" v="222" actId="20577"/>
          <ac:spMkLst>
            <pc:docMk/>
            <pc:sldMk cId="231801308" sldId="383"/>
            <ac:spMk id="9" creationId="{1DB2B906-50D9-AD00-7524-5F2FECBAA05F}"/>
          </ac:spMkLst>
        </pc:spChg>
      </pc:sldChg>
      <pc:sldChg chg="addSp delSp modSp add mod">
        <pc:chgData name="Maulin Nasari" userId="2c02bce8-14a6-4f73-b14a-299518f8dfce" providerId="ADAL" clId="{973AE700-8634-4AC6-A10B-DFA7AFECB9DA}" dt="2025-12-24T16:46:27.825" v="637" actId="20577"/>
        <pc:sldMkLst>
          <pc:docMk/>
          <pc:sldMk cId="4088789315" sldId="384"/>
        </pc:sldMkLst>
        <pc:spChg chg="mod">
          <ac:chgData name="Maulin Nasari" userId="2c02bce8-14a6-4f73-b14a-299518f8dfce" providerId="ADAL" clId="{973AE700-8634-4AC6-A10B-DFA7AFECB9DA}" dt="2025-12-24T16:46:27.825" v="637" actId="20577"/>
          <ac:spMkLst>
            <pc:docMk/>
            <pc:sldMk cId="4088789315" sldId="384"/>
            <ac:spMk id="2" creationId="{0789C75F-7201-F087-3E00-06B4009F2D44}"/>
          </ac:spMkLst>
        </pc:spChg>
        <pc:spChg chg="mod">
          <ac:chgData name="Maulin Nasari" userId="2c02bce8-14a6-4f73-b14a-299518f8dfce" providerId="ADAL" clId="{973AE700-8634-4AC6-A10B-DFA7AFECB9DA}" dt="2025-12-24T16:00:13.362" v="487"/>
          <ac:spMkLst>
            <pc:docMk/>
            <pc:sldMk cId="4088789315" sldId="384"/>
            <ac:spMk id="9" creationId="{DD9A1283-F3B8-6176-3CCF-CEE6F5124A64}"/>
          </ac:spMkLst>
        </pc:spChg>
      </pc:sldChg>
      <pc:sldChg chg="modSp add mod">
        <pc:chgData name="Maulin Nasari" userId="2c02bce8-14a6-4f73-b14a-299518f8dfce" providerId="ADAL" clId="{973AE700-8634-4AC6-A10B-DFA7AFECB9DA}" dt="2025-12-24T16:46:32.311" v="638" actId="20577"/>
        <pc:sldMkLst>
          <pc:docMk/>
          <pc:sldMk cId="4203775493" sldId="385"/>
        </pc:sldMkLst>
        <pc:spChg chg="mod">
          <ac:chgData name="Maulin Nasari" userId="2c02bce8-14a6-4f73-b14a-299518f8dfce" providerId="ADAL" clId="{973AE700-8634-4AC6-A10B-DFA7AFECB9DA}" dt="2025-12-24T16:46:32.311" v="638" actId="20577"/>
          <ac:spMkLst>
            <pc:docMk/>
            <pc:sldMk cId="4203775493" sldId="385"/>
            <ac:spMk id="2" creationId="{579CACEB-8241-4A0B-7D83-7FDCECF0372D}"/>
          </ac:spMkLst>
        </pc:spChg>
        <pc:spChg chg="mod">
          <ac:chgData name="Maulin Nasari" userId="2c02bce8-14a6-4f73-b14a-299518f8dfce" providerId="ADAL" clId="{973AE700-8634-4AC6-A10B-DFA7AFECB9DA}" dt="2025-12-24T15:46:47.440" v="360" actId="20577"/>
          <ac:spMkLst>
            <pc:docMk/>
            <pc:sldMk cId="4203775493" sldId="385"/>
            <ac:spMk id="5" creationId="{4C02420C-80CD-7147-D06C-98A761F3E13D}"/>
          </ac:spMkLst>
        </pc:spChg>
        <pc:spChg chg="mod">
          <ac:chgData name="Maulin Nasari" userId="2c02bce8-14a6-4f73-b14a-299518f8dfce" providerId="ADAL" clId="{973AE700-8634-4AC6-A10B-DFA7AFECB9DA}" dt="2025-12-24T15:42:31.751" v="341" actId="113"/>
          <ac:spMkLst>
            <pc:docMk/>
            <pc:sldMk cId="4203775493" sldId="385"/>
            <ac:spMk id="9" creationId="{9000B74C-4B6B-767E-0BDB-2BE15BC04D6D}"/>
          </ac:spMkLst>
        </pc:spChg>
      </pc:sldChg>
      <pc:sldChg chg="addSp delSp modSp add mod ord">
        <pc:chgData name="Maulin Nasari" userId="2c02bce8-14a6-4f73-b14a-299518f8dfce" providerId="ADAL" clId="{973AE700-8634-4AC6-A10B-DFA7AFECB9DA}" dt="2025-12-24T16:46:37.268" v="639" actId="20577"/>
        <pc:sldMkLst>
          <pc:docMk/>
          <pc:sldMk cId="4010223646" sldId="386"/>
        </pc:sldMkLst>
        <pc:spChg chg="mod">
          <ac:chgData name="Maulin Nasari" userId="2c02bce8-14a6-4f73-b14a-299518f8dfce" providerId="ADAL" clId="{973AE700-8634-4AC6-A10B-DFA7AFECB9DA}" dt="2025-12-24T16:46:37.268" v="639" actId="20577"/>
          <ac:spMkLst>
            <pc:docMk/>
            <pc:sldMk cId="4010223646" sldId="386"/>
            <ac:spMk id="2" creationId="{B2FEC7FC-0077-9A2C-D167-CB84D89C74AD}"/>
          </ac:spMkLst>
        </pc:spChg>
        <pc:spChg chg="mod">
          <ac:chgData name="Maulin Nasari" userId="2c02bce8-14a6-4f73-b14a-299518f8dfce" providerId="ADAL" clId="{973AE700-8634-4AC6-A10B-DFA7AFECB9DA}" dt="2025-12-24T15:46:58.561" v="365" actId="14100"/>
          <ac:spMkLst>
            <pc:docMk/>
            <pc:sldMk cId="4010223646" sldId="386"/>
            <ac:spMk id="5" creationId="{7BF30548-B9E7-67F5-F595-7FB53131FDF1}"/>
          </ac:spMkLst>
        </pc:spChg>
        <pc:spChg chg="mod">
          <ac:chgData name="Maulin Nasari" userId="2c02bce8-14a6-4f73-b14a-299518f8dfce" providerId="ADAL" clId="{973AE700-8634-4AC6-A10B-DFA7AFECB9DA}" dt="2025-12-24T15:57:15.417" v="456"/>
          <ac:spMkLst>
            <pc:docMk/>
            <pc:sldMk cId="4010223646" sldId="386"/>
            <ac:spMk id="9" creationId="{3D7FCE10-D923-8D3E-AC10-BE36B44880AD}"/>
          </ac:spMkLst>
        </pc:spChg>
      </pc:sldChg>
      <pc:sldChg chg="addSp delSp modSp add mod">
        <pc:chgData name="Maulin Nasari" userId="2c02bce8-14a6-4f73-b14a-299518f8dfce" providerId="ADAL" clId="{973AE700-8634-4AC6-A10B-DFA7AFECB9DA}" dt="2025-12-24T16:46:42.385" v="640" actId="20577"/>
        <pc:sldMkLst>
          <pc:docMk/>
          <pc:sldMk cId="4046365795" sldId="387"/>
        </pc:sldMkLst>
        <pc:spChg chg="mod">
          <ac:chgData name="Maulin Nasari" userId="2c02bce8-14a6-4f73-b14a-299518f8dfce" providerId="ADAL" clId="{973AE700-8634-4AC6-A10B-DFA7AFECB9DA}" dt="2025-12-24T16:46:42.385" v="640" actId="20577"/>
          <ac:spMkLst>
            <pc:docMk/>
            <pc:sldMk cId="4046365795" sldId="387"/>
            <ac:spMk id="2" creationId="{B9531029-3A4A-CA46-76B6-BD3375702B64}"/>
          </ac:spMkLst>
        </pc:spChg>
        <pc:spChg chg="mod">
          <ac:chgData name="Maulin Nasari" userId="2c02bce8-14a6-4f73-b14a-299518f8dfce" providerId="ADAL" clId="{973AE700-8634-4AC6-A10B-DFA7AFECB9DA}" dt="2025-12-24T15:51:17.008" v="381" actId="12"/>
          <ac:spMkLst>
            <pc:docMk/>
            <pc:sldMk cId="4046365795" sldId="387"/>
            <ac:spMk id="9" creationId="{0AC6C490-32BF-0A83-8210-5F4702DAA6C5}"/>
          </ac:spMkLst>
        </pc:spChg>
      </pc:sldChg>
      <pc:sldChg chg="modSp add mod">
        <pc:chgData name="Maulin Nasari" userId="2c02bce8-14a6-4f73-b14a-299518f8dfce" providerId="ADAL" clId="{973AE700-8634-4AC6-A10B-DFA7AFECB9DA}" dt="2025-12-24T16:46:51.599" v="641" actId="20577"/>
        <pc:sldMkLst>
          <pc:docMk/>
          <pc:sldMk cId="2380622672" sldId="388"/>
        </pc:sldMkLst>
        <pc:spChg chg="mod">
          <ac:chgData name="Maulin Nasari" userId="2c02bce8-14a6-4f73-b14a-299518f8dfce" providerId="ADAL" clId="{973AE700-8634-4AC6-A10B-DFA7AFECB9DA}" dt="2025-12-24T16:46:51.599" v="641" actId="20577"/>
          <ac:spMkLst>
            <pc:docMk/>
            <pc:sldMk cId="2380622672" sldId="388"/>
            <ac:spMk id="2" creationId="{F7503B57-7D09-D7B7-BB62-D65D69973BB1}"/>
          </ac:spMkLst>
        </pc:spChg>
        <pc:spChg chg="mod">
          <ac:chgData name="Maulin Nasari" userId="2c02bce8-14a6-4f73-b14a-299518f8dfce" providerId="ADAL" clId="{973AE700-8634-4AC6-A10B-DFA7AFECB9DA}" dt="2025-12-24T15:52:42.567" v="402" actId="12"/>
          <ac:spMkLst>
            <pc:docMk/>
            <pc:sldMk cId="2380622672" sldId="388"/>
            <ac:spMk id="9" creationId="{B59CDB41-BBF7-E641-F023-F30016A46BB6}"/>
          </ac:spMkLst>
        </pc:spChg>
      </pc:sldChg>
      <pc:sldChg chg="modSp add mod">
        <pc:chgData name="Maulin Nasari" userId="2c02bce8-14a6-4f73-b14a-299518f8dfce" providerId="ADAL" clId="{973AE700-8634-4AC6-A10B-DFA7AFECB9DA}" dt="2025-12-24T16:46:57.032" v="642" actId="20577"/>
        <pc:sldMkLst>
          <pc:docMk/>
          <pc:sldMk cId="118320404" sldId="389"/>
        </pc:sldMkLst>
        <pc:spChg chg="mod">
          <ac:chgData name="Maulin Nasari" userId="2c02bce8-14a6-4f73-b14a-299518f8dfce" providerId="ADAL" clId="{973AE700-8634-4AC6-A10B-DFA7AFECB9DA}" dt="2025-12-24T16:46:57.032" v="642" actId="20577"/>
          <ac:spMkLst>
            <pc:docMk/>
            <pc:sldMk cId="118320404" sldId="389"/>
            <ac:spMk id="2" creationId="{E360294A-3990-A602-CAD7-7A17E979C622}"/>
          </ac:spMkLst>
        </pc:spChg>
        <pc:spChg chg="mod">
          <ac:chgData name="Maulin Nasari" userId="2c02bce8-14a6-4f73-b14a-299518f8dfce" providerId="ADAL" clId="{973AE700-8634-4AC6-A10B-DFA7AFECB9DA}" dt="2025-12-24T15:57:46.578" v="458"/>
          <ac:spMkLst>
            <pc:docMk/>
            <pc:sldMk cId="118320404" sldId="389"/>
            <ac:spMk id="9" creationId="{CB8DA4D2-EF09-2AEB-BF49-F362F3B538C4}"/>
          </ac:spMkLst>
        </pc:spChg>
      </pc:sldChg>
      <pc:sldChg chg="modSp add mod">
        <pc:chgData name="Maulin Nasari" userId="2c02bce8-14a6-4f73-b14a-299518f8dfce" providerId="ADAL" clId="{973AE700-8634-4AC6-A10B-DFA7AFECB9DA}" dt="2025-12-24T16:47:02.693" v="643" actId="20577"/>
        <pc:sldMkLst>
          <pc:docMk/>
          <pc:sldMk cId="2365607475" sldId="390"/>
        </pc:sldMkLst>
        <pc:spChg chg="mod">
          <ac:chgData name="Maulin Nasari" userId="2c02bce8-14a6-4f73-b14a-299518f8dfce" providerId="ADAL" clId="{973AE700-8634-4AC6-A10B-DFA7AFECB9DA}" dt="2025-12-24T16:47:02.693" v="643" actId="20577"/>
          <ac:spMkLst>
            <pc:docMk/>
            <pc:sldMk cId="2365607475" sldId="390"/>
            <ac:spMk id="2" creationId="{A401753E-FF06-A340-BD00-02B3577DC5F0}"/>
          </ac:spMkLst>
        </pc:spChg>
        <pc:spChg chg="mod">
          <ac:chgData name="Maulin Nasari" userId="2c02bce8-14a6-4f73-b14a-299518f8dfce" providerId="ADAL" clId="{973AE700-8634-4AC6-A10B-DFA7AFECB9DA}" dt="2025-12-24T16:00:23.579" v="489" actId="20577"/>
          <ac:spMkLst>
            <pc:docMk/>
            <pc:sldMk cId="2365607475" sldId="390"/>
            <ac:spMk id="9" creationId="{8C11EDDD-386E-013F-39B0-D1FFBCB66C1B}"/>
          </ac:spMkLst>
        </pc:spChg>
      </pc:sldChg>
      <pc:sldChg chg="modSp new mod">
        <pc:chgData name="Maulin Nasari" userId="2c02bce8-14a6-4f73-b14a-299518f8dfce" providerId="ADAL" clId="{973AE700-8634-4AC6-A10B-DFA7AFECB9DA}" dt="2025-12-24T16:49:45.186" v="655" actId="27636"/>
        <pc:sldMkLst>
          <pc:docMk/>
          <pc:sldMk cId="2179588497" sldId="391"/>
        </pc:sldMkLst>
        <pc:spChg chg="mod">
          <ac:chgData name="Maulin Nasari" userId="2c02bce8-14a6-4f73-b14a-299518f8dfce" providerId="ADAL" clId="{973AE700-8634-4AC6-A10B-DFA7AFECB9DA}" dt="2025-12-24T16:49:45.186" v="655" actId="27636"/>
          <ac:spMkLst>
            <pc:docMk/>
            <pc:sldMk cId="2179588497" sldId="391"/>
            <ac:spMk id="2" creationId="{E671F5C7-5017-9068-B8A9-BA8F3F7846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4924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B3DDA52E-AFDB-D5FF-961E-E52596FCDD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41D54ABC-9E2F-5664-B78C-8BAC022D96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5DB3638E-2574-D201-C342-55C96D2A1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66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B3DDA52E-AFDB-D5FF-961E-E52596FCDD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41D54ABC-9E2F-5664-B78C-8BAC022D96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5DB3638E-2574-D201-C342-55C96D2A1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94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640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17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56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173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042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218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688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43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582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419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58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777EDD37-9975-27CA-A3B1-1B2B183687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E8C80CF1-8BA4-6232-9B95-CA4AE96A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0CDE148-859B-1B09-C2E5-14447E9B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364CF7-ADDF-3346-843A-FF0EFAEC38C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05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B3DDA52E-AFDB-D5FF-961E-E52596FCDD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41D54ABC-9E2F-5664-B78C-8BAC022D96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“Requirements engineering is not a phase you finish and move on from.</a:t>
            </a:r>
            <a:br>
              <a:rPr lang="en-US" dirty="0"/>
            </a:br>
            <a:r>
              <a:rPr lang="en-US" dirty="0"/>
              <a:t>You will always be doing some requirements work — even during design and implementation.”</a:t>
            </a:r>
          </a:p>
          <a:p>
            <a:endParaRPr lang="en-US" dirty="0"/>
          </a:p>
          <a:p>
            <a:r>
              <a:rPr lang="en-US" dirty="0"/>
              <a:t>“In real projects, boundaries are fuzzy.</a:t>
            </a:r>
            <a:br>
              <a:rPr lang="en-US" dirty="0"/>
            </a:br>
            <a:r>
              <a:rPr lang="en-US" dirty="0"/>
              <a:t>You may refine requirements while designing, and adjust design while discussing requirements.”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5DB3638E-2574-D201-C342-55C96D2A1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064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E054-2D01-092C-1D49-36FD1198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3C42E3C8-451A-7C8A-DE5A-0EFD0EE660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9EB1DFC2-F912-AF42-E9C7-F03B92D7E7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F146DE2B-61DD-BC1E-60C4-E9517A493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71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9146-1FE8-E035-4AA4-81CAB3B4B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535415D5-9A73-08E0-D456-946A639E80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76680329-AF04-CF99-FE26-F44682D7AB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08961F41-0FD4-20E9-331E-504BBC8F6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566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0552-B815-AAD1-7326-B932645B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A0126761-597D-DD88-6603-9FEA3ABBE5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B0DE14B7-9F75-0CC8-7EF3-46B45BE891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705066DC-0B85-F361-EF6B-483340F69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2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1E39-1809-60A5-FA22-56984728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43B6FEAE-B11D-4FCB-BB23-A67009AB33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FAF5B418-B259-E4A9-B475-30572C9724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16771A25-3CEB-F12A-0FBD-8BFD7A648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103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71CF-34D8-203E-33F2-D12049EF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47AAE254-D067-8DCE-519B-71008958C9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78BA56F4-24B3-9954-E69C-8C9D9B0E53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9F5F99BC-9E9C-4B30-16C1-583A7600F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63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5968-53D6-B550-0F7B-C6FF3799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FEEF74F5-EB64-9E8C-F113-2B7E451A5E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9984BE5A-C307-1943-C3A8-54B9B802F9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CAE30126-54E7-B58F-26C1-A2B2BA658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0624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DA1B-A251-340D-BF97-E01E7542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A41DEE7D-9C31-B328-F4F9-2D4768F24C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020F9C85-562F-6B76-EA27-4177131FDD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EE3B737B-8A34-5557-E775-0707D6AE3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3178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19B6-41AA-ECF4-760C-E586EA5E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05FADB60-C792-786E-822B-D92A0B1CD5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EC4C96DB-6C5D-5F28-A944-6AC5B71C3C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632891DC-2A45-01F7-17A9-D2626AE12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498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2C10-824B-C675-9692-80BF6E5F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A33422F9-33E8-70B8-5D1F-89B00758B1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A1AE6968-E9EA-7E98-2653-A363B05F79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4FC7BFE4-4659-AD9A-2C8C-1F19E9544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504EBC-F76C-0B44-8853-B30477BEF3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4165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>
            <a:extLst>
              <a:ext uri="{FF2B5EF4-FFF2-40B4-BE49-F238E27FC236}">
                <a16:creationId xmlns:a16="http://schemas.microsoft.com/office/drawing/2014/main" id="{51F1EEDB-D2CF-120C-2069-B3C45B6C4F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Notes Placeholder 2">
            <a:extLst>
              <a:ext uri="{FF2B5EF4-FFF2-40B4-BE49-F238E27FC236}">
                <a16:creationId xmlns:a16="http://schemas.microsoft.com/office/drawing/2014/main" id="{C7D22242-A75C-69AD-F8BE-D096E54C39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9B7656B0-D6E4-314A-CDDD-E7C1460D7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85CC4A-B829-0A4D-BF36-EA1764ECAE3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tEXizjE05L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06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b="1">
                <a:solidFill>
                  <a:schemeClr val="bg1"/>
                </a:solidFill>
              </a:rPr>
              <a:t>Requirements </a:t>
            </a:r>
            <a:r>
              <a:rPr lang="en-AU" sz="9600" b="1" dirty="0">
                <a:solidFill>
                  <a:schemeClr val="bg1"/>
                </a:solidFill>
              </a:rPr>
              <a:t>Engineering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432350" cy="510281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06 – Requirement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711673" cy="1045533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 the role and importance of RE (including Agile)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and analyze stakeholders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Select elicitation techniques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 and apply the seven RE tasks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RE to a realistic case study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390787" cy="510281"/>
          </a:xfrm>
        </p:spPr>
        <p:txBody>
          <a:bodyPr>
            <a:normAutofit fontScale="90000"/>
          </a:bodyPr>
          <a:lstStyle/>
          <a:p>
            <a:r>
              <a:rPr lang="en-US"/>
              <a:t>Session 06 </a:t>
            </a:r>
            <a:r>
              <a:rPr lang="en-US" dirty="0"/>
              <a:t>– Requirement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20711673" cy="10492726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Requirements engineering concepts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Stakeholders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Requirement types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Elicitation techniques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Analysis &amp; validation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Requirements monitoring &amp; management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E18A-A51A-FF0A-9A9A-0BD67376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Requirements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FA07-A4BB-18BB-0594-5BCA23CCD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809519-F895-50AB-C164-F4A49637E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8665" y="3609702"/>
            <a:ext cx="7158893" cy="753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A6AF084-0906-893E-9E87-9FC5AFACA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617" y="2888833"/>
            <a:ext cx="6764766" cy="897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EF86FA7-DD9F-7A0C-BCF4-224CF88279EA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480" y="3171070"/>
            <a:ext cx="6289855" cy="840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4509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E18A-A51A-FF0A-9A9A-0BD67376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Requirements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FA07-A4BB-18BB-0594-5BCA23CCD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512047" cy="840935"/>
          </a:xfrm>
        </p:spPr>
        <p:txBody>
          <a:bodyPr>
            <a:normAutofit/>
          </a:bodyPr>
          <a:lstStyle/>
          <a:p>
            <a:r>
              <a:rPr lang="en-US" dirty="0"/>
              <a:t>Importance of Requirements Engineering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D821653-C6F3-E4AC-60D0-9F7DE9DE08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559023" cy="8583279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Requirements Engineering (RE)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 is the process of defining, documenting, and maintaining the requirements in the engineering design process.</a:t>
            </a:r>
          </a:p>
          <a:p>
            <a:pPr marL="0" indent="0">
              <a:buNone/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Importance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Foundation for Development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Requirements serve as the foundation for all subsequent development activities.</a:t>
            </a:r>
          </a:p>
          <a:p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Stakeholder Satisfaction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Ensures the final product meets the needs and expectations of stakeholders.</a:t>
            </a:r>
          </a:p>
          <a:p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Risk Reduction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Identifies potential issues early, reducing the cost and time associated with rework.</a:t>
            </a:r>
          </a:p>
          <a:p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Scope Management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Helps in defining the project scope and prevents scope creep.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Stakeholder identification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US" dirty="0"/>
              <a:t>Identifying and analyzing stakeholders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83686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Who are Stakeholders?</a:t>
            </a:r>
          </a:p>
          <a:p>
            <a:pPr lvl="1"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Individuals or organizations affected by or can affect the system.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Types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Users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Primary users, secondary users.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Clients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Those who commission the system.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Developers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Team members building the system.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Regulators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Authorities enforcing standards and regulations.</a:t>
            </a:r>
          </a:p>
        </p:txBody>
      </p:sp>
    </p:spTree>
    <p:extLst>
      <p:ext uri="{BB962C8B-B14F-4D97-AF65-F5344CB8AC3E}">
        <p14:creationId xmlns:p14="http://schemas.microsoft.com/office/powerpoint/2010/main" val="36317440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Stakeholder identification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US" dirty="0"/>
              <a:t>Identifying and analyzing stakeholders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83920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Stakeholder Analysis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  <a:endParaRPr lang="en-US" alt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Purpose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Understand stakeholders' influence and interest.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Steps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Identify Stakeholders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List all potential stakeholders.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Assess Impact and Influence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Determine their level of impact and influence.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Prioritize Stakeholders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Focus on key stakeholders.</a:t>
            </a:r>
          </a:p>
          <a:p>
            <a:pPr lvl="2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Understand Needs and Expectations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Gather initial insights.</a:t>
            </a:r>
          </a:p>
        </p:txBody>
      </p:sp>
    </p:spTree>
    <p:extLst>
      <p:ext uri="{BB962C8B-B14F-4D97-AF65-F5344CB8AC3E}">
        <p14:creationId xmlns:p14="http://schemas.microsoft.com/office/powerpoint/2010/main" val="224424091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Stakeholder identification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US" dirty="0"/>
              <a:t>Managing stakeholder relationships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18374873" cy="64590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Communication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Establish clear channels and frequency.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Engagement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Involve stakeholders throughout the project.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Expectation Management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Align stakeholder expectations with project realities.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Conflict Resolution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Address disagreements promptly and professionally.</a:t>
            </a:r>
          </a:p>
        </p:txBody>
      </p:sp>
    </p:spTree>
    <p:extLst>
      <p:ext uri="{BB962C8B-B14F-4D97-AF65-F5344CB8AC3E}">
        <p14:creationId xmlns:p14="http://schemas.microsoft.com/office/powerpoint/2010/main" val="338029589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Requirements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US" dirty="0"/>
              <a:t>Functional vs Non-Functional Requirements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1045533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Functional Requirements:</a:t>
            </a:r>
          </a:p>
          <a:p>
            <a:pPr lvl="1"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Define what the system should do.</a:t>
            </a:r>
          </a:p>
          <a:p>
            <a:pPr marL="609600" lvl="1" indent="0">
              <a:lnSpc>
                <a:spcPct val="90000"/>
              </a:lnSpc>
              <a:buNone/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Examples: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“The system checks prerequisites before registration”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"The system shall allow users to create and edit profiles."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"The system shall generate monthly sales reports.”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Non-Functional Requirements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Define how the system performs its functions.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Include constraints and qualities.</a:t>
            </a:r>
          </a:p>
          <a:p>
            <a:pPr marL="6096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Categories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Performance, Security, Usability and Reliability</a:t>
            </a:r>
          </a:p>
          <a:p>
            <a:pPr marL="6096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</a:endParaRPr>
          </a:p>
          <a:p>
            <a:pPr marL="6096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Examples: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The system supports 10,000 concurrent users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The system shall lock a user account after 5 consecutive failed login attempts.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The system shall respond to user requests within 2 seconds for 95% of transactions under normal load.</a:t>
            </a:r>
          </a:p>
        </p:txBody>
      </p:sp>
    </p:spTree>
    <p:extLst>
      <p:ext uri="{BB962C8B-B14F-4D97-AF65-F5344CB8AC3E}">
        <p14:creationId xmlns:p14="http://schemas.microsoft.com/office/powerpoint/2010/main" val="215853432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eliciting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Overview of Elicitation Techniques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18374873" cy="73396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Purpose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Gather comprehensive requirements from stakeholders.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Challenges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Ambiguity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Unclear or incomplete information.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Communication Barriers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Misunderstandings due to jargon or assumptions.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Stakeholder Availability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Limited access to key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20092748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eliciting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Interviews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858327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Types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Structured Interviews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Predefined set of questions.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Unstructured Interviews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Open-ended conversations.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Best Practices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Preparation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Research and plan questions.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Active Listening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Pay attention and clarify doubts.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Recording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Take notes or record (with permission).</a:t>
            </a:r>
          </a:p>
        </p:txBody>
      </p:sp>
    </p:spTree>
    <p:extLst>
      <p:ext uri="{BB962C8B-B14F-4D97-AF65-F5344CB8AC3E}">
        <p14:creationId xmlns:p14="http://schemas.microsoft.com/office/powerpoint/2010/main" val="417165042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eliciting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Surveys and Questionnaires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18374873" cy="66622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Use When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Access to stakeholders is limited; need quantitative data.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Design Tips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Clear Questions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Avoid ambiguity.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Logical Flow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Organize questions coherently.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Pilot Testing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Test the questionnaire before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82409153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eliciting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Workshops and Focus Groups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858327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Workshops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Collaborative sessions with stakeholders.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Advantages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Foster collaboration, immediate feedback.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Focus Groups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Guided discussions with selected stakeholders.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Advantages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Gain diverse perspectives.</a:t>
            </a:r>
          </a:p>
          <a:p>
            <a:pPr>
              <a:lnSpc>
                <a:spcPct val="90000"/>
              </a:lnSpc>
            </a:pPr>
            <a:endParaRPr lang="en-US" alt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9466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eliciting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Observation and Ethnography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18374873" cy="75253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Observation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Watch stakeholders perform tasks.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Benefits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Understand actual workflows and pain points.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Ethnography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In-depth study of users in their environment.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Benefits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Gain deep insights into user behavior and culture.</a:t>
            </a:r>
          </a:p>
        </p:txBody>
      </p:sp>
    </p:spTree>
    <p:extLst>
      <p:ext uri="{BB962C8B-B14F-4D97-AF65-F5344CB8AC3E}">
        <p14:creationId xmlns:p14="http://schemas.microsoft.com/office/powerpoint/2010/main" val="27393780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Documenting Stakeholder needs and Expectations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Writing clear and concise requirement specifications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18374873" cy="94054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Guidelines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Clarity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Use simple, unambiguous language.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Consistency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Maintain uniform terminology.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Completeness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Cover all necessary aspects.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Verifiability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Requirements should be testable.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Example of a Well-Written Requirement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"The system shall authenticate users using a username and password before granting access to the dashboard."</a:t>
            </a:r>
          </a:p>
        </p:txBody>
      </p:sp>
    </p:spTree>
    <p:extLst>
      <p:ext uri="{BB962C8B-B14F-4D97-AF65-F5344CB8AC3E}">
        <p14:creationId xmlns:p14="http://schemas.microsoft.com/office/powerpoint/2010/main" val="376427763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Analyzing and Validating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Requirement Analysis Techniques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761053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Prioritization: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MoSCoW</a:t>
            </a: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 Method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Must have, Should have, Could have, Won't have.</a:t>
            </a:r>
          </a:p>
          <a:p>
            <a:pPr>
              <a:lnSpc>
                <a:spcPct val="90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Modeling: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Data Flow Diagrams (DFDs)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Represent data movement.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Entity-Relationship Diagrams (ERDs)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Show data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43604191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Requirements traceability and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Importance of traceability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18374873" cy="75253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Definition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Ability to link requirements to their origins and track them throughout the project.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Benefits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Impact Analysis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Understand effects of changes.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Verification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Ensure all requirements are fulfilled.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Accountability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Maintain records of decisions.</a:t>
            </a:r>
          </a:p>
        </p:txBody>
      </p:sp>
    </p:spTree>
    <p:extLst>
      <p:ext uri="{BB962C8B-B14F-4D97-AF65-F5344CB8AC3E}">
        <p14:creationId xmlns:p14="http://schemas.microsoft.com/office/powerpoint/2010/main" val="99848215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7740-D6DA-6C55-0243-9D108735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Requirements traceability and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D516-F840-B65B-11E4-870939F1A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13999" cy="840935"/>
          </a:xfrm>
        </p:spPr>
        <p:txBody>
          <a:bodyPr>
            <a:normAutofit/>
          </a:bodyPr>
          <a:lstStyle/>
          <a:p>
            <a:r>
              <a:rPr lang="en-ID" dirty="0"/>
              <a:t>Tools for Requirements Management</a:t>
            </a:r>
            <a:endParaRPr lang="en-US" dirty="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D38F695-9C98-7A60-2F6E-CE44E8B5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8374873" cy="1045533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Popular Tools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IBM Rational DOORS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For requirements management and traceability.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Jama Software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Collaborative requirements management.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Atlassian JIRA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With plugins for requirements tracking.</a:t>
            </a:r>
          </a:p>
          <a:p>
            <a:pPr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Features to Look For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Traceability Matrices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Visualize relationships between requirements and other artifacts.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Collaboration Capabilities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Support team communication.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Integration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: Ability to work with other development tools.</a:t>
            </a:r>
          </a:p>
        </p:txBody>
      </p:sp>
    </p:spTree>
    <p:extLst>
      <p:ext uri="{BB962C8B-B14F-4D97-AF65-F5344CB8AC3E}">
        <p14:creationId xmlns:p14="http://schemas.microsoft.com/office/powerpoint/2010/main" val="206976067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F5C7-5017-9068-B8A9-BA8F3F78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Now that we know the tools, let’s see how requirements engineering work is organized conceptually.</a:t>
            </a:r>
            <a:endParaRPr lang="en-ID" sz="7200" dirty="0"/>
          </a:p>
        </p:txBody>
      </p:sp>
    </p:spTree>
    <p:extLst>
      <p:ext uri="{BB962C8B-B14F-4D97-AF65-F5344CB8AC3E}">
        <p14:creationId xmlns:p14="http://schemas.microsoft.com/office/powerpoint/2010/main" val="217958849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E18A-A51A-FF0A-9A9A-0BD67376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15C3E-B93D-6CE7-D602-86BB35C9188F}"/>
              </a:ext>
            </a:extLst>
          </p:cNvPr>
          <p:cNvSpPr txBox="1"/>
          <p:nvPr/>
        </p:nvSpPr>
        <p:spPr>
          <a:xfrm>
            <a:off x="2167377" y="3611077"/>
            <a:ext cx="18831166" cy="7294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engineering includes seven core tasks: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Inception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Elicitation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Elaboration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Negotiation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Management</a:t>
            </a:r>
          </a:p>
          <a:p>
            <a:pPr algn="l"/>
            <a:endParaRPr lang="en-ID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tasks: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not occur strictly in sequence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Often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overlap and run in parallel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adapted to each project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AB4D9B-4A31-B08A-1C03-ABC0489DD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53052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1026-1B9E-D962-C7AA-1AD5B363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0588-FE86-0C26-5188-5DDB5799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09A77-FBAA-194F-0189-FC0D59DED0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93C6F-11A1-E4D4-AC71-48E8BB46273E}"/>
              </a:ext>
            </a:extLst>
          </p:cNvPr>
          <p:cNvSpPr txBox="1"/>
          <p:nvPr/>
        </p:nvSpPr>
        <p:spPr>
          <a:xfrm>
            <a:off x="2167377" y="4056800"/>
            <a:ext cx="12192000" cy="7848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Inception: Understanding the Problem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need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 needs the system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boundaries</a:t>
            </a:r>
          </a:p>
          <a:p>
            <a:pPr algn="l"/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Elicitation: Discovering Stakeholder Goals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Engage stakeholders through discussion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 and non-functional goals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Capture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success means</a:t>
            </a:r>
          </a:p>
          <a:p>
            <a:pPr algn="l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Elaboration: Refining Requirements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Refine user scenarios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Clarify system behavior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key concepts and interactions</a:t>
            </a:r>
          </a:p>
        </p:txBody>
      </p:sp>
    </p:spTree>
    <p:extLst>
      <p:ext uri="{BB962C8B-B14F-4D97-AF65-F5344CB8AC3E}">
        <p14:creationId xmlns:p14="http://schemas.microsoft.com/office/powerpoint/2010/main" val="244096550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1C51D-8681-B1EC-8309-C51CA073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843C-779D-DE4E-8319-BA2724A0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F4964-E84A-35D5-493F-E39289D76D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2B906-50D9-AD00-7524-5F2FECBAA05F}"/>
              </a:ext>
            </a:extLst>
          </p:cNvPr>
          <p:cNvSpPr txBox="1"/>
          <p:nvPr/>
        </p:nvSpPr>
        <p:spPr>
          <a:xfrm>
            <a:off x="2167377" y="4056800"/>
            <a:ext cx="12192000" cy="6740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Negotiation: Resolving Conflicts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Handle conflicting requirements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Prioritize based on value, cost, and risk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Reach agreements all parties can accept</a:t>
            </a:r>
          </a:p>
          <a:p>
            <a:pPr algn="l"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Specification: Representing Requirements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may be documented as:</a:t>
            </a:r>
          </a:p>
          <a:p>
            <a:pPr marL="1171575" lvl="8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</a:p>
          <a:p>
            <a:pPr marL="1171575" lvl="2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Models</a:t>
            </a:r>
          </a:p>
          <a:p>
            <a:pPr marL="1171575" lvl="2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Scenarios</a:t>
            </a:r>
          </a:p>
          <a:p>
            <a:pPr marL="1171575" lvl="2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Prototypes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Level of formality depends on project size and risk</a:t>
            </a:r>
          </a:p>
        </p:txBody>
      </p:sp>
    </p:spTree>
    <p:extLst>
      <p:ext uri="{BB962C8B-B14F-4D97-AF65-F5344CB8AC3E}">
        <p14:creationId xmlns:p14="http://schemas.microsoft.com/office/powerpoint/2010/main" val="23180130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8BCD7-E3CF-5FA8-7241-B1DEEB1E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C75F-7201-F087-3E00-06B4009F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5AFFD-6655-9EEB-5185-6D23077361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A1283-F3B8-6176-3CCF-CEE6F5124A64}"/>
              </a:ext>
            </a:extLst>
          </p:cNvPr>
          <p:cNvSpPr txBox="1"/>
          <p:nvPr/>
        </p:nvSpPr>
        <p:spPr>
          <a:xfrm>
            <a:off x="2167377" y="4056800"/>
            <a:ext cx="12192000" cy="6740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Validation: Checking Requirement Quality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 requirements are:</a:t>
            </a:r>
          </a:p>
          <a:p>
            <a:pPr marL="126682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Clear</a:t>
            </a:r>
          </a:p>
          <a:p>
            <a:pPr marL="126682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Consistent</a:t>
            </a:r>
          </a:p>
          <a:p>
            <a:pPr marL="126682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Testable</a:t>
            </a:r>
          </a:p>
          <a:p>
            <a:pPr marL="126682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Achievable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 errors, omissions, and ambiguity</a:t>
            </a:r>
          </a:p>
          <a:p>
            <a:pPr algn="l">
              <a:buNone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Management: Handling Change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 requirement changes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 traceability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 scope while accepting evolution</a:t>
            </a:r>
          </a:p>
        </p:txBody>
      </p:sp>
    </p:spTree>
    <p:extLst>
      <p:ext uri="{BB962C8B-B14F-4D97-AF65-F5344CB8AC3E}">
        <p14:creationId xmlns:p14="http://schemas.microsoft.com/office/powerpoint/2010/main" val="408878931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E884-D1CF-F0EF-5954-58C6844F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ACEB-8241-4A0B-7D83-7FDCECF0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2420C-80CD-7147-D06C-98A761F3E1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995208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Single Case Study: University Online Course Registration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0B74C-4B6B-767E-0BDB-2BE15BC04D6D}"/>
              </a:ext>
            </a:extLst>
          </p:cNvPr>
          <p:cNvSpPr txBox="1"/>
          <p:nvPr/>
        </p:nvSpPr>
        <p:spPr>
          <a:xfrm>
            <a:off x="2167377" y="4041844"/>
            <a:ext cx="12192000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Case: Online Course Registration System</a:t>
            </a:r>
          </a:p>
          <a:p>
            <a:pPr algn="l"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 struggle to register courses on time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approvals cause delays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Errors lead to schedule conflicts</a:t>
            </a:r>
          </a:p>
          <a:p>
            <a:pPr algn="l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 student experience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 administrative workload</a:t>
            </a:r>
          </a:p>
        </p:txBody>
      </p:sp>
    </p:spTree>
    <p:extLst>
      <p:ext uri="{BB962C8B-B14F-4D97-AF65-F5344CB8AC3E}">
        <p14:creationId xmlns:p14="http://schemas.microsoft.com/office/powerpoint/2010/main" val="420377549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339FF-4153-3728-1427-65264DBD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C7FC-0077-9A2C-D167-CB84D89C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30548-B9E7-67F5-F595-7FB53131FD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768931" cy="803546"/>
          </a:xfrm>
        </p:spPr>
        <p:txBody>
          <a:bodyPr>
            <a:normAutofit/>
          </a:bodyPr>
          <a:lstStyle/>
          <a:p>
            <a:r>
              <a:rPr lang="en-US" dirty="0"/>
              <a:t>Single Case Study: University Online Course Registration System</a:t>
            </a:r>
          </a:p>
          <a:p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FCE10-D923-8D3E-AC10-BE36B44880AD}"/>
              </a:ext>
            </a:extLst>
          </p:cNvPr>
          <p:cNvSpPr txBox="1"/>
          <p:nvPr/>
        </p:nvSpPr>
        <p:spPr>
          <a:xfrm>
            <a:off x="2167377" y="4056800"/>
            <a:ext cx="12192000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Inception: Understanding the Problem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need: faster, error-free registration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Stakeholders:</a:t>
            </a:r>
          </a:p>
          <a:p>
            <a:pPr marL="117157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</a:t>
            </a:r>
          </a:p>
          <a:p>
            <a:pPr marL="117157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Academic advisors</a:t>
            </a:r>
          </a:p>
          <a:p>
            <a:pPr marL="117157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Registrar office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Scope:</a:t>
            </a:r>
          </a:p>
          <a:p>
            <a:pPr marL="117157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 selection</a:t>
            </a:r>
          </a:p>
          <a:p>
            <a:pPr marL="117157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Schedule validation</a:t>
            </a:r>
          </a:p>
          <a:p>
            <a:pPr marL="1171575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Approval workflow</a:t>
            </a:r>
          </a:p>
          <a:p>
            <a:pPr marL="600075" algn="l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2364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68C6-7586-F096-7716-58068FA8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1029-3A4A-CA46-76B6-BD337570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A3E48-88A1-C884-F874-00230DFFF9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768931" cy="803546"/>
          </a:xfrm>
        </p:spPr>
        <p:txBody>
          <a:bodyPr>
            <a:normAutofit/>
          </a:bodyPr>
          <a:lstStyle/>
          <a:p>
            <a:r>
              <a:rPr lang="en-US" dirty="0"/>
              <a:t>Single Case Study: University Online Course Registration System</a:t>
            </a:r>
          </a:p>
          <a:p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6C490-32BF-0A83-8210-5F4702DAA6C5}"/>
              </a:ext>
            </a:extLst>
          </p:cNvPr>
          <p:cNvSpPr txBox="1"/>
          <p:nvPr/>
        </p:nvSpPr>
        <p:spPr>
          <a:xfrm>
            <a:off x="2167377" y="4056800"/>
            <a:ext cx="12192000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Elicitation: Discovering Stakeholder Goals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Stakeholder goals: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Students: register quickly, avoid clashes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Advisors: approve efficiently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Admins: enforce academic rules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Non-functional goals: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 during peak time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 of student data</a:t>
            </a:r>
          </a:p>
        </p:txBody>
      </p:sp>
    </p:spTree>
    <p:extLst>
      <p:ext uri="{BB962C8B-B14F-4D97-AF65-F5344CB8AC3E}">
        <p14:creationId xmlns:p14="http://schemas.microsoft.com/office/powerpoint/2010/main" val="404636579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909E1-1F52-5B3E-D420-619E2205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3B57-7D09-D7B7-BB62-D65D69973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F612B-833E-0A96-E3D7-2376C31DA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768931" cy="803546"/>
          </a:xfrm>
        </p:spPr>
        <p:txBody>
          <a:bodyPr>
            <a:normAutofit/>
          </a:bodyPr>
          <a:lstStyle/>
          <a:p>
            <a:r>
              <a:rPr lang="en-US" dirty="0"/>
              <a:t>Single Case Study: University Online Course Registration System</a:t>
            </a:r>
          </a:p>
          <a:p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CDB41-BBF7-E641-F023-F30016A46BB6}"/>
              </a:ext>
            </a:extLst>
          </p:cNvPr>
          <p:cNvSpPr txBox="1"/>
          <p:nvPr/>
        </p:nvSpPr>
        <p:spPr>
          <a:xfrm>
            <a:off x="2167377" y="4056800"/>
            <a:ext cx="12192000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Elaboration: Refining Requirements 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scenarios refined: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 selects courses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checks prerequisites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detects schedule conflicts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Advisor reviews exceptions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concepts identified: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Prerequisite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238062267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D9FE-A3AB-AFB3-84D2-DB703752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294A-3990-A602-CAD7-7A17E979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B5413-0B47-6242-9EAD-8E80CF0C9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768931" cy="803546"/>
          </a:xfrm>
        </p:spPr>
        <p:txBody>
          <a:bodyPr>
            <a:normAutofit/>
          </a:bodyPr>
          <a:lstStyle/>
          <a:p>
            <a:r>
              <a:rPr lang="en-US" dirty="0"/>
              <a:t>Single Case Study: University Online Course Registration System</a:t>
            </a:r>
          </a:p>
          <a:p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DA4D2-EF09-2AEB-BF49-F362F3B538C4}"/>
              </a:ext>
            </a:extLst>
          </p:cNvPr>
          <p:cNvSpPr txBox="1"/>
          <p:nvPr/>
        </p:nvSpPr>
        <p:spPr>
          <a:xfrm>
            <a:off x="2167376" y="4056800"/>
            <a:ext cx="14715569" cy="89562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Negotiation: Resolving Conflicts 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Conflicts: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 want unlimited course selection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University enforces credit limits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Resolution: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allows requests beyond limit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Advisor approval required</a:t>
            </a:r>
          </a:p>
          <a:p>
            <a:pPr algn="l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Specification: Representing Requirements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represented as: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stories (student actions)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Acceptance criteria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Simple workflow diagrams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Formality: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Lightweight documentation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Detailed rules for validation logic</a:t>
            </a:r>
          </a:p>
        </p:txBody>
      </p:sp>
    </p:spTree>
    <p:extLst>
      <p:ext uri="{BB962C8B-B14F-4D97-AF65-F5344CB8AC3E}">
        <p14:creationId xmlns:p14="http://schemas.microsoft.com/office/powerpoint/2010/main" val="11832040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01AD-B8EF-AEFC-FF15-7A15714D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753E-FF06-A340-BD00-02B3577D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D80B4-FD43-B213-3E08-26E8C2773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768931" cy="803546"/>
          </a:xfrm>
        </p:spPr>
        <p:txBody>
          <a:bodyPr>
            <a:normAutofit/>
          </a:bodyPr>
          <a:lstStyle/>
          <a:p>
            <a:r>
              <a:rPr lang="en-US" dirty="0"/>
              <a:t>Single Case Study: University Online Course Registration System</a:t>
            </a:r>
          </a:p>
          <a:p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1EDDD-386E-013F-39B0-D1FFBCB66C1B}"/>
              </a:ext>
            </a:extLst>
          </p:cNvPr>
          <p:cNvSpPr txBox="1"/>
          <p:nvPr/>
        </p:nvSpPr>
        <p:spPr>
          <a:xfrm>
            <a:off x="2167376" y="4056800"/>
            <a:ext cx="14715569" cy="7294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Validation: Checking Requirement Quality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Validation checks: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“Fast registration” clarified as: Page loads &lt; 2 seconds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“User-friendly” replaced with: Max 3 steps to register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Stakeholders review and confirm requirements.</a:t>
            </a:r>
          </a:p>
          <a:p>
            <a:pPr algn="l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Management: Handling Change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examples: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 prerequisite policy introduced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 capacity rules updated</a:t>
            </a:r>
          </a:p>
          <a:p>
            <a:pPr algn="l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Management actions: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backlogTrace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affected requirements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Revalidate impacted features</a:t>
            </a:r>
          </a:p>
        </p:txBody>
      </p:sp>
    </p:spTree>
    <p:extLst>
      <p:ext uri="{BB962C8B-B14F-4D97-AF65-F5344CB8AC3E}">
        <p14:creationId xmlns:p14="http://schemas.microsoft.com/office/powerpoint/2010/main" val="236560747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22BB-ADBF-F346-A1BF-166A81A39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45F22E-FF7A-F54D-3EDE-7D3350E24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30" y="0"/>
            <a:ext cx="2253803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45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10C8-8EA5-3D62-1F5B-03981C84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 and Interactive Exercise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F770-7560-E1EE-F534-94A68C6FC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Case Study: Online Retail System</a:t>
            </a:r>
            <a:endParaRPr 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31DE6F5-3E8E-50D1-B92F-3FEEA2FAF154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2167377" y="3260663"/>
            <a:ext cx="19092423" cy="10455337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Scenario:</a:t>
            </a:r>
          </a:p>
          <a:p>
            <a:pPr marL="0" indent="0">
              <a:buNone/>
              <a:defRPr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company wants to develop an online retail platform that allows customers to browse products, place orders, and track shipments.</a:t>
            </a:r>
          </a:p>
          <a:p>
            <a:pPr marL="0" indent="0">
              <a:buNone/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Tasks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 1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Identify key stakeholders.</a:t>
            </a:r>
          </a:p>
          <a:p>
            <a:pPr lvl="1"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 2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Choose appropriate elicitation techniques for gathering requirements from these stakeholders.</a:t>
            </a:r>
          </a:p>
          <a:p>
            <a:pPr lvl="1"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 3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Write one functional and one non-functional requirement based on the scenario.</a:t>
            </a:r>
          </a:p>
          <a:p>
            <a:pPr lvl="1"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 4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Using the Online Retail System, briefly describe how requirements evolve across the seven RE tasks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260663"/>
            <a:ext cx="13714940" cy="10455337"/>
          </a:xfrm>
        </p:spPr>
        <p:txBody>
          <a:bodyPr>
            <a:normAutofit/>
          </a:bodyPr>
          <a:lstStyle/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Winters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Tom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Hyrum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Wright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(2020).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Google: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Lesson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Learned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Over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1st.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O’Reilly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Media. California. ISBN: 978-1492082798.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Engineering: A Practitioner's Approach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9th E. McGraw- Hill. New York. ISBN: 9781259872976.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Engineering / Specification,  http://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www.youtube.com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watch?v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=wEr6mwquPLY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Collaborative Requirements Management, 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http://www.youtube.com/watch?v=tEXizjE05LA</a:t>
            </a: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4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2923</TotalTime>
  <Words>1696</Words>
  <Application>Microsoft Office PowerPoint</Application>
  <PresentationFormat>Custom</PresentationFormat>
  <Paragraphs>321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Open Sans Semibold</vt:lpstr>
      <vt:lpstr>Arial</vt:lpstr>
      <vt:lpstr>Open Sans ExtraBold</vt:lpstr>
      <vt:lpstr>Open Sans Light</vt:lpstr>
      <vt:lpstr>Open Sans</vt:lpstr>
      <vt:lpstr>OCRB</vt:lpstr>
      <vt:lpstr>21_BasicWhite</vt:lpstr>
      <vt:lpstr>Requirements Engineering</vt:lpstr>
      <vt:lpstr>Session 06 – Requirement Engineering</vt:lpstr>
      <vt:lpstr>Session 06 – Requirement Engineering</vt:lpstr>
      <vt:lpstr>Introduction to Requirements Engineering</vt:lpstr>
      <vt:lpstr>Introduction to Requirements Engineering</vt:lpstr>
      <vt:lpstr>Stakeholder identification and analysis</vt:lpstr>
      <vt:lpstr>Stakeholder identification and analysis</vt:lpstr>
      <vt:lpstr>Stakeholder identification and analysis</vt:lpstr>
      <vt:lpstr>Types of Requirements </vt:lpstr>
      <vt:lpstr>Techniques for eliciting requirements</vt:lpstr>
      <vt:lpstr>Techniques for eliciting requirements</vt:lpstr>
      <vt:lpstr>Techniques for eliciting requirements</vt:lpstr>
      <vt:lpstr>Techniques for eliciting requirements</vt:lpstr>
      <vt:lpstr>Techniques for eliciting requirements</vt:lpstr>
      <vt:lpstr>Documenting Stakeholder needs and Expectations</vt:lpstr>
      <vt:lpstr>Analyzing and Validating Requirements</vt:lpstr>
      <vt:lpstr>Requirements traceability and management</vt:lpstr>
      <vt:lpstr>Requirements traceability and management</vt:lpstr>
      <vt:lpstr>Now that we know the tools, let’s see how requirements engineering work is organized conceptually.</vt:lpstr>
      <vt:lpstr>Requirement Engineering </vt:lpstr>
      <vt:lpstr>Requirement Engineering </vt:lpstr>
      <vt:lpstr>Requirement Engineering </vt:lpstr>
      <vt:lpstr>Requirement Engineering </vt:lpstr>
      <vt:lpstr>Requirement Engineering </vt:lpstr>
      <vt:lpstr>Requirement Engineering </vt:lpstr>
      <vt:lpstr>Requirement Engineering </vt:lpstr>
      <vt:lpstr>Requirement Engineering </vt:lpstr>
      <vt:lpstr>Requirement Engineering </vt:lpstr>
      <vt:lpstr>Requirement Engineering </vt:lpstr>
      <vt:lpstr>PowerPoint Presentation</vt:lpstr>
      <vt:lpstr>Case Study and Interactive 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66</cp:revision>
  <dcterms:created xsi:type="dcterms:W3CDTF">2023-04-06T08:40:27Z</dcterms:created>
  <dcterms:modified xsi:type="dcterms:W3CDTF">2025-12-26T03:33:39Z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