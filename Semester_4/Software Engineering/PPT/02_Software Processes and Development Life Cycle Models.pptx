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5"/>
  </p:sldMasterIdLst>
  <p:notesMasterIdLst>
    <p:notesMasterId r:id="rId54"/>
  </p:notesMasterIdLst>
  <p:sldIdLst>
    <p:sldId id="256" r:id="rId6"/>
    <p:sldId id="257" r:id="rId7"/>
    <p:sldId id="258" r:id="rId8"/>
    <p:sldId id="334" r:id="rId9"/>
    <p:sldId id="315" r:id="rId10"/>
    <p:sldId id="319" r:id="rId11"/>
    <p:sldId id="333" r:id="rId12"/>
    <p:sldId id="287" r:id="rId13"/>
    <p:sldId id="288" r:id="rId14"/>
    <p:sldId id="289" r:id="rId15"/>
    <p:sldId id="290" r:id="rId16"/>
    <p:sldId id="291" r:id="rId17"/>
    <p:sldId id="293" r:id="rId18"/>
    <p:sldId id="335" r:id="rId19"/>
    <p:sldId id="320" r:id="rId20"/>
    <p:sldId id="317" r:id="rId21"/>
    <p:sldId id="316" r:id="rId22"/>
    <p:sldId id="262" r:id="rId23"/>
    <p:sldId id="285" r:id="rId24"/>
    <p:sldId id="286" r:id="rId25"/>
    <p:sldId id="336" r:id="rId26"/>
    <p:sldId id="292" r:id="rId27"/>
    <p:sldId id="337" r:id="rId28"/>
    <p:sldId id="294" r:id="rId29"/>
    <p:sldId id="340" r:id="rId30"/>
    <p:sldId id="339" r:id="rId31"/>
    <p:sldId id="296" r:id="rId32"/>
    <p:sldId id="321" r:id="rId33"/>
    <p:sldId id="322" r:id="rId34"/>
    <p:sldId id="323" r:id="rId35"/>
    <p:sldId id="324" r:id="rId36"/>
    <p:sldId id="341" r:id="rId37"/>
    <p:sldId id="297" r:id="rId38"/>
    <p:sldId id="298" r:id="rId39"/>
    <p:sldId id="299" r:id="rId40"/>
    <p:sldId id="325" r:id="rId41"/>
    <p:sldId id="300" r:id="rId42"/>
    <p:sldId id="342" r:id="rId43"/>
    <p:sldId id="326" r:id="rId44"/>
    <p:sldId id="328" r:id="rId45"/>
    <p:sldId id="329" r:id="rId46"/>
    <p:sldId id="330" r:id="rId47"/>
    <p:sldId id="311" r:id="rId48"/>
    <p:sldId id="312" r:id="rId49"/>
    <p:sldId id="313" r:id="rId50"/>
    <p:sldId id="314" r:id="rId51"/>
    <p:sldId id="332" r:id="rId52"/>
    <p:sldId id="284" r:id="rId53"/>
  </p:sldIdLst>
  <p:sldSz cx="24384000" cy="13716000"/>
  <p:notesSz cx="6858000" cy="9144000"/>
  <p:embeddedFontLst>
    <p:embeddedFont>
      <p:font typeface="OCRB" panose="020B0609020202020204" pitchFamily="49" charset="0"/>
      <p:regular r:id="rId55"/>
    </p:embeddedFont>
    <p:embeddedFont>
      <p:font typeface="Open Sans" panose="020B0606030504020204" pitchFamily="34" charset="0"/>
      <p:regular r:id="rId56"/>
      <p:bold r:id="rId57"/>
      <p:italic r:id="rId58"/>
      <p:boldItalic r:id="rId59"/>
    </p:embeddedFont>
    <p:embeddedFont>
      <p:font typeface="Open Sans ExtraBold" panose="020B0906030804020204" pitchFamily="34" charset="0"/>
      <p:bold r:id="rId60"/>
      <p:italic r:id="rId61"/>
      <p:boldItalic r:id="rId62"/>
    </p:embeddedFont>
    <p:embeddedFont>
      <p:font typeface="Open Sans Light" panose="020B0306030504020204" pitchFamily="34" charset="0"/>
      <p:regular r:id="rId63"/>
      <p:italic r:id="rId64"/>
    </p:embeddedFont>
    <p:embeddedFont>
      <p:font typeface="Open Sans Semibold" panose="020B0706030804020204" pitchFamily="34" charset="0"/>
      <p:regular r:id="rId65"/>
      <p:bold r:id="rId66"/>
      <p:italic r:id="rId67"/>
      <p:boldItalic r:id="rId68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4F93"/>
    <a:srgbClr val="F5A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411D37-FF40-4ABE-840B-325896199A5C}" v="69" dt="2025-12-25T22:01:09.76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16" autoAdjust="0"/>
    <p:restoredTop sz="76671" autoAdjust="0"/>
  </p:normalViewPr>
  <p:slideViewPr>
    <p:cSldViewPr snapToGrid="0" snapToObjects="1">
      <p:cViewPr varScale="1">
        <p:scale>
          <a:sx n="21" d="100"/>
          <a:sy n="21" d="100"/>
        </p:scale>
        <p:origin x="53" y="43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font" Target="fonts/font9.fntdata"/><Relationship Id="rId68" Type="http://schemas.openxmlformats.org/officeDocument/2006/relationships/font" Target="fonts/font1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font" Target="fonts/font4.fntdata"/><Relationship Id="rId66" Type="http://schemas.openxmlformats.org/officeDocument/2006/relationships/font" Target="fonts/font12.fntdata"/><Relationship Id="rId74" Type="http://schemas.microsoft.com/office/2015/10/relationships/revisionInfo" Target="revisionInfo.xml"/><Relationship Id="rId5" Type="http://schemas.openxmlformats.org/officeDocument/2006/relationships/slideMaster" Target="slideMasters/slideMaster1.xml"/><Relationship Id="rId61" Type="http://schemas.openxmlformats.org/officeDocument/2006/relationships/font" Target="fonts/font7.fntdata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69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font" Target="fonts/font5.fntdata"/><Relationship Id="rId67" Type="http://schemas.openxmlformats.org/officeDocument/2006/relationships/font" Target="fonts/font13.fntdata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8.fntdata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font" Target="fonts/font3.fntdata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73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font" Target="fonts/font1.fntdata"/><Relationship Id="rId7" Type="http://schemas.openxmlformats.org/officeDocument/2006/relationships/slide" Target="slides/slide2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lin Nasari" userId="2c02bce8-14a6-4f73-b14a-299518f8dfce" providerId="ADAL" clId="{973AE700-8634-4AC6-A10B-DFA7AFECB9DA}"/>
    <pc:docChg chg="undo custSel addSld delSld modSld sldOrd">
      <pc:chgData name="Maulin Nasari" userId="2c02bce8-14a6-4f73-b14a-299518f8dfce" providerId="ADAL" clId="{973AE700-8634-4AC6-A10B-DFA7AFECB9DA}" dt="2025-12-25T22:01:09.769" v="719"/>
      <pc:docMkLst>
        <pc:docMk/>
      </pc:docMkLst>
      <pc:sldChg chg="modSp">
        <pc:chgData name="Maulin Nasari" userId="2c02bce8-14a6-4f73-b14a-299518f8dfce" providerId="ADAL" clId="{973AE700-8634-4AC6-A10B-DFA7AFECB9DA}" dt="2025-12-25T22:01:09.769" v="719"/>
        <pc:sldMkLst>
          <pc:docMk/>
          <pc:sldMk cId="481981883" sldId="258"/>
        </pc:sldMkLst>
        <pc:spChg chg="mod">
          <ac:chgData name="Maulin Nasari" userId="2c02bce8-14a6-4f73-b14a-299518f8dfce" providerId="ADAL" clId="{973AE700-8634-4AC6-A10B-DFA7AFECB9DA}" dt="2025-12-25T22:01:09.769" v="719"/>
          <ac:spMkLst>
            <pc:docMk/>
            <pc:sldMk cId="481981883" sldId="258"/>
            <ac:spMk id="4" creationId="{76E358E3-B24E-F7A5-ECF8-12101774A9ED}"/>
          </ac:spMkLst>
        </pc:spChg>
      </pc:sldChg>
      <pc:sldChg chg="modSp mod ord">
        <pc:chgData name="Maulin Nasari" userId="2c02bce8-14a6-4f73-b14a-299518f8dfce" providerId="ADAL" clId="{973AE700-8634-4AC6-A10B-DFA7AFECB9DA}" dt="2025-12-24T07:37:53.144" v="223"/>
        <pc:sldMkLst>
          <pc:docMk/>
          <pc:sldMk cId="1900725861" sldId="287"/>
        </pc:sldMkLst>
        <pc:spChg chg="mod">
          <ac:chgData name="Maulin Nasari" userId="2c02bce8-14a6-4f73-b14a-299518f8dfce" providerId="ADAL" clId="{973AE700-8634-4AC6-A10B-DFA7AFECB9DA}" dt="2025-12-24T04:47:25.377" v="206" actId="113"/>
          <ac:spMkLst>
            <pc:docMk/>
            <pc:sldMk cId="1900725861" sldId="287"/>
            <ac:spMk id="4" creationId="{B5552849-CE2C-39CE-0303-4B296CF1F9CD}"/>
          </ac:spMkLst>
        </pc:spChg>
      </pc:sldChg>
      <pc:sldChg chg="ord">
        <pc:chgData name="Maulin Nasari" userId="2c02bce8-14a6-4f73-b14a-299518f8dfce" providerId="ADAL" clId="{973AE700-8634-4AC6-A10B-DFA7AFECB9DA}" dt="2025-12-24T07:37:53.144" v="223"/>
        <pc:sldMkLst>
          <pc:docMk/>
          <pc:sldMk cId="3587632015" sldId="288"/>
        </pc:sldMkLst>
      </pc:sldChg>
      <pc:sldChg chg="ord">
        <pc:chgData name="Maulin Nasari" userId="2c02bce8-14a6-4f73-b14a-299518f8dfce" providerId="ADAL" clId="{973AE700-8634-4AC6-A10B-DFA7AFECB9DA}" dt="2025-12-24T07:37:53.144" v="223"/>
        <pc:sldMkLst>
          <pc:docMk/>
          <pc:sldMk cId="3115758345" sldId="289"/>
        </pc:sldMkLst>
      </pc:sldChg>
      <pc:sldChg chg="ord">
        <pc:chgData name="Maulin Nasari" userId="2c02bce8-14a6-4f73-b14a-299518f8dfce" providerId="ADAL" clId="{973AE700-8634-4AC6-A10B-DFA7AFECB9DA}" dt="2025-12-24T07:37:53.144" v="223"/>
        <pc:sldMkLst>
          <pc:docMk/>
          <pc:sldMk cId="3296980460" sldId="290"/>
        </pc:sldMkLst>
      </pc:sldChg>
      <pc:sldChg chg="ord">
        <pc:chgData name="Maulin Nasari" userId="2c02bce8-14a6-4f73-b14a-299518f8dfce" providerId="ADAL" clId="{973AE700-8634-4AC6-A10B-DFA7AFECB9DA}" dt="2025-12-24T07:37:53.144" v="223"/>
        <pc:sldMkLst>
          <pc:docMk/>
          <pc:sldMk cId="1546013616" sldId="291"/>
        </pc:sldMkLst>
      </pc:sldChg>
      <pc:sldChg chg="modSp mod">
        <pc:chgData name="Maulin Nasari" userId="2c02bce8-14a6-4f73-b14a-299518f8dfce" providerId="ADAL" clId="{973AE700-8634-4AC6-A10B-DFA7AFECB9DA}" dt="2025-12-24T04:48:06.203" v="218" actId="20577"/>
        <pc:sldMkLst>
          <pc:docMk/>
          <pc:sldMk cId="2303073842" sldId="292"/>
        </pc:sldMkLst>
        <pc:spChg chg="mod">
          <ac:chgData name="Maulin Nasari" userId="2c02bce8-14a6-4f73-b14a-299518f8dfce" providerId="ADAL" clId="{973AE700-8634-4AC6-A10B-DFA7AFECB9DA}" dt="2025-12-24T04:48:06.203" v="218" actId="20577"/>
          <ac:spMkLst>
            <pc:docMk/>
            <pc:sldMk cId="2303073842" sldId="292"/>
            <ac:spMk id="4" creationId="{B5552849-CE2C-39CE-0303-4B296CF1F9CD}"/>
          </ac:spMkLst>
        </pc:spChg>
      </pc:sldChg>
      <pc:sldChg chg="modSp mod ord modNotesTx">
        <pc:chgData name="Maulin Nasari" userId="2c02bce8-14a6-4f73-b14a-299518f8dfce" providerId="ADAL" clId="{973AE700-8634-4AC6-A10B-DFA7AFECB9DA}" dt="2025-12-24T07:50:20.777" v="289" actId="20577"/>
        <pc:sldMkLst>
          <pc:docMk/>
          <pc:sldMk cId="4009028651" sldId="293"/>
        </pc:sldMkLst>
        <pc:spChg chg="mod">
          <ac:chgData name="Maulin Nasari" userId="2c02bce8-14a6-4f73-b14a-299518f8dfce" providerId="ADAL" clId="{973AE700-8634-4AC6-A10B-DFA7AFECB9DA}" dt="2025-12-24T07:42:45.194" v="227" actId="1076"/>
          <ac:spMkLst>
            <pc:docMk/>
            <pc:sldMk cId="4009028651" sldId="293"/>
            <ac:spMk id="2" creationId="{549C4C09-62A6-4EAD-480F-E66422499F9C}"/>
          </ac:spMkLst>
        </pc:spChg>
        <pc:spChg chg="mod">
          <ac:chgData name="Maulin Nasari" userId="2c02bce8-14a6-4f73-b14a-299518f8dfce" providerId="ADAL" clId="{973AE700-8634-4AC6-A10B-DFA7AFECB9DA}" dt="2025-12-24T07:49:06.464" v="283" actId="5793"/>
          <ac:spMkLst>
            <pc:docMk/>
            <pc:sldMk cId="4009028651" sldId="293"/>
            <ac:spMk id="4" creationId="{B5552849-CE2C-39CE-0303-4B296CF1F9CD}"/>
          </ac:spMkLst>
        </pc:spChg>
      </pc:sldChg>
      <pc:sldChg chg="addSp delSp modSp mod modNotesTx">
        <pc:chgData name="Maulin Nasari" userId="2c02bce8-14a6-4f73-b14a-299518f8dfce" providerId="ADAL" clId="{973AE700-8634-4AC6-A10B-DFA7AFECB9DA}" dt="2025-12-24T08:31:43.277" v="367" actId="20577"/>
        <pc:sldMkLst>
          <pc:docMk/>
          <pc:sldMk cId="1324122859" sldId="294"/>
        </pc:sldMkLst>
        <pc:picChg chg="add del mod">
          <ac:chgData name="Maulin Nasari" userId="2c02bce8-14a6-4f73-b14a-299518f8dfce" providerId="ADAL" clId="{973AE700-8634-4AC6-A10B-DFA7AFECB9DA}" dt="2025-12-24T08:04:37.421" v="333" actId="478"/>
          <ac:picMkLst>
            <pc:docMk/>
            <pc:sldMk cId="1324122859" sldId="294"/>
            <ac:picMk id="5" creationId="{451ED746-3D29-990E-8A7F-9EA42AC59DD6}"/>
          </ac:picMkLst>
        </pc:picChg>
      </pc:sldChg>
      <pc:sldChg chg="modSp del mod">
        <pc:chgData name="Maulin Nasari" userId="2c02bce8-14a6-4f73-b14a-299518f8dfce" providerId="ADAL" clId="{973AE700-8634-4AC6-A10B-DFA7AFECB9DA}" dt="2025-12-24T08:31:30.550" v="364" actId="47"/>
        <pc:sldMkLst>
          <pc:docMk/>
          <pc:sldMk cId="2614903138" sldId="295"/>
        </pc:sldMkLst>
        <pc:spChg chg="mod">
          <ac:chgData name="Maulin Nasari" userId="2c02bce8-14a6-4f73-b14a-299518f8dfce" providerId="ADAL" clId="{973AE700-8634-4AC6-A10B-DFA7AFECB9DA}" dt="2025-12-24T08:30:48.709" v="362" actId="14100"/>
          <ac:spMkLst>
            <pc:docMk/>
            <pc:sldMk cId="2614903138" sldId="295"/>
            <ac:spMk id="4" creationId="{B5552849-CE2C-39CE-0303-4B296CF1F9CD}"/>
          </ac:spMkLst>
        </pc:spChg>
      </pc:sldChg>
      <pc:sldChg chg="modSp mod">
        <pc:chgData name="Maulin Nasari" userId="2c02bce8-14a6-4f73-b14a-299518f8dfce" providerId="ADAL" clId="{973AE700-8634-4AC6-A10B-DFA7AFECB9DA}" dt="2025-12-24T08:44:34.049" v="599" actId="20577"/>
        <pc:sldMkLst>
          <pc:docMk/>
          <pc:sldMk cId="552492415" sldId="296"/>
        </pc:sldMkLst>
        <pc:spChg chg="mod">
          <ac:chgData name="Maulin Nasari" userId="2c02bce8-14a6-4f73-b14a-299518f8dfce" providerId="ADAL" clId="{973AE700-8634-4AC6-A10B-DFA7AFECB9DA}" dt="2025-12-24T08:44:34.049" v="599" actId="20577"/>
          <ac:spMkLst>
            <pc:docMk/>
            <pc:sldMk cId="552492415" sldId="296"/>
            <ac:spMk id="3" creationId="{39E851F2-9100-FF53-F123-D4F65FF84AF7}"/>
          </ac:spMkLst>
        </pc:spChg>
      </pc:sldChg>
      <pc:sldChg chg="addSp modSp mod">
        <pc:chgData name="Maulin Nasari" userId="2c02bce8-14a6-4f73-b14a-299518f8dfce" providerId="ADAL" clId="{973AE700-8634-4AC6-A10B-DFA7AFECB9DA}" dt="2025-12-24T08:48:18.388" v="627" actId="1035"/>
        <pc:sldMkLst>
          <pc:docMk/>
          <pc:sldMk cId="4096360202" sldId="300"/>
        </pc:sldMkLst>
        <pc:graphicFrameChg chg="add mod modGraphic">
          <ac:chgData name="Maulin Nasari" userId="2c02bce8-14a6-4f73-b14a-299518f8dfce" providerId="ADAL" clId="{973AE700-8634-4AC6-A10B-DFA7AFECB9DA}" dt="2025-12-24T08:48:18.388" v="627" actId="1035"/>
          <ac:graphicFrameMkLst>
            <pc:docMk/>
            <pc:sldMk cId="4096360202" sldId="300"/>
            <ac:graphicFrameMk id="4" creationId="{22918642-2A45-D2DD-2EFE-EE9D03B12879}"/>
          </ac:graphicFrameMkLst>
        </pc:graphicFrameChg>
        <pc:picChg chg="mod">
          <ac:chgData name="Maulin Nasari" userId="2c02bce8-14a6-4f73-b14a-299518f8dfce" providerId="ADAL" clId="{973AE700-8634-4AC6-A10B-DFA7AFECB9DA}" dt="2025-12-24T08:48:09.783" v="617" actId="1035"/>
          <ac:picMkLst>
            <pc:docMk/>
            <pc:sldMk cId="4096360202" sldId="300"/>
            <ac:picMk id="6" creationId="{91027685-C9A9-F3A8-62CD-3DC3A38C772C}"/>
          </ac:picMkLst>
        </pc:picChg>
      </pc:sldChg>
      <pc:sldChg chg="modSp mod">
        <pc:chgData name="Maulin Nasari" userId="2c02bce8-14a6-4f73-b14a-299518f8dfce" providerId="ADAL" clId="{973AE700-8634-4AC6-A10B-DFA7AFECB9DA}" dt="2025-12-24T09:19:49.175" v="718" actId="5793"/>
        <pc:sldMkLst>
          <pc:docMk/>
          <pc:sldMk cId="960620724" sldId="311"/>
        </pc:sldMkLst>
        <pc:spChg chg="mod">
          <ac:chgData name="Maulin Nasari" userId="2c02bce8-14a6-4f73-b14a-299518f8dfce" providerId="ADAL" clId="{973AE700-8634-4AC6-A10B-DFA7AFECB9DA}" dt="2025-12-24T09:19:49.175" v="718" actId="5793"/>
          <ac:spMkLst>
            <pc:docMk/>
            <pc:sldMk cId="960620724" sldId="311"/>
            <ac:spMk id="4" creationId="{B5552849-CE2C-39CE-0303-4B296CF1F9CD}"/>
          </ac:spMkLst>
        </pc:spChg>
      </pc:sldChg>
      <pc:sldChg chg="ord">
        <pc:chgData name="Maulin Nasari" userId="2c02bce8-14a6-4f73-b14a-299518f8dfce" providerId="ADAL" clId="{973AE700-8634-4AC6-A10B-DFA7AFECB9DA}" dt="2025-12-24T04:40:00.709" v="111"/>
        <pc:sldMkLst>
          <pc:docMk/>
          <pc:sldMk cId="3041229379" sldId="316"/>
        </pc:sldMkLst>
      </pc:sldChg>
      <pc:sldChg chg="modSp mod">
        <pc:chgData name="Maulin Nasari" userId="2c02bce8-14a6-4f73-b14a-299518f8dfce" providerId="ADAL" clId="{973AE700-8634-4AC6-A10B-DFA7AFECB9DA}" dt="2025-12-24T04:41:47.964" v="179" actId="20577"/>
        <pc:sldMkLst>
          <pc:docMk/>
          <pc:sldMk cId="2215033313" sldId="317"/>
        </pc:sldMkLst>
        <pc:spChg chg="mod">
          <ac:chgData name="Maulin Nasari" userId="2c02bce8-14a6-4f73-b14a-299518f8dfce" providerId="ADAL" clId="{973AE700-8634-4AC6-A10B-DFA7AFECB9DA}" dt="2025-12-24T04:41:47.964" v="179" actId="20577"/>
          <ac:spMkLst>
            <pc:docMk/>
            <pc:sldMk cId="2215033313" sldId="317"/>
            <ac:spMk id="4" creationId="{B5552849-CE2C-39CE-0303-4B296CF1F9CD}"/>
          </ac:spMkLst>
        </pc:spChg>
      </pc:sldChg>
      <pc:sldChg chg="del">
        <pc:chgData name="Maulin Nasari" userId="2c02bce8-14a6-4f73-b14a-299518f8dfce" providerId="ADAL" clId="{973AE700-8634-4AC6-A10B-DFA7AFECB9DA}" dt="2025-12-24T04:41:38.634" v="173" actId="47"/>
        <pc:sldMkLst>
          <pc:docMk/>
          <pc:sldMk cId="4266685113" sldId="318"/>
        </pc:sldMkLst>
      </pc:sldChg>
      <pc:sldChg chg="addSp modSp mod modNotesTx">
        <pc:chgData name="Maulin Nasari" userId="2c02bce8-14a6-4f73-b14a-299518f8dfce" providerId="ADAL" clId="{973AE700-8634-4AC6-A10B-DFA7AFECB9DA}" dt="2025-12-24T04:41:28.995" v="172" actId="1037"/>
        <pc:sldMkLst>
          <pc:docMk/>
          <pc:sldMk cId="885801970" sldId="320"/>
        </pc:sldMkLst>
        <pc:spChg chg="mod">
          <ac:chgData name="Maulin Nasari" userId="2c02bce8-14a6-4f73-b14a-299518f8dfce" providerId="ADAL" clId="{973AE700-8634-4AC6-A10B-DFA7AFECB9DA}" dt="2025-12-24T04:41:28.995" v="172" actId="1037"/>
          <ac:spMkLst>
            <pc:docMk/>
            <pc:sldMk cId="885801970" sldId="320"/>
            <ac:spMk id="4" creationId="{B5552849-CE2C-39CE-0303-4B296CF1F9CD}"/>
          </ac:spMkLst>
        </pc:spChg>
        <pc:spChg chg="add mod">
          <ac:chgData name="Maulin Nasari" userId="2c02bce8-14a6-4f73-b14a-299518f8dfce" providerId="ADAL" clId="{973AE700-8634-4AC6-A10B-DFA7AFECB9DA}" dt="2025-12-24T04:41:00.781" v="166" actId="1036"/>
          <ac:spMkLst>
            <pc:docMk/>
            <pc:sldMk cId="885801970" sldId="320"/>
            <ac:spMk id="6" creationId="{676B8B1E-3BB9-9679-7EDC-68E3E75E23C5}"/>
          </ac:spMkLst>
        </pc:spChg>
        <pc:graphicFrameChg chg="add mod">
          <ac:chgData name="Maulin Nasari" userId="2c02bce8-14a6-4f73-b14a-299518f8dfce" providerId="ADAL" clId="{973AE700-8634-4AC6-A10B-DFA7AFECB9DA}" dt="2025-12-24T04:41:28.995" v="172" actId="1037"/>
          <ac:graphicFrameMkLst>
            <pc:docMk/>
            <pc:sldMk cId="885801970" sldId="320"/>
            <ac:graphicFrameMk id="5" creationId="{438E1458-5022-091F-860B-2AEA19E0FDC0}"/>
          </ac:graphicFrameMkLst>
        </pc:graphicFrameChg>
      </pc:sldChg>
      <pc:sldChg chg="addSp modSp mod">
        <pc:chgData name="Maulin Nasari" userId="2c02bce8-14a6-4f73-b14a-299518f8dfce" providerId="ADAL" clId="{973AE700-8634-4AC6-A10B-DFA7AFECB9DA}" dt="2025-12-24T08:37:47.366" v="435" actId="14100"/>
        <pc:sldMkLst>
          <pc:docMk/>
          <pc:sldMk cId="1570107889" sldId="321"/>
        </pc:sldMkLst>
        <pc:spChg chg="mod">
          <ac:chgData name="Maulin Nasari" userId="2c02bce8-14a6-4f73-b14a-299518f8dfce" providerId="ADAL" clId="{973AE700-8634-4AC6-A10B-DFA7AFECB9DA}" dt="2025-12-24T08:37:47.366" v="435" actId="14100"/>
          <ac:spMkLst>
            <pc:docMk/>
            <pc:sldMk cId="1570107889" sldId="321"/>
            <ac:spMk id="4" creationId="{0C6B4165-02D4-13F9-BDA0-00299A102635}"/>
          </ac:spMkLst>
        </pc:spChg>
        <pc:spChg chg="add">
          <ac:chgData name="Maulin Nasari" userId="2c02bce8-14a6-4f73-b14a-299518f8dfce" providerId="ADAL" clId="{973AE700-8634-4AC6-A10B-DFA7AFECB9DA}" dt="2025-12-24T08:36:24.103" v="420"/>
          <ac:spMkLst>
            <pc:docMk/>
            <pc:sldMk cId="1570107889" sldId="321"/>
            <ac:spMk id="5" creationId="{3BCBF344-B582-82AA-465C-6BDACAE21561}"/>
          </ac:spMkLst>
        </pc:spChg>
      </pc:sldChg>
      <pc:sldChg chg="addSp delSp modSp mod">
        <pc:chgData name="Maulin Nasari" userId="2c02bce8-14a6-4f73-b14a-299518f8dfce" providerId="ADAL" clId="{973AE700-8634-4AC6-A10B-DFA7AFECB9DA}" dt="2025-12-24T08:43:10.993" v="591" actId="478"/>
        <pc:sldMkLst>
          <pc:docMk/>
          <pc:sldMk cId="2351620579" sldId="324"/>
        </pc:sldMkLst>
        <pc:spChg chg="mod">
          <ac:chgData name="Maulin Nasari" userId="2c02bce8-14a6-4f73-b14a-299518f8dfce" providerId="ADAL" clId="{973AE700-8634-4AC6-A10B-DFA7AFECB9DA}" dt="2025-12-24T08:35:01.092" v="378"/>
          <ac:spMkLst>
            <pc:docMk/>
            <pc:sldMk cId="2351620579" sldId="324"/>
            <ac:spMk id="3" creationId="{39E851F2-9100-FF53-F123-D4F65FF84AF7}"/>
          </ac:spMkLst>
        </pc:spChg>
        <pc:spChg chg="mod">
          <ac:chgData name="Maulin Nasari" userId="2c02bce8-14a6-4f73-b14a-299518f8dfce" providerId="ADAL" clId="{973AE700-8634-4AC6-A10B-DFA7AFECB9DA}" dt="2025-12-24T08:40:17.814" v="462" actId="14100"/>
          <ac:spMkLst>
            <pc:docMk/>
            <pc:sldMk cId="2351620579" sldId="324"/>
            <ac:spMk id="4" creationId="{0C6B4165-02D4-13F9-BDA0-00299A102635}"/>
          </ac:spMkLst>
        </pc:spChg>
        <pc:spChg chg="add del mod">
          <ac:chgData name="Maulin Nasari" userId="2c02bce8-14a6-4f73-b14a-299518f8dfce" providerId="ADAL" clId="{973AE700-8634-4AC6-A10B-DFA7AFECB9DA}" dt="2025-12-24T08:43:10.993" v="591" actId="478"/>
          <ac:spMkLst>
            <pc:docMk/>
            <pc:sldMk cId="2351620579" sldId="324"/>
            <ac:spMk id="5" creationId="{38E58ED6-2D98-8A93-9119-0F29AE68347B}"/>
          </ac:spMkLst>
        </pc:spChg>
      </pc:sldChg>
      <pc:sldChg chg="modSp mod">
        <pc:chgData name="Maulin Nasari" userId="2c02bce8-14a6-4f73-b14a-299518f8dfce" providerId="ADAL" clId="{973AE700-8634-4AC6-A10B-DFA7AFECB9DA}" dt="2025-12-24T08:52:32.620" v="645" actId="12"/>
        <pc:sldMkLst>
          <pc:docMk/>
          <pc:sldMk cId="1577654535" sldId="326"/>
        </pc:sldMkLst>
        <pc:spChg chg="mod">
          <ac:chgData name="Maulin Nasari" userId="2c02bce8-14a6-4f73-b14a-299518f8dfce" providerId="ADAL" clId="{973AE700-8634-4AC6-A10B-DFA7AFECB9DA}" dt="2025-12-24T08:52:32.620" v="645" actId="12"/>
          <ac:spMkLst>
            <pc:docMk/>
            <pc:sldMk cId="1577654535" sldId="326"/>
            <ac:spMk id="4" creationId="{0C6B4165-02D4-13F9-BDA0-00299A102635}"/>
          </ac:spMkLst>
        </pc:spChg>
      </pc:sldChg>
      <pc:sldChg chg="add del">
        <pc:chgData name="Maulin Nasari" userId="2c02bce8-14a6-4f73-b14a-299518f8dfce" providerId="ADAL" clId="{973AE700-8634-4AC6-A10B-DFA7AFECB9DA}" dt="2025-12-24T07:20:50.929" v="221" actId="47"/>
        <pc:sldMkLst>
          <pc:docMk/>
          <pc:sldMk cId="3662486953" sldId="327"/>
        </pc:sldMkLst>
      </pc:sldChg>
      <pc:sldChg chg="modSp mod">
        <pc:chgData name="Maulin Nasari" userId="2c02bce8-14a6-4f73-b14a-299518f8dfce" providerId="ADAL" clId="{973AE700-8634-4AC6-A10B-DFA7AFECB9DA}" dt="2025-12-24T08:54:25.877" v="672" actId="5793"/>
        <pc:sldMkLst>
          <pc:docMk/>
          <pc:sldMk cId="1689329704" sldId="328"/>
        </pc:sldMkLst>
        <pc:spChg chg="mod">
          <ac:chgData name="Maulin Nasari" userId="2c02bce8-14a6-4f73-b14a-299518f8dfce" providerId="ADAL" clId="{973AE700-8634-4AC6-A10B-DFA7AFECB9DA}" dt="2025-12-24T08:54:25.877" v="672" actId="5793"/>
          <ac:spMkLst>
            <pc:docMk/>
            <pc:sldMk cId="1689329704" sldId="328"/>
            <ac:spMk id="4" creationId="{0C6B4165-02D4-13F9-BDA0-00299A102635}"/>
          </ac:spMkLst>
        </pc:spChg>
      </pc:sldChg>
      <pc:sldChg chg="del">
        <pc:chgData name="Maulin Nasari" userId="2c02bce8-14a6-4f73-b14a-299518f8dfce" providerId="ADAL" clId="{973AE700-8634-4AC6-A10B-DFA7AFECB9DA}" dt="2025-12-24T09:17:28.184" v="716" actId="47"/>
        <pc:sldMkLst>
          <pc:docMk/>
          <pc:sldMk cId="1441939026" sldId="331"/>
        </pc:sldMkLst>
      </pc:sldChg>
      <pc:sldChg chg="modNotesTx">
        <pc:chgData name="Maulin Nasari" userId="2c02bce8-14a6-4f73-b14a-299518f8dfce" providerId="ADAL" clId="{973AE700-8634-4AC6-A10B-DFA7AFECB9DA}" dt="2025-12-24T09:17:21.249" v="715" actId="20577"/>
        <pc:sldMkLst>
          <pc:docMk/>
          <pc:sldMk cId="1211336250" sldId="332"/>
        </pc:sldMkLst>
      </pc:sldChg>
      <pc:sldChg chg="add del ord">
        <pc:chgData name="Maulin Nasari" userId="2c02bce8-14a6-4f73-b14a-299518f8dfce" providerId="ADAL" clId="{973AE700-8634-4AC6-A10B-DFA7AFECB9DA}" dt="2025-12-24T03:27:28.518" v="3" actId="47"/>
        <pc:sldMkLst>
          <pc:docMk/>
          <pc:sldMk cId="460484138" sldId="334"/>
        </pc:sldMkLst>
      </pc:sldChg>
      <pc:sldChg chg="modSp new mod">
        <pc:chgData name="Maulin Nasari" userId="2c02bce8-14a6-4f73-b14a-299518f8dfce" providerId="ADAL" clId="{973AE700-8634-4AC6-A10B-DFA7AFECB9DA}" dt="2025-12-24T04:37:44.138" v="45" actId="20577"/>
        <pc:sldMkLst>
          <pc:docMk/>
          <pc:sldMk cId="3036562801" sldId="334"/>
        </pc:sldMkLst>
        <pc:spChg chg="mod">
          <ac:chgData name="Maulin Nasari" userId="2c02bce8-14a6-4f73-b14a-299518f8dfce" providerId="ADAL" clId="{973AE700-8634-4AC6-A10B-DFA7AFECB9DA}" dt="2025-12-24T04:37:44.138" v="45" actId="20577"/>
          <ac:spMkLst>
            <pc:docMk/>
            <pc:sldMk cId="3036562801" sldId="334"/>
            <ac:spMk id="2" creationId="{F062A315-414A-C7B0-B9C1-A23E8354FF84}"/>
          </ac:spMkLst>
        </pc:spChg>
      </pc:sldChg>
      <pc:sldChg chg="addSp modSp new mod modNotesTx">
        <pc:chgData name="Maulin Nasari" userId="2c02bce8-14a6-4f73-b14a-299518f8dfce" providerId="ADAL" clId="{973AE700-8634-4AC6-A10B-DFA7AFECB9DA}" dt="2025-12-24T07:55:06.004" v="314" actId="1076"/>
        <pc:sldMkLst>
          <pc:docMk/>
          <pc:sldMk cId="3013259427" sldId="335"/>
        </pc:sldMkLst>
        <pc:spChg chg="mod">
          <ac:chgData name="Maulin Nasari" userId="2c02bce8-14a6-4f73-b14a-299518f8dfce" providerId="ADAL" clId="{973AE700-8634-4AC6-A10B-DFA7AFECB9DA}" dt="2025-12-24T07:55:03.003" v="313" actId="1076"/>
          <ac:spMkLst>
            <pc:docMk/>
            <pc:sldMk cId="3013259427" sldId="335"/>
            <ac:spMk id="2" creationId="{E9B233A4-2FF8-FF0F-5CCE-298C69A235BA}"/>
          </ac:spMkLst>
        </pc:spChg>
        <pc:spChg chg="add mod">
          <ac:chgData name="Maulin Nasari" userId="2c02bce8-14a6-4f73-b14a-299518f8dfce" providerId="ADAL" clId="{973AE700-8634-4AC6-A10B-DFA7AFECB9DA}" dt="2025-12-24T07:55:06.004" v="314" actId="1076"/>
          <ac:spMkLst>
            <pc:docMk/>
            <pc:sldMk cId="3013259427" sldId="335"/>
            <ac:spMk id="4" creationId="{F2B331B3-A64E-D13E-2C96-47C73352130C}"/>
          </ac:spMkLst>
        </pc:spChg>
      </pc:sldChg>
      <pc:sldChg chg="modSp new">
        <pc:chgData name="Maulin Nasari" userId="2c02bce8-14a6-4f73-b14a-299518f8dfce" providerId="ADAL" clId="{973AE700-8634-4AC6-A10B-DFA7AFECB9DA}" dt="2025-12-24T07:59:17.413" v="316"/>
        <pc:sldMkLst>
          <pc:docMk/>
          <pc:sldMk cId="606491503" sldId="336"/>
        </pc:sldMkLst>
        <pc:spChg chg="mod">
          <ac:chgData name="Maulin Nasari" userId="2c02bce8-14a6-4f73-b14a-299518f8dfce" providerId="ADAL" clId="{973AE700-8634-4AC6-A10B-DFA7AFECB9DA}" dt="2025-12-24T07:59:17.413" v="316"/>
          <ac:spMkLst>
            <pc:docMk/>
            <pc:sldMk cId="606491503" sldId="336"/>
            <ac:spMk id="2" creationId="{8D2A1C0B-E80C-26AE-70BA-AC37D1B7B8E9}"/>
          </ac:spMkLst>
        </pc:spChg>
      </pc:sldChg>
      <pc:sldChg chg="modSp new">
        <pc:chgData name="Maulin Nasari" userId="2c02bce8-14a6-4f73-b14a-299518f8dfce" providerId="ADAL" clId="{973AE700-8634-4AC6-A10B-DFA7AFECB9DA}" dt="2025-12-24T08:00:54.563" v="318"/>
        <pc:sldMkLst>
          <pc:docMk/>
          <pc:sldMk cId="3953750834" sldId="337"/>
        </pc:sldMkLst>
        <pc:spChg chg="mod">
          <ac:chgData name="Maulin Nasari" userId="2c02bce8-14a6-4f73-b14a-299518f8dfce" providerId="ADAL" clId="{973AE700-8634-4AC6-A10B-DFA7AFECB9DA}" dt="2025-12-24T08:00:54.563" v="318"/>
          <ac:spMkLst>
            <pc:docMk/>
            <pc:sldMk cId="3953750834" sldId="337"/>
            <ac:spMk id="2" creationId="{3529FD87-8B6F-D777-BDAC-4EC07177B300}"/>
          </ac:spMkLst>
        </pc:spChg>
      </pc:sldChg>
      <pc:sldChg chg="addSp delSp modSp add del mod">
        <pc:chgData name="Maulin Nasari" userId="2c02bce8-14a6-4f73-b14a-299518f8dfce" providerId="ADAL" clId="{973AE700-8634-4AC6-A10B-DFA7AFECB9DA}" dt="2025-12-24T08:30:19.126" v="359" actId="47"/>
        <pc:sldMkLst>
          <pc:docMk/>
          <pc:sldMk cId="3840105258" sldId="338"/>
        </pc:sldMkLst>
        <pc:spChg chg="add del mod">
          <ac:chgData name="Maulin Nasari" userId="2c02bce8-14a6-4f73-b14a-299518f8dfce" providerId="ADAL" clId="{973AE700-8634-4AC6-A10B-DFA7AFECB9DA}" dt="2025-12-24T08:03:52.662" v="325" actId="478"/>
          <ac:spMkLst>
            <pc:docMk/>
            <pc:sldMk cId="3840105258" sldId="338"/>
            <ac:spMk id="6" creationId="{5A2FE4FE-CCEA-1136-B9D1-A9AED05FB139}"/>
          </ac:spMkLst>
        </pc:spChg>
        <pc:picChg chg="del mod modCrop">
          <ac:chgData name="Maulin Nasari" userId="2c02bce8-14a6-4f73-b14a-299518f8dfce" providerId="ADAL" clId="{973AE700-8634-4AC6-A10B-DFA7AFECB9DA}" dt="2025-12-24T08:15:15.235" v="335" actId="478"/>
          <ac:picMkLst>
            <pc:docMk/>
            <pc:sldMk cId="3840105258" sldId="338"/>
            <ac:picMk id="5" creationId="{EE0DE1A4-9394-E3E9-22A1-52D36171981D}"/>
          </ac:picMkLst>
        </pc:picChg>
        <pc:picChg chg="add del mod">
          <ac:chgData name="Maulin Nasari" userId="2c02bce8-14a6-4f73-b14a-299518f8dfce" providerId="ADAL" clId="{973AE700-8634-4AC6-A10B-DFA7AFECB9DA}" dt="2025-12-24T08:29:36.299" v="350" actId="478"/>
          <ac:picMkLst>
            <pc:docMk/>
            <pc:sldMk cId="3840105258" sldId="338"/>
            <ac:picMk id="8" creationId="{4399D5C2-1858-9ABE-3FD1-9CF52CAAE42B}"/>
          </ac:picMkLst>
        </pc:picChg>
        <pc:picChg chg="del">
          <ac:chgData name="Maulin Nasari" userId="2c02bce8-14a6-4f73-b14a-299518f8dfce" providerId="ADAL" clId="{973AE700-8634-4AC6-A10B-DFA7AFECB9DA}" dt="2025-12-24T08:03:50.286" v="324" actId="478"/>
          <ac:picMkLst>
            <pc:docMk/>
            <pc:sldMk cId="3840105258" sldId="338"/>
            <ac:picMk id="9" creationId="{C28A4363-11BA-1961-030A-A9F953FFE091}"/>
          </ac:picMkLst>
        </pc:picChg>
        <pc:picChg chg="add mod">
          <ac:chgData name="Maulin Nasari" userId="2c02bce8-14a6-4f73-b14a-299518f8dfce" providerId="ADAL" clId="{973AE700-8634-4AC6-A10B-DFA7AFECB9DA}" dt="2025-12-24T08:17:36.631" v="341" actId="1076"/>
          <ac:picMkLst>
            <pc:docMk/>
            <pc:sldMk cId="3840105258" sldId="338"/>
            <ac:picMk id="11" creationId="{AE6034AF-84F6-4302-ED6E-117CCC0634CC}"/>
          </ac:picMkLst>
        </pc:picChg>
        <pc:picChg chg="add mod modCrop">
          <ac:chgData name="Maulin Nasari" userId="2c02bce8-14a6-4f73-b14a-299518f8dfce" providerId="ADAL" clId="{973AE700-8634-4AC6-A10B-DFA7AFECB9DA}" dt="2025-12-24T08:30:03.501" v="358" actId="14100"/>
          <ac:picMkLst>
            <pc:docMk/>
            <pc:sldMk cId="3840105258" sldId="338"/>
            <ac:picMk id="13" creationId="{28ACF12A-8B46-0121-5893-9AE11EB7790A}"/>
          </ac:picMkLst>
        </pc:picChg>
        <pc:picChg chg="add mod">
          <ac:chgData name="Maulin Nasari" userId="2c02bce8-14a6-4f73-b14a-299518f8dfce" providerId="ADAL" clId="{973AE700-8634-4AC6-A10B-DFA7AFECB9DA}" dt="2025-12-24T08:29:41.932" v="353" actId="1076"/>
          <ac:picMkLst>
            <pc:docMk/>
            <pc:sldMk cId="3840105258" sldId="338"/>
            <ac:picMk id="14" creationId="{B60DDF94-097A-D19C-7AA1-0CD54F6AE570}"/>
          </ac:picMkLst>
        </pc:picChg>
      </pc:sldChg>
      <pc:sldChg chg="modSp new">
        <pc:chgData name="Maulin Nasari" userId="2c02bce8-14a6-4f73-b14a-299518f8dfce" providerId="ADAL" clId="{973AE700-8634-4AC6-A10B-DFA7AFECB9DA}" dt="2025-12-24T08:33:39.534" v="377"/>
        <pc:sldMkLst>
          <pc:docMk/>
          <pc:sldMk cId="3520043818" sldId="339"/>
        </pc:sldMkLst>
        <pc:spChg chg="mod">
          <ac:chgData name="Maulin Nasari" userId="2c02bce8-14a6-4f73-b14a-299518f8dfce" providerId="ADAL" clId="{973AE700-8634-4AC6-A10B-DFA7AFECB9DA}" dt="2025-12-24T08:33:39.534" v="377"/>
          <ac:spMkLst>
            <pc:docMk/>
            <pc:sldMk cId="3520043818" sldId="339"/>
            <ac:spMk id="2" creationId="{6BFF5857-0B82-8D91-E787-29AB1AE0D485}"/>
          </ac:spMkLst>
        </pc:spChg>
      </pc:sldChg>
      <pc:sldChg chg="modSp add mod">
        <pc:chgData name="Maulin Nasari" userId="2c02bce8-14a6-4f73-b14a-299518f8dfce" providerId="ADAL" clId="{973AE700-8634-4AC6-A10B-DFA7AFECB9DA}" dt="2025-12-24T08:31:59.431" v="376" actId="20577"/>
        <pc:sldMkLst>
          <pc:docMk/>
          <pc:sldMk cId="2421168628" sldId="340"/>
        </pc:sldMkLst>
        <pc:spChg chg="mod">
          <ac:chgData name="Maulin Nasari" userId="2c02bce8-14a6-4f73-b14a-299518f8dfce" providerId="ADAL" clId="{973AE700-8634-4AC6-A10B-DFA7AFECB9DA}" dt="2025-12-24T08:31:59.431" v="376" actId="20577"/>
          <ac:spMkLst>
            <pc:docMk/>
            <pc:sldMk cId="2421168628" sldId="340"/>
            <ac:spMk id="3" creationId="{E35D7328-BCFA-0444-7203-216D77D8E76B}"/>
          </ac:spMkLst>
        </pc:spChg>
      </pc:sldChg>
      <pc:sldChg chg="delSp modSp add mod">
        <pc:chgData name="Maulin Nasari" userId="2c02bce8-14a6-4f73-b14a-299518f8dfce" providerId="ADAL" clId="{973AE700-8634-4AC6-A10B-DFA7AFECB9DA}" dt="2025-12-24T08:42:59.653" v="588" actId="478"/>
        <pc:sldMkLst>
          <pc:docMk/>
          <pc:sldMk cId="3951219875" sldId="341"/>
        </pc:sldMkLst>
        <pc:spChg chg="mod">
          <ac:chgData name="Maulin Nasari" userId="2c02bce8-14a6-4f73-b14a-299518f8dfce" providerId="ADAL" clId="{973AE700-8634-4AC6-A10B-DFA7AFECB9DA}" dt="2025-12-24T08:41:01.296" v="508" actId="20577"/>
          <ac:spMkLst>
            <pc:docMk/>
            <pc:sldMk cId="3951219875" sldId="341"/>
            <ac:spMk id="3" creationId="{86D04763-D19A-E3EC-5524-A27DAF582D0E}"/>
          </ac:spMkLst>
        </pc:spChg>
        <pc:spChg chg="mod">
          <ac:chgData name="Maulin Nasari" userId="2c02bce8-14a6-4f73-b14a-299518f8dfce" providerId="ADAL" clId="{973AE700-8634-4AC6-A10B-DFA7AFECB9DA}" dt="2025-12-24T08:42:17.331" v="584" actId="20577"/>
          <ac:spMkLst>
            <pc:docMk/>
            <pc:sldMk cId="3951219875" sldId="341"/>
            <ac:spMk id="4" creationId="{2500B7B2-11D4-277D-3029-4169411B8A8E}"/>
          </ac:spMkLst>
        </pc:spChg>
        <pc:spChg chg="del mod">
          <ac:chgData name="Maulin Nasari" userId="2c02bce8-14a6-4f73-b14a-299518f8dfce" providerId="ADAL" clId="{973AE700-8634-4AC6-A10B-DFA7AFECB9DA}" dt="2025-12-24T08:42:59.653" v="588" actId="478"/>
          <ac:spMkLst>
            <pc:docMk/>
            <pc:sldMk cId="3951219875" sldId="341"/>
            <ac:spMk id="5" creationId="{22498913-961D-9227-006B-E8C00B7271AC}"/>
          </ac:spMkLst>
        </pc:spChg>
      </pc:sldChg>
      <pc:sldChg chg="addSp modSp add mod ord">
        <pc:chgData name="Maulin Nasari" userId="2c02bce8-14a6-4f73-b14a-299518f8dfce" providerId="ADAL" clId="{973AE700-8634-4AC6-A10B-DFA7AFECB9DA}" dt="2025-12-24T09:05:37.171" v="706" actId="20577"/>
        <pc:sldMkLst>
          <pc:docMk/>
          <pc:sldMk cId="1002995739" sldId="342"/>
        </pc:sldMkLst>
        <pc:spChg chg="mod">
          <ac:chgData name="Maulin Nasari" userId="2c02bce8-14a6-4f73-b14a-299518f8dfce" providerId="ADAL" clId="{973AE700-8634-4AC6-A10B-DFA7AFECB9DA}" dt="2025-12-24T09:00:44.448" v="676"/>
          <ac:spMkLst>
            <pc:docMk/>
            <pc:sldMk cId="1002995739" sldId="342"/>
            <ac:spMk id="2" creationId="{78E91561-16F9-9DBB-C12D-C4B043A17837}"/>
          </ac:spMkLst>
        </pc:spChg>
        <pc:spChg chg="mod">
          <ac:chgData name="Maulin Nasari" userId="2c02bce8-14a6-4f73-b14a-299518f8dfce" providerId="ADAL" clId="{973AE700-8634-4AC6-A10B-DFA7AFECB9DA}" dt="2025-12-24T09:04:08.172" v="702" actId="20577"/>
          <ac:spMkLst>
            <pc:docMk/>
            <pc:sldMk cId="1002995739" sldId="342"/>
            <ac:spMk id="3" creationId="{0F245B20-C5DF-A56C-F8D4-4F2AF3759ACA}"/>
          </ac:spMkLst>
        </pc:spChg>
        <pc:spChg chg="mod">
          <ac:chgData name="Maulin Nasari" userId="2c02bce8-14a6-4f73-b14a-299518f8dfce" providerId="ADAL" clId="{973AE700-8634-4AC6-A10B-DFA7AFECB9DA}" dt="2025-12-24T09:03:23.275" v="699" actId="1076"/>
          <ac:spMkLst>
            <pc:docMk/>
            <pc:sldMk cId="1002995739" sldId="342"/>
            <ac:spMk id="4" creationId="{3EC3F1CF-D054-28E1-2BAF-445EC7B47B28}"/>
          </ac:spMkLst>
        </pc:spChg>
        <pc:spChg chg="add mod">
          <ac:chgData name="Maulin Nasari" userId="2c02bce8-14a6-4f73-b14a-299518f8dfce" providerId="ADAL" clId="{973AE700-8634-4AC6-A10B-DFA7AFECB9DA}" dt="2025-12-24T09:05:37.171" v="706" actId="20577"/>
          <ac:spMkLst>
            <pc:docMk/>
            <pc:sldMk cId="1002995739" sldId="342"/>
            <ac:spMk id="5" creationId="{C0A56F2D-D7CF-65A4-7B9E-535C08C2A860}"/>
          </ac:spMkLst>
        </pc:spChg>
      </pc:sldChg>
    </pc:docChg>
  </pc:docChgLst>
  <pc:docChgLst>
    <pc:chgData name="Maulin Nasari" userId="2c02bce8-14a6-4f73-b14a-299518f8dfce" providerId="ADAL" clId="{C4B013A1-4C0E-4DA3-9C33-C6BA9809F49E}"/>
    <pc:docChg chg="custSel addSld delSld modSld sldOrd">
      <pc:chgData name="Maulin Nasari" userId="2c02bce8-14a6-4f73-b14a-299518f8dfce" providerId="ADAL" clId="{C4B013A1-4C0E-4DA3-9C33-C6BA9809F49E}" dt="2025-12-19T08:49:26.199" v="64" actId="20577"/>
      <pc:docMkLst>
        <pc:docMk/>
      </pc:docMkLst>
      <pc:sldChg chg="addSp delSp modSp mod">
        <pc:chgData name="Maulin Nasari" userId="2c02bce8-14a6-4f73-b14a-299518f8dfce" providerId="ADAL" clId="{C4B013A1-4C0E-4DA3-9C33-C6BA9809F49E}" dt="2025-12-19T08:49:26.199" v="64" actId="20577"/>
        <pc:sldMkLst>
          <pc:docMk/>
          <pc:sldMk cId="1414953125" sldId="315"/>
        </pc:sldMkLst>
        <pc:spChg chg="mod">
          <ac:chgData name="Maulin Nasari" userId="2c02bce8-14a6-4f73-b14a-299518f8dfce" providerId="ADAL" clId="{C4B013A1-4C0E-4DA3-9C33-C6BA9809F49E}" dt="2025-12-19T08:47:31.063" v="28" actId="20577"/>
          <ac:spMkLst>
            <pc:docMk/>
            <pc:sldMk cId="1414953125" sldId="315"/>
            <ac:spMk id="3" creationId="{39E851F2-9100-FF53-F123-D4F65FF84AF7}"/>
          </ac:spMkLst>
        </pc:spChg>
        <pc:spChg chg="add mod">
          <ac:chgData name="Maulin Nasari" userId="2c02bce8-14a6-4f73-b14a-299518f8dfce" providerId="ADAL" clId="{C4B013A1-4C0E-4DA3-9C33-C6BA9809F49E}" dt="2025-12-19T08:49:26.199" v="64" actId="20577"/>
          <ac:spMkLst>
            <pc:docMk/>
            <pc:sldMk cId="1414953125" sldId="315"/>
            <ac:spMk id="7" creationId="{2802C69A-60CB-36C6-E301-697ABD3DBC28}"/>
          </ac:spMkLst>
        </pc:spChg>
      </pc:sldChg>
      <pc:sldChg chg="delSp mod ord">
        <pc:chgData name="Maulin Nasari" userId="2c02bce8-14a6-4f73-b14a-299518f8dfce" providerId="ADAL" clId="{C4B013A1-4C0E-4DA3-9C33-C6BA9809F49E}" dt="2025-12-19T08:46:00.895" v="7"/>
        <pc:sldMkLst>
          <pc:docMk/>
          <pc:sldMk cId="2574314845" sldId="319"/>
        </pc:sldMkLst>
      </pc:sldChg>
      <pc:sldChg chg="add">
        <pc:chgData name="Maulin Nasari" userId="2c02bce8-14a6-4f73-b14a-299518f8dfce" providerId="ADAL" clId="{C4B013A1-4C0E-4DA3-9C33-C6BA9809F49E}" dt="2025-12-19T08:45:35.026" v="4"/>
        <pc:sldMkLst>
          <pc:docMk/>
          <pc:sldMk cId="3194585807" sldId="33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37C0E4-23CD-2141-9BC1-C247F7F87FFC}" type="doc">
      <dgm:prSet loTypeId="urn:microsoft.com/office/officeart/2005/8/layout/cycle1" loCatId="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DCF77AF0-0ACA-1645-80BD-9AD7A7CEEB22}">
      <dgm:prSet phldrT="[Text]" custT="1"/>
      <dgm:spPr/>
      <dgm:t>
        <a:bodyPr/>
        <a:lstStyle/>
        <a:p>
          <a:r>
            <a:rPr lang="en-US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Planning</a:t>
          </a:r>
        </a:p>
      </dgm:t>
    </dgm:pt>
    <dgm:pt modelId="{26447887-1703-034A-9035-09DD23886D1B}" type="parTrans" cxnId="{DF392B5E-6C2A-B345-B06C-2E079AD3B8D8}">
      <dgm:prSet/>
      <dgm:spPr/>
      <dgm:t>
        <a:bodyPr/>
        <a:lstStyle/>
        <a:p>
          <a:endParaRPr lang="en-US" sz="2000" b="1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9B3CE3CF-5C49-C548-AB35-3AE9FFF4A781}" type="sibTrans" cxnId="{DF392B5E-6C2A-B345-B06C-2E079AD3B8D8}">
      <dgm:prSet/>
      <dgm:spPr/>
      <dgm:t>
        <a:bodyPr/>
        <a:lstStyle/>
        <a:p>
          <a:endParaRPr lang="en-US" sz="2000" b="1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814C42C2-04A9-954D-9FAD-20100D58A93A}">
      <dgm:prSet phldrT="[Text]" custT="1"/>
      <dgm:spPr/>
      <dgm:t>
        <a:bodyPr/>
        <a:lstStyle/>
        <a:p>
          <a:r>
            <a:rPr lang="en-US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Analysis</a:t>
          </a:r>
        </a:p>
      </dgm:t>
    </dgm:pt>
    <dgm:pt modelId="{93B9EBF7-C277-7347-A5FF-98F45220AC03}" type="parTrans" cxnId="{0D86E7F6-A0D4-734E-BD1C-207CE12D5DC4}">
      <dgm:prSet/>
      <dgm:spPr/>
      <dgm:t>
        <a:bodyPr/>
        <a:lstStyle/>
        <a:p>
          <a:endParaRPr lang="en-US" sz="2000" b="1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D7871243-D805-FF4B-B983-FC82C6D3D279}" type="sibTrans" cxnId="{0D86E7F6-A0D4-734E-BD1C-207CE12D5DC4}">
      <dgm:prSet/>
      <dgm:spPr/>
      <dgm:t>
        <a:bodyPr/>
        <a:lstStyle/>
        <a:p>
          <a:endParaRPr lang="en-US" sz="2000" b="1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4986FF1C-9FAD-174C-AA78-DD709503AA18}">
      <dgm:prSet phldrT="[Text]" custT="1"/>
      <dgm:spPr/>
      <dgm:t>
        <a:bodyPr/>
        <a:lstStyle/>
        <a:p>
          <a:r>
            <a:rPr lang="en-US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Design</a:t>
          </a:r>
        </a:p>
      </dgm:t>
    </dgm:pt>
    <dgm:pt modelId="{F04D8DF0-9693-4347-BD1A-57D8E5F24124}" type="parTrans" cxnId="{3DBE2A1A-1F60-954C-9A76-D2F75BB94646}">
      <dgm:prSet/>
      <dgm:spPr/>
      <dgm:t>
        <a:bodyPr/>
        <a:lstStyle/>
        <a:p>
          <a:endParaRPr lang="en-US" sz="2000" b="1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972401E3-12C1-1643-8545-35DFCE3AC562}" type="sibTrans" cxnId="{3DBE2A1A-1F60-954C-9A76-D2F75BB94646}">
      <dgm:prSet/>
      <dgm:spPr/>
      <dgm:t>
        <a:bodyPr/>
        <a:lstStyle/>
        <a:p>
          <a:endParaRPr lang="en-US" sz="2000" b="1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90A51F4D-E3CD-EA40-8B8F-782CACA3FADE}">
      <dgm:prSet phldrT="[Text]" custT="1"/>
      <dgm:spPr/>
      <dgm:t>
        <a:bodyPr/>
        <a:lstStyle/>
        <a:p>
          <a:r>
            <a:rPr lang="en-US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Implementation</a:t>
          </a:r>
        </a:p>
      </dgm:t>
    </dgm:pt>
    <dgm:pt modelId="{39029DFC-15E2-3B4F-ADEC-55599C6DD86F}" type="parTrans" cxnId="{6CB8794F-511E-5E41-B512-FF5FD3095D55}">
      <dgm:prSet/>
      <dgm:spPr/>
      <dgm:t>
        <a:bodyPr/>
        <a:lstStyle/>
        <a:p>
          <a:endParaRPr lang="en-US" sz="2000" b="1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13AE5F78-0FCF-0A44-A954-FB73DC090665}" type="sibTrans" cxnId="{6CB8794F-511E-5E41-B512-FF5FD3095D55}">
      <dgm:prSet/>
      <dgm:spPr/>
      <dgm:t>
        <a:bodyPr/>
        <a:lstStyle/>
        <a:p>
          <a:endParaRPr lang="en-US" sz="2000" b="1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DB000E59-92D3-B643-835B-2CDC5D6A3442}">
      <dgm:prSet phldrT="[Text]" custT="1"/>
      <dgm:spPr/>
      <dgm:t>
        <a:bodyPr/>
        <a:lstStyle/>
        <a:p>
          <a:r>
            <a:rPr lang="en-US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Testing &amp; Integration</a:t>
          </a:r>
        </a:p>
      </dgm:t>
    </dgm:pt>
    <dgm:pt modelId="{581E9CE2-43A6-BF40-97CC-E79321BC7C72}" type="parTrans" cxnId="{01F9CB0D-0574-3947-ACE2-DF9413AD68AB}">
      <dgm:prSet/>
      <dgm:spPr/>
      <dgm:t>
        <a:bodyPr/>
        <a:lstStyle/>
        <a:p>
          <a:endParaRPr lang="en-US" sz="2000" b="1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D86E3638-9E3D-D249-9AE8-10DC63459F78}" type="sibTrans" cxnId="{01F9CB0D-0574-3947-ACE2-DF9413AD68AB}">
      <dgm:prSet/>
      <dgm:spPr/>
      <dgm:t>
        <a:bodyPr/>
        <a:lstStyle/>
        <a:p>
          <a:endParaRPr lang="en-US" sz="2000" b="1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085A5502-B2EA-8449-B128-EB48C87178E0}">
      <dgm:prSet phldrT="[Text]" custT="1"/>
      <dgm:spPr/>
      <dgm:t>
        <a:bodyPr/>
        <a:lstStyle/>
        <a:p>
          <a:r>
            <a:rPr lang="en-US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Deployment</a:t>
          </a:r>
        </a:p>
      </dgm:t>
    </dgm:pt>
    <dgm:pt modelId="{04F5011B-0925-9B4D-A43A-B7D684FE6410}" type="parTrans" cxnId="{38A77792-5F17-074B-8954-A672B392D15C}">
      <dgm:prSet/>
      <dgm:spPr/>
      <dgm:t>
        <a:bodyPr/>
        <a:lstStyle/>
        <a:p>
          <a:endParaRPr lang="en-US" sz="2000" b="1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0A17FD94-CAE0-D748-ADE8-0391C916050A}" type="sibTrans" cxnId="{38A77792-5F17-074B-8954-A672B392D15C}">
      <dgm:prSet/>
      <dgm:spPr/>
      <dgm:t>
        <a:bodyPr/>
        <a:lstStyle/>
        <a:p>
          <a:endParaRPr lang="en-US" sz="2000" b="1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53149B5D-441A-6B47-A679-4CA84C47D3D2}">
      <dgm:prSet phldrT="[Text]" custT="1"/>
      <dgm:spPr/>
      <dgm:t>
        <a:bodyPr/>
        <a:lstStyle/>
        <a:p>
          <a:r>
            <a:rPr lang="en-US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Maintenance</a:t>
          </a:r>
        </a:p>
      </dgm:t>
    </dgm:pt>
    <dgm:pt modelId="{97D00EC5-CC96-F342-A1F9-39A961963D33}" type="parTrans" cxnId="{56EABD27-62B6-1046-B544-DEF11C8B072F}">
      <dgm:prSet/>
      <dgm:spPr/>
      <dgm:t>
        <a:bodyPr/>
        <a:lstStyle/>
        <a:p>
          <a:endParaRPr lang="en-US" sz="2000" b="1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16766D85-46A0-6947-8D6B-086446BB3D0D}" type="sibTrans" cxnId="{56EABD27-62B6-1046-B544-DEF11C8B072F}">
      <dgm:prSet/>
      <dgm:spPr/>
      <dgm:t>
        <a:bodyPr/>
        <a:lstStyle/>
        <a:p>
          <a:endParaRPr lang="en-US" sz="2000" b="1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B3BB997A-6ADB-6D45-9CA3-5D644DDA82DC}" type="pres">
      <dgm:prSet presAssocID="{D237C0E4-23CD-2141-9BC1-C247F7F87FFC}" presName="cycle" presStyleCnt="0">
        <dgm:presLayoutVars>
          <dgm:dir/>
          <dgm:resizeHandles val="exact"/>
        </dgm:presLayoutVars>
      </dgm:prSet>
      <dgm:spPr/>
    </dgm:pt>
    <dgm:pt modelId="{12EF9F98-D58C-8E47-92F8-5E3A1C241CBB}" type="pres">
      <dgm:prSet presAssocID="{DCF77AF0-0ACA-1645-80BD-9AD7A7CEEB22}" presName="dummy" presStyleCnt="0"/>
      <dgm:spPr/>
    </dgm:pt>
    <dgm:pt modelId="{E8AC86E7-5D8E-FD4D-B0E3-4F5F1F4CE050}" type="pres">
      <dgm:prSet presAssocID="{DCF77AF0-0ACA-1645-80BD-9AD7A7CEEB22}" presName="node" presStyleLbl="revTx" presStyleIdx="0" presStyleCnt="7">
        <dgm:presLayoutVars>
          <dgm:bulletEnabled val="1"/>
        </dgm:presLayoutVars>
      </dgm:prSet>
      <dgm:spPr/>
    </dgm:pt>
    <dgm:pt modelId="{6100EE6F-EC40-9E46-812D-AFBF238568A1}" type="pres">
      <dgm:prSet presAssocID="{9B3CE3CF-5C49-C548-AB35-3AE9FFF4A781}" presName="sibTrans" presStyleLbl="node1" presStyleIdx="0" presStyleCnt="7"/>
      <dgm:spPr/>
    </dgm:pt>
    <dgm:pt modelId="{5734F5DB-38E3-7F43-A67E-2F64B141B598}" type="pres">
      <dgm:prSet presAssocID="{814C42C2-04A9-954D-9FAD-20100D58A93A}" presName="dummy" presStyleCnt="0"/>
      <dgm:spPr/>
    </dgm:pt>
    <dgm:pt modelId="{11FA888D-CC72-584A-8093-E5AF1C8B163C}" type="pres">
      <dgm:prSet presAssocID="{814C42C2-04A9-954D-9FAD-20100D58A93A}" presName="node" presStyleLbl="revTx" presStyleIdx="1" presStyleCnt="7">
        <dgm:presLayoutVars>
          <dgm:bulletEnabled val="1"/>
        </dgm:presLayoutVars>
      </dgm:prSet>
      <dgm:spPr/>
    </dgm:pt>
    <dgm:pt modelId="{5332C6F4-6069-564A-B8C1-B938797E9D04}" type="pres">
      <dgm:prSet presAssocID="{D7871243-D805-FF4B-B983-FC82C6D3D279}" presName="sibTrans" presStyleLbl="node1" presStyleIdx="1" presStyleCnt="7"/>
      <dgm:spPr/>
    </dgm:pt>
    <dgm:pt modelId="{50AE3DC1-8CA8-144F-9495-C0D161835207}" type="pres">
      <dgm:prSet presAssocID="{4986FF1C-9FAD-174C-AA78-DD709503AA18}" presName="dummy" presStyleCnt="0"/>
      <dgm:spPr/>
    </dgm:pt>
    <dgm:pt modelId="{4209A76C-22C7-4F42-BC3E-1D5690CB9B49}" type="pres">
      <dgm:prSet presAssocID="{4986FF1C-9FAD-174C-AA78-DD709503AA18}" presName="node" presStyleLbl="revTx" presStyleIdx="2" presStyleCnt="7">
        <dgm:presLayoutVars>
          <dgm:bulletEnabled val="1"/>
        </dgm:presLayoutVars>
      </dgm:prSet>
      <dgm:spPr/>
    </dgm:pt>
    <dgm:pt modelId="{F1D95F09-EC49-9C4A-8D4E-1A8C297E1FE8}" type="pres">
      <dgm:prSet presAssocID="{972401E3-12C1-1643-8545-35DFCE3AC562}" presName="sibTrans" presStyleLbl="node1" presStyleIdx="2" presStyleCnt="7"/>
      <dgm:spPr/>
    </dgm:pt>
    <dgm:pt modelId="{15E4ABE4-5CB0-E14E-974E-F5E9C61CDEF0}" type="pres">
      <dgm:prSet presAssocID="{90A51F4D-E3CD-EA40-8B8F-782CACA3FADE}" presName="dummy" presStyleCnt="0"/>
      <dgm:spPr/>
    </dgm:pt>
    <dgm:pt modelId="{14EDAA92-FEA0-2E41-94CA-0B1515B1DC36}" type="pres">
      <dgm:prSet presAssocID="{90A51F4D-E3CD-EA40-8B8F-782CACA3FADE}" presName="node" presStyleLbl="revTx" presStyleIdx="3" presStyleCnt="7">
        <dgm:presLayoutVars>
          <dgm:bulletEnabled val="1"/>
        </dgm:presLayoutVars>
      </dgm:prSet>
      <dgm:spPr/>
    </dgm:pt>
    <dgm:pt modelId="{C2AFA12F-7189-8F43-8AC3-75C2B2369B6C}" type="pres">
      <dgm:prSet presAssocID="{13AE5F78-0FCF-0A44-A954-FB73DC090665}" presName="sibTrans" presStyleLbl="node1" presStyleIdx="3" presStyleCnt="7"/>
      <dgm:spPr/>
    </dgm:pt>
    <dgm:pt modelId="{1ED3EEDF-3054-7B4A-8C9F-62F54E85C60A}" type="pres">
      <dgm:prSet presAssocID="{DB000E59-92D3-B643-835B-2CDC5D6A3442}" presName="dummy" presStyleCnt="0"/>
      <dgm:spPr/>
    </dgm:pt>
    <dgm:pt modelId="{6C88BB08-F09B-7B4D-9D16-F4F038D64563}" type="pres">
      <dgm:prSet presAssocID="{DB000E59-92D3-B643-835B-2CDC5D6A3442}" presName="node" presStyleLbl="revTx" presStyleIdx="4" presStyleCnt="7">
        <dgm:presLayoutVars>
          <dgm:bulletEnabled val="1"/>
        </dgm:presLayoutVars>
      </dgm:prSet>
      <dgm:spPr/>
    </dgm:pt>
    <dgm:pt modelId="{51D2600A-C5F0-E94F-A600-47291C2B5B57}" type="pres">
      <dgm:prSet presAssocID="{D86E3638-9E3D-D249-9AE8-10DC63459F78}" presName="sibTrans" presStyleLbl="node1" presStyleIdx="4" presStyleCnt="7"/>
      <dgm:spPr/>
    </dgm:pt>
    <dgm:pt modelId="{57B478A0-F96E-8145-8E59-A639CB5B5393}" type="pres">
      <dgm:prSet presAssocID="{085A5502-B2EA-8449-B128-EB48C87178E0}" presName="dummy" presStyleCnt="0"/>
      <dgm:spPr/>
    </dgm:pt>
    <dgm:pt modelId="{578F7804-7CDC-6142-97B6-1FF236854C75}" type="pres">
      <dgm:prSet presAssocID="{085A5502-B2EA-8449-B128-EB48C87178E0}" presName="node" presStyleLbl="revTx" presStyleIdx="5" presStyleCnt="7">
        <dgm:presLayoutVars>
          <dgm:bulletEnabled val="1"/>
        </dgm:presLayoutVars>
      </dgm:prSet>
      <dgm:spPr/>
    </dgm:pt>
    <dgm:pt modelId="{08FBF836-B0C2-984C-81EB-A5807230591B}" type="pres">
      <dgm:prSet presAssocID="{0A17FD94-CAE0-D748-ADE8-0391C916050A}" presName="sibTrans" presStyleLbl="node1" presStyleIdx="5" presStyleCnt="7"/>
      <dgm:spPr/>
    </dgm:pt>
    <dgm:pt modelId="{CD00DEE4-0FD2-B941-B0E5-30B6CD8DDA98}" type="pres">
      <dgm:prSet presAssocID="{53149B5D-441A-6B47-A679-4CA84C47D3D2}" presName="dummy" presStyleCnt="0"/>
      <dgm:spPr/>
    </dgm:pt>
    <dgm:pt modelId="{F3E20770-8871-154D-B0E3-47CEBCB1826A}" type="pres">
      <dgm:prSet presAssocID="{53149B5D-441A-6B47-A679-4CA84C47D3D2}" presName="node" presStyleLbl="revTx" presStyleIdx="6" presStyleCnt="7">
        <dgm:presLayoutVars>
          <dgm:bulletEnabled val="1"/>
        </dgm:presLayoutVars>
      </dgm:prSet>
      <dgm:spPr/>
    </dgm:pt>
    <dgm:pt modelId="{B29727BF-5472-A644-A548-F5569849C5FF}" type="pres">
      <dgm:prSet presAssocID="{16766D85-46A0-6947-8D6B-086446BB3D0D}" presName="sibTrans" presStyleLbl="node1" presStyleIdx="6" presStyleCnt="7"/>
      <dgm:spPr/>
    </dgm:pt>
  </dgm:ptLst>
  <dgm:cxnLst>
    <dgm:cxn modelId="{01F9CB0D-0574-3947-ACE2-DF9413AD68AB}" srcId="{D237C0E4-23CD-2141-9BC1-C247F7F87FFC}" destId="{DB000E59-92D3-B643-835B-2CDC5D6A3442}" srcOrd="4" destOrd="0" parTransId="{581E9CE2-43A6-BF40-97CC-E79321BC7C72}" sibTransId="{D86E3638-9E3D-D249-9AE8-10DC63459F78}"/>
    <dgm:cxn modelId="{6CC97012-FF10-6342-8ADC-37AEB47C79A7}" type="presOf" srcId="{90A51F4D-E3CD-EA40-8B8F-782CACA3FADE}" destId="{14EDAA92-FEA0-2E41-94CA-0B1515B1DC36}" srcOrd="0" destOrd="0" presId="urn:microsoft.com/office/officeart/2005/8/layout/cycle1"/>
    <dgm:cxn modelId="{3DBE2A1A-1F60-954C-9A76-D2F75BB94646}" srcId="{D237C0E4-23CD-2141-9BC1-C247F7F87FFC}" destId="{4986FF1C-9FAD-174C-AA78-DD709503AA18}" srcOrd="2" destOrd="0" parTransId="{F04D8DF0-9693-4347-BD1A-57D8E5F24124}" sibTransId="{972401E3-12C1-1643-8545-35DFCE3AC562}"/>
    <dgm:cxn modelId="{51C40427-CDF5-EB4D-AAE3-2DDB22AA10C0}" type="presOf" srcId="{972401E3-12C1-1643-8545-35DFCE3AC562}" destId="{F1D95F09-EC49-9C4A-8D4E-1A8C297E1FE8}" srcOrd="0" destOrd="0" presId="urn:microsoft.com/office/officeart/2005/8/layout/cycle1"/>
    <dgm:cxn modelId="{56EABD27-62B6-1046-B544-DEF11C8B072F}" srcId="{D237C0E4-23CD-2141-9BC1-C247F7F87FFC}" destId="{53149B5D-441A-6B47-A679-4CA84C47D3D2}" srcOrd="6" destOrd="0" parTransId="{97D00EC5-CC96-F342-A1F9-39A961963D33}" sibTransId="{16766D85-46A0-6947-8D6B-086446BB3D0D}"/>
    <dgm:cxn modelId="{CEF39C39-5F0E-3B48-B39C-7794D8456A8F}" type="presOf" srcId="{9B3CE3CF-5C49-C548-AB35-3AE9FFF4A781}" destId="{6100EE6F-EC40-9E46-812D-AFBF238568A1}" srcOrd="0" destOrd="0" presId="urn:microsoft.com/office/officeart/2005/8/layout/cycle1"/>
    <dgm:cxn modelId="{DF392B5E-6C2A-B345-B06C-2E079AD3B8D8}" srcId="{D237C0E4-23CD-2141-9BC1-C247F7F87FFC}" destId="{DCF77AF0-0ACA-1645-80BD-9AD7A7CEEB22}" srcOrd="0" destOrd="0" parTransId="{26447887-1703-034A-9035-09DD23886D1B}" sibTransId="{9B3CE3CF-5C49-C548-AB35-3AE9FFF4A781}"/>
    <dgm:cxn modelId="{23A9336C-FCF9-2546-9F40-9A3DCF8A2966}" type="presOf" srcId="{DB000E59-92D3-B643-835B-2CDC5D6A3442}" destId="{6C88BB08-F09B-7B4D-9D16-F4F038D64563}" srcOrd="0" destOrd="0" presId="urn:microsoft.com/office/officeart/2005/8/layout/cycle1"/>
    <dgm:cxn modelId="{6CB8794F-511E-5E41-B512-FF5FD3095D55}" srcId="{D237C0E4-23CD-2141-9BC1-C247F7F87FFC}" destId="{90A51F4D-E3CD-EA40-8B8F-782CACA3FADE}" srcOrd="3" destOrd="0" parTransId="{39029DFC-15E2-3B4F-ADEC-55599C6DD86F}" sibTransId="{13AE5F78-0FCF-0A44-A954-FB73DC090665}"/>
    <dgm:cxn modelId="{C8B17E70-35DE-2C41-A7B1-DB7C794C23FF}" type="presOf" srcId="{53149B5D-441A-6B47-A679-4CA84C47D3D2}" destId="{F3E20770-8871-154D-B0E3-47CEBCB1826A}" srcOrd="0" destOrd="0" presId="urn:microsoft.com/office/officeart/2005/8/layout/cycle1"/>
    <dgm:cxn modelId="{06946A72-C8F8-C541-BA38-4820F60A62CF}" type="presOf" srcId="{4986FF1C-9FAD-174C-AA78-DD709503AA18}" destId="{4209A76C-22C7-4F42-BC3E-1D5690CB9B49}" srcOrd="0" destOrd="0" presId="urn:microsoft.com/office/officeart/2005/8/layout/cycle1"/>
    <dgm:cxn modelId="{1D1EF573-7819-DE4E-83BB-235FB6872FD6}" type="presOf" srcId="{16766D85-46A0-6947-8D6B-086446BB3D0D}" destId="{B29727BF-5472-A644-A548-F5569849C5FF}" srcOrd="0" destOrd="0" presId="urn:microsoft.com/office/officeart/2005/8/layout/cycle1"/>
    <dgm:cxn modelId="{530E8885-E1FA-9146-9B5F-75B6358081BE}" type="presOf" srcId="{13AE5F78-0FCF-0A44-A954-FB73DC090665}" destId="{C2AFA12F-7189-8F43-8AC3-75C2B2369B6C}" srcOrd="0" destOrd="0" presId="urn:microsoft.com/office/officeart/2005/8/layout/cycle1"/>
    <dgm:cxn modelId="{4B301E88-86D8-A744-AFC4-E82FE542BAFC}" type="presOf" srcId="{0A17FD94-CAE0-D748-ADE8-0391C916050A}" destId="{08FBF836-B0C2-984C-81EB-A5807230591B}" srcOrd="0" destOrd="0" presId="urn:microsoft.com/office/officeart/2005/8/layout/cycle1"/>
    <dgm:cxn modelId="{38A77792-5F17-074B-8954-A672B392D15C}" srcId="{D237C0E4-23CD-2141-9BC1-C247F7F87FFC}" destId="{085A5502-B2EA-8449-B128-EB48C87178E0}" srcOrd="5" destOrd="0" parTransId="{04F5011B-0925-9B4D-A43A-B7D684FE6410}" sibTransId="{0A17FD94-CAE0-D748-ADE8-0391C916050A}"/>
    <dgm:cxn modelId="{4400ADC2-5ADF-684E-BF2F-E1C18ED8B521}" type="presOf" srcId="{085A5502-B2EA-8449-B128-EB48C87178E0}" destId="{578F7804-7CDC-6142-97B6-1FF236854C75}" srcOrd="0" destOrd="0" presId="urn:microsoft.com/office/officeart/2005/8/layout/cycle1"/>
    <dgm:cxn modelId="{4DAE41CC-D1F0-A84A-9710-396413A50F8D}" type="presOf" srcId="{D86E3638-9E3D-D249-9AE8-10DC63459F78}" destId="{51D2600A-C5F0-E94F-A600-47291C2B5B57}" srcOrd="0" destOrd="0" presId="urn:microsoft.com/office/officeart/2005/8/layout/cycle1"/>
    <dgm:cxn modelId="{C2A6ABD6-CE12-0741-8DBC-40E3B500DB58}" type="presOf" srcId="{D7871243-D805-FF4B-B983-FC82C6D3D279}" destId="{5332C6F4-6069-564A-B8C1-B938797E9D04}" srcOrd="0" destOrd="0" presId="urn:microsoft.com/office/officeart/2005/8/layout/cycle1"/>
    <dgm:cxn modelId="{0B05C3E3-46F1-2440-9782-1ACDD2355C20}" type="presOf" srcId="{D237C0E4-23CD-2141-9BC1-C247F7F87FFC}" destId="{B3BB997A-6ADB-6D45-9CA3-5D644DDA82DC}" srcOrd="0" destOrd="0" presId="urn:microsoft.com/office/officeart/2005/8/layout/cycle1"/>
    <dgm:cxn modelId="{0D86E7F6-A0D4-734E-BD1C-207CE12D5DC4}" srcId="{D237C0E4-23CD-2141-9BC1-C247F7F87FFC}" destId="{814C42C2-04A9-954D-9FAD-20100D58A93A}" srcOrd="1" destOrd="0" parTransId="{93B9EBF7-C277-7347-A5FF-98F45220AC03}" sibTransId="{D7871243-D805-FF4B-B983-FC82C6D3D279}"/>
    <dgm:cxn modelId="{608BA3FA-2FA6-9F43-9C9D-0F0AA3C7C9C6}" type="presOf" srcId="{814C42C2-04A9-954D-9FAD-20100D58A93A}" destId="{11FA888D-CC72-584A-8093-E5AF1C8B163C}" srcOrd="0" destOrd="0" presId="urn:microsoft.com/office/officeart/2005/8/layout/cycle1"/>
    <dgm:cxn modelId="{BB6361FD-AB4D-7B4B-AA1B-223D3928774D}" type="presOf" srcId="{DCF77AF0-0ACA-1645-80BD-9AD7A7CEEB22}" destId="{E8AC86E7-5D8E-FD4D-B0E3-4F5F1F4CE050}" srcOrd="0" destOrd="0" presId="urn:microsoft.com/office/officeart/2005/8/layout/cycle1"/>
    <dgm:cxn modelId="{DEAD6927-7072-3C4A-9D57-2FC64D058C74}" type="presParOf" srcId="{B3BB997A-6ADB-6D45-9CA3-5D644DDA82DC}" destId="{12EF9F98-D58C-8E47-92F8-5E3A1C241CBB}" srcOrd="0" destOrd="0" presId="urn:microsoft.com/office/officeart/2005/8/layout/cycle1"/>
    <dgm:cxn modelId="{88649600-6A52-4C47-AD46-955FFF88CF58}" type="presParOf" srcId="{B3BB997A-6ADB-6D45-9CA3-5D644DDA82DC}" destId="{E8AC86E7-5D8E-FD4D-B0E3-4F5F1F4CE050}" srcOrd="1" destOrd="0" presId="urn:microsoft.com/office/officeart/2005/8/layout/cycle1"/>
    <dgm:cxn modelId="{5DD3C760-A3EE-6847-980E-0B130B2ED3E8}" type="presParOf" srcId="{B3BB997A-6ADB-6D45-9CA3-5D644DDA82DC}" destId="{6100EE6F-EC40-9E46-812D-AFBF238568A1}" srcOrd="2" destOrd="0" presId="urn:microsoft.com/office/officeart/2005/8/layout/cycle1"/>
    <dgm:cxn modelId="{5E258D71-D635-DA41-824E-BD62CB281514}" type="presParOf" srcId="{B3BB997A-6ADB-6D45-9CA3-5D644DDA82DC}" destId="{5734F5DB-38E3-7F43-A67E-2F64B141B598}" srcOrd="3" destOrd="0" presId="urn:microsoft.com/office/officeart/2005/8/layout/cycle1"/>
    <dgm:cxn modelId="{04C12884-EE02-A042-AB46-6AB617F63B08}" type="presParOf" srcId="{B3BB997A-6ADB-6D45-9CA3-5D644DDA82DC}" destId="{11FA888D-CC72-584A-8093-E5AF1C8B163C}" srcOrd="4" destOrd="0" presId="urn:microsoft.com/office/officeart/2005/8/layout/cycle1"/>
    <dgm:cxn modelId="{F383EFF1-A175-E745-873F-AFC662870F2D}" type="presParOf" srcId="{B3BB997A-6ADB-6D45-9CA3-5D644DDA82DC}" destId="{5332C6F4-6069-564A-B8C1-B938797E9D04}" srcOrd="5" destOrd="0" presId="urn:microsoft.com/office/officeart/2005/8/layout/cycle1"/>
    <dgm:cxn modelId="{E742F8B7-5717-954E-BD06-780F8D6C81B1}" type="presParOf" srcId="{B3BB997A-6ADB-6D45-9CA3-5D644DDA82DC}" destId="{50AE3DC1-8CA8-144F-9495-C0D161835207}" srcOrd="6" destOrd="0" presId="urn:microsoft.com/office/officeart/2005/8/layout/cycle1"/>
    <dgm:cxn modelId="{A399BA83-DA37-5D4B-B554-C29CDF078FAD}" type="presParOf" srcId="{B3BB997A-6ADB-6D45-9CA3-5D644DDA82DC}" destId="{4209A76C-22C7-4F42-BC3E-1D5690CB9B49}" srcOrd="7" destOrd="0" presId="urn:microsoft.com/office/officeart/2005/8/layout/cycle1"/>
    <dgm:cxn modelId="{0B3C8490-DB44-6E49-8176-BB222AE4A9EC}" type="presParOf" srcId="{B3BB997A-6ADB-6D45-9CA3-5D644DDA82DC}" destId="{F1D95F09-EC49-9C4A-8D4E-1A8C297E1FE8}" srcOrd="8" destOrd="0" presId="urn:microsoft.com/office/officeart/2005/8/layout/cycle1"/>
    <dgm:cxn modelId="{A3FB4B87-34DB-194B-8F0F-5D05DC9A5C46}" type="presParOf" srcId="{B3BB997A-6ADB-6D45-9CA3-5D644DDA82DC}" destId="{15E4ABE4-5CB0-E14E-974E-F5E9C61CDEF0}" srcOrd="9" destOrd="0" presId="urn:microsoft.com/office/officeart/2005/8/layout/cycle1"/>
    <dgm:cxn modelId="{F7506D90-9ADB-8D4F-B19D-444B26AA349C}" type="presParOf" srcId="{B3BB997A-6ADB-6D45-9CA3-5D644DDA82DC}" destId="{14EDAA92-FEA0-2E41-94CA-0B1515B1DC36}" srcOrd="10" destOrd="0" presId="urn:microsoft.com/office/officeart/2005/8/layout/cycle1"/>
    <dgm:cxn modelId="{7FA2F2E6-9BF9-C149-BE19-A9F93A5731BE}" type="presParOf" srcId="{B3BB997A-6ADB-6D45-9CA3-5D644DDA82DC}" destId="{C2AFA12F-7189-8F43-8AC3-75C2B2369B6C}" srcOrd="11" destOrd="0" presId="urn:microsoft.com/office/officeart/2005/8/layout/cycle1"/>
    <dgm:cxn modelId="{6E455152-9793-D94D-BEF4-CE85C25F1863}" type="presParOf" srcId="{B3BB997A-6ADB-6D45-9CA3-5D644DDA82DC}" destId="{1ED3EEDF-3054-7B4A-8C9F-62F54E85C60A}" srcOrd="12" destOrd="0" presId="urn:microsoft.com/office/officeart/2005/8/layout/cycle1"/>
    <dgm:cxn modelId="{B12AB19B-9B9D-1C41-BED8-4FCF6F60CA2A}" type="presParOf" srcId="{B3BB997A-6ADB-6D45-9CA3-5D644DDA82DC}" destId="{6C88BB08-F09B-7B4D-9D16-F4F038D64563}" srcOrd="13" destOrd="0" presId="urn:microsoft.com/office/officeart/2005/8/layout/cycle1"/>
    <dgm:cxn modelId="{AA86B659-D711-0D41-8788-5AEB0744D2E4}" type="presParOf" srcId="{B3BB997A-6ADB-6D45-9CA3-5D644DDA82DC}" destId="{51D2600A-C5F0-E94F-A600-47291C2B5B57}" srcOrd="14" destOrd="0" presId="urn:microsoft.com/office/officeart/2005/8/layout/cycle1"/>
    <dgm:cxn modelId="{CB7687F1-6410-7049-ABEF-BA20291C03E7}" type="presParOf" srcId="{B3BB997A-6ADB-6D45-9CA3-5D644DDA82DC}" destId="{57B478A0-F96E-8145-8E59-A639CB5B5393}" srcOrd="15" destOrd="0" presId="urn:microsoft.com/office/officeart/2005/8/layout/cycle1"/>
    <dgm:cxn modelId="{C003AE06-3A00-D840-BDE5-9B553CF26DE0}" type="presParOf" srcId="{B3BB997A-6ADB-6D45-9CA3-5D644DDA82DC}" destId="{578F7804-7CDC-6142-97B6-1FF236854C75}" srcOrd="16" destOrd="0" presId="urn:microsoft.com/office/officeart/2005/8/layout/cycle1"/>
    <dgm:cxn modelId="{429F44A2-A534-7F4D-A3A3-18D84B40E1C9}" type="presParOf" srcId="{B3BB997A-6ADB-6D45-9CA3-5D644DDA82DC}" destId="{08FBF836-B0C2-984C-81EB-A5807230591B}" srcOrd="17" destOrd="0" presId="urn:microsoft.com/office/officeart/2005/8/layout/cycle1"/>
    <dgm:cxn modelId="{26FE25D9-A2F4-8A49-AC6F-A6A8FB26012A}" type="presParOf" srcId="{B3BB997A-6ADB-6D45-9CA3-5D644DDA82DC}" destId="{CD00DEE4-0FD2-B941-B0E5-30B6CD8DDA98}" srcOrd="18" destOrd="0" presId="urn:microsoft.com/office/officeart/2005/8/layout/cycle1"/>
    <dgm:cxn modelId="{97E01047-F576-C940-8D42-A74687C5B19D}" type="presParOf" srcId="{B3BB997A-6ADB-6D45-9CA3-5D644DDA82DC}" destId="{F3E20770-8871-154D-B0E3-47CEBCB1826A}" srcOrd="19" destOrd="0" presId="urn:microsoft.com/office/officeart/2005/8/layout/cycle1"/>
    <dgm:cxn modelId="{B89145EF-2562-6041-8868-80799AE42BF0}" type="presParOf" srcId="{B3BB997A-6ADB-6D45-9CA3-5D644DDA82DC}" destId="{B29727BF-5472-A644-A548-F5569849C5FF}" srcOrd="20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C86E7-5D8E-FD4D-B0E3-4F5F1F4CE050}">
      <dsp:nvSpPr>
        <dsp:cNvPr id="0" name=""/>
        <dsp:cNvSpPr/>
      </dsp:nvSpPr>
      <dsp:spPr>
        <a:xfrm>
          <a:off x="10179297" y="4954"/>
          <a:ext cx="2178143" cy="2178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Planning</a:t>
          </a:r>
        </a:p>
      </dsp:txBody>
      <dsp:txXfrm>
        <a:off x="10179297" y="4954"/>
        <a:ext cx="2178143" cy="2178143"/>
      </dsp:txXfrm>
    </dsp:sp>
    <dsp:sp modelId="{6100EE6F-EC40-9E46-812D-AFBF238568A1}">
      <dsp:nvSpPr>
        <dsp:cNvPr id="0" name=""/>
        <dsp:cNvSpPr/>
      </dsp:nvSpPr>
      <dsp:spPr>
        <a:xfrm>
          <a:off x="3380903" y="120925"/>
          <a:ext cx="11280008" cy="11280008"/>
        </a:xfrm>
        <a:prstGeom prst="circularArrow">
          <a:avLst>
            <a:gd name="adj1" fmla="val 3765"/>
            <a:gd name="adj2" fmla="val 234952"/>
            <a:gd name="adj3" fmla="val 19826433"/>
            <a:gd name="adj4" fmla="val 18606049"/>
            <a:gd name="adj5" fmla="val 4393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FA888D-CC72-584A-8093-E5AF1C8B163C}">
      <dsp:nvSpPr>
        <dsp:cNvPr id="0" name=""/>
        <dsp:cNvSpPr/>
      </dsp:nvSpPr>
      <dsp:spPr>
        <a:xfrm>
          <a:off x="12981836" y="3519227"/>
          <a:ext cx="2178143" cy="2178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Analysis</a:t>
          </a:r>
        </a:p>
      </dsp:txBody>
      <dsp:txXfrm>
        <a:off x="12981836" y="3519227"/>
        <a:ext cx="2178143" cy="2178143"/>
      </dsp:txXfrm>
    </dsp:sp>
    <dsp:sp modelId="{5332C6F4-6069-564A-B8C1-B938797E9D04}">
      <dsp:nvSpPr>
        <dsp:cNvPr id="0" name=""/>
        <dsp:cNvSpPr/>
      </dsp:nvSpPr>
      <dsp:spPr>
        <a:xfrm>
          <a:off x="3380903" y="120925"/>
          <a:ext cx="11280008" cy="11280008"/>
        </a:xfrm>
        <a:prstGeom prst="circularArrow">
          <a:avLst>
            <a:gd name="adj1" fmla="val 3765"/>
            <a:gd name="adj2" fmla="val 234952"/>
            <a:gd name="adj3" fmla="val 1229556"/>
            <a:gd name="adj4" fmla="val 21557817"/>
            <a:gd name="adj5" fmla="val 4393"/>
          </a:avLst>
        </a:prstGeom>
        <a:gradFill rotWithShape="0">
          <a:gsLst>
            <a:gs pos="0">
              <a:schemeClr val="accent4">
                <a:hueOff val="-414206"/>
                <a:satOff val="0"/>
                <a:lumOff val="915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4">
                <a:hueOff val="-414206"/>
                <a:satOff val="0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09A76C-22C7-4F42-BC3E-1D5690CB9B49}">
      <dsp:nvSpPr>
        <dsp:cNvPr id="0" name=""/>
        <dsp:cNvSpPr/>
      </dsp:nvSpPr>
      <dsp:spPr>
        <a:xfrm>
          <a:off x="11981621" y="7901454"/>
          <a:ext cx="2178143" cy="2178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Design</a:t>
          </a:r>
        </a:p>
      </dsp:txBody>
      <dsp:txXfrm>
        <a:off x="11981621" y="7901454"/>
        <a:ext cx="2178143" cy="2178143"/>
      </dsp:txXfrm>
    </dsp:sp>
    <dsp:sp modelId="{F1D95F09-EC49-9C4A-8D4E-1A8C297E1FE8}">
      <dsp:nvSpPr>
        <dsp:cNvPr id="0" name=""/>
        <dsp:cNvSpPr/>
      </dsp:nvSpPr>
      <dsp:spPr>
        <a:xfrm>
          <a:off x="3380903" y="120925"/>
          <a:ext cx="11280008" cy="11280008"/>
        </a:xfrm>
        <a:prstGeom prst="circularArrow">
          <a:avLst>
            <a:gd name="adj1" fmla="val 3765"/>
            <a:gd name="adj2" fmla="val 234952"/>
            <a:gd name="adj3" fmla="val 4436825"/>
            <a:gd name="adj4" fmla="val 3308368"/>
            <a:gd name="adj5" fmla="val 4393"/>
          </a:avLst>
        </a:prstGeom>
        <a:gradFill rotWithShape="0">
          <a:gsLst>
            <a:gs pos="0">
              <a:schemeClr val="accent4">
                <a:hueOff val="-828411"/>
                <a:satOff val="0"/>
                <a:lumOff val="1830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4">
                <a:hueOff val="-828411"/>
                <a:satOff val="0"/>
                <a:lumOff val="183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EDAA92-FEA0-2E41-94CA-0B1515B1DC36}">
      <dsp:nvSpPr>
        <dsp:cNvPr id="0" name=""/>
        <dsp:cNvSpPr/>
      </dsp:nvSpPr>
      <dsp:spPr>
        <a:xfrm>
          <a:off x="7931835" y="9851728"/>
          <a:ext cx="2178143" cy="2178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Implementation</a:t>
          </a:r>
        </a:p>
      </dsp:txBody>
      <dsp:txXfrm>
        <a:off x="7931835" y="9851728"/>
        <a:ext cx="2178143" cy="2178143"/>
      </dsp:txXfrm>
    </dsp:sp>
    <dsp:sp modelId="{C2AFA12F-7189-8F43-8AC3-75C2B2369B6C}">
      <dsp:nvSpPr>
        <dsp:cNvPr id="0" name=""/>
        <dsp:cNvSpPr/>
      </dsp:nvSpPr>
      <dsp:spPr>
        <a:xfrm>
          <a:off x="3380903" y="120925"/>
          <a:ext cx="11280008" cy="11280008"/>
        </a:xfrm>
        <a:prstGeom prst="circularArrow">
          <a:avLst>
            <a:gd name="adj1" fmla="val 3765"/>
            <a:gd name="adj2" fmla="val 234952"/>
            <a:gd name="adj3" fmla="val 7256679"/>
            <a:gd name="adj4" fmla="val 6128223"/>
            <a:gd name="adj5" fmla="val 4393"/>
          </a:avLst>
        </a:prstGeom>
        <a:gradFill rotWithShape="0">
          <a:gsLst>
            <a:gs pos="0">
              <a:schemeClr val="accent4">
                <a:hueOff val="-1242617"/>
                <a:satOff val="0"/>
                <a:lumOff val="2745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4">
                <a:hueOff val="-1242617"/>
                <a:satOff val="0"/>
                <a:lumOff val="274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C88BB08-F09B-7B4D-9D16-F4F038D64563}">
      <dsp:nvSpPr>
        <dsp:cNvPr id="0" name=""/>
        <dsp:cNvSpPr/>
      </dsp:nvSpPr>
      <dsp:spPr>
        <a:xfrm>
          <a:off x="3882049" y="7901454"/>
          <a:ext cx="2178143" cy="2178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Testing &amp; Integration</a:t>
          </a:r>
        </a:p>
      </dsp:txBody>
      <dsp:txXfrm>
        <a:off x="3882049" y="7901454"/>
        <a:ext cx="2178143" cy="2178143"/>
      </dsp:txXfrm>
    </dsp:sp>
    <dsp:sp modelId="{51D2600A-C5F0-E94F-A600-47291C2B5B57}">
      <dsp:nvSpPr>
        <dsp:cNvPr id="0" name=""/>
        <dsp:cNvSpPr/>
      </dsp:nvSpPr>
      <dsp:spPr>
        <a:xfrm>
          <a:off x="3380903" y="120925"/>
          <a:ext cx="11280008" cy="11280008"/>
        </a:xfrm>
        <a:prstGeom prst="circularArrow">
          <a:avLst>
            <a:gd name="adj1" fmla="val 3765"/>
            <a:gd name="adj2" fmla="val 234952"/>
            <a:gd name="adj3" fmla="val 10607231"/>
            <a:gd name="adj4" fmla="val 9335492"/>
            <a:gd name="adj5" fmla="val 4393"/>
          </a:avLst>
        </a:prstGeom>
        <a:gradFill rotWithShape="0">
          <a:gsLst>
            <a:gs pos="0">
              <a:schemeClr val="accent4">
                <a:hueOff val="-1656823"/>
                <a:satOff val="0"/>
                <a:lumOff val="3660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4">
                <a:hueOff val="-1656823"/>
                <a:satOff val="0"/>
                <a:lumOff val="366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78F7804-7CDC-6142-97B6-1FF236854C75}">
      <dsp:nvSpPr>
        <dsp:cNvPr id="0" name=""/>
        <dsp:cNvSpPr/>
      </dsp:nvSpPr>
      <dsp:spPr>
        <a:xfrm>
          <a:off x="2881834" y="3519227"/>
          <a:ext cx="2178143" cy="2178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Deployment</a:t>
          </a:r>
        </a:p>
      </dsp:txBody>
      <dsp:txXfrm>
        <a:off x="2881834" y="3519227"/>
        <a:ext cx="2178143" cy="2178143"/>
      </dsp:txXfrm>
    </dsp:sp>
    <dsp:sp modelId="{08FBF836-B0C2-984C-81EB-A5807230591B}">
      <dsp:nvSpPr>
        <dsp:cNvPr id="0" name=""/>
        <dsp:cNvSpPr/>
      </dsp:nvSpPr>
      <dsp:spPr>
        <a:xfrm>
          <a:off x="3380903" y="120925"/>
          <a:ext cx="11280008" cy="11280008"/>
        </a:xfrm>
        <a:prstGeom prst="circularArrow">
          <a:avLst>
            <a:gd name="adj1" fmla="val 3765"/>
            <a:gd name="adj2" fmla="val 234952"/>
            <a:gd name="adj3" fmla="val 13558999"/>
            <a:gd name="adj4" fmla="val 12338615"/>
            <a:gd name="adj5" fmla="val 4393"/>
          </a:avLst>
        </a:prstGeom>
        <a:gradFill rotWithShape="0">
          <a:gsLst>
            <a:gs pos="0">
              <a:schemeClr val="accent4">
                <a:hueOff val="-2071028"/>
                <a:satOff val="0"/>
                <a:lumOff val="4575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4">
                <a:hueOff val="-2071028"/>
                <a:satOff val="0"/>
                <a:lumOff val="457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E20770-8871-154D-B0E3-47CEBCB1826A}">
      <dsp:nvSpPr>
        <dsp:cNvPr id="0" name=""/>
        <dsp:cNvSpPr/>
      </dsp:nvSpPr>
      <dsp:spPr>
        <a:xfrm>
          <a:off x="5684373" y="4954"/>
          <a:ext cx="2178143" cy="2178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Maintenance</a:t>
          </a:r>
        </a:p>
      </dsp:txBody>
      <dsp:txXfrm>
        <a:off x="5684373" y="4954"/>
        <a:ext cx="2178143" cy="2178143"/>
      </dsp:txXfrm>
    </dsp:sp>
    <dsp:sp modelId="{B29727BF-5472-A644-A548-F5569849C5FF}">
      <dsp:nvSpPr>
        <dsp:cNvPr id="0" name=""/>
        <dsp:cNvSpPr/>
      </dsp:nvSpPr>
      <dsp:spPr>
        <a:xfrm>
          <a:off x="3380903" y="120925"/>
          <a:ext cx="11280008" cy="11280008"/>
        </a:xfrm>
        <a:prstGeom prst="circularArrow">
          <a:avLst>
            <a:gd name="adj1" fmla="val 3765"/>
            <a:gd name="adj2" fmla="val 234952"/>
            <a:gd name="adj3" fmla="val 16740398"/>
            <a:gd name="adj4" fmla="val 15424650"/>
            <a:gd name="adj5" fmla="val 4393"/>
          </a:avLst>
        </a:prstGeom>
        <a:gradFill rotWithShape="0">
          <a:gsLst>
            <a:gs pos="0">
              <a:schemeClr val="accent4">
                <a:hueOff val="-2485234"/>
                <a:satOff val="0"/>
                <a:lumOff val="5490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4">
                <a:hueOff val="-2485234"/>
                <a:satOff val="0"/>
                <a:lumOff val="549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From Session 1</a:t>
            </a:r>
            <a:br>
              <a:rPr lang="en-US" dirty="0"/>
            </a:br>
            <a:r>
              <a:rPr lang="en-US" dirty="0"/>
              <a:t>• Software engineering manages change and complexity</a:t>
            </a:r>
            <a:br>
              <a:rPr lang="en-US" dirty="0"/>
            </a:br>
            <a:r>
              <a:rPr lang="en-US" dirty="0"/>
              <a:t>• Process exists because failures are costly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24889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“Most project failures don’t start with bad code — they start with bad assumptions.”</a:t>
            </a:r>
          </a:p>
          <a:p>
            <a:endParaRPr lang="en-US" dirty="0"/>
          </a:p>
          <a:p>
            <a:pPr marL="390525" lvl="0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Beliefs held by managers, customers, and developers</a:t>
            </a:r>
          </a:p>
          <a:p>
            <a:pPr marL="623888" lvl="1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Example: “If the requirements are written clearly at the beginning, they won’t change.”</a:t>
            </a:r>
          </a:p>
          <a:p>
            <a:pPr marL="623888" lvl="1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US" sz="3600" dirty="0"/>
              <a:t>“This belief usually comes from non-technical stakeholders.”</a:t>
            </a:r>
            <a:endParaRPr lang="en-US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390525" lvl="0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390525" lvl="0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Often sound reasonable — but are misleading</a:t>
            </a:r>
          </a:p>
          <a:p>
            <a:pPr marL="623888" lvl="1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Example: “More documentation means higher software quality.”</a:t>
            </a:r>
          </a:p>
          <a:p>
            <a:pPr marL="623888" lvl="1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US" sz="3600" dirty="0"/>
              <a:t>“Documentation helps — but only if it stays relevant.”</a:t>
            </a:r>
            <a:endParaRPr lang="en-US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390525" lvl="0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390525" lvl="0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Lead to poor decisions in planning and process</a:t>
            </a:r>
          </a:p>
          <a:p>
            <a:pPr marL="623888" lvl="1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Example: “We can skip testing now and fix bugs later.”</a:t>
            </a:r>
          </a:p>
          <a:p>
            <a:pPr marL="623888" lvl="1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US" sz="3600" dirty="0"/>
              <a:t>“This myth often pushes teams toward the wrong life cycle model.”</a:t>
            </a:r>
            <a:endParaRPr lang="en-US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390525" lvl="0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390525" lvl="0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Engineers must challenge myths with evidence</a:t>
            </a:r>
          </a:p>
          <a:p>
            <a:pPr marL="623888" lvl="1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Example: </a:t>
            </a: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“Adding more developers will speed up delivery.”</a:t>
            </a:r>
          </a:p>
          <a:p>
            <a:pPr marL="623888" lvl="1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US" sz="3600" dirty="0"/>
              <a:t>“Professional engineers push back using data, not opinions.”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80714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myths lead to </a:t>
            </a:r>
            <a:r>
              <a:rPr lang="en-US" b="1" dirty="0"/>
              <a:t>poor decisions</a:t>
            </a:r>
            <a:endParaRPr lang="en-US" dirty="0"/>
          </a:p>
          <a:p>
            <a:r>
              <a:rPr lang="en-US" dirty="0"/>
              <a:t>Poor decisions cause </a:t>
            </a:r>
            <a:r>
              <a:rPr lang="en-US" b="1" dirty="0"/>
              <a:t>late failures and rework</a:t>
            </a:r>
            <a:endParaRPr lang="en-US" dirty="0"/>
          </a:p>
          <a:p>
            <a:r>
              <a:rPr lang="en-US" b="1" dirty="0"/>
              <a:t>SDLC exists to replace assumptions with 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255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Others Explanation:</a:t>
            </a:r>
          </a:p>
          <a:p>
            <a:pPr marL="0" marR="0" lvl="0" indent="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br>
              <a:rPr lang="en-US" dirty="0"/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 framework that guides the process of creating software from its conceptualization to its eventual retirement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Outlines a series of well-defined phases, activities, and deliverables that help ensure the successful creation of high-quality software that meets user needs and business requirements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53813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“Hooker tells us how engineers should think.</a:t>
            </a:r>
            <a:br>
              <a:rPr lang="en-US" dirty="0"/>
            </a:br>
            <a:r>
              <a:rPr lang="en-US" dirty="0"/>
              <a:t>Process flow shows how that thinking is organized into work.”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59243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Linear</a:t>
            </a:r>
            <a:r>
              <a:rPr lang="en-US" dirty="0"/>
              <a:t> — activities executed once, in order</a:t>
            </a:r>
          </a:p>
          <a:p>
            <a:r>
              <a:rPr lang="en-US" b="1" dirty="0"/>
              <a:t>Iterative</a:t>
            </a:r>
            <a:r>
              <a:rPr lang="en-US" dirty="0"/>
              <a:t> — activities revisited through cycles</a:t>
            </a:r>
          </a:p>
          <a:p>
            <a:r>
              <a:rPr lang="en-US" b="1" dirty="0"/>
              <a:t>Evolutionary</a:t>
            </a:r>
            <a:r>
              <a:rPr lang="en-US" dirty="0"/>
              <a:t> — system grows through increments</a:t>
            </a:r>
          </a:p>
          <a:p>
            <a:r>
              <a:rPr lang="en-US" b="1" dirty="0"/>
              <a:t>Parallel</a:t>
            </a:r>
            <a:r>
              <a:rPr lang="en-US" dirty="0"/>
              <a:t> — activities overlap to reduce time</a:t>
            </a:r>
          </a:p>
          <a:p>
            <a:endParaRPr lang="en-US" dirty="0"/>
          </a:p>
          <a:p>
            <a:r>
              <a:rPr lang="en-US" dirty="0"/>
              <a:t>“Same activities, different flow — and that choice matters.”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49409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FA232-179C-8778-C005-6B93EDA53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92318-0F69-9087-2C66-89D339C22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603D2-D7D5-AA4F-DFC2-C7D3857D7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24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D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escriptive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representation of the SDLC, different approach but the basic phases and activity remain the same for all the models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Prescriptive process models advocate an orderly approach to software engineering</a:t>
            </a:r>
          </a:p>
          <a:p>
            <a:pPr marL="0" marR="0" lvl="0" indent="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That leads to a few questions …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If prescriptive process models strive for structure and order,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are they inappropriate for a software world that thrives on change? 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Yet, if we reject traditional process models (and the order they imply) and replace them with something less structured,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do we make it impossible to achieve coordination and coherence in software work?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81421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Should software development prioritize </a:t>
            </a:r>
            <a:r>
              <a:rPr lang="en-US" b="1" dirty="0"/>
              <a:t>order or adaptability</a:t>
            </a:r>
            <a:r>
              <a:rPr lang="en-US" dirty="0"/>
              <a:t>?</a:t>
            </a:r>
          </a:p>
          <a:p>
            <a:r>
              <a:rPr lang="en-US" dirty="0"/>
              <a:t>How much structure is needed to ensure </a:t>
            </a:r>
            <a:r>
              <a:rPr lang="en-US" b="1" dirty="0"/>
              <a:t>coordination and quality</a:t>
            </a:r>
            <a:r>
              <a:rPr lang="en-US" dirty="0"/>
              <a:t>?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81951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 Light" pitchFamily="2" charset="0"/>
                <a:sym typeface="Helvetica Neue"/>
              </a:rPr>
              <a:t>Project Requirements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Stability: Are the requirements well-understood and unlikely to change?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Clarity: Are the requirements clear or ambiguous?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 Light" pitchFamily="2" charset="0"/>
                <a:sym typeface="Helvetica Neue"/>
              </a:rPr>
              <a:t>Customer Involvement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Availability: Is the customer available for continuous collaboration?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Feedback Importance: How critical is customer feedback during development?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 Light" pitchFamily="2" charset="0"/>
                <a:sym typeface="Helvetica Neue"/>
              </a:rPr>
              <a:t>Risk Assessment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Technological Risks: New or unproven technologies may require flexibility.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Market Risks: Projects in fast-moving markets may need Agile responsiveness.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 Light" pitchFamily="2" charset="0"/>
              <a:sym typeface="Helvetica Neue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 Light" pitchFamily="2" charset="0"/>
                <a:sym typeface="Helvetica Neue"/>
              </a:rPr>
              <a:t>Project Size and Complexity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Small vs. Large Teams: Different models suit different team sizes.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Complexity Levels: Complex projects may benefit from iterative approaches.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 Light" pitchFamily="2" charset="0"/>
                <a:sym typeface="Helvetica Neue"/>
              </a:rPr>
              <a:t>Time to Market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Urgency: Is there a need for rapid delivery?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Competition: Does the project need to adapt quickly to competitive pressures?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 Light" pitchFamily="2" charset="0"/>
                <a:sym typeface="Helvetica Neue"/>
              </a:rPr>
              <a:t>Team Expertise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Experience with Methodologies: Teams familiar with Agile may perform better using it.</a:t>
            </a:r>
          </a:p>
          <a:p>
            <a:pPr marL="1014413" lvl="1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Skill Levels: Highly skilled teams may handle flexible models more effectively.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57189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437085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136664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815450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494236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173022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9cBkihYP1rY" TargetMode="External"/><Relationship Id="rId2" Type="http://schemas.openxmlformats.org/officeDocument/2006/relationships/hyperlink" Target="http://www.youtube.com/watch?v=KaPC0gsEQ6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64C53-F38A-3CAD-0C8A-2BF46116F3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COMP6100001 - Software engineering</a:t>
            </a:r>
          </a:p>
          <a:p>
            <a:r>
              <a:rPr lang="en-US" dirty="0"/>
              <a:t>Session 02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9600" b="1" dirty="0">
                <a:solidFill>
                  <a:schemeClr val="bg1"/>
                </a:solidFill>
              </a:rPr>
              <a:t>Software Processes and development life cycle Models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Kenny Jingga, </a:t>
            </a:r>
            <a:r>
              <a:rPr lang="en-US" dirty="0" err="1"/>
              <a:t>S.Kom</a:t>
            </a:r>
            <a:r>
              <a:rPr lang="en-US" dirty="0"/>
              <a:t>., M.T.</a:t>
            </a:r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074780" cy="547670"/>
          </a:xfrm>
        </p:spPr>
        <p:txBody>
          <a:bodyPr>
            <a:normAutofit fontScale="90000"/>
          </a:bodyPr>
          <a:lstStyle/>
          <a:p>
            <a:r>
              <a:rPr lang="en-US" dirty="0"/>
              <a:t>Session 02 - Software Processes and development life cycle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1"/>
            <a:ext cx="20711673" cy="70340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the end of this session, students will be expected to be able to:</a:t>
            </a:r>
          </a:p>
          <a:p>
            <a:r>
              <a:rPr lang="en-GB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Understand the Purpose and Structure of Software Processes</a:t>
            </a:r>
          </a:p>
          <a:p>
            <a:r>
              <a:rPr lang="en-GB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Explain Key Software Development Life Cycle Models</a:t>
            </a:r>
          </a:p>
          <a:p>
            <a:r>
              <a:rPr lang="en-GB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Compare Different Life Cycle Models for Software Projects</a:t>
            </a:r>
          </a:p>
          <a:p>
            <a:r>
              <a:rPr lang="en-GB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Identify Factors for Selecting an Appropriate Life Cycle Model</a:t>
            </a:r>
          </a:p>
        </p:txBody>
      </p:sp>
    </p:spTree>
    <p:extLst>
      <p:ext uri="{BB962C8B-B14F-4D97-AF65-F5344CB8AC3E}">
        <p14:creationId xmlns:p14="http://schemas.microsoft.com/office/powerpoint/2010/main" val="38557858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233806" cy="803546"/>
          </a:xfrm>
        </p:spPr>
        <p:txBody>
          <a:bodyPr>
            <a:normAutofit fontScale="90000"/>
          </a:bodyPr>
          <a:lstStyle/>
          <a:p>
            <a:r>
              <a:rPr lang="en-US" dirty="0"/>
              <a:t>Session 02 - Software Processes and development life cycle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Content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711673" cy="8583279"/>
          </a:xfrm>
        </p:spPr>
        <p:txBody>
          <a:bodyPr anchor="ctr">
            <a:normAutofit/>
          </a:bodyPr>
          <a:lstStyle/>
          <a:p>
            <a:pPr marL="390525" lvl="0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Software processes</a:t>
            </a:r>
          </a:p>
          <a:p>
            <a:pPr marL="390525" lvl="0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SDLC</a:t>
            </a:r>
          </a:p>
          <a:p>
            <a:pPr marL="390525" lvl="0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Waterfall</a:t>
            </a:r>
          </a:p>
          <a:p>
            <a:pPr marL="390525" lvl="0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Iterative &amp; Incremental</a:t>
            </a:r>
          </a:p>
          <a:p>
            <a:pPr marL="390525" lvl="0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Agile overview</a:t>
            </a:r>
          </a:p>
          <a:p>
            <a:pPr marL="390525" lvl="0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Comparison of life cycle models</a:t>
            </a:r>
          </a:p>
          <a:p>
            <a:pPr marL="390525" lvl="0" indent="-390525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Selecting appropriate model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819818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2A315-414A-C7B0-B9C1-A23E8354F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Software Process Exist?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3656280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software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Software 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02C69A-60CB-36C6-E301-697ABD3DBC28}"/>
              </a:ext>
            </a:extLst>
          </p:cNvPr>
          <p:cNvSpPr txBox="1"/>
          <p:nvPr/>
        </p:nvSpPr>
        <p:spPr>
          <a:xfrm>
            <a:off x="2167377" y="4235440"/>
            <a:ext cx="20295058" cy="61863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Process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 a collection of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activities, actions, and tasks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performed to create a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work product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(software and its artifacts).</a:t>
            </a:r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Activity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broad objective (e.g., stakeholder communication, planning, quality assurance)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Action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set of tasks producing a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major work product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(e.g., architectural design → architecture model)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Task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small, well-defined work producing a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tangible outcome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(e.g., write unit test, review a user story)</a:t>
            </a:r>
          </a:p>
          <a:p>
            <a:pPr algn="just"/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software process is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 rigid,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is an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adaptable approach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that helps a team select the right work actions and tasks to deliver software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 time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with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sufficient quality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495312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B9FB1-8CE6-313B-1922-3C80DA3D5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9600" cap="none" dirty="0"/>
              <a:t>Software Engineering: Principles, </a:t>
            </a:r>
            <a:r>
              <a:rPr lang="en-US" sz="9600" b="1" u="sng" cap="none" dirty="0"/>
              <a:t>practices</a:t>
            </a:r>
            <a:r>
              <a:rPr lang="en-US" sz="9600" cap="none" dirty="0"/>
              <a:t> (technical and non-technical) for confidently building </a:t>
            </a:r>
            <a:r>
              <a:rPr lang="en-US" sz="9600" b="1" cap="none" dirty="0"/>
              <a:t>high-quality</a:t>
            </a:r>
            <a:r>
              <a:rPr lang="en-US" sz="9600" cap="none" dirty="0"/>
              <a:t> software.</a:t>
            </a:r>
          </a:p>
        </p:txBody>
      </p:sp>
    </p:spTree>
    <p:extLst>
      <p:ext uri="{BB962C8B-B14F-4D97-AF65-F5344CB8AC3E}">
        <p14:creationId xmlns:p14="http://schemas.microsoft.com/office/powerpoint/2010/main" val="257431484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43253-69A2-222D-6828-2B4E9A211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3102E-A9F8-79E8-0B0D-6C5C2EDD1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software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8D44C-11E0-C198-5CEE-95F615A5EC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How to develop software?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BEF10-AA20-4308-8427-ACE9195F552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4"/>
            <a:ext cx="20295058" cy="2261814"/>
          </a:xfrm>
        </p:spPr>
        <p:txBody>
          <a:bodyPr anchor="ctr">
            <a:normAutofit/>
          </a:bodyPr>
          <a:lstStyle/>
          <a:p>
            <a:pPr marL="0" marR="0" lvl="0" indent="0" algn="ctr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“The set of activities and associated results that produce a software product”</a:t>
            </a:r>
          </a:p>
        </p:txBody>
      </p:sp>
      <p:pic>
        <p:nvPicPr>
          <p:cNvPr id="6" name="Graphic 5" descr="Boardroom outline">
            <a:extLst>
              <a:ext uri="{FF2B5EF4-FFF2-40B4-BE49-F238E27FC236}">
                <a16:creationId xmlns:a16="http://schemas.microsoft.com/office/drawing/2014/main" id="{ED1E5563-6A56-50DF-548E-DC2A00B6F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7377" y="7091135"/>
            <a:ext cx="2514600" cy="2514600"/>
          </a:xfrm>
          <a:prstGeom prst="rect">
            <a:avLst/>
          </a:prstGeom>
        </p:spPr>
      </p:pic>
      <p:pic>
        <p:nvPicPr>
          <p:cNvPr id="10" name="Graphic 9" descr="Pencil outline">
            <a:extLst>
              <a:ext uri="{FF2B5EF4-FFF2-40B4-BE49-F238E27FC236}">
                <a16:creationId xmlns:a16="http://schemas.microsoft.com/office/drawing/2014/main" id="{60DF03A8-BF17-CDDE-40D3-EDFE0629E5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8738" y="7548332"/>
            <a:ext cx="2028769" cy="1909197"/>
          </a:xfrm>
          <a:prstGeom prst="rect">
            <a:avLst/>
          </a:prstGeom>
        </p:spPr>
      </p:pic>
      <p:pic>
        <p:nvPicPr>
          <p:cNvPr id="12" name="Graphic 11" descr="Checklist outline">
            <a:extLst>
              <a:ext uri="{FF2B5EF4-FFF2-40B4-BE49-F238E27FC236}">
                <a16:creationId xmlns:a16="http://schemas.microsoft.com/office/drawing/2014/main" id="{292D4035-760B-54D6-7758-721644C2AF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44268" y="7548332"/>
            <a:ext cx="1909197" cy="1909197"/>
          </a:xfrm>
          <a:prstGeom prst="rect">
            <a:avLst/>
          </a:prstGeom>
        </p:spPr>
      </p:pic>
      <p:pic>
        <p:nvPicPr>
          <p:cNvPr id="14" name="Graphic 13" descr="Magnifying glass outline">
            <a:extLst>
              <a:ext uri="{FF2B5EF4-FFF2-40B4-BE49-F238E27FC236}">
                <a16:creationId xmlns:a16="http://schemas.microsoft.com/office/drawing/2014/main" id="{80935719-67F0-8CD9-E3A3-BC568ED7C9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170226" y="7548331"/>
            <a:ext cx="1909197" cy="1909197"/>
          </a:xfrm>
          <a:prstGeom prst="rect">
            <a:avLst/>
          </a:prstGeom>
        </p:spPr>
      </p:pic>
      <p:pic>
        <p:nvPicPr>
          <p:cNvPr id="16" name="Graphic 15" descr="Hammer outline">
            <a:extLst>
              <a:ext uri="{FF2B5EF4-FFF2-40B4-BE49-F238E27FC236}">
                <a16:creationId xmlns:a16="http://schemas.microsoft.com/office/drawing/2014/main" id="{603C2AA7-D478-EEB9-5E57-FA94C1DEDC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596184" y="7548330"/>
            <a:ext cx="1909198" cy="1909198"/>
          </a:xfrm>
          <a:prstGeom prst="rect">
            <a:avLst/>
          </a:prstGeom>
        </p:spPr>
      </p:pic>
      <p:sp>
        <p:nvSpPr>
          <p:cNvPr id="19" name="U-Turn Arrow 18">
            <a:extLst>
              <a:ext uri="{FF2B5EF4-FFF2-40B4-BE49-F238E27FC236}">
                <a16:creationId xmlns:a16="http://schemas.microsoft.com/office/drawing/2014/main" id="{D0618B53-085F-AF66-D07D-CF8914651FB5}"/>
              </a:ext>
            </a:extLst>
          </p:cNvPr>
          <p:cNvSpPr/>
          <p:nvPr/>
        </p:nvSpPr>
        <p:spPr>
          <a:xfrm flipH="1">
            <a:off x="3151903" y="6446479"/>
            <a:ext cx="18360000" cy="936000"/>
          </a:xfrm>
          <a:prstGeom prst="uturnArrow">
            <a:avLst>
              <a:gd name="adj1" fmla="val 18103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Medium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688FA7-2153-6464-F980-DCFB013DF28E}"/>
              </a:ext>
            </a:extLst>
          </p:cNvPr>
          <p:cNvSpPr txBox="1"/>
          <p:nvPr/>
        </p:nvSpPr>
        <p:spPr>
          <a:xfrm>
            <a:off x="1963211" y="9457528"/>
            <a:ext cx="2922931" cy="2318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Discuss the software that needs to be written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FD8397-AC3B-A2F9-32A2-C31CE93BAC5B}"/>
              </a:ext>
            </a:extLst>
          </p:cNvPr>
          <p:cNvSpPr txBox="1"/>
          <p:nvPr/>
        </p:nvSpPr>
        <p:spPr>
          <a:xfrm>
            <a:off x="6785045" y="9457525"/>
            <a:ext cx="2922931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Write some code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56A1BF-512F-BE05-0433-6B4924BA7D0C}"/>
              </a:ext>
            </a:extLst>
          </p:cNvPr>
          <p:cNvSpPr txBox="1"/>
          <p:nvPr/>
        </p:nvSpPr>
        <p:spPr>
          <a:xfrm>
            <a:off x="11237400" y="9457527"/>
            <a:ext cx="2922931" cy="2318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Test the code to identify the defects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869027-93B9-7825-C257-439B4DF7754D}"/>
              </a:ext>
            </a:extLst>
          </p:cNvPr>
          <p:cNvSpPr txBox="1"/>
          <p:nvPr/>
        </p:nvSpPr>
        <p:spPr>
          <a:xfrm>
            <a:off x="15663358" y="9457525"/>
            <a:ext cx="2922931" cy="17645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Debug to find causes of defects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C32B89-C61C-16D8-94E7-A87188B9D80D}"/>
              </a:ext>
            </a:extLst>
          </p:cNvPr>
          <p:cNvSpPr txBox="1"/>
          <p:nvPr/>
        </p:nvSpPr>
        <p:spPr>
          <a:xfrm>
            <a:off x="20089317" y="9605735"/>
            <a:ext cx="2922931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Fix the defects</a:t>
            </a:r>
          </a:p>
        </p:txBody>
      </p:sp>
    </p:spTree>
    <p:extLst>
      <p:ext uri="{BB962C8B-B14F-4D97-AF65-F5344CB8AC3E}">
        <p14:creationId xmlns:p14="http://schemas.microsoft.com/office/powerpoint/2010/main" val="319458580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software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Software Engineering Practice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78823"/>
            <a:ext cx="20295058" cy="8583279"/>
          </a:xfrm>
        </p:spPr>
        <p:txBody>
          <a:bodyPr anchor="ctr">
            <a:normAutofit/>
          </a:bodyPr>
          <a:lstStyle/>
          <a:p>
            <a:pPr marL="742950" marR="0" lvl="0" indent="-74295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Understand the problem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(communication and analysis)</a:t>
            </a:r>
          </a:p>
          <a:p>
            <a:pPr marL="520700" marR="0" lvl="1" indent="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+mn-cs"/>
            </a:endParaRPr>
          </a:p>
          <a:p>
            <a:pPr marL="742950" marR="0" lvl="0" indent="-74295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Plan a solution 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(modeling and software design)</a:t>
            </a:r>
          </a:p>
          <a:p>
            <a:pPr marL="520700" marR="0" lvl="1" indent="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+mn-cs"/>
            </a:endParaRPr>
          </a:p>
          <a:p>
            <a:pPr marL="742950" marR="0" lvl="0" indent="-74295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Carry out the plan 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(code generation)</a:t>
            </a:r>
          </a:p>
          <a:p>
            <a:pPr marL="520700" marR="0" lvl="1" indent="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+mn-cs"/>
            </a:endParaRPr>
          </a:p>
          <a:p>
            <a:pPr marL="742950" marR="0" lvl="0" indent="-74295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Examine the result for accuracy 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(testing and quality assurance)</a:t>
            </a:r>
          </a:p>
        </p:txBody>
      </p:sp>
    </p:spTree>
    <p:extLst>
      <p:ext uri="{BB962C8B-B14F-4D97-AF65-F5344CB8AC3E}">
        <p14:creationId xmlns:p14="http://schemas.microsoft.com/office/powerpoint/2010/main" val="190072586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software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Understand the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Who has a stake in the solution to the problem? 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That is, who are the stakeholders?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What are the unknowns? 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What data, functions, and features are required to properly solve the problem?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Can the problem be compartmentalized? 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Is it possible to represent smaller problems that may be easier to understand?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Can the problem be represented graphically? 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Can an analysis model be created?</a:t>
            </a:r>
          </a:p>
        </p:txBody>
      </p:sp>
    </p:spTree>
    <p:extLst>
      <p:ext uri="{BB962C8B-B14F-4D97-AF65-F5344CB8AC3E}">
        <p14:creationId xmlns:p14="http://schemas.microsoft.com/office/powerpoint/2010/main" val="358763201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software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Plan The 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Have you seen similar problems before? 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Are there patterns that are recognizable in a potential solution? Is there existing software that implements the data, functions, and features that are required? 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Has a similar problem been solved? 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If so, are elements of the solution reusable?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Can subproblems be defined? 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If so, are solutions readily apparent for the subproblems?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Can you represent a solution in a manner that leads to effective implementation? 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Can a design model be created?</a:t>
            </a:r>
          </a:p>
        </p:txBody>
      </p:sp>
    </p:spTree>
    <p:extLst>
      <p:ext uri="{BB962C8B-B14F-4D97-AF65-F5344CB8AC3E}">
        <p14:creationId xmlns:p14="http://schemas.microsoft.com/office/powerpoint/2010/main" val="311575834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software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Carry Out The Plan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Does the solution conform to the plan? 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Is source code traceable to the design model?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Is each component part of the solution provably correct? 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Has the design and code been reviewed, or better, have correctness proofs been applied to algorithm?</a:t>
            </a:r>
          </a:p>
        </p:txBody>
      </p:sp>
    </p:spTree>
    <p:extLst>
      <p:ext uri="{BB962C8B-B14F-4D97-AF65-F5344CB8AC3E}">
        <p14:creationId xmlns:p14="http://schemas.microsoft.com/office/powerpoint/2010/main" val="329698046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software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Examine the Result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Is it possible to test each component part of the solution?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Has a reasonable testing strategy been implemented?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Does the solution produce results that conform to the data, functions, and features that are required? 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Has the software been validated against all stakeholder requirements?</a:t>
            </a:r>
          </a:p>
        </p:txBody>
      </p:sp>
    </p:spTree>
    <p:extLst>
      <p:ext uri="{BB962C8B-B14F-4D97-AF65-F5344CB8AC3E}">
        <p14:creationId xmlns:p14="http://schemas.microsoft.com/office/powerpoint/2010/main" val="154601361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software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Software Myths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390525" lvl="0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Beliefs held by managers, customers, and developers</a:t>
            </a:r>
          </a:p>
          <a:p>
            <a:pPr marL="623888" lvl="1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Example: “If the requirements are written clearly at the beginning, they won’t change.”</a:t>
            </a:r>
          </a:p>
          <a:p>
            <a:pPr marL="390525" lvl="0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390525" lvl="0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Often sound reasonable — but are misleading</a:t>
            </a:r>
          </a:p>
          <a:p>
            <a:pPr marL="623888" lvl="1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Example: “More documentation means higher software quality.”</a:t>
            </a:r>
          </a:p>
          <a:p>
            <a:pPr marL="390525" lvl="0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390525" lvl="0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Lead to poor decisions in planning and process</a:t>
            </a:r>
          </a:p>
          <a:p>
            <a:pPr marL="623888" lvl="1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Example: “We can skip testing now and fix bugs later.”</a:t>
            </a:r>
          </a:p>
          <a:p>
            <a:pPr marL="390525" lvl="0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390525" lvl="0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Engineers must challenge myths with evidence</a:t>
            </a:r>
          </a:p>
          <a:p>
            <a:pPr marL="623888" lvl="1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Example: </a:t>
            </a: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“Adding more developers will speed up delivery.”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00902865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233A4-2FF8-FF0F-5CCE-298C69A23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8" y="3842937"/>
            <a:ext cx="21971004" cy="4648200"/>
          </a:xfrm>
        </p:spPr>
        <p:txBody>
          <a:bodyPr>
            <a:normAutofit/>
          </a:bodyPr>
          <a:lstStyle/>
          <a:p>
            <a:r>
              <a:rPr lang="en-US" sz="6600" dirty="0"/>
              <a:t>“Good software engineers don’t just write code — they challenge dangerous assumptions.”</a:t>
            </a:r>
            <a:endParaRPr lang="en-ID" sz="6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B331B3-A64E-D13E-2C96-47C73352130C}"/>
              </a:ext>
            </a:extLst>
          </p:cNvPr>
          <p:cNvSpPr txBox="1"/>
          <p:nvPr/>
        </p:nvSpPr>
        <p:spPr>
          <a:xfrm>
            <a:off x="3276600" y="7844806"/>
            <a:ext cx="17830800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SDLC turns belief-based development into evidence-based development</a:t>
            </a:r>
            <a:endParaRPr lang="en-ID" sz="36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25942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software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Software Development Life Cycle (SDLC)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033679" y="3260663"/>
            <a:ext cx="7855854" cy="8583279"/>
          </a:xfrm>
        </p:spPr>
        <p:txBody>
          <a:bodyPr anchor="ctr">
            <a:normAutofit/>
          </a:bodyPr>
          <a:lstStyle/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 structured and systematic approach to the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development, deployment, and maintenance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of software applications</a:t>
            </a:r>
          </a:p>
          <a:p>
            <a:pPr marL="0" marR="0" lvl="0" indent="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/>
            </a:endParaRP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Ensure software projects are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well-managed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,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user-centered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, and produce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high-quality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outcomes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38E1458-5022-091F-860B-2AEA19E0FD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5540606"/>
              </p:ext>
            </p:extLst>
          </p:nvPr>
        </p:nvGraphicFramePr>
        <p:xfrm>
          <a:off x="8208390" y="2364213"/>
          <a:ext cx="18041815" cy="120348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76B8B1E-3BB9-9679-7EDC-68E3E75E23C5}"/>
              </a:ext>
            </a:extLst>
          </p:cNvPr>
          <p:cNvSpPr txBox="1">
            <a:spLocks/>
          </p:cNvSpPr>
          <p:nvPr/>
        </p:nvSpPr>
        <p:spPr>
          <a:xfrm>
            <a:off x="14529639" y="7402466"/>
            <a:ext cx="6221972" cy="1305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ctr">
              <a:buFontTx/>
              <a:buNone/>
            </a:pPr>
            <a:r>
              <a:rPr lang="en-ID" sz="3600" b="1" dirty="0"/>
              <a:t>Software Development Life Cycle (SDLC) Phases</a:t>
            </a:r>
          </a:p>
        </p:txBody>
      </p:sp>
    </p:spTree>
    <p:extLst>
      <p:ext uri="{BB962C8B-B14F-4D97-AF65-F5344CB8AC3E}">
        <p14:creationId xmlns:p14="http://schemas.microsoft.com/office/powerpoint/2010/main" val="88580197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software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SDLC Phases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Planning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  <a:sym typeface="Wingdings" pitchFamily="2" charset="2"/>
              </a:rPr>
              <a:t>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defining project scope, goals, resources, and timelines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Analysis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  <a:sym typeface="Wingdings" pitchFamily="2" charset="2"/>
              </a:rPr>
              <a:t>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understanding user needs, requirements, and feasibility assessment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Design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  <a:sym typeface="Wingdings" pitchFamily="2" charset="2"/>
              </a:rPr>
              <a:t>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creating a blueprint for the software’s structure and functionality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Implementation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  <a:sym typeface="Wingdings" pitchFamily="2" charset="2"/>
              </a:rPr>
              <a:t>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writing the actual code and translating design into functional software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Testing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&amp; Integration 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  <a:sym typeface="Wingdings" pitchFamily="2" charset="2"/>
              </a:rPr>
              <a:t>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rigorous testing to ensure the software works as intended, followed by seamless integration of different components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Deployment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  <a:sym typeface="Wingdings" pitchFamily="2" charset="2"/>
              </a:rPr>
              <a:t>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releasing the software to users after thorough testing and approval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Maintenance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  <a:sym typeface="Wingdings" pitchFamily="2" charset="2"/>
              </a:rPr>
              <a:t>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ongoing care, updates, and improvements to keep the software reliable and relevant</a:t>
            </a:r>
          </a:p>
        </p:txBody>
      </p:sp>
    </p:spTree>
    <p:extLst>
      <p:ext uri="{BB962C8B-B14F-4D97-AF65-F5344CB8AC3E}">
        <p14:creationId xmlns:p14="http://schemas.microsoft.com/office/powerpoint/2010/main" val="221503331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software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The importance of SDLC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Structured Approach </a:t>
            </a:r>
            <a:r>
              <a:rPr lang="en-US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  <a:sym typeface="Wingdings" pitchFamily="2" charset="2"/>
              </a:rPr>
              <a:t>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systematic approach to ensure that each phase is well-defined and executed in a logical sequence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Clarity and Communication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  <a:sym typeface="Wingdings" pitchFamily="2" charset="2"/>
              </a:rPr>
              <a:t>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documenting requirements, designs, and processes enhances communication among team members, stakeholders, and users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Risk Management </a:t>
            </a:r>
            <a:r>
              <a:rPr lang="en-US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  <a:sym typeface="Wingdings" pitchFamily="2" charset="2"/>
              </a:rPr>
              <a:t>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identify potential risks early in the process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Quality Assurance </a:t>
            </a:r>
            <a:r>
              <a:rPr lang="en-US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  <a:sym typeface="Wingdings" pitchFamily="2" charset="2"/>
              </a:rPr>
              <a:t>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rigorous testing and integration phases ensure that the software meets quality standards and functions as expected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User Satisfaction 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  <a:sym typeface="Wingdings" pitchFamily="2" charset="2"/>
              </a:rPr>
              <a:t>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focus on understanding user needs and aligning software development with those needs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Efficiency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  <a:sym typeface="Wingdings" pitchFamily="2" charset="2"/>
              </a:rPr>
              <a:t>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reduce rework, minimize errors, and improve overall efficiency in software development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Documentation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  <a:sym typeface="Wingdings" pitchFamily="2" charset="2"/>
              </a:rPr>
              <a:t>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produce documentation at each phase, which become a valuable resource for training, maintenance, and 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304122937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software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Software Process Structure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E96CE54-F61E-6277-E280-1C5626F2E032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297548" y="3260663"/>
            <a:ext cx="13788903" cy="1013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63852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software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Framework Activities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Communication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Planning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Modeling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Analysis of requirements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Design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Construction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Code generation</a:t>
            </a:r>
          </a:p>
          <a:p>
            <a:pPr marL="846138" marR="0" lvl="1" indent="-325438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Testing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101013102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software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Umbrella Activities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Software project tracking and control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Risk management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Software quality assurance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Technical reviews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Measurement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Software configuration management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Reusability management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Work product preparation and production</a:t>
            </a:r>
          </a:p>
        </p:txBody>
      </p:sp>
    </p:spTree>
    <p:extLst>
      <p:ext uri="{BB962C8B-B14F-4D97-AF65-F5344CB8AC3E}">
        <p14:creationId xmlns:p14="http://schemas.microsoft.com/office/powerpoint/2010/main" val="246090716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A1C0B-E80C-26AE-70BA-AC37D1B7B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“How should engineers think and behave?”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0649150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software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Hooker’s General Principle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0" marR="0" lvl="0" indent="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1: The Reason It All Exists</a:t>
            </a:r>
          </a:p>
          <a:p>
            <a:pPr marL="0" marR="0" lvl="0" indent="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2: KISS (Keep It Simple, Stupid!)</a:t>
            </a:r>
          </a:p>
          <a:p>
            <a:pPr marL="0" marR="0" lvl="0" indent="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3: Maintain the Vision</a:t>
            </a:r>
          </a:p>
          <a:p>
            <a:pPr marL="0" marR="0" lvl="0" indent="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4: What You Produce, Others Will Consume </a:t>
            </a:r>
          </a:p>
          <a:p>
            <a:pPr marL="0" marR="0" lvl="0" indent="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5: Be Open to the Future  </a:t>
            </a:r>
          </a:p>
          <a:p>
            <a:pPr marL="0" marR="0" lvl="0" indent="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6: Plan Ahead for Reuse</a:t>
            </a:r>
          </a:p>
          <a:p>
            <a:pPr marL="0" marR="0" lvl="0" indent="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7: Think!</a:t>
            </a:r>
          </a:p>
        </p:txBody>
      </p:sp>
    </p:spTree>
    <p:extLst>
      <p:ext uri="{BB962C8B-B14F-4D97-AF65-F5344CB8AC3E}">
        <p14:creationId xmlns:p14="http://schemas.microsoft.com/office/powerpoint/2010/main" val="230307384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9FD87-8B6F-D777-BDAC-4EC07177B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Engineering principles must be reflected in how work flows.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5375083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software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Process Flow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482ACB1-B6E3-C92B-16E6-1E1DF598BA13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>
            <a:fillRect/>
          </a:stretch>
        </p:blipFill>
        <p:spPr>
          <a:xfrm>
            <a:off x="3011548" y="3298050"/>
            <a:ext cx="18360903" cy="1007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2285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71FC6-C43F-CFF7-8C1B-A258D1489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BCE5D-67E6-2C5D-C3BA-83A684894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Introduction to software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D7328-BCFA-0444-7203-216D77D8E7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Software Process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66E84-12E1-4321-8113-3D0AB74A7B5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Process models describe </a:t>
            </a:r>
            <a:r>
              <a:rPr lang="en-US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how SDLC activities are structured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US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All models use the </a:t>
            </a:r>
            <a:r>
              <a:rPr lang="en-US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same basic phases</a:t>
            </a: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lang="en-US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Models differ in </a:t>
            </a:r>
            <a:r>
              <a:rPr lang="en-US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order, feedback, and control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42116862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F5857-0B82-8D91-E787-29AB1AE0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models balance structure and change differently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2004381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Waterfall Model: Phases and Limitations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Concepts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76150B65-F0FB-40A9-E094-D9CBA63A3458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2167377" y="7514703"/>
            <a:ext cx="21164190" cy="442863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B4165-02D4-13F9-BDA0-00299A102635}"/>
              </a:ext>
            </a:extLst>
          </p:cNvPr>
          <p:cNvSpPr txBox="1">
            <a:spLocks/>
          </p:cNvSpPr>
          <p:nvPr/>
        </p:nvSpPr>
        <p:spPr>
          <a:xfrm>
            <a:off x="2167377" y="3260662"/>
            <a:ext cx="20295058" cy="3597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The </a:t>
            </a: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Waterfall Model 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is one of the earliest and most traditional software development life cycle (SDLC) models. It follows a linear and sequential approach where each phase must be completed before the next begins.</a:t>
            </a:r>
          </a:p>
        </p:txBody>
      </p:sp>
    </p:spTree>
    <p:extLst>
      <p:ext uri="{BB962C8B-B14F-4D97-AF65-F5344CB8AC3E}">
        <p14:creationId xmlns:p14="http://schemas.microsoft.com/office/powerpoint/2010/main" val="552492415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Waterfall Model: Phases and Limitations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Advantages and Limitations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B4165-02D4-13F9-BDA0-00299A102635}"/>
              </a:ext>
            </a:extLst>
          </p:cNvPr>
          <p:cNvSpPr txBox="1">
            <a:spLocks/>
          </p:cNvSpPr>
          <p:nvPr/>
        </p:nvSpPr>
        <p:spPr>
          <a:xfrm>
            <a:off x="2167377" y="3260662"/>
            <a:ext cx="20295058" cy="8035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Advantages: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Clear structure and milestones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Easy to manage and track progress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Suitable for stable requirements</a:t>
            </a: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lang="en-ID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Limitations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Difficult to accommodate change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Testing and feedback occur late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High risk if early assumptions are wrong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0107889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Waterfall Model: Phases and Limitations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When To Use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B4165-02D4-13F9-BDA0-00299A102635}"/>
              </a:ext>
            </a:extLst>
          </p:cNvPr>
          <p:cNvSpPr txBox="1">
            <a:spLocks/>
          </p:cNvSpPr>
          <p:nvPr/>
        </p:nvSpPr>
        <p:spPr>
          <a:xfrm>
            <a:off x="2167377" y="3260662"/>
            <a:ext cx="20295058" cy="10455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Projects with Well-understood Requirements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 When requirements are clear and unlikely to change.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Short Projects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 With a short development time frame.</a:t>
            </a:r>
          </a:p>
        </p:txBody>
      </p:sp>
    </p:spTree>
    <p:extLst>
      <p:ext uri="{BB962C8B-B14F-4D97-AF65-F5344CB8AC3E}">
        <p14:creationId xmlns:p14="http://schemas.microsoft.com/office/powerpoint/2010/main" val="523805650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Iterative and incremental development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Concepts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B4165-02D4-13F9-BDA0-00299A102635}"/>
              </a:ext>
            </a:extLst>
          </p:cNvPr>
          <p:cNvSpPr txBox="1">
            <a:spLocks/>
          </p:cNvSpPr>
          <p:nvPr/>
        </p:nvSpPr>
        <p:spPr>
          <a:xfrm>
            <a:off x="2167377" y="3260662"/>
            <a:ext cx="20295058" cy="10455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Iterative and Incremental Development (IID)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 combines iterative design with incremental builds. It allows for repeated cycles (iterations) and gradual development (increments), enabling feedback and adaptation throughout the development process.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ID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Iteration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 Developing a system through repeated cycles, refining it with each pass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Increment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 Building the system piece by piece, adding functionality in each increment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endParaRPr lang="en-ID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643178042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Iterative and incremental development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Advantages and Limitations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B4165-02D4-13F9-BDA0-00299A102635}"/>
              </a:ext>
            </a:extLst>
          </p:cNvPr>
          <p:cNvSpPr txBox="1">
            <a:spLocks/>
          </p:cNvSpPr>
          <p:nvPr/>
        </p:nvSpPr>
        <p:spPr>
          <a:xfrm>
            <a:off x="2167377" y="3077782"/>
            <a:ext cx="20295058" cy="8255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Advantages:</a:t>
            </a:r>
            <a:endParaRPr lang="en-US" sz="3600" b="1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Early user feedback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Risks identified earlier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Partial functionality delivered sooner</a:t>
            </a: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lang="en-US" sz="3600" b="1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US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Limitations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Requires frequent planning and review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More complex coordination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Scope may expand without discipline</a:t>
            </a:r>
            <a:endParaRPr lang="en-ID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51620579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4FCD3-B0E8-8EC2-9BA5-4F801B47A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847F8-5BC9-2AB6-10BF-398301FD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Iterative and incremental development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04763-D19A-E3EC-5524-A27DAF582D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Variants of Iterative Development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00B7B2-11D4-277D-3029-4169411B8A8E}"/>
              </a:ext>
            </a:extLst>
          </p:cNvPr>
          <p:cNvSpPr txBox="1">
            <a:spLocks/>
          </p:cNvSpPr>
          <p:nvPr/>
        </p:nvSpPr>
        <p:spPr>
          <a:xfrm>
            <a:off x="2167377" y="3077782"/>
            <a:ext cx="20295058" cy="8255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US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Different implementations of the same iterative idea</a:t>
            </a: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</a:t>
            </a:r>
            <a:endParaRPr lang="en-US" sz="3600" b="1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Prototyping Model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Evolutionary Model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Unified Process</a:t>
            </a:r>
            <a:endParaRPr lang="en-ID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51219875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Iterative and incremental development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Prototyping process Model</a:t>
            </a:r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56BB7F59-D987-E680-E808-FF793CEB4183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6737728" y="3298050"/>
            <a:ext cx="10908544" cy="1011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328934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Iterative and incremental development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Evolutionary Process Model</a:t>
            </a:r>
          </a:p>
        </p:txBody>
      </p:sp>
      <p:pic>
        <p:nvPicPr>
          <p:cNvPr id="6" name="Content Placeholder 5" descr="Diagram, engineering drawing&#10;&#10;Description automatically generated">
            <a:extLst>
              <a:ext uri="{FF2B5EF4-FFF2-40B4-BE49-F238E27FC236}">
                <a16:creationId xmlns:a16="http://schemas.microsoft.com/office/drawing/2014/main" id="{594F48C2-C805-725E-3F94-058D571D6ED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366128" y="3298050"/>
            <a:ext cx="13651743" cy="996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690872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Iterative and incremental development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The Unified Process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D0AC60-1932-E316-FB66-0F7CF63B348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6989188" y="3298050"/>
            <a:ext cx="10405623" cy="1026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540766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Iterative and incremental development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When To Use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B4165-02D4-13F9-BDA0-00299A102635}"/>
              </a:ext>
            </a:extLst>
          </p:cNvPr>
          <p:cNvSpPr txBox="1">
            <a:spLocks/>
          </p:cNvSpPr>
          <p:nvPr/>
        </p:nvSpPr>
        <p:spPr>
          <a:xfrm>
            <a:off x="2167377" y="3260662"/>
            <a:ext cx="20295058" cy="10455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Complex Projects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 Where requirements are not fully understood from the beginning.</a:t>
            </a: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lang="en-ID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Projects Requiring Flexibility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 When changes are expected during development.</a:t>
            </a:r>
          </a:p>
        </p:txBody>
      </p:sp>
    </p:spTree>
    <p:extLst>
      <p:ext uri="{BB962C8B-B14F-4D97-AF65-F5344CB8AC3E}">
        <p14:creationId xmlns:p14="http://schemas.microsoft.com/office/powerpoint/2010/main" val="3834492172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Waterfall and iterative and incremental development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PROS and CONS</a:t>
            </a:r>
          </a:p>
        </p:txBody>
      </p:sp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91027685-C9A9-F3A8-62CD-3DC3A38C772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2167377" y="3169222"/>
            <a:ext cx="9445503" cy="10360536"/>
          </a:xfr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918642-2A45-D2DD-2EFE-EE9D03B12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296234"/>
              </p:ext>
            </p:extLst>
          </p:nvPr>
        </p:nvGraphicFramePr>
        <p:xfrm>
          <a:off x="12192000" y="4671094"/>
          <a:ext cx="11490960" cy="66141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904535477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3578416043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1412871385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4238564183"/>
                    </a:ext>
                  </a:extLst>
                </a:gridCol>
                <a:gridCol w="2298192">
                  <a:extLst>
                    <a:ext uri="{9D8B030D-6E8A-4147-A177-3AD203B41FA5}">
                      <a16:colId xmlns:a16="http://schemas.microsoft.com/office/drawing/2014/main" val="2967841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Dimension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Waterfall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Prototyping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Spiral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Unified 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537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Requirement 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Poor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111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Customer involvement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338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Risk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490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Planning &amp;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997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Project size suitability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Small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Small–Medium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Large &amp; complex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Medium–Large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803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Team expertise needed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35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6360202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214B7-C232-564F-5DA5-F0D3A604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91561-16F9-9DBB-C12D-C4B043A17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From Iterative Models to Agile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45B20-C5DF-A56C-F8D4-4F2AF3759A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3F1CF-D054-28E1-2BAF-445EC7B47B28}"/>
              </a:ext>
            </a:extLst>
          </p:cNvPr>
          <p:cNvSpPr txBox="1">
            <a:spLocks/>
          </p:cNvSpPr>
          <p:nvPr/>
        </p:nvSpPr>
        <p:spPr>
          <a:xfrm>
            <a:off x="2167377" y="4268023"/>
            <a:ext cx="20295058" cy="517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Several SDLC models are </a:t>
            </a:r>
            <a:r>
              <a:rPr lang="en-US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iterative and incremental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These models differ in </a:t>
            </a:r>
            <a:r>
              <a:rPr lang="en-US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how they manage risk, feedback, and control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Agile belongs to this family — </a:t>
            </a:r>
            <a:r>
              <a:rPr lang="en-US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but emphasizes adaptability more strongly</a:t>
            </a:r>
            <a:endParaRPr lang="en-ID" sz="3600" b="1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0A56F2D-D7CF-65A4-7B9E-535C08C2A860}"/>
              </a:ext>
            </a:extLst>
          </p:cNvPr>
          <p:cNvSpPr txBox="1">
            <a:spLocks/>
          </p:cNvSpPr>
          <p:nvPr/>
        </p:nvSpPr>
        <p:spPr>
          <a:xfrm>
            <a:off x="2167377" y="9447976"/>
            <a:ext cx="20295058" cy="159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ctr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Agile takes iterative and incremental development and optimizes it for 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continuous change</a:t>
            </a:r>
            <a:endParaRPr lang="en-ID" sz="3600" b="1" kern="1200" dirty="0">
              <a:solidFill>
                <a:prstClr val="black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995739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Agile methodologies overview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Concepts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B4165-02D4-13F9-BDA0-00299A102635}"/>
              </a:ext>
            </a:extLst>
          </p:cNvPr>
          <p:cNvSpPr txBox="1">
            <a:spLocks/>
          </p:cNvSpPr>
          <p:nvPr/>
        </p:nvSpPr>
        <p:spPr>
          <a:xfrm>
            <a:off x="2167377" y="3260662"/>
            <a:ext cx="20295058" cy="10455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US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Agile as a Life Cycle Model: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Iterative and incremental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Adaptive planning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Frequent customer feedback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US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Change is expected throughout development</a:t>
            </a:r>
            <a:endParaRPr lang="en-ID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lang="en-ID" sz="3600" b="1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Agile methodologies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 emphasize flexibility, customer collaboration, and responding to change. They focus on delivering small, functional pieces of software quickly and iteratively.</a:t>
            </a: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lang="en-ID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lang="en-ID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77654535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Agile methodologies overview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Benefits and Challenges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B4165-02D4-13F9-BDA0-00299A102635}"/>
              </a:ext>
            </a:extLst>
          </p:cNvPr>
          <p:cNvSpPr txBox="1">
            <a:spLocks/>
          </p:cNvSpPr>
          <p:nvPr/>
        </p:nvSpPr>
        <p:spPr>
          <a:xfrm>
            <a:off x="2167377" y="3260662"/>
            <a:ext cx="20295058" cy="10455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Benefits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Customer Satisfaction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 Regular delivery of valuable software.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Adaptability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 Quick response to change.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Transparency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 Continuous stakeholder involvement.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Improved Quality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 Frequent testing and feedback loops.</a:t>
            </a: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lang="en-ID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Challenges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Requires Cultural Shift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 Teams must embrace collaboration and flexibility.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Less Predictability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 Planning can be more complex due to changing requirements.</a:t>
            </a:r>
          </a:p>
          <a:p>
            <a:pPr marL="390525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Documentation May Suffer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 Emphasis on working software can lead to insufficient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689329704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Comparison of Different Life Cycle Models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Factors to Consider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B4165-02D4-13F9-BDA0-00299A102635}"/>
              </a:ext>
            </a:extLst>
          </p:cNvPr>
          <p:cNvSpPr txBox="1">
            <a:spLocks/>
          </p:cNvSpPr>
          <p:nvPr/>
        </p:nvSpPr>
        <p:spPr>
          <a:xfrm>
            <a:off x="2167377" y="3260662"/>
            <a:ext cx="20295058" cy="10455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Project Size and Complexity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Requirement Stability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Risk Levels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Customer Involvement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Time Constraints</a:t>
            </a:r>
          </a:p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lang="en-ID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128905477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Comparison of Different Life Cycle Models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The comparison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B4165-02D4-13F9-BDA0-00299A102635}"/>
              </a:ext>
            </a:extLst>
          </p:cNvPr>
          <p:cNvSpPr txBox="1">
            <a:spLocks/>
          </p:cNvSpPr>
          <p:nvPr/>
        </p:nvSpPr>
        <p:spPr>
          <a:xfrm>
            <a:off x="2167377" y="3260662"/>
            <a:ext cx="20295058" cy="10455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None/>
              <a:defRPr/>
            </a:pPr>
            <a:endParaRPr lang="en-ID" sz="3600" kern="1200" dirty="0">
              <a:solidFill>
                <a:prstClr val="black"/>
              </a:solidFill>
              <a:latin typeface="Open Sans"/>
              <a:ea typeface="MS PGothic" pitchFamily="34" charset="-128"/>
              <a:cs typeface="Open San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9D3575-6BCC-73C6-1D67-C17862B79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723902"/>
              </p:ext>
            </p:extLst>
          </p:nvPr>
        </p:nvGraphicFramePr>
        <p:xfrm>
          <a:off x="0" y="4038252"/>
          <a:ext cx="24384000" cy="7324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302707283"/>
                    </a:ext>
                  </a:extLst>
                </a:gridCol>
                <a:gridCol w="7112000">
                  <a:extLst>
                    <a:ext uri="{9D8B030D-6E8A-4147-A177-3AD203B41FA5}">
                      <a16:colId xmlns:a16="http://schemas.microsoft.com/office/drawing/2014/main" val="57111581"/>
                    </a:ext>
                  </a:extLst>
                </a:gridCol>
                <a:gridCol w="7112000">
                  <a:extLst>
                    <a:ext uri="{9D8B030D-6E8A-4147-A177-3AD203B41FA5}">
                      <a16:colId xmlns:a16="http://schemas.microsoft.com/office/drawing/2014/main" val="582739956"/>
                    </a:ext>
                  </a:extLst>
                </a:gridCol>
                <a:gridCol w="7112000">
                  <a:extLst>
                    <a:ext uri="{9D8B030D-6E8A-4147-A177-3AD203B41FA5}">
                      <a16:colId xmlns:a16="http://schemas.microsoft.com/office/drawing/2014/main" val="690683922"/>
                    </a:ext>
                  </a:extLst>
                </a:gridCol>
              </a:tblGrid>
              <a:tr h="806447">
                <a:tc>
                  <a:txBody>
                    <a:bodyPr/>
                    <a:lstStyle/>
                    <a:p>
                      <a:r>
                        <a:rPr lang="en-ID" sz="24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Aspect</a:t>
                      </a:r>
                      <a:endParaRPr lang="en-ID" sz="2400" dirty="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Waterfall Model</a:t>
                      </a:r>
                      <a:endParaRPr lang="en-ID" sz="2400" dirty="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Iterative &amp; Incremental</a:t>
                      </a:r>
                      <a:endParaRPr lang="en-ID" sz="240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Agile Methodologies</a:t>
                      </a:r>
                      <a:endParaRPr lang="en-ID" sz="240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049118"/>
                  </a:ext>
                </a:extLst>
              </a:tr>
              <a:tr h="806447">
                <a:tc>
                  <a:txBody>
                    <a:bodyPr/>
                    <a:lstStyle/>
                    <a:p>
                      <a:r>
                        <a:rPr lang="en-ID" sz="24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Process Flow</a:t>
                      </a:r>
                      <a:endParaRPr lang="en-ID" sz="240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Linear and Sequential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Cyclical with Repeated Phases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Iterative with Frequent Releases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1410014"/>
                  </a:ext>
                </a:extLst>
              </a:tr>
              <a:tr h="806447">
                <a:tc>
                  <a:txBody>
                    <a:bodyPr/>
                    <a:lstStyle/>
                    <a:p>
                      <a:r>
                        <a:rPr lang="en-ID" sz="24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Flexibility to Changes</a:t>
                      </a:r>
                      <a:endParaRPr lang="en-ID" sz="240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8092809"/>
                  </a:ext>
                </a:extLst>
              </a:tr>
              <a:tr h="806447">
                <a:tc>
                  <a:txBody>
                    <a:bodyPr/>
                    <a:lstStyle/>
                    <a:p>
                      <a:r>
                        <a:rPr lang="en-ID" sz="24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Customer Involvement</a:t>
                      </a:r>
                      <a:endParaRPr lang="en-ID" sz="240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Limited to Requirement 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Regular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Continuous Collaboration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21564"/>
                  </a:ext>
                </a:extLst>
              </a:tr>
              <a:tr h="806447">
                <a:tc>
                  <a:txBody>
                    <a:bodyPr/>
                    <a:lstStyle/>
                    <a:p>
                      <a:r>
                        <a:rPr lang="en-ID" sz="24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Documentation</a:t>
                      </a:r>
                      <a:endParaRPr lang="en-ID" sz="240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Extensive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Minimal, Focus on Working Software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4638890"/>
                  </a:ext>
                </a:extLst>
              </a:tr>
              <a:tr h="806447">
                <a:tc>
                  <a:txBody>
                    <a:bodyPr/>
                    <a:lstStyle/>
                    <a:p>
                      <a:r>
                        <a:rPr lang="en-ID" sz="24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Risk Management</a:t>
                      </a:r>
                      <a:endParaRPr lang="en-ID" sz="240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Risk Identification Late in the 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Early Risk Identification and Mitigation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Risks Managed Throughout with Adaptability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010184"/>
                  </a:ext>
                </a:extLst>
              </a:tr>
              <a:tr h="806447">
                <a:tc>
                  <a:txBody>
                    <a:bodyPr/>
                    <a:lstStyle/>
                    <a:p>
                      <a:r>
                        <a:rPr lang="en-ID" sz="24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Delivery</a:t>
                      </a:r>
                      <a:endParaRPr lang="en-ID" sz="240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Single Delivery at 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Incremental Deliveries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Continuous Delivery of Small Increments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1408617"/>
                  </a:ext>
                </a:extLst>
              </a:tr>
              <a:tr h="806447">
                <a:tc>
                  <a:txBody>
                    <a:bodyPr/>
                    <a:lstStyle/>
                    <a:p>
                      <a:r>
                        <a:rPr lang="en-ID" sz="24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Best Suited For</a:t>
                      </a:r>
                      <a:endParaRPr lang="en-ID" sz="240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Projects with Stable Requirements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Complex Projects, Where Requirements Evolve Over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Dynamic Projects with Rapidly Changing Requirements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3576033"/>
                  </a:ext>
                </a:extLst>
              </a:tr>
              <a:tr h="806447">
                <a:tc>
                  <a:txBody>
                    <a:bodyPr/>
                    <a:lstStyle/>
                    <a:p>
                      <a:r>
                        <a:rPr lang="en-ID" sz="24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Examples</a:t>
                      </a:r>
                      <a:endParaRPr lang="en-ID" sz="240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Government Projects, Safety-Critical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Large Systems, Enterprise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24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Web Applications, Start-ups, Customer-Centric Products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66996"/>
                  </a:ext>
                </a:extLst>
              </a:tr>
            </a:tbl>
          </a:graphicData>
        </a:graphic>
      </p:graphicFrame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175FE3-4331-48EE-25F1-4A8D4BF4BE73}"/>
              </a:ext>
            </a:extLst>
          </p:cNvPr>
          <p:cNvSpPr txBox="1">
            <a:spLocks/>
          </p:cNvSpPr>
          <p:nvPr/>
        </p:nvSpPr>
        <p:spPr>
          <a:xfrm>
            <a:off x="2319777" y="11362327"/>
            <a:ext cx="20295058" cy="2506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Trade-offs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 Understanding that no one model fits all projects.</a:t>
            </a:r>
          </a:p>
          <a:p>
            <a:pPr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defRPr/>
            </a:pPr>
            <a:r>
              <a:rPr lang="en-ID" sz="3600" b="1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Hybrid Approaches</a:t>
            </a:r>
            <a:r>
              <a:rPr lang="en-ID" sz="3600" kern="1200" dirty="0">
                <a:solidFill>
                  <a:prstClr val="black"/>
                </a:solidFill>
                <a:latin typeface="Open Sans"/>
                <a:ea typeface="MS PGothic" pitchFamily="34" charset="-128"/>
                <a:cs typeface="Open Sans"/>
              </a:rPr>
              <a:t>: Combining elements from different models to suit specific project needs.</a:t>
            </a:r>
          </a:p>
        </p:txBody>
      </p:sp>
    </p:spTree>
    <p:extLst>
      <p:ext uri="{BB962C8B-B14F-4D97-AF65-F5344CB8AC3E}">
        <p14:creationId xmlns:p14="http://schemas.microsoft.com/office/powerpoint/2010/main" val="4139393168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Human Aspects of Software Engineering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Characteristics of Software Engineer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Autofit/>
          </a:bodyPr>
          <a:lstStyle/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Seven traits that are present when an individual software engineer exhibits “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superprofesional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” behavior.</a:t>
            </a:r>
          </a:p>
          <a:p>
            <a:pPr marL="0" marR="0" lvl="0" indent="0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An effective software engineer :</a:t>
            </a:r>
          </a:p>
          <a:p>
            <a:pPr marL="846138" marR="0" lvl="1" indent="-325438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has a sense of individual responsibility</a:t>
            </a:r>
          </a:p>
          <a:p>
            <a:pPr marL="846138" marR="0" lvl="1" indent="-325438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has an acute awareness</a:t>
            </a:r>
          </a:p>
          <a:p>
            <a:pPr marL="846138" marR="0" lvl="1" indent="-325438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is brutally honest</a:t>
            </a:r>
          </a:p>
          <a:p>
            <a:pPr marL="846138" marR="0" lvl="1" indent="-325438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exhibits resilience under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prerssure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+mn-cs"/>
            </a:endParaRPr>
          </a:p>
          <a:p>
            <a:pPr marL="846138" marR="0" lvl="1" indent="-325438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has a heightened sense of fairness</a:t>
            </a:r>
          </a:p>
          <a:p>
            <a:pPr marL="846138" marR="0" lvl="1" indent="-325438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exhibits attention to detail</a:t>
            </a:r>
          </a:p>
          <a:p>
            <a:pPr marL="846138" marR="0" lvl="1" indent="-325438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is pragmatic</a:t>
            </a:r>
          </a:p>
        </p:txBody>
      </p:sp>
    </p:spTree>
    <p:extLst>
      <p:ext uri="{BB962C8B-B14F-4D97-AF65-F5344CB8AC3E}">
        <p14:creationId xmlns:p14="http://schemas.microsoft.com/office/powerpoint/2010/main" val="960620724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Human Aspects of Software Engineering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The Psychology of Software Engineering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t">
            <a:noAutofit/>
          </a:bodyPr>
          <a:lstStyle/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Layered behavioral model for software development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01B0E5EA-E5B5-51F6-FE34-BB400AFA9D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20"/>
          <a:stretch/>
        </p:blipFill>
        <p:spPr>
          <a:xfrm>
            <a:off x="7880728" y="4138986"/>
            <a:ext cx="8622543" cy="947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22476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Human Aspects of Software Engineering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The Software Team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Autofit/>
          </a:bodyPr>
          <a:lstStyle/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An effective team should foster a sense of trust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Software engineers on the team should trust the skills and competence of their peers and their managers.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The team should encourage a sense of improvement by periodically reflecting on its approach to software engineering and looking for ways to improve their work</a:t>
            </a:r>
          </a:p>
        </p:txBody>
      </p:sp>
    </p:spTree>
    <p:extLst>
      <p:ext uri="{BB962C8B-B14F-4D97-AF65-F5344CB8AC3E}">
        <p14:creationId xmlns:p14="http://schemas.microsoft.com/office/powerpoint/2010/main" val="6471924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Human Aspects of Software Engineering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Team Structure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Autofit/>
          </a:bodyPr>
          <a:lstStyle/>
          <a:p>
            <a:pPr marL="0" marR="0" lvl="0" indent="0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Four “organizational paradigms” for software engineering teams: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 closed paradigm</a:t>
            </a:r>
          </a:p>
          <a:p>
            <a:pPr marL="846138" marR="0" lvl="1" indent="-325438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 team along a traditional hierarchy of authority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 random paradigm</a:t>
            </a:r>
          </a:p>
          <a:p>
            <a:pPr marL="846138" marR="0" lvl="1" indent="-325438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 team loosely and depends on individual initiative of the team members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An open paradigm</a:t>
            </a:r>
          </a:p>
          <a:p>
            <a:pPr marL="846138" marR="0" lvl="1" indent="-325438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a team in a manner that achieves some of the controls associated with the closed paradigm but also much of the innovation that occurs when using the random paradigm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 synchronous paradigm</a:t>
            </a:r>
          </a:p>
          <a:p>
            <a:pPr marL="846138" marR="0" lvl="1" indent="-325438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+mn-cs"/>
              </a:rPr>
              <a:t>relies on the natural compartmentalization of a problem and organizes team members to work on pieces of the problem with little active communication among themselves</a:t>
            </a:r>
          </a:p>
        </p:txBody>
      </p:sp>
    </p:spTree>
    <p:extLst>
      <p:ext uri="{BB962C8B-B14F-4D97-AF65-F5344CB8AC3E}">
        <p14:creationId xmlns:p14="http://schemas.microsoft.com/office/powerpoint/2010/main" val="2264664541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Selecting the Appropriate Life Cycle Model for a Project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Decision matrix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F583C0-4F8D-4C6D-FB2E-7F00008E4593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00078657"/>
              </p:ext>
            </p:extLst>
          </p:nvPr>
        </p:nvGraphicFramePr>
        <p:xfrm>
          <a:off x="2167377" y="3298049"/>
          <a:ext cx="19299252" cy="94600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54452">
                  <a:extLst>
                    <a:ext uri="{9D8B030D-6E8A-4147-A177-3AD203B41FA5}">
                      <a16:colId xmlns:a16="http://schemas.microsoft.com/office/drawing/2014/main" val="2309336791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893520464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128687863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4064315532"/>
                    </a:ext>
                  </a:extLst>
                </a:gridCol>
              </a:tblGrid>
              <a:tr h="1351430">
                <a:tc>
                  <a:txBody>
                    <a:bodyPr/>
                    <a:lstStyle/>
                    <a:p>
                      <a:r>
                        <a:rPr lang="en-ID" sz="36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Factor</a:t>
                      </a:r>
                      <a:endParaRPr lang="en-ID" sz="3600" dirty="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Waterfall</a:t>
                      </a:r>
                      <a:endParaRPr lang="en-ID" sz="3600" dirty="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Iterative &amp; Incremental</a:t>
                      </a:r>
                      <a:endParaRPr lang="en-ID" sz="360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Agile</a:t>
                      </a:r>
                      <a:endParaRPr lang="en-ID" sz="360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674344"/>
                  </a:ext>
                </a:extLst>
              </a:tr>
              <a:tr h="1351430">
                <a:tc>
                  <a:txBody>
                    <a:bodyPr/>
                    <a:lstStyle/>
                    <a:p>
                      <a:r>
                        <a:rPr lang="en-ID" sz="36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Requirement Stability</a:t>
                      </a:r>
                      <a:endParaRPr lang="en-ID" sz="360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306525"/>
                  </a:ext>
                </a:extLst>
              </a:tr>
              <a:tr h="1351430">
                <a:tc>
                  <a:txBody>
                    <a:bodyPr/>
                    <a:lstStyle/>
                    <a:p>
                      <a:r>
                        <a:rPr lang="en-ID" sz="36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Customer Availability</a:t>
                      </a:r>
                      <a:endParaRPr lang="en-ID" sz="360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0181637"/>
                  </a:ext>
                </a:extLst>
              </a:tr>
              <a:tr h="1351430">
                <a:tc>
                  <a:txBody>
                    <a:bodyPr/>
                    <a:lstStyle/>
                    <a:p>
                      <a:r>
                        <a:rPr lang="en-ID" sz="36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Risk Level</a:t>
                      </a:r>
                      <a:endParaRPr lang="en-ID" sz="360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 to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565051"/>
                  </a:ext>
                </a:extLst>
              </a:tr>
              <a:tr h="1351430">
                <a:tc>
                  <a:txBody>
                    <a:bodyPr/>
                    <a:lstStyle/>
                    <a:p>
                      <a:r>
                        <a:rPr lang="en-ID" sz="36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Project Complexity</a:t>
                      </a:r>
                      <a:endParaRPr lang="en-ID" sz="360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Low to 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103579"/>
                  </a:ext>
                </a:extLst>
              </a:tr>
              <a:tr h="1351430">
                <a:tc>
                  <a:txBody>
                    <a:bodyPr/>
                    <a:lstStyle/>
                    <a:p>
                      <a:r>
                        <a:rPr lang="en-ID" sz="36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Time to Market</a:t>
                      </a:r>
                      <a:endParaRPr lang="en-ID" sz="360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Flexible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6902468"/>
                  </a:ext>
                </a:extLst>
              </a:tr>
              <a:tr h="1351430">
                <a:tc>
                  <a:txBody>
                    <a:bodyPr/>
                    <a:lstStyle/>
                    <a:p>
                      <a:r>
                        <a:rPr lang="en-ID" sz="36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Team Expertise</a:t>
                      </a:r>
                      <a:endParaRPr lang="en-ID" sz="360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1560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336250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C9A3-FB6E-DB3A-36BC-1DB5FA6C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E2DA4-F8BE-01AB-0C23-B97B20B1A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E9782-3C02-FAD4-699A-C827BC99AC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3223274"/>
            <a:ext cx="13714940" cy="10492726"/>
          </a:xfrm>
        </p:spPr>
        <p:txBody>
          <a:bodyPr anchor="ctr">
            <a:noAutofit/>
          </a:bodyPr>
          <a:lstStyle/>
          <a:p>
            <a:pPr algn="just"/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Titus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Winters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Tom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Manshreck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Hyrum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Wright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(2020).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Engineering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Google: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Lesson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Learned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from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Programming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Over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1st.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O’Reilly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Media. California. ISBN: 978-1492082798.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Roger Pressman and Bruce Maxim. (2020). </a:t>
            </a:r>
            <a:r>
              <a:rPr lang="en-US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Engineering: A Practitioner's Approach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9th E. McGraw- Hill. New York. ISBN: 9781259872976. </a:t>
            </a: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/>
              </a:rPr>
              <a:t>Multimedia : Video Water </a:t>
            </a:r>
            <a:r>
              <a:rPr kumimoji="0" lang="id-ID" alt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/>
              </a:rPr>
              <a:t>Fall</a:t>
            </a:r>
            <a:r>
              <a:rPr kumimoji="0" lang="id-ID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/>
              </a:rPr>
              <a:t>, V model, </a:t>
            </a:r>
            <a:r>
              <a:rPr kumimoji="0" lang="id-ID" altLang="en-US" sz="36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/>
                <a:hlinkClick r:id="rId2"/>
              </a:rPr>
              <a:t>http://www.youtube.com/watch?v=KaPC0gsEQ68</a:t>
            </a:r>
            <a:endParaRPr kumimoji="0" lang="id-ID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/>
            </a:endParaRPr>
          </a:p>
          <a:p>
            <a:pPr marL="390525" marR="0" lvl="0" indent="-390525" algn="l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alt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/>
              </a:rPr>
              <a:t>Software</a:t>
            </a:r>
            <a:r>
              <a:rPr kumimoji="0" lang="id-ID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/>
              </a:rPr>
              <a:t> Engineering </a:t>
            </a:r>
            <a:r>
              <a:rPr kumimoji="0" lang="id-ID" alt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/>
              </a:rPr>
              <a:t>Incremental</a:t>
            </a:r>
            <a:r>
              <a:rPr kumimoji="0" lang="id-ID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/>
              </a:rPr>
              <a:t> Model</a:t>
            </a:r>
            <a:r>
              <a:rPr kumimoji="0" lang="id-ID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/>
              </a:rPr>
              <a:t>, </a:t>
            </a:r>
            <a:r>
              <a:rPr kumimoji="0" lang="en-AU" altLang="en-US" sz="36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MS PGothic" pitchFamily="34" charset="-128"/>
                <a:cs typeface="Open Sans"/>
                <a:hlinkClick r:id="rId3"/>
              </a:rPr>
              <a:t>http://www.youtube.com/watch?v=9cBkihYP1rY</a:t>
            </a:r>
            <a:endParaRPr kumimoji="0" lang="en-AU" altLang="en-US" sz="36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MS PGothic" pitchFamily="34" charset="-128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61242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91EC78B4-BE4F-3B4D-B302-CF3E80410C1C}" vid="{48571482-A7A2-E44B-AA81-515161122809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TaxCatchAll xmlns="9fdf624c-fedc-4f6c-b928-0c7bf4c9e100" xsi:nil="true"/>
    <_Flow_SignoffStatus xmlns="47793baa-3cbb-486e-a055-4d42ce3882d7" xsi:nil="true"/>
    <_dlc_DocId xmlns="9fdf624c-fedc-4f6c-b928-0c7bf4c9e100">J56STF5CZXNR-2061195910-875156</_dlc_DocId>
    <_dlc_DocIdUrl xmlns="9fdf624c-fedc-4f6c-b928-0c7bf4c9e100">
      <Url>https://binusianorg.sharepoint.com/sites/arc/_layouts/15/DocIdRedir.aspx?ID=J56STF5CZXNR-2061195910-875156</Url>
      <Description>J56STF5CZXNR-2061195910-875156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0FE671-25D8-4116-9472-BF9297986C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252D89-D1E6-488A-B078-4573BAE073F6}">
  <ds:schemaRefs>
    <ds:schemaRef ds:uri="http://purl.org/dc/terms/"/>
    <ds:schemaRef ds:uri="2661c1c1-ed05-4275-a33d-64e31eb1ea69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4f26481f-d1e8-4452-9a9a-b303515fd2b7"/>
    <ds:schemaRef ds:uri="http://schemas.microsoft.com/office/2006/metadata/properties"/>
    <ds:schemaRef ds:uri="http://purl.org/dc/dcmitype/"/>
    <ds:schemaRef ds:uri="http://schemas.microsoft.com/sharepoint/v3/fields"/>
    <ds:schemaRef ds:uri="9fdf624c-fedc-4f6c-b928-0c7bf4c9e100"/>
    <ds:schemaRef ds:uri="47793baa-3cbb-486e-a055-4d42ce3882d7"/>
  </ds:schemaRefs>
</ds:datastoreItem>
</file>

<file path=customXml/itemProps3.xml><?xml version="1.0" encoding="utf-8"?>
<ds:datastoreItem xmlns:ds="http://schemas.openxmlformats.org/officeDocument/2006/customXml" ds:itemID="{CDDAE38A-8264-43C3-9B01-B7FA25F10602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90A97211-242D-415A-8ADE-6F44C1D92C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2022</Template>
  <TotalTime>7530</TotalTime>
  <Words>2861</Words>
  <Application>Microsoft Office PowerPoint</Application>
  <PresentationFormat>Custom</PresentationFormat>
  <Paragraphs>458</Paragraphs>
  <Slides>48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Open Sans</vt:lpstr>
      <vt:lpstr>OCRB</vt:lpstr>
      <vt:lpstr>Open Sans ExtraBold</vt:lpstr>
      <vt:lpstr>Arial</vt:lpstr>
      <vt:lpstr>Open Sans Semibold</vt:lpstr>
      <vt:lpstr>Open Sans Light</vt:lpstr>
      <vt:lpstr>21_BasicWhite</vt:lpstr>
      <vt:lpstr>Software Processes and development life cycle Models</vt:lpstr>
      <vt:lpstr>Session 02 - Software Processes and development life cycle Models</vt:lpstr>
      <vt:lpstr>Session 02 - Software Processes and development life cycle Models</vt:lpstr>
      <vt:lpstr>Why Software Process Exist?</vt:lpstr>
      <vt:lpstr>Introduction to software processes</vt:lpstr>
      <vt:lpstr>Software Engineering: Principles, practices (technical and non-technical) for confidently building high-quality software.</vt:lpstr>
      <vt:lpstr>Introduction to software processes</vt:lpstr>
      <vt:lpstr>Introduction to software processes</vt:lpstr>
      <vt:lpstr>Introduction to software processes</vt:lpstr>
      <vt:lpstr>Introduction to software processes</vt:lpstr>
      <vt:lpstr>Introduction to software processes</vt:lpstr>
      <vt:lpstr>Introduction to software processes</vt:lpstr>
      <vt:lpstr>Introduction to software processes</vt:lpstr>
      <vt:lpstr>“Good software engineers don’t just write code — they challenge dangerous assumptions.”</vt:lpstr>
      <vt:lpstr>Introduction to software processes</vt:lpstr>
      <vt:lpstr>Introduction to software processes</vt:lpstr>
      <vt:lpstr>Introduction to software processes</vt:lpstr>
      <vt:lpstr>Introduction to software processes</vt:lpstr>
      <vt:lpstr>Introduction to software processes</vt:lpstr>
      <vt:lpstr>Introduction to software processes</vt:lpstr>
      <vt:lpstr>“How should engineers think and behave?”</vt:lpstr>
      <vt:lpstr>Introduction to software processes</vt:lpstr>
      <vt:lpstr>Engineering principles must be reflected in how work flows.</vt:lpstr>
      <vt:lpstr>Introduction to software processes</vt:lpstr>
      <vt:lpstr>Introduction to software processes</vt:lpstr>
      <vt:lpstr>Different models balance structure and change differently</vt:lpstr>
      <vt:lpstr>Waterfall Model: Phases and Limitations</vt:lpstr>
      <vt:lpstr>Waterfall Model: Phases and Limitations</vt:lpstr>
      <vt:lpstr>Waterfall Model: Phases and Limitations</vt:lpstr>
      <vt:lpstr>Iterative and incremental development</vt:lpstr>
      <vt:lpstr>Iterative and incremental development</vt:lpstr>
      <vt:lpstr>Iterative and incremental development</vt:lpstr>
      <vt:lpstr>Iterative and incremental development</vt:lpstr>
      <vt:lpstr>Iterative and incremental development</vt:lpstr>
      <vt:lpstr>Iterative and incremental development</vt:lpstr>
      <vt:lpstr>Iterative and incremental development</vt:lpstr>
      <vt:lpstr>Waterfall and iterative and incremental development</vt:lpstr>
      <vt:lpstr>From Iterative Models to Agile</vt:lpstr>
      <vt:lpstr>Agile methodologies overview</vt:lpstr>
      <vt:lpstr>Agile methodologies overview</vt:lpstr>
      <vt:lpstr>Comparison of Different Life Cycle Models</vt:lpstr>
      <vt:lpstr>Comparison of Different Life Cycle Models</vt:lpstr>
      <vt:lpstr>Human Aspects of Software Engineering</vt:lpstr>
      <vt:lpstr>Human Aspects of Software Engineering</vt:lpstr>
      <vt:lpstr>Human Aspects of Software Engineering</vt:lpstr>
      <vt:lpstr>Human Aspects of Software Engineering</vt:lpstr>
      <vt:lpstr>Selecting the Appropriate Life Cycle Model for a Project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Aris Priyanto</dc:creator>
  <cp:lastModifiedBy>Maulin Nasari</cp:lastModifiedBy>
  <cp:revision>108</cp:revision>
  <dcterms:created xsi:type="dcterms:W3CDTF">2023-04-06T08:40:27Z</dcterms:created>
  <dcterms:modified xsi:type="dcterms:W3CDTF">2025-12-25T22:01:12Z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a8e96856-29d3-47af-8f22-9a1c34492d36</vt:lpwstr>
  </property>
</Properties>
</file>