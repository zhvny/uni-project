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customXml/itemProps4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>
  <p:sldMasterIdLst>
    <p:sldMasterId id="2147483648" r:id="rId5"/>
  </p:sldMasterIdLst>
  <p:notesMasterIdLst>
    <p:notesMasterId r:id="rId31"/>
  </p:notesMasterIdLst>
  <p:sldIdLst>
    <p:sldId id="256" r:id="rId6"/>
    <p:sldId id="257" r:id="rId7"/>
    <p:sldId id="258" r:id="rId8"/>
    <p:sldId id="262" r:id="rId9"/>
    <p:sldId id="285" r:id="rId10"/>
    <p:sldId id="341" r:id="rId11"/>
    <p:sldId id="342" r:id="rId12"/>
    <p:sldId id="343" r:id="rId13"/>
    <p:sldId id="344" r:id="rId14"/>
    <p:sldId id="345" r:id="rId15"/>
    <p:sldId id="346" r:id="rId16"/>
    <p:sldId id="347" r:id="rId17"/>
    <p:sldId id="348" r:id="rId18"/>
    <p:sldId id="349" r:id="rId19"/>
    <p:sldId id="335" r:id="rId20"/>
    <p:sldId id="336" r:id="rId21"/>
    <p:sldId id="337" r:id="rId22"/>
    <p:sldId id="338" r:id="rId23"/>
    <p:sldId id="339" r:id="rId24"/>
    <p:sldId id="340" r:id="rId25"/>
    <p:sldId id="350" r:id="rId26"/>
    <p:sldId id="351" r:id="rId27"/>
    <p:sldId id="352" r:id="rId28"/>
    <p:sldId id="353" r:id="rId29"/>
    <p:sldId id="284" r:id="rId30"/>
  </p:sldIdLst>
  <p:sldSz cx="24384000" cy="13716000"/>
  <p:notesSz cx="6858000" cy="9144000"/>
  <p:embeddedFontLst>
    <p:embeddedFont>
      <p:font typeface="OCRB" panose="020B0609020202020204" pitchFamily="49" charset="77"/>
      <p:regular r:id="rId32"/>
    </p:embeddedFont>
    <p:embeddedFont>
      <p:font typeface="Open Sans" panose="020B0606030504020204" pitchFamily="34" charset="0"/>
      <p:regular r:id="rId33"/>
      <p:bold r:id="rId34"/>
      <p:italic r:id="rId35"/>
      <p:boldItalic r:id="rId36"/>
    </p:embeddedFont>
    <p:embeddedFont>
      <p:font typeface="Open Sans ExtraBold" panose="020B0606030504020204" pitchFamily="34" charset="0"/>
      <p:bold r:id="rId37"/>
      <p:italic r:id="rId38"/>
      <p:boldItalic r:id="rId39"/>
    </p:embeddedFont>
    <p:embeddedFont>
      <p:font typeface="Open Sans Light" panose="020B0306030504020204" pitchFamily="34" charset="0"/>
      <p:regular r:id="rId40"/>
      <p:italic r:id="rId41"/>
    </p:embeddedFont>
    <p:embeddedFont>
      <p:font typeface="Open Sans Semibold" panose="020B0606030504020204" pitchFamily="34" charset="0"/>
      <p:regular r:id="rId42"/>
      <p:bold r:id="rId43"/>
      <p:italic r:id="rId44"/>
      <p:boldItalic r:id="rId45"/>
    </p:embeddedFont>
  </p:embeddedFontLst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</a:defRPr>
    </a:defPPr>
    <a:lvl1pPr marL="0" marR="0" indent="0" algn="ctr" defTabSz="2438338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2400" b="0" i="0" u="none" strike="noStrike" cap="none" spc="0" normalizeH="0" baseline="0">
        <a:ln>
          <a:noFill/>
        </a:ln>
        <a:solidFill>
          <a:srgbClr val="5E5E5E"/>
        </a:solidFill>
        <a:effectLst/>
        <a:uFillTx/>
        <a:latin typeface="+mn-lt"/>
        <a:ea typeface="+mn-ea"/>
        <a:cs typeface="+mn-cs"/>
        <a:sym typeface="Helvetica Neue"/>
      </a:defRPr>
    </a:lvl1pPr>
    <a:lvl2pPr marL="0" marR="0" indent="457200" algn="ctr" defTabSz="2438338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2400" b="0" i="0" u="none" strike="noStrike" cap="none" spc="0" normalizeH="0" baseline="0">
        <a:ln>
          <a:noFill/>
        </a:ln>
        <a:solidFill>
          <a:srgbClr val="5E5E5E"/>
        </a:solidFill>
        <a:effectLst/>
        <a:uFillTx/>
        <a:latin typeface="+mn-lt"/>
        <a:ea typeface="+mn-ea"/>
        <a:cs typeface="+mn-cs"/>
        <a:sym typeface="Helvetica Neue"/>
      </a:defRPr>
    </a:lvl2pPr>
    <a:lvl3pPr marL="0" marR="0" indent="914400" algn="ctr" defTabSz="2438338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2400" b="0" i="0" u="none" strike="noStrike" cap="none" spc="0" normalizeH="0" baseline="0">
        <a:ln>
          <a:noFill/>
        </a:ln>
        <a:solidFill>
          <a:srgbClr val="5E5E5E"/>
        </a:solidFill>
        <a:effectLst/>
        <a:uFillTx/>
        <a:latin typeface="+mn-lt"/>
        <a:ea typeface="+mn-ea"/>
        <a:cs typeface="+mn-cs"/>
        <a:sym typeface="Helvetica Neue"/>
      </a:defRPr>
    </a:lvl3pPr>
    <a:lvl4pPr marL="0" marR="0" indent="1371600" algn="ctr" defTabSz="2438338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2400" b="0" i="0" u="none" strike="noStrike" cap="none" spc="0" normalizeH="0" baseline="0">
        <a:ln>
          <a:noFill/>
        </a:ln>
        <a:solidFill>
          <a:srgbClr val="5E5E5E"/>
        </a:solidFill>
        <a:effectLst/>
        <a:uFillTx/>
        <a:latin typeface="+mn-lt"/>
        <a:ea typeface="+mn-ea"/>
        <a:cs typeface="+mn-cs"/>
        <a:sym typeface="Helvetica Neue"/>
      </a:defRPr>
    </a:lvl4pPr>
    <a:lvl5pPr marL="0" marR="0" indent="1828800" algn="ctr" defTabSz="2438338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2400" b="0" i="0" u="none" strike="noStrike" cap="none" spc="0" normalizeH="0" baseline="0">
        <a:ln>
          <a:noFill/>
        </a:ln>
        <a:solidFill>
          <a:srgbClr val="5E5E5E"/>
        </a:solidFill>
        <a:effectLst/>
        <a:uFillTx/>
        <a:latin typeface="+mn-lt"/>
        <a:ea typeface="+mn-ea"/>
        <a:cs typeface="+mn-cs"/>
        <a:sym typeface="Helvetica Neue"/>
      </a:defRPr>
    </a:lvl5pPr>
    <a:lvl6pPr marL="0" marR="0" indent="2286000" algn="ctr" defTabSz="2438338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2400" b="0" i="0" u="none" strike="noStrike" cap="none" spc="0" normalizeH="0" baseline="0">
        <a:ln>
          <a:noFill/>
        </a:ln>
        <a:solidFill>
          <a:srgbClr val="5E5E5E"/>
        </a:solidFill>
        <a:effectLst/>
        <a:uFillTx/>
        <a:latin typeface="+mn-lt"/>
        <a:ea typeface="+mn-ea"/>
        <a:cs typeface="+mn-cs"/>
        <a:sym typeface="Helvetica Neue"/>
      </a:defRPr>
    </a:lvl6pPr>
    <a:lvl7pPr marL="0" marR="0" indent="2743200" algn="ctr" defTabSz="2438338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2400" b="0" i="0" u="none" strike="noStrike" cap="none" spc="0" normalizeH="0" baseline="0">
        <a:ln>
          <a:noFill/>
        </a:ln>
        <a:solidFill>
          <a:srgbClr val="5E5E5E"/>
        </a:solidFill>
        <a:effectLst/>
        <a:uFillTx/>
        <a:latin typeface="+mn-lt"/>
        <a:ea typeface="+mn-ea"/>
        <a:cs typeface="+mn-cs"/>
        <a:sym typeface="Helvetica Neue"/>
      </a:defRPr>
    </a:lvl7pPr>
    <a:lvl8pPr marL="0" marR="0" indent="3200400" algn="ctr" defTabSz="2438338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2400" b="0" i="0" u="none" strike="noStrike" cap="none" spc="0" normalizeH="0" baseline="0">
        <a:ln>
          <a:noFill/>
        </a:ln>
        <a:solidFill>
          <a:srgbClr val="5E5E5E"/>
        </a:solidFill>
        <a:effectLst/>
        <a:uFillTx/>
        <a:latin typeface="+mn-lt"/>
        <a:ea typeface="+mn-ea"/>
        <a:cs typeface="+mn-cs"/>
        <a:sym typeface="Helvetica Neue"/>
      </a:defRPr>
    </a:lvl8pPr>
    <a:lvl9pPr marL="0" marR="0" indent="3657600" algn="ctr" defTabSz="2438338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2400" b="0" i="0" u="none" strike="noStrike" cap="none" spc="0" normalizeH="0" baseline="0">
        <a:ln>
          <a:noFill/>
        </a:ln>
        <a:solidFill>
          <a:srgbClr val="5E5E5E"/>
        </a:solidFill>
        <a:effectLst/>
        <a:uFillTx/>
        <a:latin typeface="+mn-lt"/>
        <a:ea typeface="+mn-ea"/>
        <a:cs typeface="+mn-cs"/>
        <a:sym typeface="Helvetica Neue"/>
      </a:defRPr>
    </a:lvl9pPr>
  </p:defaultTextStyle>
  <p:extLst>
    <p:ext uri="{EFAFB233-063F-42B5-8137-9DF3F51BA10A}">
      <p15:sldGuideLst xmlns:p15="http://schemas.microsoft.com/office/powerpoint/2012/main">
        <p15:guide id="1" orient="horz" pos="4320" userDrawn="1">
          <p15:clr>
            <a:srgbClr val="A4A3A4"/>
          </p15:clr>
        </p15:guide>
        <p15:guide id="2" pos="76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5AF36"/>
    <a:srgbClr val="314F9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940675A-B579-460E-94D1-54222C63F5DA}">
  <a:tblStyle styleId="{4C3C2611-4C71-4FC5-86AE-919BDF0F9419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/>
      <a:tcStyle>
        <a:tcBdr/>
        <a:fill>
          <a:solidFill>
            <a:srgbClr val="E3E5E8"/>
          </a:solidFill>
        </a:fill>
      </a:tcStyle>
    </a:band2H>
    <a:firstCol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381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firstCol>
    <a:la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381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lastRow>
    <a:fir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381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firstRow>
  </a:tblStyle>
  <a:tblStyle styleId="{C7B018BB-80A7-4F77-B60F-C8B233D01FF8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536773"/>
              </a:solidFill>
              <a:prstDash val="solid"/>
              <a:miter lim="400000"/>
            </a:ln>
          </a:left>
          <a:right>
            <a:ln w="12700" cap="flat">
              <a:solidFill>
                <a:srgbClr val="536773"/>
              </a:solidFill>
              <a:prstDash val="solid"/>
              <a:miter lim="400000"/>
            </a:ln>
          </a:right>
          <a:top>
            <a:ln w="12700" cap="flat">
              <a:solidFill>
                <a:srgbClr val="536773"/>
              </a:solidFill>
              <a:prstDash val="solid"/>
              <a:miter lim="400000"/>
            </a:ln>
          </a:top>
          <a:bottom>
            <a:ln w="12700" cap="flat">
              <a:solidFill>
                <a:srgbClr val="536773"/>
              </a:solidFill>
              <a:prstDash val="solid"/>
              <a:miter lim="400000"/>
            </a:ln>
          </a:bottom>
          <a:insideH>
            <a:ln w="12700" cap="flat">
              <a:solidFill>
                <a:srgbClr val="536773"/>
              </a:solidFill>
              <a:prstDash val="solid"/>
              <a:miter lim="400000"/>
            </a:ln>
          </a:insideH>
          <a:insideV>
            <a:ln w="12700" cap="flat">
              <a:solidFill>
                <a:srgbClr val="536773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/>
      <a:tcStyle>
        <a:tcBdr/>
        <a:fill>
          <a:solidFill>
            <a:srgbClr val="E3E5E8"/>
          </a:solidFill>
        </a:fill>
      </a:tcStyle>
    </a:band2H>
    <a:firstCol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254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536773"/>
              </a:solidFill>
              <a:prstDash val="solid"/>
              <a:miter lim="400000"/>
            </a:ln>
          </a:top>
          <a:bottom>
            <a:ln w="12700" cap="flat">
              <a:solidFill>
                <a:srgbClr val="536773"/>
              </a:solidFill>
              <a:prstDash val="solid"/>
              <a:miter lim="400000"/>
            </a:ln>
          </a:bottom>
          <a:insideH>
            <a:ln w="12700" cap="flat">
              <a:solidFill>
                <a:srgbClr val="536773"/>
              </a:solidFill>
              <a:prstDash val="solid"/>
              <a:miter lim="400000"/>
            </a:ln>
          </a:insideH>
          <a:insideV>
            <a:ln w="12700" cap="flat">
              <a:solidFill>
                <a:srgbClr val="536773"/>
              </a:solidFill>
              <a:prstDash val="solid"/>
              <a:miter lim="400000"/>
            </a:ln>
          </a:insideV>
        </a:tcBdr>
        <a:fill>
          <a:noFill/>
        </a:fill>
      </a:tcStyle>
    </a:firstCol>
    <a:lastRow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536773"/>
              </a:solidFill>
              <a:prstDash val="solid"/>
              <a:miter lim="400000"/>
            </a:ln>
          </a:left>
          <a:right>
            <a:ln w="12700" cap="flat">
              <a:solidFill>
                <a:srgbClr val="536773"/>
              </a:solidFill>
              <a:prstDash val="solid"/>
              <a:miter lim="400000"/>
            </a:ln>
          </a:right>
          <a:top>
            <a:ln w="381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536773"/>
              </a:solidFill>
              <a:prstDash val="solid"/>
              <a:miter lim="400000"/>
            </a:ln>
          </a:insideH>
          <a:insideV>
            <a:ln w="12700" cap="flat">
              <a:solidFill>
                <a:srgbClr val="536773"/>
              </a:solidFill>
              <a:prstDash val="solid"/>
              <a:miter lim="400000"/>
            </a:ln>
          </a:insideV>
        </a:tcBdr>
        <a:fill>
          <a:noFill/>
        </a:fill>
      </a:tcStyle>
    </a:lastRow>
    <a:fir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536773"/>
              </a:solidFill>
              <a:prstDash val="solid"/>
              <a:miter lim="400000"/>
            </a:ln>
          </a:left>
          <a:right>
            <a:ln w="12700" cap="flat">
              <a:solidFill>
                <a:srgbClr val="536773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536773"/>
              </a:solidFill>
              <a:prstDash val="solid"/>
              <a:miter lim="400000"/>
            </a:ln>
          </a:insideH>
          <a:insideV>
            <a:ln w="12700" cap="flat">
              <a:solidFill>
                <a:srgbClr val="536773"/>
              </a:solidFill>
              <a:prstDash val="solid"/>
              <a:miter lim="400000"/>
            </a:ln>
          </a:insideV>
        </a:tcBdr>
        <a:fill>
          <a:solidFill>
            <a:schemeClr val="accent1">
              <a:lumOff val="16847"/>
            </a:schemeClr>
          </a:solidFill>
        </a:fill>
      </a:tcStyle>
    </a:firstRow>
  </a:tblStyle>
  <a:tblStyle styleId="{EEE7283C-3CF3-47DC-8721-378D4A62B228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838383"/>
              </a:solidFill>
              <a:prstDash val="solid"/>
              <a:miter lim="400000"/>
            </a:ln>
          </a:left>
          <a:right>
            <a:ln w="12700" cap="flat">
              <a:solidFill>
                <a:srgbClr val="838383"/>
              </a:solidFill>
              <a:prstDash val="solid"/>
              <a:miter lim="400000"/>
            </a:ln>
          </a:right>
          <a:top>
            <a:ln w="12700" cap="flat">
              <a:solidFill>
                <a:srgbClr val="838383"/>
              </a:solidFill>
              <a:prstDash val="solid"/>
              <a:miter lim="400000"/>
            </a:ln>
          </a:top>
          <a:bottom>
            <a:ln w="12700" cap="flat">
              <a:solidFill>
                <a:srgbClr val="838383"/>
              </a:solidFill>
              <a:prstDash val="solid"/>
              <a:miter lim="400000"/>
            </a:ln>
          </a:bottom>
          <a:insideH>
            <a:ln w="12700" cap="flat">
              <a:solidFill>
                <a:srgbClr val="838383"/>
              </a:solidFill>
              <a:prstDash val="solid"/>
              <a:miter lim="400000"/>
            </a:ln>
          </a:insideH>
          <a:insideV>
            <a:ln w="12700" cap="flat">
              <a:solidFill>
                <a:srgbClr val="838383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/>
      <a:tcStyle>
        <a:tcBdr/>
        <a:fill>
          <a:solidFill>
            <a:srgbClr val="EDEEEE"/>
          </a:solidFill>
        </a:fill>
      </a:tcStyle>
    </a:band2H>
    <a:firstCol>
      <a:tcTxStyle b="off" i="off">
        <a:font>
          <a:latin typeface="Helvetica Neue Medium"/>
          <a:ea typeface="Helvetica Neue Medium"/>
          <a:cs typeface="Helvetica Neue Medium"/>
        </a:font>
        <a:srgbClr val="000000"/>
      </a:tcTxStyle>
      <a:tcStyle>
        <a:tcBdr>
          <a:left>
            <a:ln w="12700" cap="flat">
              <a:solidFill>
                <a:srgbClr val="4D4D4D"/>
              </a:solidFill>
              <a:prstDash val="solid"/>
              <a:miter lim="400000"/>
            </a:ln>
          </a:left>
          <a:right>
            <a:ln w="12700" cap="flat">
              <a:solidFill>
                <a:srgbClr val="808080"/>
              </a:solidFill>
              <a:prstDash val="solid"/>
              <a:miter lim="400000"/>
            </a:ln>
          </a:right>
          <a:top>
            <a:ln w="12700" cap="flat">
              <a:solidFill>
                <a:srgbClr val="808080"/>
              </a:solidFill>
              <a:prstDash val="solid"/>
              <a:miter lim="400000"/>
            </a:ln>
          </a:top>
          <a:bottom>
            <a:ln w="12700" cap="flat">
              <a:solidFill>
                <a:srgbClr val="808080"/>
              </a:solidFill>
              <a:prstDash val="solid"/>
              <a:miter lim="400000"/>
            </a:ln>
          </a:bottom>
          <a:insideH>
            <a:ln w="12700" cap="flat">
              <a:solidFill>
                <a:srgbClr val="808080"/>
              </a:solidFill>
              <a:prstDash val="solid"/>
              <a:miter lim="400000"/>
            </a:ln>
          </a:insideH>
          <a:insideV>
            <a:ln w="12700" cap="flat">
              <a:solidFill>
                <a:srgbClr val="808080"/>
              </a:solidFill>
              <a:prstDash val="solid"/>
              <a:miter lim="400000"/>
            </a:ln>
          </a:insideV>
        </a:tcBdr>
        <a:fill>
          <a:solidFill>
            <a:srgbClr val="88FA4F"/>
          </a:solidFill>
        </a:fill>
      </a:tcStyle>
    </a:firstCol>
    <a:lastRow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38100" cap="flat">
              <a:solidFill>
                <a:schemeClr val="accent3"/>
              </a:solidFill>
              <a:prstDash val="solid"/>
              <a:miter lim="400000"/>
            </a:ln>
          </a:top>
          <a:bottom>
            <a:ln w="12700" cap="flat">
              <a:solidFill>
                <a:srgbClr val="4D4D4D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lastRow>
    <a:firstRow>
      <a:tcTxStyle b="off" i="off">
        <a:font>
          <a:latin typeface="Helvetica Neue Medium"/>
          <a:ea typeface="Helvetica Neue Medium"/>
          <a:cs typeface="Helvetica Neue Medium"/>
        </a:font>
        <a:srgbClr val="000000"/>
      </a:tcTxStyle>
      <a:tcStyle>
        <a:tcBdr>
          <a:left>
            <a:ln w="12700" cap="flat">
              <a:solidFill>
                <a:srgbClr val="4D4D4D"/>
              </a:solidFill>
              <a:prstDash val="solid"/>
              <a:miter lim="400000"/>
            </a:ln>
          </a:left>
          <a:right>
            <a:ln w="12700" cap="flat">
              <a:solidFill>
                <a:srgbClr val="4D4D4D"/>
              </a:solidFill>
              <a:prstDash val="solid"/>
              <a:miter lim="400000"/>
            </a:ln>
          </a:right>
          <a:top>
            <a:ln w="12700" cap="flat">
              <a:solidFill>
                <a:srgbClr val="4D4D4D"/>
              </a:solidFill>
              <a:prstDash val="solid"/>
              <a:miter lim="400000"/>
            </a:ln>
          </a:top>
          <a:bottom>
            <a:ln w="12700" cap="flat">
              <a:solidFill>
                <a:srgbClr val="4D4D4D"/>
              </a:solidFill>
              <a:prstDash val="solid"/>
              <a:miter lim="400000"/>
            </a:ln>
          </a:bottom>
          <a:insideH>
            <a:ln w="12700" cap="flat">
              <a:solidFill>
                <a:srgbClr val="4D4D4D"/>
              </a:solidFill>
              <a:prstDash val="solid"/>
              <a:miter lim="400000"/>
            </a:ln>
          </a:insideH>
          <a:insideV>
            <a:ln w="12700" cap="flat">
              <a:solidFill>
                <a:srgbClr val="4D4D4D"/>
              </a:solidFill>
              <a:prstDash val="solid"/>
              <a:miter lim="400000"/>
            </a:ln>
          </a:insideV>
        </a:tcBdr>
        <a:fill>
          <a:solidFill>
            <a:srgbClr val="60D937"/>
          </a:solidFill>
        </a:fill>
      </a:tcStyle>
    </a:firstRow>
  </a:tblStyle>
  <a:tblStyle styleId="{CF821DB8-F4EB-4A41-A1BA-3FCAFE7338EE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5B5A5A"/>
              </a:solidFill>
              <a:prstDash val="solid"/>
              <a:miter lim="400000"/>
            </a:ln>
          </a:left>
          <a:right>
            <a:ln w="12700" cap="flat">
              <a:solidFill>
                <a:srgbClr val="5B5A5A"/>
              </a:solidFill>
              <a:prstDash val="solid"/>
              <a:miter lim="400000"/>
            </a:ln>
          </a:right>
          <a:top>
            <a:ln w="12700" cap="flat">
              <a:solidFill>
                <a:srgbClr val="5B5A5A"/>
              </a:solidFill>
              <a:prstDash val="solid"/>
              <a:miter lim="400000"/>
            </a:ln>
          </a:top>
          <a:bottom>
            <a:ln w="12700" cap="flat">
              <a:solidFill>
                <a:srgbClr val="5B5A5A"/>
              </a:solidFill>
              <a:prstDash val="solid"/>
              <a:miter lim="400000"/>
            </a:ln>
          </a:bottom>
          <a:insideH>
            <a:ln w="12700" cap="flat">
              <a:solidFill>
                <a:srgbClr val="5B5A5A"/>
              </a:solidFill>
              <a:prstDash val="solid"/>
              <a:miter lim="400000"/>
            </a:ln>
          </a:insideH>
          <a:insideV>
            <a:ln w="12700" cap="flat">
              <a:solidFill>
                <a:srgbClr val="5B5A5A"/>
              </a:solidFill>
              <a:prstDash val="solid"/>
              <a:miter lim="400000"/>
            </a:ln>
          </a:insideV>
        </a:tcBdr>
        <a:fill>
          <a:solidFill>
            <a:srgbClr val="FAF7E9"/>
          </a:solidFill>
        </a:fill>
      </a:tcStyle>
    </a:wholeTbl>
    <a:band2H>
      <a:tcTxStyle/>
      <a:tcStyle>
        <a:tcBdr/>
        <a:fill>
          <a:solidFill>
            <a:schemeClr val="accent4">
              <a:hueOff val="348544"/>
              <a:lumOff val="7139"/>
            </a:schemeClr>
          </a:solidFill>
        </a:fill>
      </a:tcStyle>
    </a:band2H>
    <a:firstCol>
      <a:tcTxStyle b="off" i="off">
        <a:font>
          <a:latin typeface="Helvetica Neue Medium"/>
          <a:ea typeface="Helvetica Neue Medium"/>
          <a:cs typeface="Helvetica Neue Medium"/>
        </a:font>
        <a:srgbClr val="000000"/>
      </a:tcTxStyle>
      <a:tcStyle>
        <a:tcBdr>
          <a:left>
            <a:ln w="12700" cap="flat">
              <a:solidFill>
                <a:srgbClr val="5B5A5A"/>
              </a:solidFill>
              <a:prstDash val="solid"/>
              <a:miter lim="400000"/>
            </a:ln>
          </a:left>
          <a:right>
            <a:ln w="12700" cap="flat">
              <a:solidFill>
                <a:srgbClr val="5B5A5A"/>
              </a:solidFill>
              <a:prstDash val="solid"/>
              <a:miter lim="400000"/>
            </a:ln>
          </a:right>
          <a:top>
            <a:ln w="12700" cap="flat">
              <a:solidFill>
                <a:srgbClr val="5B5A5A"/>
              </a:solidFill>
              <a:prstDash val="solid"/>
              <a:miter lim="400000"/>
            </a:ln>
          </a:top>
          <a:bottom>
            <a:ln w="12700" cap="flat">
              <a:solidFill>
                <a:srgbClr val="5B5A5A"/>
              </a:solidFill>
              <a:prstDash val="solid"/>
              <a:miter lim="400000"/>
            </a:ln>
          </a:bottom>
          <a:insideH>
            <a:ln w="12700" cap="flat">
              <a:solidFill>
                <a:srgbClr val="5B5A5A"/>
              </a:solidFill>
              <a:prstDash val="solid"/>
              <a:miter lim="400000"/>
            </a:ln>
          </a:insideH>
          <a:insideV>
            <a:ln w="12700" cap="flat">
              <a:solidFill>
                <a:srgbClr val="5B5A5A"/>
              </a:solidFill>
              <a:prstDash val="solid"/>
              <a:miter lim="400000"/>
            </a:ln>
          </a:insideV>
        </a:tcBdr>
        <a:fill>
          <a:solidFill>
            <a:srgbClr val="F8BB00"/>
          </a:solidFill>
        </a:fill>
      </a:tcStyle>
    </a:firstCol>
    <a:lastRow>
      <a:tcTxStyle b="off" i="off">
        <a:font>
          <a:latin typeface="Helvetica Neue Medium"/>
          <a:ea typeface="Helvetica Neue Medium"/>
          <a:cs typeface="Helvetica Neue Medium"/>
        </a:font>
        <a:srgbClr val="000000"/>
      </a:tcTxStyle>
      <a:tcStyle>
        <a:tcBdr>
          <a:left>
            <a:ln w="12700" cap="flat">
              <a:solidFill>
                <a:srgbClr val="5B5A5A"/>
              </a:solidFill>
              <a:prstDash val="solid"/>
              <a:miter lim="400000"/>
            </a:ln>
          </a:left>
          <a:right>
            <a:ln w="12700" cap="flat">
              <a:solidFill>
                <a:srgbClr val="5B5A5A"/>
              </a:solidFill>
              <a:prstDash val="solid"/>
              <a:miter lim="400000"/>
            </a:ln>
          </a:right>
          <a:top>
            <a:ln w="38100" cap="flat">
              <a:solidFill>
                <a:srgbClr val="F8BA00"/>
              </a:solidFill>
              <a:prstDash val="solid"/>
              <a:miter lim="400000"/>
            </a:ln>
          </a:top>
          <a:bottom>
            <a:ln w="12700" cap="flat">
              <a:solidFill>
                <a:srgbClr val="5B5A5A"/>
              </a:solidFill>
              <a:prstDash val="solid"/>
              <a:miter lim="400000"/>
            </a:ln>
          </a:bottom>
          <a:insideH>
            <a:ln w="12700" cap="flat">
              <a:solidFill>
                <a:srgbClr val="5B5A5A"/>
              </a:solidFill>
              <a:prstDash val="solid"/>
              <a:miter lim="400000"/>
            </a:ln>
          </a:insideH>
          <a:insideV>
            <a:ln w="12700" cap="flat">
              <a:solidFill>
                <a:srgbClr val="5B5A5A"/>
              </a:solidFill>
              <a:prstDash val="solid"/>
              <a:miter lim="400000"/>
            </a:ln>
          </a:insideV>
        </a:tcBdr>
        <a:fill>
          <a:solidFill>
            <a:srgbClr val="FAF7E9"/>
          </a:solidFill>
        </a:fill>
      </a:tcStyle>
    </a:lastRow>
    <a:firstRow>
      <a:tcTxStyle b="off" i="off">
        <a:font>
          <a:latin typeface="Helvetica Neue Medium"/>
          <a:ea typeface="Helvetica Neue Medium"/>
          <a:cs typeface="Helvetica Neue Medium"/>
        </a:font>
        <a:srgbClr val="000000"/>
      </a:tcTxStyle>
      <a:tcStyle>
        <a:tcBdr>
          <a:left>
            <a:ln w="12700" cap="flat">
              <a:solidFill>
                <a:srgbClr val="5B5A5A"/>
              </a:solidFill>
              <a:prstDash val="solid"/>
              <a:miter lim="400000"/>
            </a:ln>
          </a:left>
          <a:right>
            <a:ln w="12700" cap="flat">
              <a:solidFill>
                <a:srgbClr val="5B5A5A"/>
              </a:solidFill>
              <a:prstDash val="solid"/>
              <a:miter lim="400000"/>
            </a:ln>
          </a:right>
          <a:top>
            <a:ln w="12700" cap="flat">
              <a:solidFill>
                <a:srgbClr val="5B5A5A"/>
              </a:solidFill>
              <a:prstDash val="solid"/>
              <a:miter lim="400000"/>
            </a:ln>
          </a:top>
          <a:bottom>
            <a:ln w="12700" cap="flat">
              <a:solidFill>
                <a:srgbClr val="5B5A5A"/>
              </a:solidFill>
              <a:prstDash val="solid"/>
              <a:miter lim="400000"/>
            </a:ln>
          </a:bottom>
          <a:insideH>
            <a:ln w="12700" cap="flat">
              <a:solidFill>
                <a:srgbClr val="5B5A5A"/>
              </a:solidFill>
              <a:prstDash val="solid"/>
              <a:miter lim="400000"/>
            </a:ln>
          </a:insideH>
          <a:insideV>
            <a:ln w="12700" cap="flat">
              <a:solidFill>
                <a:srgbClr val="5B5A5A"/>
              </a:solidFill>
              <a:prstDash val="solid"/>
              <a:miter lim="400000"/>
            </a:ln>
          </a:insideV>
        </a:tcBdr>
        <a:fill>
          <a:solidFill>
            <a:srgbClr val="FF9400"/>
          </a:solidFill>
        </a:fill>
      </a:tcStyle>
    </a:firstRow>
  </a:tblStyle>
  <a:tblStyle styleId="{33BA23B1-9221-436E-865A-0063620EA4FD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464646"/>
              </a:solidFill>
              <a:prstDash val="solid"/>
              <a:miter lim="400000"/>
            </a:ln>
          </a:left>
          <a:right>
            <a:ln w="12700" cap="flat">
              <a:solidFill>
                <a:srgbClr val="464646"/>
              </a:solidFill>
              <a:prstDash val="solid"/>
              <a:miter lim="400000"/>
            </a:ln>
          </a:right>
          <a:top>
            <a:ln w="12700" cap="flat">
              <a:solidFill>
                <a:srgbClr val="464646"/>
              </a:solidFill>
              <a:prstDash val="solid"/>
              <a:miter lim="400000"/>
            </a:ln>
          </a:top>
          <a:bottom>
            <a:ln w="12700" cap="flat">
              <a:solidFill>
                <a:srgbClr val="464646"/>
              </a:solidFill>
              <a:prstDash val="solid"/>
              <a:miter lim="400000"/>
            </a:ln>
          </a:bottom>
          <a:insideH>
            <a:ln w="12700" cap="flat">
              <a:solidFill>
                <a:srgbClr val="464646"/>
              </a:solidFill>
              <a:prstDash val="solid"/>
              <a:miter lim="400000"/>
            </a:ln>
          </a:insideH>
          <a:insideV>
            <a:ln w="12700" cap="flat">
              <a:solidFill>
                <a:srgbClr val="464646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/>
      <a:tcStyle>
        <a:tcBdr/>
        <a:fill>
          <a:solidFill>
            <a:srgbClr val="D4D5D5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5E5E5E"/>
              </a:solidFill>
              <a:prstDash val="solid"/>
              <a:miter lim="400000"/>
            </a:ln>
          </a:left>
          <a:right>
            <a:ln w="12700" cap="flat">
              <a:solidFill>
                <a:srgbClr val="A6AAA9"/>
              </a:solidFill>
              <a:prstDash val="solid"/>
              <a:miter lim="400000"/>
            </a:ln>
          </a:right>
          <a:top>
            <a:ln w="12700" cap="flat">
              <a:solidFill>
                <a:srgbClr val="C3C3C3"/>
              </a:solidFill>
              <a:prstDash val="solid"/>
              <a:miter lim="400000"/>
            </a:ln>
          </a:top>
          <a:bottom>
            <a:ln w="12700" cap="flat">
              <a:solidFill>
                <a:srgbClr val="C3C3C3"/>
              </a:solidFill>
              <a:prstDash val="solid"/>
              <a:miter lim="400000"/>
            </a:ln>
          </a:bottom>
          <a:insideH>
            <a:ln w="12700" cap="flat">
              <a:solidFill>
                <a:srgbClr val="C3C3C3"/>
              </a:solidFill>
              <a:prstDash val="solid"/>
              <a:miter lim="400000"/>
            </a:ln>
          </a:insideH>
          <a:insideV>
            <a:ln w="12700" cap="flat">
              <a:solidFill>
                <a:srgbClr val="C3C3C3"/>
              </a:solidFill>
              <a:prstDash val="solid"/>
              <a:miter lim="400000"/>
            </a:ln>
          </a:insideV>
        </a:tcBdr>
        <a:fill>
          <a:solidFill>
            <a:srgbClr val="CB2A7B"/>
          </a:solidFill>
        </a:fill>
      </a:tcStyle>
    </a:firstCol>
    <a:la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5E5E5E"/>
              </a:solidFill>
              <a:prstDash val="solid"/>
              <a:miter lim="400000"/>
            </a:ln>
          </a:left>
          <a:right>
            <a:ln w="12700" cap="flat">
              <a:solidFill>
                <a:srgbClr val="5E5E5E"/>
              </a:solidFill>
              <a:prstDash val="solid"/>
              <a:miter lim="400000"/>
            </a:ln>
          </a:right>
          <a:top>
            <a:ln w="38100" cap="flat">
              <a:solidFill>
                <a:srgbClr val="CB297B"/>
              </a:solidFill>
              <a:prstDash val="solid"/>
              <a:miter lim="400000"/>
            </a:ln>
          </a:top>
          <a:bottom>
            <a:ln w="12700" cap="flat">
              <a:solidFill>
                <a:srgbClr val="5E5E5E"/>
              </a:solidFill>
              <a:prstDash val="solid"/>
              <a:miter lim="400000"/>
            </a:ln>
          </a:bottom>
          <a:insideH>
            <a:ln w="12700" cap="flat">
              <a:solidFill>
                <a:srgbClr val="5E5E5E"/>
              </a:solidFill>
              <a:prstDash val="solid"/>
              <a:miter lim="400000"/>
            </a:ln>
          </a:insideH>
          <a:insideV>
            <a:ln w="12700" cap="flat">
              <a:solidFill>
                <a:srgbClr val="5E5E5E"/>
              </a:solidFill>
              <a:prstDash val="solid"/>
              <a:miter lim="400000"/>
            </a:ln>
          </a:insideV>
        </a:tcBdr>
        <a:fill>
          <a:solidFill>
            <a:srgbClr val="FFFFFF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A6AAA9"/>
              </a:solidFill>
              <a:prstDash val="solid"/>
              <a:miter lim="400000"/>
            </a:ln>
          </a:left>
          <a:right>
            <a:ln w="12700" cap="flat">
              <a:solidFill>
                <a:srgbClr val="A6AAA9"/>
              </a:solidFill>
              <a:prstDash val="solid"/>
              <a:miter lim="400000"/>
            </a:ln>
          </a:right>
          <a:top>
            <a:ln w="12700" cap="flat">
              <a:solidFill>
                <a:srgbClr val="5E5E5E"/>
              </a:solidFill>
              <a:prstDash val="solid"/>
              <a:miter lim="400000"/>
            </a:ln>
          </a:top>
          <a:bottom>
            <a:ln w="12700" cap="flat">
              <a:solidFill>
                <a:srgbClr val="A6AAA9"/>
              </a:solidFill>
              <a:prstDash val="solid"/>
              <a:miter lim="400000"/>
            </a:ln>
          </a:bottom>
          <a:insideH>
            <a:ln w="12700" cap="flat">
              <a:solidFill>
                <a:srgbClr val="A6AAA9"/>
              </a:solidFill>
              <a:prstDash val="solid"/>
              <a:miter lim="400000"/>
            </a:ln>
          </a:insideH>
          <a:insideV>
            <a:ln w="12700" cap="flat">
              <a:solidFill>
                <a:srgbClr val="A6AAA9"/>
              </a:solidFill>
              <a:prstDash val="solid"/>
              <a:miter lim="400000"/>
            </a:ln>
          </a:insideV>
        </a:tcBdr>
        <a:fill>
          <a:solidFill>
            <a:srgbClr val="991A5F"/>
          </a:solidFill>
        </a:fill>
      </a:tcStyle>
    </a:firstRow>
  </a:tblStyle>
  <a:tblStyle styleId="{2708684C-4D16-4618-839F-0558EEFCDFE6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top>
          <a:bottom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/>
      <a:tcStyle>
        <a:tcBdr/>
        <a:fill>
          <a:solidFill>
            <a:srgbClr val="EDEEEE"/>
          </a:solidFill>
        </a:fill>
      </a:tcStyle>
    </a:band2H>
    <a:firstCol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6C6C6C"/>
              </a:solidFill>
              <a:prstDash val="solid"/>
              <a:miter lim="400000"/>
            </a:ln>
          </a:left>
          <a:right>
            <a:ln w="254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top>
          <a:bottom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firstCol>
    <a:la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254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6C6C6C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lastRow>
    <a:fir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6C6C6C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solidFill>
            <a:srgbClr val="D6DCE0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6082" autoAdjust="0"/>
    <p:restoredTop sz="96197"/>
  </p:normalViewPr>
  <p:slideViewPr>
    <p:cSldViewPr snapToGrid="0" snapToObjects="1">
      <p:cViewPr varScale="1">
        <p:scale>
          <a:sx n="62" d="100"/>
          <a:sy n="62" d="100"/>
        </p:scale>
        <p:origin x="1208" y="200"/>
      </p:cViewPr>
      <p:guideLst>
        <p:guide orient="horz" pos="4320"/>
        <p:guide pos="76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8.xml"/><Relationship Id="rId18" Type="http://schemas.openxmlformats.org/officeDocument/2006/relationships/slide" Target="slides/slide13.xml"/><Relationship Id="rId26" Type="http://schemas.openxmlformats.org/officeDocument/2006/relationships/slide" Target="slides/slide21.xml"/><Relationship Id="rId39" Type="http://schemas.openxmlformats.org/officeDocument/2006/relationships/font" Target="fonts/font8.fntdata"/><Relationship Id="rId21" Type="http://schemas.openxmlformats.org/officeDocument/2006/relationships/slide" Target="slides/slide16.xml"/><Relationship Id="rId34" Type="http://schemas.openxmlformats.org/officeDocument/2006/relationships/font" Target="fonts/font3.fntdata"/><Relationship Id="rId42" Type="http://schemas.openxmlformats.org/officeDocument/2006/relationships/font" Target="fonts/font11.fntdata"/><Relationship Id="rId47" Type="http://schemas.openxmlformats.org/officeDocument/2006/relationships/viewProps" Target="viewProps.xml"/><Relationship Id="rId7" Type="http://schemas.openxmlformats.org/officeDocument/2006/relationships/slide" Target="slides/slide2.xml"/><Relationship Id="rId2" Type="http://schemas.openxmlformats.org/officeDocument/2006/relationships/customXml" Target="../customXml/item2.xml"/><Relationship Id="rId16" Type="http://schemas.openxmlformats.org/officeDocument/2006/relationships/slide" Target="slides/slide11.xml"/><Relationship Id="rId29" Type="http://schemas.openxmlformats.org/officeDocument/2006/relationships/slide" Target="slides/slide24.xml"/><Relationship Id="rId11" Type="http://schemas.openxmlformats.org/officeDocument/2006/relationships/slide" Target="slides/slide6.xml"/><Relationship Id="rId24" Type="http://schemas.openxmlformats.org/officeDocument/2006/relationships/slide" Target="slides/slide19.xml"/><Relationship Id="rId32" Type="http://schemas.openxmlformats.org/officeDocument/2006/relationships/font" Target="fonts/font1.fntdata"/><Relationship Id="rId37" Type="http://schemas.openxmlformats.org/officeDocument/2006/relationships/font" Target="fonts/font6.fntdata"/><Relationship Id="rId40" Type="http://schemas.openxmlformats.org/officeDocument/2006/relationships/font" Target="fonts/font9.fntdata"/><Relationship Id="rId45" Type="http://schemas.openxmlformats.org/officeDocument/2006/relationships/font" Target="fonts/font14.fntdata"/><Relationship Id="rId5" Type="http://schemas.openxmlformats.org/officeDocument/2006/relationships/slideMaster" Target="slideMasters/slideMaster1.xml"/><Relationship Id="rId15" Type="http://schemas.openxmlformats.org/officeDocument/2006/relationships/slide" Target="slides/slide10.xml"/><Relationship Id="rId23" Type="http://schemas.openxmlformats.org/officeDocument/2006/relationships/slide" Target="slides/slide18.xml"/><Relationship Id="rId28" Type="http://schemas.openxmlformats.org/officeDocument/2006/relationships/slide" Target="slides/slide23.xml"/><Relationship Id="rId36" Type="http://schemas.openxmlformats.org/officeDocument/2006/relationships/font" Target="fonts/font5.fntdata"/><Relationship Id="rId49" Type="http://schemas.openxmlformats.org/officeDocument/2006/relationships/tableStyles" Target="tableStyles.xml"/><Relationship Id="rId10" Type="http://schemas.openxmlformats.org/officeDocument/2006/relationships/slide" Target="slides/slide5.xml"/><Relationship Id="rId19" Type="http://schemas.openxmlformats.org/officeDocument/2006/relationships/slide" Target="slides/slide14.xml"/><Relationship Id="rId31" Type="http://schemas.openxmlformats.org/officeDocument/2006/relationships/notesMaster" Target="notesMasters/notesMaster1.xml"/><Relationship Id="rId44" Type="http://schemas.openxmlformats.org/officeDocument/2006/relationships/font" Target="fonts/font13.fntdata"/><Relationship Id="rId4" Type="http://schemas.openxmlformats.org/officeDocument/2006/relationships/customXml" Target="../customXml/item4.xml"/><Relationship Id="rId9" Type="http://schemas.openxmlformats.org/officeDocument/2006/relationships/slide" Target="slides/slide4.xml"/><Relationship Id="rId14" Type="http://schemas.openxmlformats.org/officeDocument/2006/relationships/slide" Target="slides/slide9.xml"/><Relationship Id="rId22" Type="http://schemas.openxmlformats.org/officeDocument/2006/relationships/slide" Target="slides/slide17.xml"/><Relationship Id="rId27" Type="http://schemas.openxmlformats.org/officeDocument/2006/relationships/slide" Target="slides/slide22.xml"/><Relationship Id="rId30" Type="http://schemas.openxmlformats.org/officeDocument/2006/relationships/slide" Target="slides/slide25.xml"/><Relationship Id="rId35" Type="http://schemas.openxmlformats.org/officeDocument/2006/relationships/font" Target="fonts/font4.fntdata"/><Relationship Id="rId43" Type="http://schemas.openxmlformats.org/officeDocument/2006/relationships/font" Target="fonts/font12.fntdata"/><Relationship Id="rId48" Type="http://schemas.openxmlformats.org/officeDocument/2006/relationships/theme" Target="theme/theme1.xml"/><Relationship Id="rId8" Type="http://schemas.openxmlformats.org/officeDocument/2006/relationships/slide" Target="slides/slide3.xml"/><Relationship Id="rId3" Type="http://schemas.openxmlformats.org/officeDocument/2006/relationships/customXml" Target="../customXml/item3.xml"/><Relationship Id="rId12" Type="http://schemas.openxmlformats.org/officeDocument/2006/relationships/slide" Target="slides/slide7.xml"/><Relationship Id="rId17" Type="http://schemas.openxmlformats.org/officeDocument/2006/relationships/slide" Target="slides/slide12.xml"/><Relationship Id="rId25" Type="http://schemas.openxmlformats.org/officeDocument/2006/relationships/slide" Target="slides/slide20.xml"/><Relationship Id="rId33" Type="http://schemas.openxmlformats.org/officeDocument/2006/relationships/font" Target="fonts/font2.fntdata"/><Relationship Id="rId38" Type="http://schemas.openxmlformats.org/officeDocument/2006/relationships/font" Target="fonts/font7.fntdata"/><Relationship Id="rId46" Type="http://schemas.openxmlformats.org/officeDocument/2006/relationships/presProps" Target="presProps.xml"/><Relationship Id="rId20" Type="http://schemas.openxmlformats.org/officeDocument/2006/relationships/slide" Target="slides/slide15.xml"/><Relationship Id="rId41" Type="http://schemas.openxmlformats.org/officeDocument/2006/relationships/font" Target="fonts/font10.fntdata"/><Relationship Id="rId1" Type="http://schemas.openxmlformats.org/officeDocument/2006/relationships/customXml" Target="../customXml/item1.xml"/><Relationship Id="rId6" Type="http://schemas.openxmlformats.org/officeDocument/2006/relationships/slide" Target="slides/slid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Shape 170"/>
          <p:cNvSpPr>
            <a:spLocks noGrp="1" noRot="1" noChangeAspec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>
            <a:endParaRPr dirty="0"/>
          </a:p>
        </p:txBody>
      </p:sp>
      <p:sp>
        <p:nvSpPr>
          <p:cNvPr id="171" name="Shape 171"/>
          <p:cNvSpPr>
            <a:spLocks noGrp="1"/>
          </p:cNvSpPr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defTabSz="457200" latinLnBrk="0">
      <a:lnSpc>
        <a:spcPct val="117999"/>
      </a:lnSpc>
      <a:defRPr sz="2200" b="0" i="0">
        <a:latin typeface="Open Sans Light" pitchFamily="2" charset="0"/>
        <a:ea typeface="Open Sans Light" pitchFamily="2" charset="0"/>
        <a:cs typeface="Open Sans Light" pitchFamily="2" charset="0"/>
        <a:sym typeface="Helvetica Neue"/>
      </a:defRPr>
    </a:lvl1pPr>
    <a:lvl2pPr indent="2286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2pPr>
    <a:lvl3pPr indent="4572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3pPr>
    <a:lvl4pPr indent="6858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4pPr>
    <a:lvl5pPr indent="9144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5pPr>
    <a:lvl6pPr indent="11430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6pPr>
    <a:lvl7pPr indent="13716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7pPr>
    <a:lvl8pPr indent="16002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8pPr>
    <a:lvl9pPr indent="18288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3" Type="http://schemas.openxmlformats.org/officeDocument/2006/relationships/image" Target="../media/image4.png"/><Relationship Id="rId7" Type="http://schemas.openxmlformats.org/officeDocument/2006/relationships/image" Target="../media/image9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8.png"/><Relationship Id="rId11" Type="http://schemas.openxmlformats.org/officeDocument/2006/relationships/image" Target="../media/image13.svg"/><Relationship Id="rId5" Type="http://schemas.openxmlformats.org/officeDocument/2006/relationships/image" Target="../media/image7.svg"/><Relationship Id="rId10" Type="http://schemas.openxmlformats.org/officeDocument/2006/relationships/image" Target="../media/image12.png"/><Relationship Id="rId4" Type="http://schemas.openxmlformats.org/officeDocument/2006/relationships/image" Target="../media/image6.png"/><Relationship Id="rId9" Type="http://schemas.openxmlformats.org/officeDocument/2006/relationships/image" Target="../media/image11.svg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15.svg"/><Relationship Id="rId4" Type="http://schemas.openxmlformats.org/officeDocument/2006/relationships/image" Target="../media/image14.png"/></Relationships>
</file>

<file path=ppt/slideLayouts/_rels/slideLayout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7" Type="http://schemas.openxmlformats.org/officeDocument/2006/relationships/image" Target="../media/image19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18.png"/><Relationship Id="rId5" Type="http://schemas.openxmlformats.org/officeDocument/2006/relationships/image" Target="../media/image17.svg"/><Relationship Id="rId4" Type="http://schemas.openxmlformats.org/officeDocument/2006/relationships/image" Target="../media/image16.png"/></Relationships>
</file>

<file path=ppt/slideLayouts/_rels/slideLayout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0.png"/></Relationships>
</file>

<file path=ppt/slideLayouts/_rels/slideLayout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22.svg"/><Relationship Id="rId4" Type="http://schemas.openxmlformats.org/officeDocument/2006/relationships/image" Target="../media/image21.png"/></Relationships>
</file>

<file path=ppt/slideLayouts/_rels/slideLayout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typ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" name="BG Slide-01.jpg" descr="BG Slide-01.jpg">
            <a:extLst>
              <a:ext uri="{FF2B5EF4-FFF2-40B4-BE49-F238E27FC236}">
                <a16:creationId xmlns:a16="http://schemas.microsoft.com/office/drawing/2014/main" id="{2AB02847-5A77-D04F-9022-6161AA94A369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l="165" r="165"/>
          <a:stretch>
            <a:fillRect/>
          </a:stretch>
        </p:blipFill>
        <p:spPr>
          <a:xfrm>
            <a:off x="-86098" y="-57547"/>
            <a:ext cx="24507155" cy="13831095"/>
          </a:xfrm>
          <a:prstGeom prst="rect">
            <a:avLst/>
          </a:prstGeom>
          <a:ln w="12700">
            <a:miter lim="400000"/>
          </a:ln>
        </p:spPr>
      </p:pic>
      <p:pic>
        <p:nvPicPr>
          <p:cNvPr id="11" name="Image" descr="Image">
            <a:extLst>
              <a:ext uri="{FF2B5EF4-FFF2-40B4-BE49-F238E27FC236}">
                <a16:creationId xmlns:a16="http://schemas.microsoft.com/office/drawing/2014/main" id="{57BF6916-406C-E944-841A-1BF7394CF104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766722" y="758207"/>
            <a:ext cx="1914972" cy="1143001"/>
          </a:xfrm>
          <a:prstGeom prst="rect">
            <a:avLst/>
          </a:prstGeom>
          <a:ln w="12700">
            <a:miter lim="400000"/>
          </a:ln>
        </p:spPr>
      </p:pic>
      <p:sp>
        <p:nvSpPr>
          <p:cNvPr id="15" name="UNIVERSITAS BINA NUSANTARA">
            <a:extLst>
              <a:ext uri="{FF2B5EF4-FFF2-40B4-BE49-F238E27FC236}">
                <a16:creationId xmlns:a16="http://schemas.microsoft.com/office/drawing/2014/main" id="{B2ACCA88-1510-174E-BE16-6E62A96F6E0C}"/>
              </a:ext>
            </a:extLst>
          </p:cNvPr>
          <p:cNvSpPr txBox="1"/>
          <p:nvPr userDrawn="1"/>
        </p:nvSpPr>
        <p:spPr>
          <a:xfrm>
            <a:off x="8706308" y="9680388"/>
            <a:ext cx="6971384" cy="6223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/>
          <a:p>
            <a:pPr algn="l" defTabSz="821531">
              <a:lnSpc>
                <a:spcPct val="80000"/>
              </a:lnSpc>
              <a:defRPr sz="3600">
                <a:solidFill>
                  <a:srgbClr val="FFFFFF"/>
                </a:solidFill>
                <a:latin typeface="Open Sans Light"/>
                <a:ea typeface="Open Sans Light"/>
                <a:cs typeface="Open Sans Light"/>
                <a:sym typeface="Open Sans"/>
              </a:defRPr>
            </a:pPr>
            <a:r>
              <a:rPr dirty="0"/>
              <a:t>UNIVERSITAS</a:t>
            </a:r>
            <a:r>
              <a:rPr b="1" dirty="0"/>
              <a:t> BINA NUSANTARA</a:t>
            </a:r>
          </a:p>
        </p:txBody>
      </p:sp>
      <p:sp>
        <p:nvSpPr>
          <p:cNvPr id="20" name="Rounded Rectangle">
            <a:extLst>
              <a:ext uri="{FF2B5EF4-FFF2-40B4-BE49-F238E27FC236}">
                <a16:creationId xmlns:a16="http://schemas.microsoft.com/office/drawing/2014/main" id="{2610CD5C-942F-BF48-875B-42FFCE146C9A}"/>
              </a:ext>
            </a:extLst>
          </p:cNvPr>
          <p:cNvSpPr/>
          <p:nvPr userDrawn="1"/>
        </p:nvSpPr>
        <p:spPr>
          <a:xfrm>
            <a:off x="11684000" y="10608557"/>
            <a:ext cx="1016000" cy="88901"/>
          </a:xfrm>
          <a:prstGeom prst="roundRect">
            <a:avLst>
              <a:gd name="adj" fmla="val 50000"/>
            </a:avLst>
          </a:prstGeom>
          <a:solidFill>
            <a:srgbClr val="F08700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defTabSz="825500"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b="0" i="0" dirty="0"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sp>
        <p:nvSpPr>
          <p:cNvPr id="8" name="UNIVERSITAS BINA NUSANTARA">
            <a:extLst>
              <a:ext uri="{FF2B5EF4-FFF2-40B4-BE49-F238E27FC236}">
                <a16:creationId xmlns:a16="http://schemas.microsoft.com/office/drawing/2014/main" id="{1D553A28-04FA-E944-90CB-BDB2AEBEA300}"/>
              </a:ext>
            </a:extLst>
          </p:cNvPr>
          <p:cNvSpPr txBox="1"/>
          <p:nvPr userDrawn="1"/>
        </p:nvSpPr>
        <p:spPr>
          <a:xfrm>
            <a:off x="8706308" y="9680388"/>
            <a:ext cx="6971384" cy="6223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0" tIns="0" rIns="0" bIns="0">
            <a:spAutoFit/>
          </a:bodyPr>
          <a:lstStyle/>
          <a:p>
            <a:pPr algn="l" defTabSz="821531">
              <a:lnSpc>
                <a:spcPct val="80000"/>
              </a:lnSpc>
              <a:defRPr sz="3600">
                <a:solidFill>
                  <a:srgbClr val="FFFFFF"/>
                </a:solidFill>
                <a:latin typeface="Open Sans Light"/>
                <a:ea typeface="Open Sans Light"/>
                <a:cs typeface="Open Sans Light"/>
                <a:sym typeface="Open Sans"/>
              </a:defRPr>
            </a:pPr>
            <a:r>
              <a:rPr dirty="0"/>
              <a:t>UNIVERSITAS</a:t>
            </a:r>
            <a:r>
              <a:rPr b="1" dirty="0"/>
              <a:t> BINA NUSANTARA</a:t>
            </a:r>
          </a:p>
        </p:txBody>
      </p:sp>
      <p:sp>
        <p:nvSpPr>
          <p:cNvPr id="9" name="Rounded Rectangle">
            <a:extLst>
              <a:ext uri="{FF2B5EF4-FFF2-40B4-BE49-F238E27FC236}">
                <a16:creationId xmlns:a16="http://schemas.microsoft.com/office/drawing/2014/main" id="{A398922F-A33B-3C44-AAA1-709DF0A7FE30}"/>
              </a:ext>
            </a:extLst>
          </p:cNvPr>
          <p:cNvSpPr/>
          <p:nvPr userDrawn="1"/>
        </p:nvSpPr>
        <p:spPr>
          <a:xfrm>
            <a:off x="11684000" y="10608557"/>
            <a:ext cx="1016000" cy="88901"/>
          </a:xfrm>
          <a:prstGeom prst="roundRect">
            <a:avLst>
              <a:gd name="adj" fmla="val 50000"/>
            </a:avLst>
          </a:prstGeom>
          <a:solidFill>
            <a:srgbClr val="F08700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defTabSz="825500"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dirty="0"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sp>
        <p:nvSpPr>
          <p:cNvPr id="23" name="Body Level One…">
            <a:extLst>
              <a:ext uri="{FF2B5EF4-FFF2-40B4-BE49-F238E27FC236}">
                <a16:creationId xmlns:a16="http://schemas.microsoft.com/office/drawing/2014/main" id="{DC9E4D2B-1303-D647-ADF8-BD63A36C3CA0}"/>
              </a:ext>
            </a:extLst>
          </p:cNvPr>
          <p:cNvSpPr txBox="1">
            <a:spLocks noGrp="1"/>
          </p:cNvSpPr>
          <p:nvPr>
            <p:ph type="body" sz="quarter" idx="1" hasCustomPrompt="1"/>
          </p:nvPr>
        </p:nvSpPr>
        <p:spPr>
          <a:xfrm>
            <a:off x="1201342" y="6754848"/>
            <a:ext cx="21971001" cy="1905001"/>
          </a:xfrm>
          <a:prstGeom prst="rect">
            <a:avLst/>
          </a:prstGeom>
        </p:spPr>
        <p:txBody>
          <a:bodyPr/>
          <a:lstStyle>
            <a:lvl1pPr marL="0" indent="0" algn="ctr" defTabSz="825500">
              <a:lnSpc>
                <a:spcPct val="100000"/>
              </a:lnSpc>
              <a:spcBef>
                <a:spcPts val="0"/>
              </a:spcBef>
              <a:buSzTx/>
              <a:buNone/>
              <a:defRPr kumimoji="0" sz="5000" b="0" i="0" u="none" strike="noStrike" cap="all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Semibold"/>
                <a:ea typeface="Open Sans Semibold"/>
                <a:cs typeface="Open Sans Semibold"/>
                <a:sym typeface="Open Sans Semibold"/>
              </a:defRPr>
            </a:lvl1pPr>
            <a:lvl2pPr marL="0" indent="4572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2pPr>
            <a:lvl3pPr marL="0" indent="9144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3pPr>
            <a:lvl4pPr marL="0" indent="13716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4pPr>
            <a:lvl5pPr marL="0" indent="18288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5pPr>
          </a:lstStyle>
          <a:p>
            <a:r>
              <a:rPr dirty="0"/>
              <a:t>Presentation Subtitle</a:t>
            </a:r>
          </a:p>
          <a:p>
            <a:pPr lvl="4"/>
            <a:endParaRPr dirty="0"/>
          </a:p>
        </p:txBody>
      </p:sp>
      <p:sp>
        <p:nvSpPr>
          <p:cNvPr id="24" name="Presentation Title">
            <a:extLst>
              <a:ext uri="{FF2B5EF4-FFF2-40B4-BE49-F238E27FC236}">
                <a16:creationId xmlns:a16="http://schemas.microsoft.com/office/drawing/2014/main" id="{1323A2FB-C06C-AA47-AA40-00FC9E490C61}"/>
              </a:ext>
            </a:extLst>
          </p:cNvPr>
          <p:cNvSpPr txBox="1">
            <a:spLocks noGrp="1"/>
          </p:cNvSpPr>
          <p:nvPr>
            <p:ph type="title" hasCustomPrompt="1"/>
          </p:nvPr>
        </p:nvSpPr>
        <p:spPr>
          <a:xfrm>
            <a:off x="1206496" y="2574991"/>
            <a:ext cx="21971004" cy="3917819"/>
          </a:xfrm>
          <a:prstGeom prst="rect">
            <a:avLst/>
          </a:prstGeom>
        </p:spPr>
        <p:txBody>
          <a:bodyPr anchor="b">
            <a:normAutofit/>
          </a:bodyPr>
          <a:lstStyle>
            <a:lvl1pPr algn="ctr">
              <a:defRPr kumimoji="0" sz="12000" b="0" i="0" u="none" strike="noStrike" cap="all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Semibold"/>
                <a:ea typeface="Open Sans Semibold"/>
                <a:cs typeface="Open Sans Semibold"/>
                <a:sym typeface="Open Sans Semibold"/>
              </a:defRPr>
            </a:lvl1pPr>
          </a:lstStyle>
          <a:p>
            <a:r>
              <a:rPr dirty="0"/>
              <a:t>Prese</a:t>
            </a:r>
            <a:r>
              <a:rPr lang="en-ID" dirty="0"/>
              <a:t>n</a:t>
            </a:r>
            <a:r>
              <a:rPr dirty="0" err="1"/>
              <a:t>tation</a:t>
            </a:r>
            <a:r>
              <a:rPr dirty="0"/>
              <a:t> Title</a:t>
            </a:r>
          </a:p>
        </p:txBody>
      </p:sp>
      <p:sp>
        <p:nvSpPr>
          <p:cNvPr id="2" name="Text Placeholder 2">
            <a:extLst>
              <a:ext uri="{FF2B5EF4-FFF2-40B4-BE49-F238E27FC236}">
                <a16:creationId xmlns:a16="http://schemas.microsoft.com/office/drawing/2014/main" id="{D6474C2C-5958-6F6B-1482-E67DED339DDC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0058192" y="11538583"/>
            <a:ext cx="4212692" cy="745888"/>
          </a:xfrm>
        </p:spPr>
        <p:txBody>
          <a:bodyPr>
            <a:normAutofit/>
          </a:bodyPr>
          <a:lstStyle>
            <a:lvl1pPr marL="0" indent="0" algn="ctr">
              <a:buNone/>
              <a:defRPr kumimoji="0" lang="en-US" sz="20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Semibold"/>
                <a:ea typeface="Open Sans Semibold"/>
                <a:cs typeface="Open Sans Semibold"/>
                <a:sym typeface="Open Sans Semibold"/>
              </a:defRPr>
            </a:lvl1pPr>
          </a:lstStyle>
          <a:p>
            <a:pPr lvl="0"/>
            <a:r>
              <a:rPr lang="en-US" dirty="0"/>
              <a:t>Type your name</a:t>
            </a:r>
          </a:p>
        </p:txBody>
      </p:sp>
      <p:sp>
        <p:nvSpPr>
          <p:cNvPr id="4" name="UNIVERSITAS BINA NUSANTARA">
            <a:extLst>
              <a:ext uri="{FF2B5EF4-FFF2-40B4-BE49-F238E27FC236}">
                <a16:creationId xmlns:a16="http://schemas.microsoft.com/office/drawing/2014/main" id="{5DC7F27E-9CB9-099F-4DA7-367C6ADB411B}"/>
              </a:ext>
            </a:extLst>
          </p:cNvPr>
          <p:cNvSpPr txBox="1"/>
          <p:nvPr userDrawn="1"/>
        </p:nvSpPr>
        <p:spPr>
          <a:xfrm>
            <a:off x="10058192" y="11100823"/>
            <a:ext cx="4212692" cy="35125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0" tIns="0" rIns="0" bIns="0">
            <a:spAutoFit/>
          </a:bodyPr>
          <a:lstStyle/>
          <a:p>
            <a:pPr algn="l" defTabSz="821531">
              <a:lnSpc>
                <a:spcPct val="80000"/>
              </a:lnSpc>
              <a:defRPr sz="3600">
                <a:solidFill>
                  <a:srgbClr val="FFFFFF"/>
                </a:solidFill>
                <a:latin typeface="Open Sans Light"/>
                <a:ea typeface="Open Sans Light"/>
                <a:cs typeface="Open Sans Light"/>
                <a:sym typeface="Open Sans"/>
              </a:defRPr>
            </a:pPr>
            <a:r>
              <a:rPr lang="en-US" sz="2800" dirty="0"/>
              <a:t>SUBJECT MATTER EXPERT</a:t>
            </a:r>
            <a:endParaRPr sz="2800" b="1" dirty="0"/>
          </a:p>
        </p:txBody>
      </p:sp>
    </p:spTree>
    <p:extLst>
      <p:ext uri="{BB962C8B-B14F-4D97-AF65-F5344CB8AC3E}">
        <p14:creationId xmlns:p14="http://schemas.microsoft.com/office/powerpoint/2010/main" val="4094124863"/>
      </p:ext>
    </p:extLst>
  </p:cSld>
  <p:clrMapOvr>
    <a:masterClrMapping/>
  </p:clrMapOvr>
  <p:transition spd="med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typ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">
            <a:extLst>
              <a:ext uri="{FF2B5EF4-FFF2-40B4-BE49-F238E27FC236}">
                <a16:creationId xmlns:a16="http://schemas.microsoft.com/office/drawing/2014/main" id="{0CE21BA8-841F-EE46-90AB-358900DBBA45}"/>
              </a:ext>
            </a:extLst>
          </p:cNvPr>
          <p:cNvSpPr/>
          <p:nvPr userDrawn="1"/>
        </p:nvSpPr>
        <p:spPr>
          <a:xfrm>
            <a:off x="0" y="2363008"/>
            <a:ext cx="24384000" cy="11436178"/>
          </a:xfrm>
          <a:prstGeom prst="rect">
            <a:avLst/>
          </a:prstGeom>
          <a:solidFill>
            <a:srgbClr val="EBEBEB"/>
          </a:solidFill>
          <a:ln w="12700">
            <a:miter lim="400000"/>
          </a:ln>
        </p:spPr>
        <p:txBody>
          <a:bodyPr lIns="71437" tIns="71437" rIns="71437" bIns="71437" anchor="ctr"/>
          <a:lstStyle/>
          <a:p>
            <a:pPr defTabSz="821531">
              <a:defRPr sz="30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dirty="0"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grpSp>
        <p:nvGrpSpPr>
          <p:cNvPr id="152" name="Group"/>
          <p:cNvGrpSpPr/>
          <p:nvPr/>
        </p:nvGrpSpPr>
        <p:grpSpPr>
          <a:xfrm>
            <a:off x="756659" y="-3867"/>
            <a:ext cx="2783909" cy="2014172"/>
            <a:chOff x="-2864397" y="0"/>
            <a:chExt cx="2783907" cy="2014171"/>
          </a:xfrm>
        </p:grpSpPr>
        <p:pic>
          <p:nvPicPr>
            <p:cNvPr id="149" name="Image" descr="Image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-2864398" y="-1"/>
              <a:ext cx="630382" cy="1359672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150" name="Image" descr="Image"/>
            <p:cNvPicPr>
              <a:picLocks noChangeAspect="1"/>
            </p:cNvPicPr>
            <p:nvPr/>
          </p:nvPicPr>
          <p:blipFill>
            <a:blip r:embed="rId3"/>
            <a:srcRect t="88153" r="78332"/>
            <a:stretch>
              <a:fillRect/>
            </a:stretch>
          </p:blipFill>
          <p:spPr>
            <a:xfrm>
              <a:off x="-2850027" y="1390294"/>
              <a:ext cx="601633" cy="623878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151" name="Image" descr="Image"/>
            <p:cNvPicPr>
              <a:picLocks noChangeAspect="1"/>
            </p:cNvPicPr>
            <p:nvPr/>
          </p:nvPicPr>
          <p:blipFill>
            <a:blip r:embed="rId3"/>
            <a:srcRect l="31837" t="7689" b="68044"/>
            <a:stretch>
              <a:fillRect/>
            </a:stretch>
          </p:blipFill>
          <p:spPr>
            <a:xfrm>
              <a:off x="-1973131" y="245246"/>
              <a:ext cx="1892642" cy="1277976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</p:grpSp>
      <p:sp>
        <p:nvSpPr>
          <p:cNvPr id="3" name="Title 2">
            <a:extLst>
              <a:ext uri="{FF2B5EF4-FFF2-40B4-BE49-F238E27FC236}">
                <a16:creationId xmlns:a16="http://schemas.microsoft.com/office/drawing/2014/main" id="{4C90E15E-9DC3-D24F-8189-931487225A4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167377" y="1872058"/>
            <a:ext cx="14715569" cy="510281"/>
          </a:xfrm>
        </p:spPr>
        <p:txBody>
          <a:bodyPr>
            <a:normAutofit/>
          </a:bodyPr>
          <a:lstStyle>
            <a:lvl1pPr>
              <a:defRPr kumimoji="0" lang="en-US" sz="3800" b="1" i="0" u="none" strike="noStrike" cap="all" spc="0" normalizeH="0" baseline="0">
                <a:ln>
                  <a:noFill/>
                </a:ln>
                <a:solidFill>
                  <a:srgbClr val="128CCD"/>
                </a:solidFill>
                <a:effectLst/>
                <a:uFill>
                  <a:solidFill>
                    <a:srgbClr val="143E56"/>
                  </a:solidFill>
                </a:uFill>
                <a:latin typeface="Open Sans ExtraBold" pitchFamily="2" charset="0"/>
                <a:ea typeface="Open Sans ExtraBold" pitchFamily="2" charset="0"/>
                <a:cs typeface="Open Sans ExtraBold" pitchFamily="2" charset="0"/>
                <a:sym typeface="Helvetica Neue"/>
              </a:defRPr>
            </a:lvl1pPr>
          </a:lstStyle>
          <a:p>
            <a:r>
              <a:rPr lang="en-US" dirty="0"/>
              <a:t>SLIDE TITLE</a:t>
            </a:r>
          </a:p>
        </p:txBody>
      </p:sp>
      <p:sp>
        <p:nvSpPr>
          <p:cNvPr id="13" name="Text Placeholder 4">
            <a:extLst>
              <a:ext uri="{FF2B5EF4-FFF2-40B4-BE49-F238E27FC236}">
                <a16:creationId xmlns:a16="http://schemas.microsoft.com/office/drawing/2014/main" id="{F9A081F0-DCC0-4F43-B885-A177263AC1B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167377" y="2419728"/>
            <a:ext cx="9768875" cy="803546"/>
          </a:xfrm>
        </p:spPr>
        <p:txBody>
          <a:bodyPr/>
          <a:lstStyle>
            <a:lvl1pPr marL="0" indent="0">
              <a:buNone/>
              <a:defRPr kumimoji="0" lang="en-US" sz="3200" b="1" i="0" u="none" strike="noStrike" cap="all" spc="0" normalizeH="0" baseline="0">
                <a:ln>
                  <a:noFill/>
                </a:ln>
                <a:solidFill>
                  <a:srgbClr val="424242"/>
                </a:solidFill>
                <a:effectLst/>
                <a:uFill>
                  <a:solidFill>
                    <a:srgbClr val="143E56"/>
                  </a:solidFill>
                </a:uFill>
                <a:latin typeface="Open Sans ExtraBold" pitchFamily="2" charset="0"/>
                <a:ea typeface="Open Sans ExtraBold" pitchFamily="2" charset="0"/>
                <a:cs typeface="Open Sans ExtraBold" pitchFamily="2" charset="0"/>
                <a:sym typeface="Helvetica Neue"/>
              </a:defRPr>
            </a:lvl1pPr>
          </a:lstStyle>
          <a:p>
            <a:pPr lvl="0"/>
            <a:r>
              <a:rPr lang="en-US" dirty="0"/>
              <a:t>SUB TITLE</a:t>
            </a:r>
          </a:p>
        </p:txBody>
      </p:sp>
      <p:sp>
        <p:nvSpPr>
          <p:cNvPr id="11" name="Content Placeholder 7">
            <a:extLst>
              <a:ext uri="{FF2B5EF4-FFF2-40B4-BE49-F238E27FC236}">
                <a16:creationId xmlns:a16="http://schemas.microsoft.com/office/drawing/2014/main" id="{CCD29839-25B4-3D48-8D8C-B1D859A74A9A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5486930" y="5334432"/>
            <a:ext cx="13714940" cy="4522264"/>
          </a:xfrm>
        </p:spPr>
        <p:txBody>
          <a:bodyPr>
            <a:normAutofit/>
          </a:bodyPr>
          <a:lstStyle>
            <a:lvl1pPr marL="266700" indent="-266700">
              <a:lnSpc>
                <a:spcPct val="100000"/>
              </a:lnSpc>
              <a:tabLst/>
              <a:defRPr kumimoji="0" lang="en-US" sz="2600" b="0" i="0" u="none" strike="noStrike" cap="none" spc="0" normalizeH="0" baseline="0">
                <a:ln>
                  <a:noFill/>
                </a:ln>
                <a:solidFill>
                  <a:srgbClr val="212121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890588" indent="-280988">
              <a:lnSpc>
                <a:spcPct val="100000"/>
              </a:lnSpc>
              <a:tabLst/>
              <a:defRPr kumimoji="0" lang="en-US" sz="2600" b="0" i="0" u="none" strike="noStrike" cap="none" spc="0" normalizeH="0" baseline="0">
                <a:ln>
                  <a:noFill/>
                </a:ln>
                <a:solidFill>
                  <a:srgbClr val="212121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470025" indent="-250825">
              <a:lnSpc>
                <a:spcPct val="100000"/>
              </a:lnSpc>
              <a:tabLst/>
              <a:defRPr kumimoji="0" lang="en-US" sz="2600" b="0" i="0" u="none" strike="noStrike" cap="none" spc="0" normalizeH="0" baseline="0">
                <a:ln>
                  <a:noFill/>
                </a:ln>
                <a:solidFill>
                  <a:srgbClr val="212121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2138363" indent="-309563">
              <a:lnSpc>
                <a:spcPct val="100000"/>
              </a:lnSpc>
              <a:tabLst/>
              <a:defRPr kumimoji="0" lang="en-US" sz="2600" b="0" i="0" u="none" strike="noStrike" cap="none" spc="0" normalizeH="0" baseline="0">
                <a:ln>
                  <a:noFill/>
                </a:ln>
                <a:solidFill>
                  <a:srgbClr val="212121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717800" indent="-279400">
              <a:lnSpc>
                <a:spcPct val="100000"/>
              </a:lnSpc>
              <a:tabLst/>
              <a:defRPr kumimoji="0" lang="en-US" sz="2600" b="0" i="0" u="none" strike="noStrike" cap="none" spc="0" normalizeH="0" baseline="0">
                <a:ln>
                  <a:noFill/>
                </a:ln>
                <a:solidFill>
                  <a:srgbClr val="212121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9024523"/>
      </p:ext>
    </p:extLst>
  </p:cSld>
  <p:clrMapOvr>
    <a:masterClrMapping/>
  </p:clrMapOvr>
  <p:transition spd="med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typ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" name="BG Slide-01.jpg" descr="BG Slide-01.jpg">
            <a:extLst>
              <a:ext uri="{FF2B5EF4-FFF2-40B4-BE49-F238E27FC236}">
                <a16:creationId xmlns:a16="http://schemas.microsoft.com/office/drawing/2014/main" id="{2AB02847-5A77-D04F-9022-6161AA94A369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l="165" r="165"/>
          <a:stretch>
            <a:fillRect/>
          </a:stretch>
        </p:blipFill>
        <p:spPr>
          <a:xfrm>
            <a:off x="-86098" y="-57547"/>
            <a:ext cx="24507155" cy="13831095"/>
          </a:xfrm>
          <a:prstGeom prst="rect">
            <a:avLst/>
          </a:prstGeom>
          <a:ln w="12700">
            <a:miter lim="400000"/>
          </a:ln>
        </p:spPr>
      </p:pic>
      <p:sp>
        <p:nvSpPr>
          <p:cNvPr id="10" name="Rectangle">
            <a:extLst>
              <a:ext uri="{FF2B5EF4-FFF2-40B4-BE49-F238E27FC236}">
                <a16:creationId xmlns:a16="http://schemas.microsoft.com/office/drawing/2014/main" id="{F7BB76AE-A45C-1F43-9E7B-E96439A8D439}"/>
              </a:ext>
            </a:extLst>
          </p:cNvPr>
          <p:cNvSpPr/>
          <p:nvPr userDrawn="1"/>
        </p:nvSpPr>
        <p:spPr>
          <a:xfrm>
            <a:off x="0" y="0"/>
            <a:ext cx="24384000" cy="13716000"/>
          </a:xfrm>
          <a:prstGeom prst="rect">
            <a:avLst/>
          </a:prstGeom>
          <a:gradFill>
            <a:gsLst>
              <a:gs pos="0">
                <a:srgbClr val="2670B8"/>
              </a:gs>
              <a:gs pos="100000">
                <a:srgbClr val="2258A7"/>
              </a:gs>
            </a:gsLst>
          </a:gradFill>
          <a:ln w="12700">
            <a:miter lim="400000"/>
          </a:ln>
        </p:spPr>
        <p:txBody>
          <a:bodyPr lIns="71437" tIns="71437" rIns="71437" bIns="71437" anchor="ctr"/>
          <a:lstStyle/>
          <a:p>
            <a:pPr defTabSz="821531">
              <a:defRPr sz="30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dirty="0"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pic>
        <p:nvPicPr>
          <p:cNvPr id="11" name="Image" descr="Image">
            <a:extLst>
              <a:ext uri="{FF2B5EF4-FFF2-40B4-BE49-F238E27FC236}">
                <a16:creationId xmlns:a16="http://schemas.microsoft.com/office/drawing/2014/main" id="{57BF6916-406C-E944-841A-1BF7394CF104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766722" y="758207"/>
            <a:ext cx="1914972" cy="1143001"/>
          </a:xfrm>
          <a:prstGeom prst="rect">
            <a:avLst/>
          </a:prstGeom>
          <a:ln w="12700">
            <a:miter lim="400000"/>
          </a:ln>
        </p:spPr>
      </p:pic>
      <p:sp>
        <p:nvSpPr>
          <p:cNvPr id="15" name="UNIVERSITAS BINA NUSANTARA">
            <a:extLst>
              <a:ext uri="{FF2B5EF4-FFF2-40B4-BE49-F238E27FC236}">
                <a16:creationId xmlns:a16="http://schemas.microsoft.com/office/drawing/2014/main" id="{B2ACCA88-1510-174E-BE16-6E62A96F6E0C}"/>
              </a:ext>
            </a:extLst>
          </p:cNvPr>
          <p:cNvSpPr txBox="1"/>
          <p:nvPr userDrawn="1"/>
        </p:nvSpPr>
        <p:spPr>
          <a:xfrm>
            <a:off x="8706308" y="9680388"/>
            <a:ext cx="6971384" cy="6223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0" tIns="0" rIns="0" bIns="0">
            <a:spAutoFit/>
          </a:bodyPr>
          <a:lstStyle/>
          <a:p>
            <a:pPr algn="l" defTabSz="821531">
              <a:lnSpc>
                <a:spcPct val="80000"/>
              </a:lnSpc>
              <a:defRPr sz="3600">
                <a:solidFill>
                  <a:srgbClr val="FFFFFF"/>
                </a:solidFill>
                <a:latin typeface="Open Sans Light"/>
                <a:ea typeface="Open Sans Light"/>
                <a:cs typeface="Open Sans Light"/>
                <a:sym typeface="Open Sans"/>
              </a:defRPr>
            </a:pPr>
            <a:r>
              <a:rPr dirty="0"/>
              <a:t>UNIVERSITAS</a:t>
            </a:r>
            <a:r>
              <a:rPr b="1" dirty="0"/>
              <a:t> BINA NUSANTARA</a:t>
            </a:r>
          </a:p>
        </p:txBody>
      </p:sp>
      <p:sp>
        <p:nvSpPr>
          <p:cNvPr id="20" name="Rounded Rectangle">
            <a:extLst>
              <a:ext uri="{FF2B5EF4-FFF2-40B4-BE49-F238E27FC236}">
                <a16:creationId xmlns:a16="http://schemas.microsoft.com/office/drawing/2014/main" id="{2610CD5C-942F-BF48-875B-42FFCE146C9A}"/>
              </a:ext>
            </a:extLst>
          </p:cNvPr>
          <p:cNvSpPr/>
          <p:nvPr userDrawn="1"/>
        </p:nvSpPr>
        <p:spPr>
          <a:xfrm>
            <a:off x="11684000" y="10608557"/>
            <a:ext cx="1016000" cy="88901"/>
          </a:xfrm>
          <a:prstGeom prst="roundRect">
            <a:avLst>
              <a:gd name="adj" fmla="val 50000"/>
            </a:avLst>
          </a:prstGeom>
          <a:solidFill>
            <a:srgbClr val="F08700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defTabSz="825500"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b="0" i="0" dirty="0"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sp>
        <p:nvSpPr>
          <p:cNvPr id="8" name="UNIVERSITAS BINA NUSANTARA">
            <a:extLst>
              <a:ext uri="{FF2B5EF4-FFF2-40B4-BE49-F238E27FC236}">
                <a16:creationId xmlns:a16="http://schemas.microsoft.com/office/drawing/2014/main" id="{1D553A28-04FA-E944-90CB-BDB2AEBEA300}"/>
              </a:ext>
            </a:extLst>
          </p:cNvPr>
          <p:cNvSpPr txBox="1"/>
          <p:nvPr userDrawn="1"/>
        </p:nvSpPr>
        <p:spPr>
          <a:xfrm>
            <a:off x="8706308" y="9680388"/>
            <a:ext cx="6971384" cy="6223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/>
          <a:p>
            <a:pPr algn="l" defTabSz="821531">
              <a:lnSpc>
                <a:spcPct val="80000"/>
              </a:lnSpc>
              <a:defRPr sz="3600">
                <a:solidFill>
                  <a:srgbClr val="FFFFFF"/>
                </a:solidFill>
                <a:latin typeface="Open Sans Light"/>
                <a:ea typeface="Open Sans Light"/>
                <a:cs typeface="Open Sans Light"/>
                <a:sym typeface="Open Sans"/>
              </a:defRPr>
            </a:pPr>
            <a:r>
              <a:rPr dirty="0"/>
              <a:t>UNIVERSITAS</a:t>
            </a:r>
            <a:r>
              <a:rPr b="1" dirty="0"/>
              <a:t> BINA NUSANTARA</a:t>
            </a:r>
          </a:p>
        </p:txBody>
      </p:sp>
      <p:sp>
        <p:nvSpPr>
          <p:cNvPr id="9" name="Rounded Rectangle">
            <a:extLst>
              <a:ext uri="{FF2B5EF4-FFF2-40B4-BE49-F238E27FC236}">
                <a16:creationId xmlns:a16="http://schemas.microsoft.com/office/drawing/2014/main" id="{A398922F-A33B-3C44-AAA1-709DF0A7FE30}"/>
              </a:ext>
            </a:extLst>
          </p:cNvPr>
          <p:cNvSpPr/>
          <p:nvPr userDrawn="1"/>
        </p:nvSpPr>
        <p:spPr>
          <a:xfrm>
            <a:off x="11684000" y="10608557"/>
            <a:ext cx="1016000" cy="88901"/>
          </a:xfrm>
          <a:prstGeom prst="roundRect">
            <a:avLst>
              <a:gd name="adj" fmla="val 50000"/>
            </a:avLst>
          </a:prstGeom>
          <a:solidFill>
            <a:srgbClr val="F08700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defTabSz="825500"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dirty="0"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sp>
        <p:nvSpPr>
          <p:cNvPr id="23" name="Body Level One…">
            <a:extLst>
              <a:ext uri="{FF2B5EF4-FFF2-40B4-BE49-F238E27FC236}">
                <a16:creationId xmlns:a16="http://schemas.microsoft.com/office/drawing/2014/main" id="{DC9E4D2B-1303-D647-ADF8-BD63A36C3CA0}"/>
              </a:ext>
            </a:extLst>
          </p:cNvPr>
          <p:cNvSpPr txBox="1">
            <a:spLocks noGrp="1"/>
          </p:cNvSpPr>
          <p:nvPr>
            <p:ph type="body" sz="quarter" idx="1" hasCustomPrompt="1"/>
          </p:nvPr>
        </p:nvSpPr>
        <p:spPr>
          <a:xfrm>
            <a:off x="1201342" y="6754848"/>
            <a:ext cx="21971001" cy="1905001"/>
          </a:xfrm>
          <a:prstGeom prst="rect">
            <a:avLst/>
          </a:prstGeom>
        </p:spPr>
        <p:txBody>
          <a:bodyPr/>
          <a:lstStyle>
            <a:lvl1pPr marL="0" indent="0" algn="ctr" defTabSz="825500">
              <a:lnSpc>
                <a:spcPct val="100000"/>
              </a:lnSpc>
              <a:spcBef>
                <a:spcPts val="0"/>
              </a:spcBef>
              <a:buSzTx/>
              <a:buNone/>
              <a:defRPr kumimoji="0" sz="5000" b="0" i="0" u="none" strike="noStrike" cap="all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Semibold"/>
                <a:ea typeface="Open Sans Semibold"/>
                <a:cs typeface="Open Sans Semibold"/>
                <a:sym typeface="Open Sans Semibold"/>
              </a:defRPr>
            </a:lvl1pPr>
            <a:lvl2pPr marL="0" indent="4572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2pPr>
            <a:lvl3pPr marL="0" indent="9144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3pPr>
            <a:lvl4pPr marL="0" indent="13716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4pPr>
            <a:lvl5pPr marL="0" indent="18288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5pPr>
          </a:lstStyle>
          <a:p>
            <a:r>
              <a:rPr dirty="0"/>
              <a:t>Presentation Subtitle</a:t>
            </a:r>
          </a:p>
          <a:p>
            <a:pPr lvl="4"/>
            <a:endParaRPr dirty="0"/>
          </a:p>
        </p:txBody>
      </p:sp>
      <p:sp>
        <p:nvSpPr>
          <p:cNvPr id="24" name="Presentation Title">
            <a:extLst>
              <a:ext uri="{FF2B5EF4-FFF2-40B4-BE49-F238E27FC236}">
                <a16:creationId xmlns:a16="http://schemas.microsoft.com/office/drawing/2014/main" id="{1323A2FB-C06C-AA47-AA40-00FC9E490C61}"/>
              </a:ext>
            </a:extLst>
          </p:cNvPr>
          <p:cNvSpPr txBox="1">
            <a:spLocks noGrp="1"/>
          </p:cNvSpPr>
          <p:nvPr>
            <p:ph type="title" hasCustomPrompt="1"/>
          </p:nvPr>
        </p:nvSpPr>
        <p:spPr>
          <a:xfrm>
            <a:off x="1206496" y="2574991"/>
            <a:ext cx="21971004" cy="3917819"/>
          </a:xfrm>
          <a:prstGeom prst="rect">
            <a:avLst/>
          </a:prstGeom>
        </p:spPr>
        <p:txBody>
          <a:bodyPr anchor="b">
            <a:normAutofit/>
          </a:bodyPr>
          <a:lstStyle>
            <a:lvl1pPr algn="ctr">
              <a:defRPr kumimoji="0" sz="12000" b="0" i="0" u="none" strike="noStrike" cap="all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Semibold"/>
                <a:ea typeface="Open Sans Semibold"/>
                <a:cs typeface="Open Sans Semibold"/>
                <a:sym typeface="Open Sans Semibold"/>
              </a:defRPr>
            </a:lvl1pPr>
          </a:lstStyle>
          <a:p>
            <a:r>
              <a:rPr dirty="0"/>
              <a:t>Prese</a:t>
            </a:r>
            <a:r>
              <a:rPr lang="en-ID" dirty="0"/>
              <a:t>n</a:t>
            </a:r>
            <a:r>
              <a:rPr dirty="0" err="1"/>
              <a:t>tation</a:t>
            </a:r>
            <a:r>
              <a:rPr dirty="0"/>
              <a:t> Title</a:t>
            </a:r>
          </a:p>
        </p:txBody>
      </p:sp>
      <p:sp>
        <p:nvSpPr>
          <p:cNvPr id="2" name="Text Placeholder 2">
            <a:extLst>
              <a:ext uri="{FF2B5EF4-FFF2-40B4-BE49-F238E27FC236}">
                <a16:creationId xmlns:a16="http://schemas.microsoft.com/office/drawing/2014/main" id="{23DCB9E1-9FF7-C612-AB16-FF6707878307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0058192" y="11538583"/>
            <a:ext cx="4212692" cy="745888"/>
          </a:xfrm>
        </p:spPr>
        <p:txBody>
          <a:bodyPr>
            <a:normAutofit/>
          </a:bodyPr>
          <a:lstStyle>
            <a:lvl1pPr marL="0" indent="0" algn="ctr">
              <a:buNone/>
              <a:defRPr kumimoji="0" lang="en-US" sz="20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Semibold"/>
                <a:ea typeface="Open Sans Semibold"/>
                <a:cs typeface="Open Sans Semibold"/>
                <a:sym typeface="Open Sans Semibold"/>
              </a:defRPr>
            </a:lvl1pPr>
          </a:lstStyle>
          <a:p>
            <a:pPr lvl="0"/>
            <a:r>
              <a:rPr lang="en-US" dirty="0"/>
              <a:t>Type your name</a:t>
            </a:r>
          </a:p>
        </p:txBody>
      </p:sp>
      <p:sp>
        <p:nvSpPr>
          <p:cNvPr id="3" name="UNIVERSITAS BINA NUSANTARA">
            <a:extLst>
              <a:ext uri="{FF2B5EF4-FFF2-40B4-BE49-F238E27FC236}">
                <a16:creationId xmlns:a16="http://schemas.microsoft.com/office/drawing/2014/main" id="{76287026-42FF-418F-A536-8F52F4949E8D}"/>
              </a:ext>
            </a:extLst>
          </p:cNvPr>
          <p:cNvSpPr txBox="1"/>
          <p:nvPr userDrawn="1"/>
        </p:nvSpPr>
        <p:spPr>
          <a:xfrm>
            <a:off x="10058192" y="11100823"/>
            <a:ext cx="4212692" cy="35125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0" tIns="0" rIns="0" bIns="0">
            <a:spAutoFit/>
          </a:bodyPr>
          <a:lstStyle/>
          <a:p>
            <a:pPr algn="l" defTabSz="821531">
              <a:lnSpc>
                <a:spcPct val="80000"/>
              </a:lnSpc>
              <a:defRPr sz="3600">
                <a:solidFill>
                  <a:srgbClr val="FFFFFF"/>
                </a:solidFill>
                <a:latin typeface="Open Sans Light"/>
                <a:ea typeface="Open Sans Light"/>
                <a:cs typeface="Open Sans Light"/>
                <a:sym typeface="Open Sans"/>
              </a:defRPr>
            </a:pPr>
            <a:r>
              <a:rPr lang="en-US" sz="2800" dirty="0"/>
              <a:t>SUBJECT MATTER EXPERT</a:t>
            </a:r>
            <a:endParaRPr sz="2800" b="1" dirty="0"/>
          </a:p>
        </p:txBody>
      </p:sp>
    </p:spTree>
    <p:extLst>
      <p:ext uri="{BB962C8B-B14F-4D97-AF65-F5344CB8AC3E}">
        <p14:creationId xmlns:p14="http://schemas.microsoft.com/office/powerpoint/2010/main" val="500318571"/>
      </p:ext>
    </p:extLst>
  </p:cSld>
  <p:clrMapOvr>
    <a:masterClrMapping/>
  </p:clrMapOvr>
  <p:transition spd="med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Section typ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BG Slide-01.jpg" descr="BG Slide-01.jpg">
            <a:extLst>
              <a:ext uri="{FF2B5EF4-FFF2-40B4-BE49-F238E27FC236}">
                <a16:creationId xmlns:a16="http://schemas.microsoft.com/office/drawing/2014/main" id="{4290823B-2698-F44F-82ED-3153CB051CA0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l="165" r="165"/>
          <a:stretch>
            <a:fillRect/>
          </a:stretch>
        </p:blipFill>
        <p:spPr>
          <a:xfrm>
            <a:off x="-86098" y="-57547"/>
            <a:ext cx="24507155" cy="13831095"/>
          </a:xfrm>
          <a:prstGeom prst="rect">
            <a:avLst/>
          </a:prstGeom>
          <a:ln w="12700">
            <a:miter lim="400000"/>
          </a:ln>
        </p:spPr>
      </p:pic>
      <p:pic>
        <p:nvPicPr>
          <p:cNvPr id="6" name="Image" descr="Image">
            <a:extLst>
              <a:ext uri="{FF2B5EF4-FFF2-40B4-BE49-F238E27FC236}">
                <a16:creationId xmlns:a16="http://schemas.microsoft.com/office/drawing/2014/main" id="{BBEE18F9-7EE5-444F-AA57-68A6783A5225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766734" y="758207"/>
            <a:ext cx="1914949" cy="1143001"/>
          </a:xfrm>
          <a:prstGeom prst="rect">
            <a:avLst/>
          </a:prstGeom>
          <a:ln w="12700">
            <a:miter lim="400000"/>
          </a:ln>
        </p:spPr>
      </p:pic>
      <p:sp>
        <p:nvSpPr>
          <p:cNvPr id="71" name="Section Title"/>
          <p:cNvSpPr txBox="1">
            <a:spLocks noGrp="1"/>
          </p:cNvSpPr>
          <p:nvPr>
            <p:ph type="title" hasCustomPrompt="1"/>
          </p:nvPr>
        </p:nvSpPr>
        <p:spPr>
          <a:xfrm>
            <a:off x="1206496" y="4533900"/>
            <a:ext cx="21971004" cy="4648200"/>
          </a:xfrm>
          <a:prstGeom prst="rect">
            <a:avLst/>
          </a:prstGeom>
        </p:spPr>
        <p:txBody>
          <a:bodyPr anchor="ctr"/>
          <a:lstStyle>
            <a:lvl1pPr algn="ctr">
              <a:defRPr kumimoji="0" sz="10000" b="0" i="0" u="none" strike="noStrike" cap="all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Semibold"/>
                <a:ea typeface="Open Sans Semibold"/>
                <a:cs typeface="Open Sans Semibold"/>
                <a:sym typeface="Open Sans Semibold"/>
              </a:defRPr>
            </a:lvl1pPr>
          </a:lstStyle>
          <a:p>
            <a:r>
              <a:rPr dirty="0"/>
              <a:t>Section Title</a:t>
            </a:r>
          </a:p>
        </p:txBody>
      </p:sp>
    </p:spTree>
    <p:extLst>
      <p:ext uri="{BB962C8B-B14F-4D97-AF65-F5344CB8AC3E}">
        <p14:creationId xmlns:p14="http://schemas.microsoft.com/office/powerpoint/2010/main" val="28262084"/>
      </p:ext>
    </p:extLst>
  </p:cSld>
  <p:clrMapOvr>
    <a:masterClrMapping/>
  </p:clrMapOvr>
  <p:transition spd="med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Section typ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BG Slide-01.jpg" descr="BG Slide-01.jpg">
            <a:extLst>
              <a:ext uri="{FF2B5EF4-FFF2-40B4-BE49-F238E27FC236}">
                <a16:creationId xmlns:a16="http://schemas.microsoft.com/office/drawing/2014/main" id="{4290823B-2698-F44F-82ED-3153CB051CA0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l="165" r="165"/>
          <a:stretch>
            <a:fillRect/>
          </a:stretch>
        </p:blipFill>
        <p:spPr>
          <a:xfrm>
            <a:off x="-86098" y="-57547"/>
            <a:ext cx="24507155" cy="13831095"/>
          </a:xfrm>
          <a:prstGeom prst="rect">
            <a:avLst/>
          </a:prstGeom>
          <a:ln w="12700">
            <a:miter lim="400000"/>
          </a:ln>
        </p:spPr>
      </p:pic>
      <p:sp>
        <p:nvSpPr>
          <p:cNvPr id="8" name="Rectangle">
            <a:extLst>
              <a:ext uri="{FF2B5EF4-FFF2-40B4-BE49-F238E27FC236}">
                <a16:creationId xmlns:a16="http://schemas.microsoft.com/office/drawing/2014/main" id="{039E3D91-9575-7645-A4DA-1857555C3973}"/>
              </a:ext>
            </a:extLst>
          </p:cNvPr>
          <p:cNvSpPr/>
          <p:nvPr userDrawn="1"/>
        </p:nvSpPr>
        <p:spPr>
          <a:xfrm>
            <a:off x="0" y="0"/>
            <a:ext cx="24384000" cy="13716000"/>
          </a:xfrm>
          <a:prstGeom prst="rect">
            <a:avLst/>
          </a:prstGeom>
          <a:gradFill>
            <a:gsLst>
              <a:gs pos="0">
                <a:srgbClr val="F15A24"/>
              </a:gs>
              <a:gs pos="100000">
                <a:srgbClr val="F8A036"/>
              </a:gs>
            </a:gsLst>
          </a:gradFill>
          <a:ln w="12700">
            <a:miter lim="400000"/>
          </a:ln>
        </p:spPr>
        <p:txBody>
          <a:bodyPr lIns="71437" tIns="71437" rIns="71437" bIns="71437" anchor="ctr"/>
          <a:lstStyle/>
          <a:p>
            <a:pPr defTabSz="821531">
              <a:defRPr sz="30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dirty="0"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pic>
        <p:nvPicPr>
          <p:cNvPr id="9" name="Image" descr="Image">
            <a:extLst>
              <a:ext uri="{FF2B5EF4-FFF2-40B4-BE49-F238E27FC236}">
                <a16:creationId xmlns:a16="http://schemas.microsoft.com/office/drawing/2014/main" id="{342E0CAD-6F4A-B446-A399-7F1EC0FA30B6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766722" y="758207"/>
            <a:ext cx="1914972" cy="1143001"/>
          </a:xfrm>
          <a:prstGeom prst="rect">
            <a:avLst/>
          </a:prstGeom>
          <a:ln w="12700">
            <a:miter lim="400000"/>
          </a:ln>
        </p:spPr>
      </p:pic>
      <p:sp>
        <p:nvSpPr>
          <p:cNvPr id="71" name="Section Title"/>
          <p:cNvSpPr txBox="1">
            <a:spLocks noGrp="1"/>
          </p:cNvSpPr>
          <p:nvPr>
            <p:ph type="title" hasCustomPrompt="1"/>
          </p:nvPr>
        </p:nvSpPr>
        <p:spPr>
          <a:xfrm>
            <a:off x="1206496" y="4533900"/>
            <a:ext cx="21971004" cy="4648200"/>
          </a:xfrm>
          <a:prstGeom prst="rect">
            <a:avLst/>
          </a:prstGeom>
        </p:spPr>
        <p:txBody>
          <a:bodyPr anchor="ctr"/>
          <a:lstStyle>
            <a:lvl1pPr algn="ctr">
              <a:defRPr kumimoji="0" sz="10000" b="0" i="0" u="none" strike="noStrike" cap="all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Semibold"/>
                <a:ea typeface="Open Sans Semibold"/>
                <a:cs typeface="Open Sans Semibold"/>
                <a:sym typeface="Open Sans Semibold"/>
              </a:defRPr>
            </a:lvl1pPr>
          </a:lstStyle>
          <a:p>
            <a:r>
              <a:t>Section Title</a:t>
            </a:r>
          </a:p>
        </p:txBody>
      </p:sp>
    </p:spTree>
    <p:extLst>
      <p:ext uri="{BB962C8B-B14F-4D97-AF65-F5344CB8AC3E}">
        <p14:creationId xmlns:p14="http://schemas.microsoft.com/office/powerpoint/2010/main" val="1821208626"/>
      </p:ext>
    </p:extLst>
  </p:cSld>
  <p:clrMapOvr>
    <a:masterClrMapping/>
  </p:clrMapOvr>
  <p:transition spd="med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Section typ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BG Slide-01.jpg" descr="BG Slide-01.jpg">
            <a:extLst>
              <a:ext uri="{FF2B5EF4-FFF2-40B4-BE49-F238E27FC236}">
                <a16:creationId xmlns:a16="http://schemas.microsoft.com/office/drawing/2014/main" id="{4290823B-2698-F44F-82ED-3153CB051CA0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l="165" r="165"/>
          <a:stretch>
            <a:fillRect/>
          </a:stretch>
        </p:blipFill>
        <p:spPr>
          <a:xfrm>
            <a:off x="-86098" y="-57547"/>
            <a:ext cx="24507155" cy="13831095"/>
          </a:xfrm>
          <a:prstGeom prst="rect">
            <a:avLst/>
          </a:prstGeom>
          <a:ln w="12700">
            <a:miter lim="400000"/>
          </a:ln>
        </p:spPr>
      </p:pic>
      <p:sp>
        <p:nvSpPr>
          <p:cNvPr id="10" name="Rectangle">
            <a:extLst>
              <a:ext uri="{FF2B5EF4-FFF2-40B4-BE49-F238E27FC236}">
                <a16:creationId xmlns:a16="http://schemas.microsoft.com/office/drawing/2014/main" id="{9B58D5CA-1AEF-754B-9F74-AE29F8DD61D5}"/>
              </a:ext>
            </a:extLst>
          </p:cNvPr>
          <p:cNvSpPr/>
          <p:nvPr userDrawn="1"/>
        </p:nvSpPr>
        <p:spPr>
          <a:xfrm>
            <a:off x="-1" y="0"/>
            <a:ext cx="24384001" cy="13716000"/>
          </a:xfrm>
          <a:prstGeom prst="rect">
            <a:avLst/>
          </a:prstGeom>
          <a:gradFill>
            <a:gsLst>
              <a:gs pos="0">
                <a:srgbClr val="F89620"/>
              </a:gs>
              <a:gs pos="100000">
                <a:srgbClr val="FFB039"/>
              </a:gs>
            </a:gsLst>
          </a:gradFill>
          <a:ln w="12700">
            <a:miter lim="400000"/>
          </a:ln>
        </p:spPr>
        <p:txBody>
          <a:bodyPr lIns="71437" tIns="71437" rIns="71437" bIns="71437" anchor="ctr"/>
          <a:lstStyle/>
          <a:p>
            <a:pPr defTabSz="821531">
              <a:defRPr sz="30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dirty="0"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pic>
        <p:nvPicPr>
          <p:cNvPr id="9" name="Image" descr="Image">
            <a:extLst>
              <a:ext uri="{FF2B5EF4-FFF2-40B4-BE49-F238E27FC236}">
                <a16:creationId xmlns:a16="http://schemas.microsoft.com/office/drawing/2014/main" id="{342E0CAD-6F4A-B446-A399-7F1EC0FA30B6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766722" y="758207"/>
            <a:ext cx="1914972" cy="1143001"/>
          </a:xfrm>
          <a:prstGeom prst="rect">
            <a:avLst/>
          </a:prstGeom>
          <a:ln w="12700">
            <a:miter lim="400000"/>
          </a:ln>
        </p:spPr>
      </p:pic>
      <p:sp>
        <p:nvSpPr>
          <p:cNvPr id="71" name="Section Title"/>
          <p:cNvSpPr txBox="1">
            <a:spLocks noGrp="1"/>
          </p:cNvSpPr>
          <p:nvPr>
            <p:ph type="title" hasCustomPrompt="1"/>
          </p:nvPr>
        </p:nvSpPr>
        <p:spPr>
          <a:xfrm>
            <a:off x="1206496" y="4533900"/>
            <a:ext cx="21971004" cy="4648200"/>
          </a:xfrm>
          <a:prstGeom prst="rect">
            <a:avLst/>
          </a:prstGeom>
        </p:spPr>
        <p:txBody>
          <a:bodyPr anchor="ctr"/>
          <a:lstStyle>
            <a:lvl1pPr algn="ctr">
              <a:defRPr kumimoji="0" sz="10000" b="0" i="0" u="none" strike="noStrike" cap="all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Semibold"/>
                <a:ea typeface="Open Sans Semibold"/>
                <a:cs typeface="Open Sans Semibold"/>
                <a:sym typeface="Open Sans Semibold"/>
              </a:defRPr>
            </a:lvl1pPr>
          </a:lstStyle>
          <a:p>
            <a:r>
              <a:rPr dirty="0"/>
              <a:t>Section Title</a:t>
            </a:r>
          </a:p>
        </p:txBody>
      </p:sp>
    </p:spTree>
    <p:extLst>
      <p:ext uri="{BB962C8B-B14F-4D97-AF65-F5344CB8AC3E}">
        <p14:creationId xmlns:p14="http://schemas.microsoft.com/office/powerpoint/2010/main" val="4029905156"/>
      </p:ext>
    </p:extLst>
  </p:cSld>
  <p:clrMapOvr>
    <a:masterClrMapping/>
  </p:clrMapOvr>
  <p:transition spd="med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Section typ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BG Slide-01.jpg" descr="BG Slide-01.jpg">
            <a:extLst>
              <a:ext uri="{FF2B5EF4-FFF2-40B4-BE49-F238E27FC236}">
                <a16:creationId xmlns:a16="http://schemas.microsoft.com/office/drawing/2014/main" id="{4290823B-2698-F44F-82ED-3153CB051CA0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l="165" r="165"/>
          <a:stretch>
            <a:fillRect/>
          </a:stretch>
        </p:blipFill>
        <p:spPr>
          <a:xfrm>
            <a:off x="-86098" y="-57547"/>
            <a:ext cx="24507155" cy="13831095"/>
          </a:xfrm>
          <a:prstGeom prst="rect">
            <a:avLst/>
          </a:prstGeom>
          <a:ln w="12700">
            <a:miter lim="400000"/>
          </a:ln>
        </p:spPr>
      </p:pic>
      <p:sp>
        <p:nvSpPr>
          <p:cNvPr id="8" name="Rectangle">
            <a:extLst>
              <a:ext uri="{FF2B5EF4-FFF2-40B4-BE49-F238E27FC236}">
                <a16:creationId xmlns:a16="http://schemas.microsoft.com/office/drawing/2014/main" id="{D74DB4AE-0419-BC41-9D4A-DC2FB6ABAE92}"/>
              </a:ext>
            </a:extLst>
          </p:cNvPr>
          <p:cNvSpPr/>
          <p:nvPr userDrawn="1"/>
        </p:nvSpPr>
        <p:spPr>
          <a:xfrm>
            <a:off x="0" y="0"/>
            <a:ext cx="24384000" cy="13716000"/>
          </a:xfrm>
          <a:prstGeom prst="rect">
            <a:avLst/>
          </a:prstGeom>
          <a:gradFill>
            <a:gsLst>
              <a:gs pos="0">
                <a:srgbClr val="2B7EC4"/>
              </a:gs>
              <a:gs pos="100000">
                <a:srgbClr val="57BFE8"/>
              </a:gs>
            </a:gsLst>
          </a:gradFill>
          <a:ln w="12700">
            <a:miter lim="400000"/>
          </a:ln>
        </p:spPr>
        <p:txBody>
          <a:bodyPr lIns="71437" tIns="71437" rIns="71437" bIns="71437" anchor="ctr"/>
          <a:lstStyle/>
          <a:p>
            <a:pPr defTabSz="821531">
              <a:defRPr sz="30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dirty="0"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pic>
        <p:nvPicPr>
          <p:cNvPr id="9" name="Image" descr="Image">
            <a:extLst>
              <a:ext uri="{FF2B5EF4-FFF2-40B4-BE49-F238E27FC236}">
                <a16:creationId xmlns:a16="http://schemas.microsoft.com/office/drawing/2014/main" id="{342E0CAD-6F4A-B446-A399-7F1EC0FA30B6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766722" y="758207"/>
            <a:ext cx="1914972" cy="1143001"/>
          </a:xfrm>
          <a:prstGeom prst="rect">
            <a:avLst/>
          </a:prstGeom>
          <a:ln w="12700">
            <a:miter lim="400000"/>
          </a:ln>
        </p:spPr>
      </p:pic>
      <p:sp>
        <p:nvSpPr>
          <p:cNvPr id="71" name="Section Title"/>
          <p:cNvSpPr txBox="1">
            <a:spLocks noGrp="1"/>
          </p:cNvSpPr>
          <p:nvPr>
            <p:ph type="title" hasCustomPrompt="1"/>
          </p:nvPr>
        </p:nvSpPr>
        <p:spPr>
          <a:xfrm>
            <a:off x="1206496" y="4533900"/>
            <a:ext cx="21971004" cy="4648200"/>
          </a:xfrm>
          <a:prstGeom prst="rect">
            <a:avLst/>
          </a:prstGeom>
        </p:spPr>
        <p:txBody>
          <a:bodyPr anchor="ctr"/>
          <a:lstStyle>
            <a:lvl1pPr algn="ctr">
              <a:defRPr kumimoji="0" sz="10000" b="0" i="0" u="none" strike="noStrike" cap="all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Semibold"/>
                <a:ea typeface="Open Sans Semibold"/>
                <a:cs typeface="Open Sans Semibold"/>
                <a:sym typeface="Open Sans Semibold"/>
              </a:defRPr>
            </a:lvl1pPr>
          </a:lstStyle>
          <a:p>
            <a:r>
              <a:rPr dirty="0"/>
              <a:t>Section Title</a:t>
            </a:r>
          </a:p>
        </p:txBody>
      </p:sp>
    </p:spTree>
    <p:extLst>
      <p:ext uri="{BB962C8B-B14F-4D97-AF65-F5344CB8AC3E}">
        <p14:creationId xmlns:p14="http://schemas.microsoft.com/office/powerpoint/2010/main" val="2488882905"/>
      </p:ext>
    </p:extLst>
  </p:cSld>
  <p:clrMapOvr>
    <a:masterClrMapping/>
  </p:clrMapOvr>
  <p:transition spd="med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Section typ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BG Slide-01.jpg" descr="BG Slide-01.jpg">
            <a:extLst>
              <a:ext uri="{FF2B5EF4-FFF2-40B4-BE49-F238E27FC236}">
                <a16:creationId xmlns:a16="http://schemas.microsoft.com/office/drawing/2014/main" id="{4290823B-2698-F44F-82ED-3153CB051CA0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l="165" r="165"/>
          <a:stretch>
            <a:fillRect/>
          </a:stretch>
        </p:blipFill>
        <p:spPr>
          <a:xfrm>
            <a:off x="-86098" y="-57547"/>
            <a:ext cx="24507155" cy="13831095"/>
          </a:xfrm>
          <a:prstGeom prst="rect">
            <a:avLst/>
          </a:prstGeom>
          <a:ln w="12700">
            <a:miter lim="400000"/>
          </a:ln>
        </p:spPr>
      </p:pic>
      <p:sp>
        <p:nvSpPr>
          <p:cNvPr id="10" name="Rectangle">
            <a:extLst>
              <a:ext uri="{FF2B5EF4-FFF2-40B4-BE49-F238E27FC236}">
                <a16:creationId xmlns:a16="http://schemas.microsoft.com/office/drawing/2014/main" id="{5C668086-F712-8640-8B8D-2424E50E003F}"/>
              </a:ext>
            </a:extLst>
          </p:cNvPr>
          <p:cNvSpPr/>
          <p:nvPr userDrawn="1"/>
        </p:nvSpPr>
        <p:spPr>
          <a:xfrm>
            <a:off x="0" y="0"/>
            <a:ext cx="24384000" cy="13716000"/>
          </a:xfrm>
          <a:prstGeom prst="rect">
            <a:avLst/>
          </a:prstGeom>
          <a:gradFill>
            <a:gsLst>
              <a:gs pos="0">
                <a:srgbClr val="2670B8"/>
              </a:gs>
              <a:gs pos="100000">
                <a:srgbClr val="2258A7"/>
              </a:gs>
            </a:gsLst>
          </a:gradFill>
          <a:ln w="12700">
            <a:miter lim="400000"/>
          </a:ln>
        </p:spPr>
        <p:txBody>
          <a:bodyPr lIns="71437" tIns="71437" rIns="71437" bIns="71437" anchor="ctr"/>
          <a:lstStyle/>
          <a:p>
            <a:pPr defTabSz="821531">
              <a:defRPr sz="30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dirty="0"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pic>
        <p:nvPicPr>
          <p:cNvPr id="9" name="Image" descr="Image">
            <a:extLst>
              <a:ext uri="{FF2B5EF4-FFF2-40B4-BE49-F238E27FC236}">
                <a16:creationId xmlns:a16="http://schemas.microsoft.com/office/drawing/2014/main" id="{342E0CAD-6F4A-B446-A399-7F1EC0FA30B6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766722" y="758207"/>
            <a:ext cx="1914972" cy="1143001"/>
          </a:xfrm>
          <a:prstGeom prst="rect">
            <a:avLst/>
          </a:prstGeom>
          <a:ln w="12700">
            <a:miter lim="400000"/>
          </a:ln>
        </p:spPr>
      </p:pic>
      <p:sp>
        <p:nvSpPr>
          <p:cNvPr id="71" name="Section Title"/>
          <p:cNvSpPr txBox="1">
            <a:spLocks noGrp="1"/>
          </p:cNvSpPr>
          <p:nvPr>
            <p:ph type="title" hasCustomPrompt="1"/>
          </p:nvPr>
        </p:nvSpPr>
        <p:spPr>
          <a:xfrm>
            <a:off x="1206496" y="4533900"/>
            <a:ext cx="21971004" cy="4648200"/>
          </a:xfrm>
          <a:prstGeom prst="rect">
            <a:avLst/>
          </a:prstGeom>
        </p:spPr>
        <p:txBody>
          <a:bodyPr anchor="ctr"/>
          <a:lstStyle>
            <a:lvl1pPr algn="ctr">
              <a:defRPr kumimoji="0" sz="10000" b="0" i="0" u="none" strike="noStrike" cap="all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Semibold"/>
                <a:ea typeface="Open Sans Semibold"/>
                <a:cs typeface="Open Sans Semibold"/>
                <a:sym typeface="Open Sans Semibold"/>
              </a:defRPr>
            </a:lvl1pPr>
          </a:lstStyle>
          <a:p>
            <a:r>
              <a:rPr dirty="0"/>
              <a:t>Section Title</a:t>
            </a:r>
          </a:p>
        </p:txBody>
      </p:sp>
    </p:spTree>
    <p:extLst>
      <p:ext uri="{BB962C8B-B14F-4D97-AF65-F5344CB8AC3E}">
        <p14:creationId xmlns:p14="http://schemas.microsoft.com/office/powerpoint/2010/main" val="1207302220"/>
      </p:ext>
    </p:extLst>
  </p:cSld>
  <p:clrMapOvr>
    <a:masterClrMapping/>
  </p:clrMapOvr>
  <p:transition spd="med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Section typ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BG Slide-01.jpg" descr="BG Slide-01.jpg">
            <a:extLst>
              <a:ext uri="{FF2B5EF4-FFF2-40B4-BE49-F238E27FC236}">
                <a16:creationId xmlns:a16="http://schemas.microsoft.com/office/drawing/2014/main" id="{4290823B-2698-F44F-82ED-3153CB051CA0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l="165" r="165"/>
          <a:stretch>
            <a:fillRect/>
          </a:stretch>
        </p:blipFill>
        <p:spPr>
          <a:xfrm>
            <a:off x="-86098" y="-57547"/>
            <a:ext cx="24507155" cy="13831095"/>
          </a:xfrm>
          <a:prstGeom prst="rect">
            <a:avLst/>
          </a:prstGeom>
          <a:ln w="12700">
            <a:miter lim="400000"/>
          </a:ln>
        </p:spPr>
      </p:pic>
      <p:sp>
        <p:nvSpPr>
          <p:cNvPr id="8" name="Rectangle">
            <a:extLst>
              <a:ext uri="{FF2B5EF4-FFF2-40B4-BE49-F238E27FC236}">
                <a16:creationId xmlns:a16="http://schemas.microsoft.com/office/drawing/2014/main" id="{B6B9E9EC-92F4-2943-BCEE-A17DD1A638A8}"/>
              </a:ext>
            </a:extLst>
          </p:cNvPr>
          <p:cNvSpPr/>
          <p:nvPr userDrawn="1"/>
        </p:nvSpPr>
        <p:spPr>
          <a:xfrm>
            <a:off x="-56844" y="-25400"/>
            <a:ext cx="24497688" cy="13766800"/>
          </a:xfrm>
          <a:prstGeom prst="rect">
            <a:avLst/>
          </a:prstGeom>
          <a:gradFill>
            <a:gsLst>
              <a:gs pos="0">
                <a:srgbClr val="315094"/>
              </a:gs>
              <a:gs pos="100000">
                <a:srgbClr val="293C6E"/>
              </a:gs>
            </a:gsLst>
          </a:gradFill>
          <a:ln w="12700">
            <a:miter lim="400000"/>
          </a:ln>
        </p:spPr>
        <p:txBody>
          <a:bodyPr lIns="71437" tIns="71437" rIns="71437" bIns="71437" anchor="ctr"/>
          <a:lstStyle/>
          <a:p>
            <a:pPr defTabSz="821531">
              <a:defRPr sz="30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dirty="0"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pic>
        <p:nvPicPr>
          <p:cNvPr id="9" name="Image" descr="Image">
            <a:extLst>
              <a:ext uri="{FF2B5EF4-FFF2-40B4-BE49-F238E27FC236}">
                <a16:creationId xmlns:a16="http://schemas.microsoft.com/office/drawing/2014/main" id="{342E0CAD-6F4A-B446-A399-7F1EC0FA30B6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766722" y="758207"/>
            <a:ext cx="1914972" cy="1143001"/>
          </a:xfrm>
          <a:prstGeom prst="rect">
            <a:avLst/>
          </a:prstGeom>
          <a:ln w="12700">
            <a:miter lim="400000"/>
          </a:ln>
        </p:spPr>
      </p:pic>
      <p:sp>
        <p:nvSpPr>
          <p:cNvPr id="71" name="Section Title"/>
          <p:cNvSpPr txBox="1">
            <a:spLocks noGrp="1"/>
          </p:cNvSpPr>
          <p:nvPr>
            <p:ph type="title" hasCustomPrompt="1"/>
          </p:nvPr>
        </p:nvSpPr>
        <p:spPr>
          <a:xfrm>
            <a:off x="1206496" y="4533900"/>
            <a:ext cx="21971004" cy="4648200"/>
          </a:xfrm>
          <a:prstGeom prst="rect">
            <a:avLst/>
          </a:prstGeom>
        </p:spPr>
        <p:txBody>
          <a:bodyPr anchor="ctr"/>
          <a:lstStyle>
            <a:lvl1pPr algn="ctr">
              <a:defRPr kumimoji="0" sz="10000" b="0" i="0" u="none" strike="noStrike" cap="all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Semibold"/>
                <a:ea typeface="Open Sans Semibold"/>
                <a:cs typeface="Open Sans Semibold"/>
                <a:sym typeface="Open Sans Semibold"/>
              </a:defRPr>
            </a:lvl1pPr>
          </a:lstStyle>
          <a:p>
            <a:r>
              <a:rPr dirty="0"/>
              <a:t>Section Title</a:t>
            </a:r>
          </a:p>
        </p:txBody>
      </p:sp>
    </p:spTree>
    <p:extLst>
      <p:ext uri="{BB962C8B-B14F-4D97-AF65-F5344CB8AC3E}">
        <p14:creationId xmlns:p14="http://schemas.microsoft.com/office/powerpoint/2010/main" val="2512683092"/>
      </p:ext>
    </p:extLst>
  </p:cSld>
  <p:clrMapOvr>
    <a:masterClrMapping/>
  </p:clrMapOvr>
  <p:transition spd="med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Section typ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BG Slide-01.jpg" descr="BG Slide-01.jpg">
            <a:extLst>
              <a:ext uri="{FF2B5EF4-FFF2-40B4-BE49-F238E27FC236}">
                <a16:creationId xmlns:a16="http://schemas.microsoft.com/office/drawing/2014/main" id="{4290823B-2698-F44F-82ED-3153CB051CA0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l="165" r="165"/>
          <a:stretch>
            <a:fillRect/>
          </a:stretch>
        </p:blipFill>
        <p:spPr>
          <a:xfrm>
            <a:off x="-86098" y="-57547"/>
            <a:ext cx="24507155" cy="13831095"/>
          </a:xfrm>
          <a:prstGeom prst="rect">
            <a:avLst/>
          </a:prstGeom>
          <a:ln w="12700">
            <a:miter lim="400000"/>
          </a:ln>
        </p:spPr>
      </p:pic>
      <p:sp>
        <p:nvSpPr>
          <p:cNvPr id="10" name="Rectangle">
            <a:extLst>
              <a:ext uri="{FF2B5EF4-FFF2-40B4-BE49-F238E27FC236}">
                <a16:creationId xmlns:a16="http://schemas.microsoft.com/office/drawing/2014/main" id="{3B0134B8-92DD-5A47-83ED-ED2B1DC0A2FA}"/>
              </a:ext>
            </a:extLst>
          </p:cNvPr>
          <p:cNvSpPr/>
          <p:nvPr userDrawn="1"/>
        </p:nvSpPr>
        <p:spPr>
          <a:xfrm>
            <a:off x="-56844" y="-25400"/>
            <a:ext cx="24497688" cy="13766800"/>
          </a:xfrm>
          <a:prstGeom prst="rect">
            <a:avLst/>
          </a:prstGeom>
          <a:gradFill>
            <a:gsLst>
              <a:gs pos="0">
                <a:srgbClr val="797979"/>
              </a:gs>
              <a:gs pos="100000">
                <a:srgbClr val="A9A9A9"/>
              </a:gs>
            </a:gsLst>
          </a:gradFill>
          <a:ln w="12700">
            <a:miter lim="400000"/>
          </a:ln>
        </p:spPr>
        <p:txBody>
          <a:bodyPr lIns="71437" tIns="71437" rIns="71437" bIns="71437" anchor="ctr"/>
          <a:lstStyle/>
          <a:p>
            <a:pPr defTabSz="821531">
              <a:defRPr sz="30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dirty="0"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pic>
        <p:nvPicPr>
          <p:cNvPr id="9" name="Image" descr="Image">
            <a:extLst>
              <a:ext uri="{FF2B5EF4-FFF2-40B4-BE49-F238E27FC236}">
                <a16:creationId xmlns:a16="http://schemas.microsoft.com/office/drawing/2014/main" id="{342E0CAD-6F4A-B446-A399-7F1EC0FA30B6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766722" y="758207"/>
            <a:ext cx="1914972" cy="1143001"/>
          </a:xfrm>
          <a:prstGeom prst="rect">
            <a:avLst/>
          </a:prstGeom>
          <a:ln w="12700">
            <a:miter lim="400000"/>
          </a:ln>
        </p:spPr>
      </p:pic>
      <p:sp>
        <p:nvSpPr>
          <p:cNvPr id="71" name="Section Title"/>
          <p:cNvSpPr txBox="1">
            <a:spLocks noGrp="1"/>
          </p:cNvSpPr>
          <p:nvPr>
            <p:ph type="title" hasCustomPrompt="1"/>
          </p:nvPr>
        </p:nvSpPr>
        <p:spPr>
          <a:xfrm>
            <a:off x="1206496" y="4533900"/>
            <a:ext cx="21971004" cy="4648200"/>
          </a:xfrm>
          <a:prstGeom prst="rect">
            <a:avLst/>
          </a:prstGeom>
        </p:spPr>
        <p:txBody>
          <a:bodyPr anchor="ctr"/>
          <a:lstStyle>
            <a:lvl1pPr algn="ctr">
              <a:defRPr kumimoji="0" sz="10000" b="0" i="0" u="none" strike="noStrike" cap="all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Semibold"/>
                <a:ea typeface="Open Sans Semibold"/>
                <a:cs typeface="Open Sans Semibold"/>
                <a:sym typeface="Open Sans Semibold"/>
              </a:defRPr>
            </a:lvl1pPr>
          </a:lstStyle>
          <a:p>
            <a:r>
              <a:rPr dirty="0"/>
              <a:t>Section Title</a:t>
            </a:r>
          </a:p>
        </p:txBody>
      </p:sp>
    </p:spTree>
    <p:extLst>
      <p:ext uri="{BB962C8B-B14F-4D97-AF65-F5344CB8AC3E}">
        <p14:creationId xmlns:p14="http://schemas.microsoft.com/office/powerpoint/2010/main" val="3579463584"/>
      </p:ext>
    </p:extLst>
  </p:cSld>
  <p:clrMapOvr>
    <a:masterClrMapping/>
  </p:clrMapOvr>
  <p:transition spd="med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ontent typ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">
            <a:extLst>
              <a:ext uri="{FF2B5EF4-FFF2-40B4-BE49-F238E27FC236}">
                <a16:creationId xmlns:a16="http://schemas.microsoft.com/office/drawing/2014/main" id="{0CE21BA8-841F-EE46-90AB-358900DBBA45}"/>
              </a:ext>
            </a:extLst>
          </p:cNvPr>
          <p:cNvSpPr/>
          <p:nvPr userDrawn="1"/>
        </p:nvSpPr>
        <p:spPr>
          <a:xfrm>
            <a:off x="0" y="2363008"/>
            <a:ext cx="24384000" cy="11436178"/>
          </a:xfrm>
          <a:prstGeom prst="rect">
            <a:avLst/>
          </a:prstGeom>
          <a:solidFill>
            <a:srgbClr val="EBEBEB"/>
          </a:solidFill>
          <a:ln w="12700">
            <a:miter lim="400000"/>
          </a:ln>
        </p:spPr>
        <p:txBody>
          <a:bodyPr lIns="71437" tIns="71437" rIns="71437" bIns="71437" anchor="ctr"/>
          <a:lstStyle/>
          <a:p>
            <a:pPr defTabSz="821531">
              <a:defRPr sz="30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dirty="0"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grpSp>
        <p:nvGrpSpPr>
          <p:cNvPr id="152" name="Group"/>
          <p:cNvGrpSpPr/>
          <p:nvPr/>
        </p:nvGrpSpPr>
        <p:grpSpPr>
          <a:xfrm>
            <a:off x="756659" y="-3867"/>
            <a:ext cx="2783909" cy="2014172"/>
            <a:chOff x="-2864397" y="0"/>
            <a:chExt cx="2783907" cy="2014171"/>
          </a:xfrm>
        </p:grpSpPr>
        <p:pic>
          <p:nvPicPr>
            <p:cNvPr id="149" name="Image" descr="Image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-2864398" y="-1"/>
              <a:ext cx="630382" cy="1359672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150" name="Image" descr="Image"/>
            <p:cNvPicPr>
              <a:picLocks noChangeAspect="1"/>
            </p:cNvPicPr>
            <p:nvPr/>
          </p:nvPicPr>
          <p:blipFill>
            <a:blip r:embed="rId3"/>
            <a:srcRect t="88153" r="78332"/>
            <a:stretch>
              <a:fillRect/>
            </a:stretch>
          </p:blipFill>
          <p:spPr>
            <a:xfrm>
              <a:off x="-2850027" y="1390294"/>
              <a:ext cx="601633" cy="623878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151" name="Image" descr="Image"/>
            <p:cNvPicPr>
              <a:picLocks noChangeAspect="1"/>
            </p:cNvPicPr>
            <p:nvPr/>
          </p:nvPicPr>
          <p:blipFill>
            <a:blip r:embed="rId3"/>
            <a:srcRect l="31837" t="7689" b="68044"/>
            <a:stretch>
              <a:fillRect/>
            </a:stretch>
          </p:blipFill>
          <p:spPr>
            <a:xfrm>
              <a:off x="-1973131" y="245246"/>
              <a:ext cx="1892642" cy="1277976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</p:grpSp>
      <p:sp>
        <p:nvSpPr>
          <p:cNvPr id="21" name="Rounded Rectangle 20">
            <a:extLst>
              <a:ext uri="{FF2B5EF4-FFF2-40B4-BE49-F238E27FC236}">
                <a16:creationId xmlns:a16="http://schemas.microsoft.com/office/drawing/2014/main" id="{86AB40C6-E41E-9F54-5391-1B969D0CD911}"/>
              </a:ext>
            </a:extLst>
          </p:cNvPr>
          <p:cNvSpPr/>
          <p:nvPr userDrawn="1"/>
        </p:nvSpPr>
        <p:spPr>
          <a:xfrm>
            <a:off x="6181816" y="4686855"/>
            <a:ext cx="15362340" cy="1800000"/>
          </a:xfrm>
          <a:prstGeom prst="roundRect">
            <a:avLst/>
          </a:prstGeom>
          <a:solidFill>
            <a:schemeClr val="tx1">
              <a:lumMod val="40000"/>
              <a:lumOff val="60000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Open Sans Light" pitchFamily="2" charset="0"/>
              <a:ea typeface="Open Sans Light" pitchFamily="2" charset="0"/>
              <a:cs typeface="Open Sans Light" pitchFamily="2" charset="0"/>
              <a:sym typeface="Helvetica Neue Medium"/>
            </a:endParaRPr>
          </a:p>
        </p:txBody>
      </p:sp>
      <p:sp>
        <p:nvSpPr>
          <p:cNvPr id="14" name="Rounded Rectangle 13">
            <a:extLst>
              <a:ext uri="{FF2B5EF4-FFF2-40B4-BE49-F238E27FC236}">
                <a16:creationId xmlns:a16="http://schemas.microsoft.com/office/drawing/2014/main" id="{080221CE-1DAF-B881-9928-5F7152658A68}"/>
              </a:ext>
            </a:extLst>
          </p:cNvPr>
          <p:cNvSpPr/>
          <p:nvPr userDrawn="1"/>
        </p:nvSpPr>
        <p:spPr>
          <a:xfrm>
            <a:off x="2167377" y="4686855"/>
            <a:ext cx="4545657" cy="1800000"/>
          </a:xfrm>
          <a:prstGeom prst="roundRect">
            <a:avLst/>
          </a:prstGeom>
          <a:solidFill>
            <a:schemeClr val="accent1">
              <a:lumMod val="75000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 dirty="0">
              <a:ln>
                <a:noFill/>
              </a:ln>
              <a:solidFill>
                <a:srgbClr val="FFFFFF"/>
              </a:solidFill>
              <a:effectLst/>
              <a:uFillTx/>
              <a:latin typeface="Open Sans Light" pitchFamily="2" charset="0"/>
              <a:ea typeface="Open Sans Light" pitchFamily="2" charset="0"/>
              <a:cs typeface="Open Sans Light" pitchFamily="2" charset="0"/>
              <a:sym typeface="Helvetica Neue Medium"/>
            </a:endParaRPr>
          </a:p>
        </p:txBody>
      </p:sp>
      <p:sp>
        <p:nvSpPr>
          <p:cNvPr id="26" name="Text Placeholder 5">
            <a:extLst>
              <a:ext uri="{FF2B5EF4-FFF2-40B4-BE49-F238E27FC236}">
                <a16:creationId xmlns:a16="http://schemas.microsoft.com/office/drawing/2014/main" id="{769ADC5F-7856-93FC-73B6-D0FD6CF171F7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7051814" y="4995800"/>
            <a:ext cx="13796177" cy="1204225"/>
          </a:xfrm>
        </p:spPr>
        <p:txBody>
          <a:bodyPr>
            <a:noAutofit/>
          </a:bodyPr>
          <a:lstStyle>
            <a:lvl1pPr marL="0" indent="0">
              <a:buNone/>
              <a:defRPr kumimoji="0" lang="en-US" sz="24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6096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2192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18288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4384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Text Placeholder 5">
            <a:extLst>
              <a:ext uri="{FF2B5EF4-FFF2-40B4-BE49-F238E27FC236}">
                <a16:creationId xmlns:a16="http://schemas.microsoft.com/office/drawing/2014/main" id="{00A99FD3-8026-DED8-6415-E6F86A722F09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2754063" y="4995800"/>
            <a:ext cx="3372284" cy="1204225"/>
          </a:xfrm>
        </p:spPr>
        <p:txBody>
          <a:bodyPr>
            <a:noAutofit/>
          </a:bodyPr>
          <a:lstStyle>
            <a:lvl1pPr marL="0" indent="0">
              <a:buNone/>
              <a:defRPr kumimoji="0" lang="en-US" sz="28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6096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2192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18288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4384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E247E1DC-6698-D91F-6E0F-EE6AA5A0EE44}"/>
              </a:ext>
            </a:extLst>
          </p:cNvPr>
          <p:cNvSpPr/>
          <p:nvPr userDrawn="1"/>
        </p:nvSpPr>
        <p:spPr>
          <a:xfrm>
            <a:off x="6181816" y="7440664"/>
            <a:ext cx="15362340" cy="1800000"/>
          </a:xfrm>
          <a:prstGeom prst="roundRect">
            <a:avLst/>
          </a:prstGeom>
          <a:solidFill>
            <a:schemeClr val="tx1">
              <a:lumMod val="40000"/>
              <a:lumOff val="60000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Open Sans Light" pitchFamily="2" charset="0"/>
              <a:ea typeface="Open Sans Light" pitchFamily="2" charset="0"/>
              <a:cs typeface="Open Sans Light" pitchFamily="2" charset="0"/>
              <a:sym typeface="Helvetica Neue Medium"/>
            </a:endParaRPr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E4546BDD-E691-E2BA-47E5-B549A7229C89}"/>
              </a:ext>
            </a:extLst>
          </p:cNvPr>
          <p:cNvSpPr/>
          <p:nvPr userDrawn="1"/>
        </p:nvSpPr>
        <p:spPr>
          <a:xfrm>
            <a:off x="2167377" y="7440664"/>
            <a:ext cx="4545657" cy="1800000"/>
          </a:xfrm>
          <a:prstGeom prst="roundRect">
            <a:avLst/>
          </a:prstGeom>
          <a:solidFill>
            <a:schemeClr val="accent1">
              <a:lumMod val="75000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Open Sans Light" pitchFamily="2" charset="0"/>
              <a:ea typeface="Open Sans Light" pitchFamily="2" charset="0"/>
              <a:cs typeface="Open Sans Light" pitchFamily="2" charset="0"/>
              <a:sym typeface="Helvetica Neue Medium"/>
            </a:endParaRPr>
          </a:p>
        </p:txBody>
      </p:sp>
      <p:sp>
        <p:nvSpPr>
          <p:cNvPr id="8" name="Text Placeholder 5">
            <a:extLst>
              <a:ext uri="{FF2B5EF4-FFF2-40B4-BE49-F238E27FC236}">
                <a16:creationId xmlns:a16="http://schemas.microsoft.com/office/drawing/2014/main" id="{260AF2BE-EDAA-B7C2-8580-AB1ACF70EF35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7051814" y="7749609"/>
            <a:ext cx="13796177" cy="1204225"/>
          </a:xfrm>
        </p:spPr>
        <p:txBody>
          <a:bodyPr>
            <a:noAutofit/>
          </a:bodyPr>
          <a:lstStyle>
            <a:lvl1pPr marL="0" indent="0">
              <a:buNone/>
              <a:defRPr kumimoji="0" lang="en-US" sz="24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6096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2192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18288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4384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5">
            <a:extLst>
              <a:ext uri="{FF2B5EF4-FFF2-40B4-BE49-F238E27FC236}">
                <a16:creationId xmlns:a16="http://schemas.microsoft.com/office/drawing/2014/main" id="{0EC36AFE-3A01-B3EC-7E28-B8F97B900365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2754063" y="7749609"/>
            <a:ext cx="3372284" cy="1204225"/>
          </a:xfrm>
        </p:spPr>
        <p:txBody>
          <a:bodyPr>
            <a:noAutofit/>
          </a:bodyPr>
          <a:lstStyle>
            <a:lvl1pPr marL="0" indent="0">
              <a:buNone/>
              <a:defRPr kumimoji="0" lang="en-US" sz="28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6096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2192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18288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4384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11" name="Rounded Rectangle 10">
            <a:extLst>
              <a:ext uri="{FF2B5EF4-FFF2-40B4-BE49-F238E27FC236}">
                <a16:creationId xmlns:a16="http://schemas.microsoft.com/office/drawing/2014/main" id="{CE84B4FD-950C-7E7E-B32E-0106A01D53C4}"/>
              </a:ext>
            </a:extLst>
          </p:cNvPr>
          <p:cNvSpPr/>
          <p:nvPr userDrawn="1"/>
        </p:nvSpPr>
        <p:spPr>
          <a:xfrm>
            <a:off x="6181816" y="10194473"/>
            <a:ext cx="15362340" cy="1800000"/>
          </a:xfrm>
          <a:prstGeom prst="roundRect">
            <a:avLst/>
          </a:prstGeom>
          <a:solidFill>
            <a:schemeClr val="tx1">
              <a:lumMod val="40000"/>
              <a:lumOff val="60000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Open Sans Light" pitchFamily="2" charset="0"/>
              <a:ea typeface="Open Sans Light" pitchFamily="2" charset="0"/>
              <a:cs typeface="Open Sans Light" pitchFamily="2" charset="0"/>
              <a:sym typeface="Helvetica Neue Medium"/>
            </a:endParaRPr>
          </a:p>
        </p:txBody>
      </p:sp>
      <p:sp>
        <p:nvSpPr>
          <p:cNvPr id="12" name="Rounded Rectangle 11">
            <a:extLst>
              <a:ext uri="{FF2B5EF4-FFF2-40B4-BE49-F238E27FC236}">
                <a16:creationId xmlns:a16="http://schemas.microsoft.com/office/drawing/2014/main" id="{3B266147-1D67-88E4-9FE7-F833346E464A}"/>
              </a:ext>
            </a:extLst>
          </p:cNvPr>
          <p:cNvSpPr/>
          <p:nvPr userDrawn="1"/>
        </p:nvSpPr>
        <p:spPr>
          <a:xfrm>
            <a:off x="2167377" y="10194473"/>
            <a:ext cx="4545657" cy="1800000"/>
          </a:xfrm>
          <a:prstGeom prst="roundRect">
            <a:avLst/>
          </a:prstGeom>
          <a:solidFill>
            <a:schemeClr val="accent1">
              <a:lumMod val="75000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Open Sans Light" pitchFamily="2" charset="0"/>
              <a:ea typeface="Open Sans Light" pitchFamily="2" charset="0"/>
              <a:cs typeface="Open Sans Light" pitchFamily="2" charset="0"/>
              <a:sym typeface="Helvetica Neue Medium"/>
            </a:endParaRPr>
          </a:p>
        </p:txBody>
      </p:sp>
      <p:sp>
        <p:nvSpPr>
          <p:cNvPr id="15" name="Text Placeholder 5">
            <a:extLst>
              <a:ext uri="{FF2B5EF4-FFF2-40B4-BE49-F238E27FC236}">
                <a16:creationId xmlns:a16="http://schemas.microsoft.com/office/drawing/2014/main" id="{6248EF39-489B-0AB6-1C39-97964F6585CC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7051814" y="10503418"/>
            <a:ext cx="13796177" cy="1204225"/>
          </a:xfrm>
        </p:spPr>
        <p:txBody>
          <a:bodyPr>
            <a:noAutofit/>
          </a:bodyPr>
          <a:lstStyle>
            <a:lvl1pPr marL="0" indent="0">
              <a:buNone/>
              <a:defRPr kumimoji="0" lang="en-US" sz="24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6096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2192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18288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4384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5">
            <a:extLst>
              <a:ext uri="{FF2B5EF4-FFF2-40B4-BE49-F238E27FC236}">
                <a16:creationId xmlns:a16="http://schemas.microsoft.com/office/drawing/2014/main" id="{E37917F2-61C0-8B23-0D87-2AA3EEB8377A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2754063" y="10503418"/>
            <a:ext cx="3372284" cy="1204225"/>
          </a:xfrm>
        </p:spPr>
        <p:txBody>
          <a:bodyPr>
            <a:noAutofit/>
          </a:bodyPr>
          <a:lstStyle>
            <a:lvl1pPr marL="0" indent="0">
              <a:buNone/>
              <a:defRPr kumimoji="0" lang="en-US" sz="28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6096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2192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18288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4384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17" name="Title 2">
            <a:extLst>
              <a:ext uri="{FF2B5EF4-FFF2-40B4-BE49-F238E27FC236}">
                <a16:creationId xmlns:a16="http://schemas.microsoft.com/office/drawing/2014/main" id="{3F0C4EB7-81AE-6D10-33F3-83A99AC2F3B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167377" y="1872058"/>
            <a:ext cx="14715569" cy="510281"/>
          </a:xfrm>
        </p:spPr>
        <p:txBody>
          <a:bodyPr>
            <a:normAutofit/>
          </a:bodyPr>
          <a:lstStyle>
            <a:lvl1pPr>
              <a:defRPr kumimoji="0" lang="en-US" sz="3800" b="1" i="0" u="none" strike="noStrike" cap="all" spc="0" normalizeH="0" baseline="0">
                <a:ln>
                  <a:noFill/>
                </a:ln>
                <a:solidFill>
                  <a:srgbClr val="128CCD"/>
                </a:solidFill>
                <a:effectLst/>
                <a:uFill>
                  <a:solidFill>
                    <a:srgbClr val="143E56"/>
                  </a:solidFill>
                </a:uFill>
                <a:latin typeface="Open Sans ExtraBold" pitchFamily="2" charset="0"/>
                <a:ea typeface="Open Sans ExtraBold" pitchFamily="2" charset="0"/>
                <a:cs typeface="Open Sans ExtraBold" pitchFamily="2" charset="0"/>
                <a:sym typeface="Helvetica Neue"/>
              </a:defRPr>
            </a:lvl1pPr>
          </a:lstStyle>
          <a:p>
            <a:r>
              <a:rPr lang="en-US" dirty="0"/>
              <a:t>SLIDE TITLE</a:t>
            </a:r>
          </a:p>
        </p:txBody>
      </p:sp>
      <p:sp>
        <p:nvSpPr>
          <p:cNvPr id="18" name="Text Placeholder 4">
            <a:extLst>
              <a:ext uri="{FF2B5EF4-FFF2-40B4-BE49-F238E27FC236}">
                <a16:creationId xmlns:a16="http://schemas.microsoft.com/office/drawing/2014/main" id="{043113C8-679B-440C-38CF-27CC1A6FF3A6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167377" y="2419728"/>
            <a:ext cx="9768875" cy="803546"/>
          </a:xfrm>
        </p:spPr>
        <p:txBody>
          <a:bodyPr/>
          <a:lstStyle>
            <a:lvl1pPr marL="0" indent="0">
              <a:buNone/>
              <a:defRPr kumimoji="0" lang="en-US" sz="3200" b="1" i="0" u="none" strike="noStrike" cap="all" spc="0" normalizeH="0" baseline="0">
                <a:ln>
                  <a:noFill/>
                </a:ln>
                <a:solidFill>
                  <a:srgbClr val="424242"/>
                </a:solidFill>
                <a:effectLst/>
                <a:uFill>
                  <a:solidFill>
                    <a:srgbClr val="143E56"/>
                  </a:solidFill>
                </a:uFill>
                <a:latin typeface="Open Sans ExtraBold" pitchFamily="2" charset="0"/>
                <a:ea typeface="Open Sans ExtraBold" pitchFamily="2" charset="0"/>
                <a:cs typeface="Open Sans ExtraBold" pitchFamily="2" charset="0"/>
                <a:sym typeface="Helvetica Neue"/>
              </a:defRPr>
            </a:lvl1pPr>
          </a:lstStyle>
          <a:p>
            <a:pPr lvl="0"/>
            <a:r>
              <a:rPr lang="en-US" dirty="0"/>
              <a:t>SUB TITLE</a:t>
            </a:r>
          </a:p>
        </p:txBody>
      </p:sp>
    </p:spTree>
    <p:extLst>
      <p:ext uri="{BB962C8B-B14F-4D97-AF65-F5344CB8AC3E}">
        <p14:creationId xmlns:p14="http://schemas.microsoft.com/office/powerpoint/2010/main" val="3998102712"/>
      </p:ext>
    </p:extLst>
  </p:cSld>
  <p:clrMapOvr>
    <a:masterClrMapping/>
  </p:clrMapOvr>
  <p:transition spd="med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typ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Rectangle">
            <a:extLst>
              <a:ext uri="{FF2B5EF4-FFF2-40B4-BE49-F238E27FC236}">
                <a16:creationId xmlns:a16="http://schemas.microsoft.com/office/drawing/2014/main" id="{5B500D99-BCA8-5A47-AC2D-7A5DFB585C9A}"/>
              </a:ext>
            </a:extLst>
          </p:cNvPr>
          <p:cNvSpPr/>
          <p:nvPr userDrawn="1"/>
        </p:nvSpPr>
        <p:spPr>
          <a:xfrm>
            <a:off x="-13856" y="2360348"/>
            <a:ext cx="24397856" cy="11436178"/>
          </a:xfrm>
          <a:prstGeom prst="rect">
            <a:avLst/>
          </a:prstGeom>
          <a:gradFill>
            <a:gsLst>
              <a:gs pos="0">
                <a:srgbClr val="2B7EC4"/>
              </a:gs>
              <a:gs pos="100000">
                <a:srgbClr val="57BFE8"/>
              </a:gs>
            </a:gsLst>
          </a:gradFill>
          <a:ln w="12700">
            <a:miter lim="400000"/>
          </a:ln>
        </p:spPr>
        <p:txBody>
          <a:bodyPr lIns="71437" tIns="71437" rIns="71437" bIns="71437" anchor="ctr"/>
          <a:lstStyle/>
          <a:p>
            <a:pPr defTabSz="821531">
              <a:defRPr sz="30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dirty="0"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grpSp>
        <p:nvGrpSpPr>
          <p:cNvPr id="152" name="Group"/>
          <p:cNvGrpSpPr/>
          <p:nvPr/>
        </p:nvGrpSpPr>
        <p:grpSpPr>
          <a:xfrm>
            <a:off x="756659" y="-3867"/>
            <a:ext cx="2783909" cy="2014172"/>
            <a:chOff x="-2864397" y="0"/>
            <a:chExt cx="2783907" cy="2014171"/>
          </a:xfrm>
        </p:grpSpPr>
        <p:pic>
          <p:nvPicPr>
            <p:cNvPr id="149" name="Image" descr="Image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-2864398" y="-1"/>
              <a:ext cx="630382" cy="1359672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150" name="Image" descr="Image"/>
            <p:cNvPicPr>
              <a:picLocks noChangeAspect="1"/>
            </p:cNvPicPr>
            <p:nvPr/>
          </p:nvPicPr>
          <p:blipFill>
            <a:blip r:embed="rId3"/>
            <a:srcRect t="88153" r="78332"/>
            <a:stretch>
              <a:fillRect/>
            </a:stretch>
          </p:blipFill>
          <p:spPr>
            <a:xfrm>
              <a:off x="-2850027" y="1390294"/>
              <a:ext cx="601633" cy="623878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151" name="Image" descr="Image"/>
            <p:cNvPicPr>
              <a:picLocks noChangeAspect="1"/>
            </p:cNvPicPr>
            <p:nvPr/>
          </p:nvPicPr>
          <p:blipFill>
            <a:blip r:embed="rId3"/>
            <a:srcRect l="31837" t="7689" b="68044"/>
            <a:stretch>
              <a:fillRect/>
            </a:stretch>
          </p:blipFill>
          <p:spPr>
            <a:xfrm>
              <a:off x="-1973131" y="245246"/>
              <a:ext cx="1892642" cy="1277976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</p:grpSp>
      <p:sp>
        <p:nvSpPr>
          <p:cNvPr id="3" name="Title 2">
            <a:extLst>
              <a:ext uri="{FF2B5EF4-FFF2-40B4-BE49-F238E27FC236}">
                <a16:creationId xmlns:a16="http://schemas.microsoft.com/office/drawing/2014/main" id="{4C90E15E-9DC3-D24F-8189-931487225A4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167377" y="1871164"/>
            <a:ext cx="14715569" cy="511175"/>
          </a:xfrm>
        </p:spPr>
        <p:txBody>
          <a:bodyPr>
            <a:normAutofit/>
          </a:bodyPr>
          <a:lstStyle>
            <a:lvl1pPr>
              <a:defRPr kumimoji="0" lang="en-US" sz="3800" b="1" i="0" u="none" strike="noStrike" cap="all" spc="0" normalizeH="0" baseline="0">
                <a:ln>
                  <a:noFill/>
                </a:ln>
                <a:solidFill>
                  <a:srgbClr val="128CCD"/>
                </a:solidFill>
                <a:effectLst/>
                <a:uFill>
                  <a:solidFill>
                    <a:srgbClr val="143E56"/>
                  </a:solidFill>
                </a:uFill>
                <a:latin typeface="Open Sans ExtraBold" pitchFamily="2" charset="0"/>
                <a:ea typeface="Open Sans ExtraBold" pitchFamily="2" charset="0"/>
                <a:cs typeface="Open Sans ExtraBold" pitchFamily="2" charset="0"/>
                <a:sym typeface="Helvetica Neue"/>
              </a:defRPr>
            </a:lvl1pPr>
          </a:lstStyle>
          <a:p>
            <a:r>
              <a:rPr lang="en-US" dirty="0"/>
              <a:t>SLIDE TITLE</a:t>
            </a:r>
          </a:p>
        </p:txBody>
      </p:sp>
      <p:sp>
        <p:nvSpPr>
          <p:cNvPr id="13" name="Text Placeholder 4">
            <a:extLst>
              <a:ext uri="{FF2B5EF4-FFF2-40B4-BE49-F238E27FC236}">
                <a16:creationId xmlns:a16="http://schemas.microsoft.com/office/drawing/2014/main" id="{F9A081F0-DCC0-4F43-B885-A177263AC1B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167377" y="2419728"/>
            <a:ext cx="9768875" cy="803546"/>
          </a:xfrm>
        </p:spPr>
        <p:txBody>
          <a:bodyPr/>
          <a:lstStyle>
            <a:lvl1pPr marL="0" indent="0">
              <a:buNone/>
              <a:defRPr kumimoji="0" lang="en-US" sz="3200" b="1" i="0" u="none" strike="noStrike" cap="all" spc="0" normalizeH="0" baseline="0">
                <a:ln>
                  <a:noFill/>
                </a:ln>
                <a:solidFill>
                  <a:schemeClr val="bg1"/>
                </a:solidFill>
                <a:effectLst/>
                <a:uFill>
                  <a:solidFill>
                    <a:srgbClr val="143E56"/>
                  </a:solidFill>
                </a:uFill>
                <a:latin typeface="Open Sans ExtraBold" pitchFamily="2" charset="0"/>
                <a:ea typeface="Open Sans ExtraBold" pitchFamily="2" charset="0"/>
                <a:cs typeface="Open Sans ExtraBold" pitchFamily="2" charset="0"/>
                <a:sym typeface="Helvetica Neue"/>
              </a:defRPr>
            </a:lvl1pPr>
          </a:lstStyle>
          <a:p>
            <a:pPr lvl="0"/>
            <a:r>
              <a:rPr lang="en-US" dirty="0"/>
              <a:t>SUB TITLE</a:t>
            </a:r>
          </a:p>
        </p:txBody>
      </p:sp>
      <p:sp>
        <p:nvSpPr>
          <p:cNvPr id="104" name="Content Placeholder 7">
            <a:extLst>
              <a:ext uri="{FF2B5EF4-FFF2-40B4-BE49-F238E27FC236}">
                <a16:creationId xmlns:a16="http://schemas.microsoft.com/office/drawing/2014/main" id="{A238D5AC-1068-5240-9AFA-91BA1250D945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5486930" y="5334432"/>
            <a:ext cx="13714940" cy="4522264"/>
          </a:xfrm>
        </p:spPr>
        <p:txBody>
          <a:bodyPr>
            <a:normAutofit/>
          </a:bodyPr>
          <a:lstStyle>
            <a:lvl1pPr marL="266700" indent="-266700">
              <a:lnSpc>
                <a:spcPct val="100000"/>
              </a:lnSpc>
              <a:tabLst/>
              <a:defRPr kumimoji="0" lang="en-US" sz="2600" b="0" i="0" u="none" strike="noStrike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890588" indent="-280988">
              <a:lnSpc>
                <a:spcPct val="100000"/>
              </a:lnSpc>
              <a:tabLst/>
              <a:defRPr kumimoji="0" lang="en-US" sz="2600" b="0" i="0" u="none" strike="noStrike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470025" indent="-250825">
              <a:lnSpc>
                <a:spcPct val="100000"/>
              </a:lnSpc>
              <a:tabLst/>
              <a:defRPr kumimoji="0" lang="en-US" sz="2600" b="0" i="0" u="none" strike="noStrike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2138363" indent="-309563">
              <a:lnSpc>
                <a:spcPct val="100000"/>
              </a:lnSpc>
              <a:tabLst/>
              <a:defRPr kumimoji="0" lang="en-US" sz="2600" b="0" i="0" u="none" strike="noStrike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717800" indent="-279400">
              <a:lnSpc>
                <a:spcPct val="100000"/>
              </a:lnSpc>
              <a:tabLst/>
              <a:defRPr kumimoji="0" lang="en-US" sz="2600" b="0" i="0" u="none" strike="noStrike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4134051035"/>
      </p:ext>
    </p:extLst>
  </p:cSld>
  <p:clrMapOvr>
    <a:masterClrMapping/>
  </p:clrMapOvr>
  <p:transition spd="med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typ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">
            <a:extLst>
              <a:ext uri="{FF2B5EF4-FFF2-40B4-BE49-F238E27FC236}">
                <a16:creationId xmlns:a16="http://schemas.microsoft.com/office/drawing/2014/main" id="{D2A636C9-947E-150D-EB07-22919761FA60}"/>
              </a:ext>
            </a:extLst>
          </p:cNvPr>
          <p:cNvSpPr/>
          <p:nvPr userDrawn="1"/>
        </p:nvSpPr>
        <p:spPr>
          <a:xfrm>
            <a:off x="-13856" y="2360348"/>
            <a:ext cx="24397856" cy="11436178"/>
          </a:xfrm>
          <a:prstGeom prst="rect">
            <a:avLst/>
          </a:prstGeom>
          <a:gradFill>
            <a:gsLst>
              <a:gs pos="0">
                <a:srgbClr val="2B7EC4"/>
              </a:gs>
              <a:gs pos="100000">
                <a:srgbClr val="57BFE8"/>
              </a:gs>
            </a:gsLst>
          </a:gradFill>
          <a:ln w="12700">
            <a:miter lim="400000"/>
          </a:ln>
        </p:spPr>
        <p:txBody>
          <a:bodyPr lIns="71437" tIns="71437" rIns="71437" bIns="71437" anchor="ctr"/>
          <a:lstStyle/>
          <a:p>
            <a:pPr defTabSz="821531">
              <a:defRPr sz="30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dirty="0"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grpSp>
        <p:nvGrpSpPr>
          <p:cNvPr id="152" name="Group"/>
          <p:cNvGrpSpPr/>
          <p:nvPr/>
        </p:nvGrpSpPr>
        <p:grpSpPr>
          <a:xfrm>
            <a:off x="756659" y="-3867"/>
            <a:ext cx="2783909" cy="2014172"/>
            <a:chOff x="-2864397" y="0"/>
            <a:chExt cx="2783907" cy="2014171"/>
          </a:xfrm>
        </p:grpSpPr>
        <p:pic>
          <p:nvPicPr>
            <p:cNvPr id="149" name="Image" descr="Image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-2864398" y="-1"/>
              <a:ext cx="630382" cy="1359672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150" name="Image" descr="Image"/>
            <p:cNvPicPr>
              <a:picLocks noChangeAspect="1"/>
            </p:cNvPicPr>
            <p:nvPr/>
          </p:nvPicPr>
          <p:blipFill>
            <a:blip r:embed="rId3"/>
            <a:srcRect t="88153" r="78332"/>
            <a:stretch>
              <a:fillRect/>
            </a:stretch>
          </p:blipFill>
          <p:spPr>
            <a:xfrm>
              <a:off x="-2850027" y="1390294"/>
              <a:ext cx="601633" cy="623878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151" name="Image" descr="Image"/>
            <p:cNvPicPr>
              <a:picLocks noChangeAspect="1"/>
            </p:cNvPicPr>
            <p:nvPr/>
          </p:nvPicPr>
          <p:blipFill>
            <a:blip r:embed="rId3"/>
            <a:srcRect l="31837" t="7689" b="68044"/>
            <a:stretch>
              <a:fillRect/>
            </a:stretch>
          </p:blipFill>
          <p:spPr>
            <a:xfrm>
              <a:off x="-1973131" y="245246"/>
              <a:ext cx="1892642" cy="1277976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</p:grpSp>
      <p:sp>
        <p:nvSpPr>
          <p:cNvPr id="3" name="Title 2">
            <a:extLst>
              <a:ext uri="{FF2B5EF4-FFF2-40B4-BE49-F238E27FC236}">
                <a16:creationId xmlns:a16="http://schemas.microsoft.com/office/drawing/2014/main" id="{4C90E15E-9DC3-D24F-8189-931487225A4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167377" y="1871164"/>
            <a:ext cx="14715569" cy="511175"/>
          </a:xfrm>
        </p:spPr>
        <p:txBody>
          <a:bodyPr>
            <a:normAutofit/>
          </a:bodyPr>
          <a:lstStyle>
            <a:lvl1pPr>
              <a:defRPr kumimoji="0" lang="en-US" sz="3800" b="1" i="0" u="none" strike="noStrike" cap="all" spc="0" normalizeH="0" baseline="0">
                <a:ln>
                  <a:noFill/>
                </a:ln>
                <a:solidFill>
                  <a:srgbClr val="128CCD"/>
                </a:solidFill>
                <a:effectLst/>
                <a:uFill>
                  <a:solidFill>
                    <a:srgbClr val="143E56"/>
                  </a:solidFill>
                </a:uFill>
                <a:latin typeface="Open Sans ExtraBold" pitchFamily="2" charset="0"/>
                <a:ea typeface="Open Sans ExtraBold" pitchFamily="2" charset="0"/>
                <a:cs typeface="Open Sans ExtraBold" pitchFamily="2" charset="0"/>
                <a:sym typeface="Helvetica Neue"/>
              </a:defRPr>
            </a:lvl1pPr>
          </a:lstStyle>
          <a:p>
            <a:r>
              <a:rPr lang="en-US" dirty="0"/>
              <a:t>SLIDE TITLE</a:t>
            </a:r>
          </a:p>
        </p:txBody>
      </p:sp>
      <p:sp>
        <p:nvSpPr>
          <p:cNvPr id="13" name="Text Placeholder 4">
            <a:extLst>
              <a:ext uri="{FF2B5EF4-FFF2-40B4-BE49-F238E27FC236}">
                <a16:creationId xmlns:a16="http://schemas.microsoft.com/office/drawing/2014/main" id="{F9A081F0-DCC0-4F43-B885-A177263AC1B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167377" y="2419728"/>
            <a:ext cx="9768875" cy="803546"/>
          </a:xfrm>
        </p:spPr>
        <p:txBody>
          <a:bodyPr/>
          <a:lstStyle>
            <a:lvl1pPr marL="0" indent="0">
              <a:buNone/>
              <a:defRPr kumimoji="0" lang="en-US" sz="3200" b="1" i="0" u="none" strike="noStrike" cap="all" spc="0" normalizeH="0" baseline="0">
                <a:ln>
                  <a:noFill/>
                </a:ln>
                <a:solidFill>
                  <a:schemeClr val="bg1"/>
                </a:solidFill>
                <a:effectLst/>
                <a:uFill>
                  <a:solidFill>
                    <a:srgbClr val="143E56"/>
                  </a:solidFill>
                </a:uFill>
                <a:latin typeface="Open Sans ExtraBold" pitchFamily="2" charset="0"/>
                <a:ea typeface="Open Sans ExtraBold" pitchFamily="2" charset="0"/>
                <a:cs typeface="Open Sans ExtraBold" pitchFamily="2" charset="0"/>
                <a:sym typeface="Helvetica Neue"/>
              </a:defRPr>
            </a:lvl1pPr>
          </a:lstStyle>
          <a:p>
            <a:pPr lvl="0"/>
            <a:r>
              <a:rPr lang="en-US" dirty="0"/>
              <a:t>SUB TITLE</a:t>
            </a:r>
          </a:p>
        </p:txBody>
      </p:sp>
      <p:sp>
        <p:nvSpPr>
          <p:cNvPr id="25" name="Text Placeholder 5">
            <a:extLst>
              <a:ext uri="{FF2B5EF4-FFF2-40B4-BE49-F238E27FC236}">
                <a16:creationId xmlns:a16="http://schemas.microsoft.com/office/drawing/2014/main" id="{0C2D7F5C-BD73-5445-9E3A-82A31E22F625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2167377" y="9337350"/>
            <a:ext cx="4759266" cy="2315506"/>
          </a:xfrm>
        </p:spPr>
        <p:txBody>
          <a:bodyPr>
            <a:noAutofit/>
          </a:bodyPr>
          <a:lstStyle>
            <a:lvl1pPr marL="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6096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2192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18288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4384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Text Placeholder 5">
            <a:extLst>
              <a:ext uri="{FF2B5EF4-FFF2-40B4-BE49-F238E27FC236}">
                <a16:creationId xmlns:a16="http://schemas.microsoft.com/office/drawing/2014/main" id="{25FCA52D-C087-3347-A5F3-54D623B2115B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9405342" y="9337350"/>
            <a:ext cx="4759266" cy="2315506"/>
          </a:xfrm>
        </p:spPr>
        <p:txBody>
          <a:bodyPr>
            <a:noAutofit/>
          </a:bodyPr>
          <a:lstStyle>
            <a:lvl1pPr marL="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6096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2192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18288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4384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7" name="Text Placeholder 5">
            <a:extLst>
              <a:ext uri="{FF2B5EF4-FFF2-40B4-BE49-F238E27FC236}">
                <a16:creationId xmlns:a16="http://schemas.microsoft.com/office/drawing/2014/main" id="{F4A212B9-DBD9-E746-BAFB-9234B89096E8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16643307" y="9337350"/>
            <a:ext cx="4759266" cy="2315506"/>
          </a:xfrm>
        </p:spPr>
        <p:txBody>
          <a:bodyPr>
            <a:noAutofit/>
          </a:bodyPr>
          <a:lstStyle>
            <a:lvl1pPr marL="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6096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2192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18288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4384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8" name="Picture Placeholder 3">
            <a:extLst>
              <a:ext uri="{FF2B5EF4-FFF2-40B4-BE49-F238E27FC236}">
                <a16:creationId xmlns:a16="http://schemas.microsoft.com/office/drawing/2014/main" id="{3A552A97-F867-374E-B40D-BD84D808047E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2167377" y="4297293"/>
            <a:ext cx="4759266" cy="4172342"/>
          </a:xfrm>
        </p:spPr>
        <p:txBody>
          <a:bodyPr/>
          <a:lstStyle>
            <a:lvl1pPr marL="0" indent="0"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9" name="Picture Placeholder 3">
            <a:extLst>
              <a:ext uri="{FF2B5EF4-FFF2-40B4-BE49-F238E27FC236}">
                <a16:creationId xmlns:a16="http://schemas.microsoft.com/office/drawing/2014/main" id="{DB283EA2-01A0-334D-8038-2E3190C1B2B9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9405342" y="4297293"/>
            <a:ext cx="4759266" cy="4172342"/>
          </a:xfrm>
        </p:spPr>
        <p:txBody>
          <a:bodyPr/>
          <a:lstStyle>
            <a:lvl1pPr marL="0" indent="0"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30" name="Picture Placeholder 3">
            <a:extLst>
              <a:ext uri="{FF2B5EF4-FFF2-40B4-BE49-F238E27FC236}">
                <a16:creationId xmlns:a16="http://schemas.microsoft.com/office/drawing/2014/main" id="{B5710E30-F50B-2E47-A284-AB9A73F6AB8F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16643307" y="4297293"/>
            <a:ext cx="4759266" cy="4172342"/>
          </a:xfrm>
        </p:spPr>
        <p:txBody>
          <a:bodyPr/>
          <a:lstStyle>
            <a:lvl1pPr marL="0" indent="0"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05189200"/>
      </p:ext>
    </p:extLst>
  </p:cSld>
  <p:clrMapOvr>
    <a:masterClrMapping/>
  </p:clrMapOvr>
  <p:transition spd="med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Content typ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">
            <a:extLst>
              <a:ext uri="{FF2B5EF4-FFF2-40B4-BE49-F238E27FC236}">
                <a16:creationId xmlns:a16="http://schemas.microsoft.com/office/drawing/2014/main" id="{3A325C97-8FC1-69A4-76A6-9BFCCE62D08F}"/>
              </a:ext>
            </a:extLst>
          </p:cNvPr>
          <p:cNvSpPr/>
          <p:nvPr userDrawn="1"/>
        </p:nvSpPr>
        <p:spPr>
          <a:xfrm>
            <a:off x="-13856" y="2360348"/>
            <a:ext cx="24397856" cy="11436178"/>
          </a:xfrm>
          <a:prstGeom prst="rect">
            <a:avLst/>
          </a:prstGeom>
          <a:gradFill>
            <a:gsLst>
              <a:gs pos="0">
                <a:srgbClr val="2B7EC4"/>
              </a:gs>
              <a:gs pos="100000">
                <a:srgbClr val="57BFE8"/>
              </a:gs>
            </a:gsLst>
          </a:gradFill>
          <a:ln w="12700">
            <a:miter lim="400000"/>
          </a:ln>
        </p:spPr>
        <p:txBody>
          <a:bodyPr lIns="71437" tIns="71437" rIns="71437" bIns="71437" anchor="ctr"/>
          <a:lstStyle/>
          <a:p>
            <a:pPr defTabSz="821531">
              <a:defRPr sz="30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dirty="0"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grpSp>
        <p:nvGrpSpPr>
          <p:cNvPr id="152" name="Group"/>
          <p:cNvGrpSpPr/>
          <p:nvPr/>
        </p:nvGrpSpPr>
        <p:grpSpPr>
          <a:xfrm>
            <a:off x="756659" y="-3867"/>
            <a:ext cx="2783909" cy="2014172"/>
            <a:chOff x="-2864397" y="0"/>
            <a:chExt cx="2783907" cy="2014171"/>
          </a:xfrm>
        </p:grpSpPr>
        <p:pic>
          <p:nvPicPr>
            <p:cNvPr id="149" name="Image" descr="Image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-2864398" y="-1"/>
              <a:ext cx="630382" cy="1359672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150" name="Image" descr="Image"/>
            <p:cNvPicPr>
              <a:picLocks noChangeAspect="1"/>
            </p:cNvPicPr>
            <p:nvPr/>
          </p:nvPicPr>
          <p:blipFill>
            <a:blip r:embed="rId3"/>
            <a:srcRect t="88153" r="78332"/>
            <a:stretch>
              <a:fillRect/>
            </a:stretch>
          </p:blipFill>
          <p:spPr>
            <a:xfrm>
              <a:off x="-2850027" y="1390294"/>
              <a:ext cx="601633" cy="623878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151" name="Image" descr="Image"/>
            <p:cNvPicPr>
              <a:picLocks noChangeAspect="1"/>
            </p:cNvPicPr>
            <p:nvPr/>
          </p:nvPicPr>
          <p:blipFill>
            <a:blip r:embed="rId3"/>
            <a:srcRect l="31837" t="7689" b="68044"/>
            <a:stretch>
              <a:fillRect/>
            </a:stretch>
          </p:blipFill>
          <p:spPr>
            <a:xfrm>
              <a:off x="-1973131" y="245246"/>
              <a:ext cx="1892642" cy="1277976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</p:grpSp>
      <p:sp>
        <p:nvSpPr>
          <p:cNvPr id="3" name="Title 2">
            <a:extLst>
              <a:ext uri="{FF2B5EF4-FFF2-40B4-BE49-F238E27FC236}">
                <a16:creationId xmlns:a16="http://schemas.microsoft.com/office/drawing/2014/main" id="{4C90E15E-9DC3-D24F-8189-931487225A4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167377" y="1871164"/>
            <a:ext cx="14715569" cy="511175"/>
          </a:xfrm>
        </p:spPr>
        <p:txBody>
          <a:bodyPr>
            <a:normAutofit/>
          </a:bodyPr>
          <a:lstStyle>
            <a:lvl1pPr>
              <a:defRPr kumimoji="0" lang="en-US" sz="3800" b="1" i="0" u="none" strike="noStrike" cap="all" spc="0" normalizeH="0" baseline="0">
                <a:ln>
                  <a:noFill/>
                </a:ln>
                <a:solidFill>
                  <a:srgbClr val="128CCD"/>
                </a:solidFill>
                <a:effectLst/>
                <a:uFill>
                  <a:solidFill>
                    <a:srgbClr val="143E56"/>
                  </a:solidFill>
                </a:uFill>
                <a:latin typeface="Open Sans ExtraBold" pitchFamily="2" charset="0"/>
                <a:ea typeface="Open Sans ExtraBold" pitchFamily="2" charset="0"/>
                <a:cs typeface="Open Sans ExtraBold" pitchFamily="2" charset="0"/>
                <a:sym typeface="Helvetica Neue"/>
              </a:defRPr>
            </a:lvl1pPr>
          </a:lstStyle>
          <a:p>
            <a:r>
              <a:rPr lang="en-US" dirty="0"/>
              <a:t>SLIDE TITLE</a:t>
            </a:r>
          </a:p>
        </p:txBody>
      </p:sp>
      <p:sp>
        <p:nvSpPr>
          <p:cNvPr id="13" name="Text Placeholder 4">
            <a:extLst>
              <a:ext uri="{FF2B5EF4-FFF2-40B4-BE49-F238E27FC236}">
                <a16:creationId xmlns:a16="http://schemas.microsoft.com/office/drawing/2014/main" id="{F9A081F0-DCC0-4F43-B885-A177263AC1B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167377" y="2419728"/>
            <a:ext cx="9768875" cy="803546"/>
          </a:xfrm>
        </p:spPr>
        <p:txBody>
          <a:bodyPr/>
          <a:lstStyle>
            <a:lvl1pPr marL="0" indent="0">
              <a:buNone/>
              <a:defRPr kumimoji="0" lang="en-US" sz="3200" b="1" i="0" u="none" strike="noStrike" cap="all" spc="0" normalizeH="0" baseline="0">
                <a:ln>
                  <a:noFill/>
                </a:ln>
                <a:solidFill>
                  <a:schemeClr val="bg1"/>
                </a:solidFill>
                <a:effectLst/>
                <a:uFill>
                  <a:solidFill>
                    <a:srgbClr val="143E56"/>
                  </a:solidFill>
                </a:uFill>
                <a:latin typeface="Open Sans ExtraBold" pitchFamily="2" charset="0"/>
                <a:ea typeface="Open Sans ExtraBold" pitchFamily="2" charset="0"/>
                <a:cs typeface="Open Sans ExtraBold" pitchFamily="2" charset="0"/>
                <a:sym typeface="Helvetica Neue"/>
              </a:defRPr>
            </a:lvl1pPr>
          </a:lstStyle>
          <a:p>
            <a:pPr lvl="0"/>
            <a:r>
              <a:rPr lang="en-US" dirty="0"/>
              <a:t>SUB TITLE</a:t>
            </a:r>
          </a:p>
        </p:txBody>
      </p:sp>
      <p:sp>
        <p:nvSpPr>
          <p:cNvPr id="4" name="Right Arrow 3">
            <a:extLst>
              <a:ext uri="{FF2B5EF4-FFF2-40B4-BE49-F238E27FC236}">
                <a16:creationId xmlns:a16="http://schemas.microsoft.com/office/drawing/2014/main" id="{8F28C692-0EE9-7D99-17B4-3313049F0A01}"/>
              </a:ext>
            </a:extLst>
          </p:cNvPr>
          <p:cNvSpPr/>
          <p:nvPr userDrawn="1"/>
        </p:nvSpPr>
        <p:spPr>
          <a:xfrm>
            <a:off x="7398337" y="6690612"/>
            <a:ext cx="1573640" cy="1182013"/>
          </a:xfrm>
          <a:prstGeom prst="rightArrow">
            <a:avLst/>
          </a:prstGeom>
          <a:solidFill>
            <a:schemeClr val="accent1">
              <a:lumMod val="50000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Open Sans Light" pitchFamily="2" charset="0"/>
              <a:ea typeface="Open Sans Light" pitchFamily="2" charset="0"/>
              <a:cs typeface="Open Sans Light" pitchFamily="2" charset="0"/>
              <a:sym typeface="Helvetica Neue Medium"/>
            </a:endParaRPr>
          </a:p>
        </p:txBody>
      </p:sp>
      <p:sp>
        <p:nvSpPr>
          <p:cNvPr id="2" name="Rounded Rectangle 1">
            <a:extLst>
              <a:ext uri="{FF2B5EF4-FFF2-40B4-BE49-F238E27FC236}">
                <a16:creationId xmlns:a16="http://schemas.microsoft.com/office/drawing/2014/main" id="{01B89336-F494-2062-ED79-0A44623AD4C4}"/>
              </a:ext>
            </a:extLst>
          </p:cNvPr>
          <p:cNvSpPr/>
          <p:nvPr userDrawn="1"/>
        </p:nvSpPr>
        <p:spPr>
          <a:xfrm>
            <a:off x="2167377" y="5155107"/>
            <a:ext cx="4924799" cy="4320000"/>
          </a:xfrm>
          <a:prstGeom prst="roundRect">
            <a:avLst>
              <a:gd name="adj" fmla="val 7112"/>
            </a:avLst>
          </a:prstGeom>
          <a:solidFill>
            <a:schemeClr val="bg1">
              <a:lumMod val="95000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Open Sans Light" pitchFamily="2" charset="0"/>
              <a:ea typeface="Open Sans Light" pitchFamily="2" charset="0"/>
              <a:cs typeface="Open Sans Light" pitchFamily="2" charset="0"/>
              <a:sym typeface="Helvetica Neue Medium"/>
            </a:endParaRPr>
          </a:p>
        </p:txBody>
      </p:sp>
      <p:sp>
        <p:nvSpPr>
          <p:cNvPr id="25" name="Text Placeholder 5">
            <a:extLst>
              <a:ext uri="{FF2B5EF4-FFF2-40B4-BE49-F238E27FC236}">
                <a16:creationId xmlns:a16="http://schemas.microsoft.com/office/drawing/2014/main" id="{0C2D7F5C-BD73-5445-9E3A-82A31E22F625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2594247" y="5701845"/>
            <a:ext cx="3895763" cy="3300760"/>
          </a:xfrm>
        </p:spPr>
        <p:txBody>
          <a:bodyPr>
            <a:noAutofit/>
          </a:bodyPr>
          <a:lstStyle>
            <a:lvl1pPr marL="0" indent="0">
              <a:buNone/>
              <a:defRPr kumimoji="0" lang="en-US" sz="3200" b="0" i="0" u="none" strike="noStrike" cap="none" spc="0" normalizeH="0" baseline="0">
                <a:ln>
                  <a:noFill/>
                </a:ln>
                <a:solidFill>
                  <a:schemeClr val="accent1">
                    <a:lumMod val="50000"/>
                  </a:schemeClr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6096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2192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18288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4384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Rounded Rectangle 16">
            <a:extLst>
              <a:ext uri="{FF2B5EF4-FFF2-40B4-BE49-F238E27FC236}">
                <a16:creationId xmlns:a16="http://schemas.microsoft.com/office/drawing/2014/main" id="{651AEE51-4476-0347-EE71-4727AC7D90CC}"/>
              </a:ext>
            </a:extLst>
          </p:cNvPr>
          <p:cNvSpPr/>
          <p:nvPr userDrawn="1"/>
        </p:nvSpPr>
        <p:spPr>
          <a:xfrm>
            <a:off x="9278138" y="5155107"/>
            <a:ext cx="4924799" cy="4320000"/>
          </a:xfrm>
          <a:prstGeom prst="roundRect">
            <a:avLst>
              <a:gd name="adj" fmla="val 7112"/>
            </a:avLst>
          </a:prstGeom>
          <a:solidFill>
            <a:schemeClr val="bg1">
              <a:lumMod val="95000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Open Sans Light" pitchFamily="2" charset="0"/>
              <a:ea typeface="Open Sans Light" pitchFamily="2" charset="0"/>
              <a:cs typeface="Open Sans Light" pitchFamily="2" charset="0"/>
              <a:sym typeface="Helvetica Neue Medium"/>
            </a:endParaRPr>
          </a:p>
        </p:txBody>
      </p:sp>
      <p:sp>
        <p:nvSpPr>
          <p:cNvPr id="19" name="Rounded Rectangle 18">
            <a:extLst>
              <a:ext uri="{FF2B5EF4-FFF2-40B4-BE49-F238E27FC236}">
                <a16:creationId xmlns:a16="http://schemas.microsoft.com/office/drawing/2014/main" id="{C8DF8073-7CBE-78F8-385D-33EC70507F81}"/>
              </a:ext>
            </a:extLst>
          </p:cNvPr>
          <p:cNvSpPr/>
          <p:nvPr userDrawn="1"/>
        </p:nvSpPr>
        <p:spPr>
          <a:xfrm>
            <a:off x="16388899" y="5155107"/>
            <a:ext cx="4924799" cy="4320000"/>
          </a:xfrm>
          <a:prstGeom prst="roundRect">
            <a:avLst>
              <a:gd name="adj" fmla="val 7112"/>
            </a:avLst>
          </a:prstGeom>
          <a:solidFill>
            <a:schemeClr val="bg1">
              <a:lumMod val="95000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Open Sans Light" pitchFamily="2" charset="0"/>
              <a:ea typeface="Open Sans Light" pitchFamily="2" charset="0"/>
              <a:cs typeface="Open Sans Light" pitchFamily="2" charset="0"/>
              <a:sym typeface="Helvetica Neue Medium"/>
            </a:endParaRPr>
          </a:p>
        </p:txBody>
      </p:sp>
      <p:sp>
        <p:nvSpPr>
          <p:cNvPr id="23" name="Text Placeholder 5">
            <a:extLst>
              <a:ext uri="{FF2B5EF4-FFF2-40B4-BE49-F238E27FC236}">
                <a16:creationId xmlns:a16="http://schemas.microsoft.com/office/drawing/2014/main" id="{5D06E93C-E9EF-DAD7-BDE3-8DDAB05CDF90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9719708" y="5701845"/>
            <a:ext cx="3895763" cy="3300760"/>
          </a:xfrm>
        </p:spPr>
        <p:txBody>
          <a:bodyPr>
            <a:noAutofit/>
          </a:bodyPr>
          <a:lstStyle>
            <a:lvl1pPr marL="0" indent="0">
              <a:buNone/>
              <a:defRPr kumimoji="0" lang="en-US" sz="3200" b="0" i="0" u="none" strike="noStrike" cap="none" spc="0" normalizeH="0" baseline="0">
                <a:ln>
                  <a:noFill/>
                </a:ln>
                <a:solidFill>
                  <a:schemeClr val="accent1">
                    <a:lumMod val="50000"/>
                  </a:schemeClr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6096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2192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18288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4384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5">
            <a:extLst>
              <a:ext uri="{FF2B5EF4-FFF2-40B4-BE49-F238E27FC236}">
                <a16:creationId xmlns:a16="http://schemas.microsoft.com/office/drawing/2014/main" id="{AB64C3FA-E7EC-73CE-DEC9-E0D1DACCC92F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16882946" y="5701845"/>
            <a:ext cx="3895763" cy="3300760"/>
          </a:xfrm>
        </p:spPr>
        <p:txBody>
          <a:bodyPr>
            <a:noAutofit/>
          </a:bodyPr>
          <a:lstStyle>
            <a:lvl1pPr marL="0" indent="0">
              <a:buNone/>
              <a:defRPr kumimoji="0" lang="en-US" sz="3200" b="0" i="0" u="none" strike="noStrike" cap="none" spc="0" normalizeH="0" baseline="0">
                <a:ln>
                  <a:noFill/>
                </a:ln>
                <a:solidFill>
                  <a:schemeClr val="accent1">
                    <a:lumMod val="50000"/>
                  </a:schemeClr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6096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2192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18288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4384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1" name="Text Placeholder 5">
            <a:extLst>
              <a:ext uri="{FF2B5EF4-FFF2-40B4-BE49-F238E27FC236}">
                <a16:creationId xmlns:a16="http://schemas.microsoft.com/office/drawing/2014/main" id="{1B745795-7EE3-42BF-EDBE-49D4FAD835F5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2349891" y="10445295"/>
            <a:ext cx="19038148" cy="1701954"/>
          </a:xfrm>
        </p:spPr>
        <p:txBody>
          <a:bodyPr>
            <a:noAutofit/>
          </a:bodyPr>
          <a:lstStyle>
            <a:lvl1pPr marL="0" indent="0">
              <a:buNone/>
              <a:defRPr kumimoji="0" lang="en-US" sz="2800" b="0" i="0" u="none" strike="noStrike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6096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2192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18288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4384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3" name="Right Arrow 32">
            <a:extLst>
              <a:ext uri="{FF2B5EF4-FFF2-40B4-BE49-F238E27FC236}">
                <a16:creationId xmlns:a16="http://schemas.microsoft.com/office/drawing/2014/main" id="{0AE76436-839B-BF36-E19E-893653562EA3}"/>
              </a:ext>
            </a:extLst>
          </p:cNvPr>
          <p:cNvSpPr/>
          <p:nvPr userDrawn="1"/>
        </p:nvSpPr>
        <p:spPr>
          <a:xfrm>
            <a:off x="14509098" y="6690612"/>
            <a:ext cx="1573640" cy="1182013"/>
          </a:xfrm>
          <a:prstGeom prst="rightArrow">
            <a:avLst/>
          </a:prstGeom>
          <a:solidFill>
            <a:schemeClr val="accent1">
              <a:lumMod val="50000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Open Sans Light" pitchFamily="2" charset="0"/>
              <a:ea typeface="Open Sans Light" pitchFamily="2" charset="0"/>
              <a:cs typeface="Open Sans Light" pitchFamily="2" charset="0"/>
              <a:sym typeface="Helvetica Neue Medium"/>
            </a:endParaRP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DCFF0438-821D-3C18-6D61-1BD73A4DC167}"/>
              </a:ext>
            </a:extLst>
          </p:cNvPr>
          <p:cNvSpPr/>
          <p:nvPr userDrawn="1"/>
        </p:nvSpPr>
        <p:spPr>
          <a:xfrm>
            <a:off x="4241849" y="4015089"/>
            <a:ext cx="775855" cy="836732"/>
          </a:xfrm>
          <a:prstGeom prst="ellipse">
            <a:avLst/>
          </a:prstGeom>
          <a:solidFill>
            <a:schemeClr val="bg1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3200" b="0" i="0" u="none" strike="noStrike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Open Sans Light" pitchFamily="2" charset="0"/>
                <a:ea typeface="Open Sans Light" pitchFamily="2" charset="0"/>
                <a:cs typeface="Open Sans Light" pitchFamily="2" charset="0"/>
                <a:sym typeface="Helvetica Neue Medium"/>
              </a:rPr>
              <a:t>1</a:t>
            </a: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1BC35716-81E4-A54F-3272-89DAA37CF79D}"/>
              </a:ext>
            </a:extLst>
          </p:cNvPr>
          <p:cNvSpPr/>
          <p:nvPr userDrawn="1"/>
        </p:nvSpPr>
        <p:spPr>
          <a:xfrm>
            <a:off x="11279661" y="4015089"/>
            <a:ext cx="775855" cy="836732"/>
          </a:xfrm>
          <a:prstGeom prst="ellipse">
            <a:avLst/>
          </a:prstGeom>
          <a:solidFill>
            <a:schemeClr val="bg1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3200" b="0" i="0" u="none" strike="noStrike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Open Sans Light" pitchFamily="2" charset="0"/>
                <a:ea typeface="Open Sans Light" pitchFamily="2" charset="0"/>
                <a:cs typeface="Open Sans Light" pitchFamily="2" charset="0"/>
                <a:sym typeface="Helvetica Neue Medium"/>
              </a:rPr>
              <a:t>2</a:t>
            </a:r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6D587B62-738C-1BE8-E775-FC6EC9D2556E}"/>
              </a:ext>
            </a:extLst>
          </p:cNvPr>
          <p:cNvSpPr/>
          <p:nvPr userDrawn="1"/>
        </p:nvSpPr>
        <p:spPr>
          <a:xfrm>
            <a:off x="18463370" y="4015089"/>
            <a:ext cx="775855" cy="836732"/>
          </a:xfrm>
          <a:prstGeom prst="ellipse">
            <a:avLst/>
          </a:prstGeom>
          <a:solidFill>
            <a:schemeClr val="bg1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3200" b="0" i="0" u="none" strike="noStrike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Open Sans Light" pitchFamily="2" charset="0"/>
                <a:ea typeface="Open Sans Light" pitchFamily="2" charset="0"/>
                <a:cs typeface="Open Sans Light" pitchFamily="2" charset="0"/>
                <a:sym typeface="Helvetica Neue Medium"/>
              </a:rPr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1809284995"/>
      </p:ext>
    </p:extLst>
  </p:cSld>
  <p:clrMapOvr>
    <a:masterClrMapping/>
  </p:clrMapOvr>
  <p:transition spd="med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typ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">
            <a:extLst>
              <a:ext uri="{FF2B5EF4-FFF2-40B4-BE49-F238E27FC236}">
                <a16:creationId xmlns:a16="http://schemas.microsoft.com/office/drawing/2014/main" id="{95F33489-AE64-A520-339D-37FA55DCDDCD}"/>
              </a:ext>
            </a:extLst>
          </p:cNvPr>
          <p:cNvSpPr/>
          <p:nvPr userDrawn="1"/>
        </p:nvSpPr>
        <p:spPr>
          <a:xfrm>
            <a:off x="-13856" y="2360348"/>
            <a:ext cx="24397856" cy="11436178"/>
          </a:xfrm>
          <a:prstGeom prst="rect">
            <a:avLst/>
          </a:prstGeom>
          <a:gradFill>
            <a:gsLst>
              <a:gs pos="0">
                <a:srgbClr val="2B7EC4"/>
              </a:gs>
              <a:gs pos="100000">
                <a:srgbClr val="57BFE8"/>
              </a:gs>
            </a:gsLst>
          </a:gradFill>
          <a:ln w="12700">
            <a:miter lim="400000"/>
          </a:ln>
        </p:spPr>
        <p:txBody>
          <a:bodyPr lIns="71437" tIns="71437" rIns="71437" bIns="71437" anchor="ctr"/>
          <a:lstStyle/>
          <a:p>
            <a:pPr defTabSz="821531">
              <a:defRPr sz="30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dirty="0"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grpSp>
        <p:nvGrpSpPr>
          <p:cNvPr id="152" name="Group"/>
          <p:cNvGrpSpPr/>
          <p:nvPr/>
        </p:nvGrpSpPr>
        <p:grpSpPr>
          <a:xfrm>
            <a:off x="756659" y="-3867"/>
            <a:ext cx="2783909" cy="2014172"/>
            <a:chOff x="-2864397" y="0"/>
            <a:chExt cx="2783907" cy="2014171"/>
          </a:xfrm>
        </p:grpSpPr>
        <p:pic>
          <p:nvPicPr>
            <p:cNvPr id="149" name="Image" descr="Image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-2864398" y="-1"/>
              <a:ext cx="630382" cy="1359672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150" name="Image" descr="Image"/>
            <p:cNvPicPr>
              <a:picLocks noChangeAspect="1"/>
            </p:cNvPicPr>
            <p:nvPr/>
          </p:nvPicPr>
          <p:blipFill>
            <a:blip r:embed="rId3"/>
            <a:srcRect t="88153" r="78332"/>
            <a:stretch>
              <a:fillRect/>
            </a:stretch>
          </p:blipFill>
          <p:spPr>
            <a:xfrm>
              <a:off x="-2850027" y="1390294"/>
              <a:ext cx="601633" cy="623878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151" name="Image" descr="Image"/>
            <p:cNvPicPr>
              <a:picLocks noChangeAspect="1"/>
            </p:cNvPicPr>
            <p:nvPr/>
          </p:nvPicPr>
          <p:blipFill>
            <a:blip r:embed="rId3"/>
            <a:srcRect l="31837" t="7689" b="68044"/>
            <a:stretch>
              <a:fillRect/>
            </a:stretch>
          </p:blipFill>
          <p:spPr>
            <a:xfrm>
              <a:off x="-1973131" y="245246"/>
              <a:ext cx="1892642" cy="1277976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</p:grpSp>
      <p:sp>
        <p:nvSpPr>
          <p:cNvPr id="3" name="Title 2">
            <a:extLst>
              <a:ext uri="{FF2B5EF4-FFF2-40B4-BE49-F238E27FC236}">
                <a16:creationId xmlns:a16="http://schemas.microsoft.com/office/drawing/2014/main" id="{4C90E15E-9DC3-D24F-8189-931487225A4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167377" y="1871164"/>
            <a:ext cx="14715569" cy="511175"/>
          </a:xfrm>
        </p:spPr>
        <p:txBody>
          <a:bodyPr>
            <a:normAutofit/>
          </a:bodyPr>
          <a:lstStyle>
            <a:lvl1pPr>
              <a:defRPr kumimoji="0" lang="en-US" sz="3800" b="1" i="0" u="none" strike="noStrike" cap="all" spc="0" normalizeH="0" baseline="0">
                <a:ln>
                  <a:noFill/>
                </a:ln>
                <a:solidFill>
                  <a:srgbClr val="128CCD"/>
                </a:solidFill>
                <a:effectLst/>
                <a:uFill>
                  <a:solidFill>
                    <a:srgbClr val="143E56"/>
                  </a:solidFill>
                </a:uFill>
                <a:latin typeface="Open Sans ExtraBold" pitchFamily="2" charset="0"/>
                <a:ea typeface="Open Sans ExtraBold" pitchFamily="2" charset="0"/>
                <a:cs typeface="Open Sans ExtraBold" pitchFamily="2" charset="0"/>
                <a:sym typeface="Helvetica Neue"/>
              </a:defRPr>
            </a:lvl1pPr>
          </a:lstStyle>
          <a:p>
            <a:r>
              <a:rPr lang="en-US" dirty="0"/>
              <a:t>SLIDE TITLE</a:t>
            </a:r>
          </a:p>
        </p:txBody>
      </p:sp>
      <p:sp>
        <p:nvSpPr>
          <p:cNvPr id="13" name="Text Placeholder 4">
            <a:extLst>
              <a:ext uri="{FF2B5EF4-FFF2-40B4-BE49-F238E27FC236}">
                <a16:creationId xmlns:a16="http://schemas.microsoft.com/office/drawing/2014/main" id="{F9A081F0-DCC0-4F43-B885-A177263AC1B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167377" y="2419728"/>
            <a:ext cx="9768875" cy="803546"/>
          </a:xfrm>
        </p:spPr>
        <p:txBody>
          <a:bodyPr/>
          <a:lstStyle>
            <a:lvl1pPr marL="0" indent="0">
              <a:buNone/>
              <a:defRPr kumimoji="0" lang="en-US" sz="3200" b="1" i="0" u="none" strike="noStrike" cap="all" spc="0" normalizeH="0" baseline="0">
                <a:ln>
                  <a:noFill/>
                </a:ln>
                <a:solidFill>
                  <a:schemeClr val="bg1"/>
                </a:solidFill>
                <a:effectLst/>
                <a:uFill>
                  <a:solidFill>
                    <a:srgbClr val="143E56"/>
                  </a:solidFill>
                </a:uFill>
                <a:latin typeface="Open Sans ExtraBold" pitchFamily="2" charset="0"/>
                <a:ea typeface="Open Sans ExtraBold" pitchFamily="2" charset="0"/>
                <a:cs typeface="Open Sans ExtraBold" pitchFamily="2" charset="0"/>
                <a:sym typeface="Helvetica Neue"/>
              </a:defRPr>
            </a:lvl1pPr>
          </a:lstStyle>
          <a:p>
            <a:pPr lvl="0"/>
            <a:r>
              <a:rPr lang="en-US" dirty="0"/>
              <a:t>SUB TITLE</a:t>
            </a:r>
          </a:p>
        </p:txBody>
      </p:sp>
      <p:sp>
        <p:nvSpPr>
          <p:cNvPr id="27" name="Text Placeholder 5">
            <a:extLst>
              <a:ext uri="{FF2B5EF4-FFF2-40B4-BE49-F238E27FC236}">
                <a16:creationId xmlns:a16="http://schemas.microsoft.com/office/drawing/2014/main" id="{F4A212B9-DBD9-E746-BAFB-9234B89096E8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2167377" y="6556917"/>
            <a:ext cx="9768906" cy="5575610"/>
          </a:xfrm>
        </p:spPr>
        <p:txBody>
          <a:bodyPr>
            <a:noAutofit/>
          </a:bodyPr>
          <a:lstStyle>
            <a:lvl1pPr marL="0" indent="0">
              <a:buNone/>
              <a:defRPr kumimoji="0" lang="en-US" sz="26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6096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2192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18288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4384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4" name="Picture Placeholder 3">
            <a:extLst>
              <a:ext uri="{FF2B5EF4-FFF2-40B4-BE49-F238E27FC236}">
                <a16:creationId xmlns:a16="http://schemas.microsoft.com/office/drawing/2014/main" id="{199BEEEC-0D44-544B-A30D-8F854BF4A1E2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12339930" y="4210629"/>
            <a:ext cx="9099057" cy="7921898"/>
          </a:xfrm>
        </p:spPr>
        <p:txBody>
          <a:bodyPr/>
          <a:lstStyle>
            <a:lvl1pPr marL="0" indent="0">
              <a:buNone/>
              <a:defRPr b="0"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313C6146-DC72-7FB3-6375-B120A24C107F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2166938" y="4210049"/>
            <a:ext cx="9768874" cy="2039112"/>
          </a:xfrm>
        </p:spPr>
        <p:txBody>
          <a:bodyPr>
            <a:normAutofit/>
          </a:bodyPr>
          <a:lstStyle>
            <a:lvl1pPr marL="0" indent="0">
              <a:buNone/>
              <a:defRPr sz="4400">
                <a:solidFill>
                  <a:schemeClr val="bg1"/>
                </a:solidFill>
              </a:defRPr>
            </a:lvl1pPr>
            <a:lvl5pPr marL="2438400" indent="0" algn="l">
              <a:buFont typeface="Arial" panose="020B0604020202020204" pitchFamily="34" charset="0"/>
              <a:buNone/>
              <a:defRPr sz="44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add text</a:t>
            </a:r>
          </a:p>
        </p:txBody>
      </p:sp>
    </p:spTree>
    <p:extLst>
      <p:ext uri="{BB962C8B-B14F-4D97-AF65-F5344CB8AC3E}">
        <p14:creationId xmlns:p14="http://schemas.microsoft.com/office/powerpoint/2010/main" val="2085329813"/>
      </p:ext>
    </p:extLst>
  </p:cSld>
  <p:clrMapOvr>
    <a:masterClrMapping/>
  </p:clrMapOvr>
  <p:transition spd="med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ontent typ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">
            <a:extLst>
              <a:ext uri="{FF2B5EF4-FFF2-40B4-BE49-F238E27FC236}">
                <a16:creationId xmlns:a16="http://schemas.microsoft.com/office/drawing/2014/main" id="{28F252AD-5DE4-7070-6059-31CB6E8E15CC}"/>
              </a:ext>
            </a:extLst>
          </p:cNvPr>
          <p:cNvSpPr/>
          <p:nvPr userDrawn="1"/>
        </p:nvSpPr>
        <p:spPr>
          <a:xfrm>
            <a:off x="-13856" y="2360348"/>
            <a:ext cx="24397856" cy="11436178"/>
          </a:xfrm>
          <a:prstGeom prst="rect">
            <a:avLst/>
          </a:prstGeom>
          <a:gradFill>
            <a:gsLst>
              <a:gs pos="0">
                <a:srgbClr val="2B7EC4"/>
              </a:gs>
              <a:gs pos="100000">
                <a:srgbClr val="57BFE8"/>
              </a:gs>
            </a:gsLst>
          </a:gradFill>
          <a:ln w="12700">
            <a:miter lim="400000"/>
          </a:ln>
        </p:spPr>
        <p:txBody>
          <a:bodyPr lIns="71437" tIns="71437" rIns="71437" bIns="71437" anchor="ctr"/>
          <a:lstStyle/>
          <a:p>
            <a:pPr defTabSz="821531">
              <a:defRPr sz="30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dirty="0"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grpSp>
        <p:nvGrpSpPr>
          <p:cNvPr id="152" name="Group"/>
          <p:cNvGrpSpPr/>
          <p:nvPr/>
        </p:nvGrpSpPr>
        <p:grpSpPr>
          <a:xfrm>
            <a:off x="756659" y="-3867"/>
            <a:ext cx="2783909" cy="2014172"/>
            <a:chOff x="-2864397" y="0"/>
            <a:chExt cx="2783907" cy="2014171"/>
          </a:xfrm>
        </p:grpSpPr>
        <p:pic>
          <p:nvPicPr>
            <p:cNvPr id="149" name="Image" descr="Image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-2864398" y="-1"/>
              <a:ext cx="630382" cy="1359672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150" name="Image" descr="Image"/>
            <p:cNvPicPr>
              <a:picLocks noChangeAspect="1"/>
            </p:cNvPicPr>
            <p:nvPr/>
          </p:nvPicPr>
          <p:blipFill>
            <a:blip r:embed="rId3"/>
            <a:srcRect t="88153" r="78332"/>
            <a:stretch>
              <a:fillRect/>
            </a:stretch>
          </p:blipFill>
          <p:spPr>
            <a:xfrm>
              <a:off x="-2850027" y="1390294"/>
              <a:ext cx="601633" cy="623878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151" name="Image" descr="Image"/>
            <p:cNvPicPr>
              <a:picLocks noChangeAspect="1"/>
            </p:cNvPicPr>
            <p:nvPr/>
          </p:nvPicPr>
          <p:blipFill>
            <a:blip r:embed="rId3"/>
            <a:srcRect l="31837" t="7689" b="68044"/>
            <a:stretch>
              <a:fillRect/>
            </a:stretch>
          </p:blipFill>
          <p:spPr>
            <a:xfrm>
              <a:off x="-1973131" y="245246"/>
              <a:ext cx="1892642" cy="1277976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</p:grpSp>
      <p:sp>
        <p:nvSpPr>
          <p:cNvPr id="3" name="Title 2">
            <a:extLst>
              <a:ext uri="{FF2B5EF4-FFF2-40B4-BE49-F238E27FC236}">
                <a16:creationId xmlns:a16="http://schemas.microsoft.com/office/drawing/2014/main" id="{4C90E15E-9DC3-D24F-8189-931487225A4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167377" y="1871164"/>
            <a:ext cx="14715569" cy="511175"/>
          </a:xfrm>
        </p:spPr>
        <p:txBody>
          <a:bodyPr>
            <a:normAutofit/>
          </a:bodyPr>
          <a:lstStyle>
            <a:lvl1pPr>
              <a:defRPr kumimoji="0" lang="en-US" sz="3800" b="1" i="0" u="none" strike="noStrike" cap="all" spc="0" normalizeH="0" baseline="0">
                <a:ln>
                  <a:noFill/>
                </a:ln>
                <a:solidFill>
                  <a:srgbClr val="128CCD"/>
                </a:solidFill>
                <a:effectLst/>
                <a:uFill>
                  <a:solidFill>
                    <a:srgbClr val="143E56"/>
                  </a:solidFill>
                </a:uFill>
                <a:latin typeface="Open Sans ExtraBold" pitchFamily="2" charset="0"/>
                <a:ea typeface="Open Sans ExtraBold" pitchFamily="2" charset="0"/>
                <a:cs typeface="Open Sans ExtraBold" pitchFamily="2" charset="0"/>
                <a:sym typeface="Helvetica Neue"/>
              </a:defRPr>
            </a:lvl1pPr>
          </a:lstStyle>
          <a:p>
            <a:r>
              <a:rPr lang="en-US" dirty="0"/>
              <a:t>SLIDE TITLE</a:t>
            </a:r>
          </a:p>
        </p:txBody>
      </p:sp>
      <p:sp>
        <p:nvSpPr>
          <p:cNvPr id="13" name="Text Placeholder 4">
            <a:extLst>
              <a:ext uri="{FF2B5EF4-FFF2-40B4-BE49-F238E27FC236}">
                <a16:creationId xmlns:a16="http://schemas.microsoft.com/office/drawing/2014/main" id="{F9A081F0-DCC0-4F43-B885-A177263AC1B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167377" y="2419728"/>
            <a:ext cx="9768875" cy="803546"/>
          </a:xfrm>
        </p:spPr>
        <p:txBody>
          <a:bodyPr/>
          <a:lstStyle>
            <a:lvl1pPr marL="0" indent="0">
              <a:buNone/>
              <a:defRPr kumimoji="0" lang="en-US" sz="3200" b="1" i="0" u="none" strike="noStrike" cap="all" spc="0" normalizeH="0" baseline="0">
                <a:ln>
                  <a:noFill/>
                </a:ln>
                <a:solidFill>
                  <a:schemeClr val="bg1"/>
                </a:solidFill>
                <a:effectLst/>
                <a:uFill>
                  <a:solidFill>
                    <a:srgbClr val="143E56"/>
                  </a:solidFill>
                </a:uFill>
                <a:latin typeface="Open Sans ExtraBold" pitchFamily="2" charset="0"/>
                <a:ea typeface="Open Sans ExtraBold" pitchFamily="2" charset="0"/>
                <a:cs typeface="Open Sans ExtraBold" pitchFamily="2" charset="0"/>
                <a:sym typeface="Helvetica Neue"/>
              </a:defRPr>
            </a:lvl1pPr>
          </a:lstStyle>
          <a:p>
            <a:pPr lvl="0"/>
            <a:r>
              <a:rPr lang="en-US" dirty="0"/>
              <a:t>SUB TITLE</a:t>
            </a:r>
          </a:p>
        </p:txBody>
      </p:sp>
      <p:sp>
        <p:nvSpPr>
          <p:cNvPr id="4" name="Or 3">
            <a:extLst>
              <a:ext uri="{FF2B5EF4-FFF2-40B4-BE49-F238E27FC236}">
                <a16:creationId xmlns:a16="http://schemas.microsoft.com/office/drawing/2014/main" id="{E68A1B27-C10C-399D-6C52-E0B8F062FF6D}"/>
              </a:ext>
            </a:extLst>
          </p:cNvPr>
          <p:cNvSpPr/>
          <p:nvPr userDrawn="1"/>
        </p:nvSpPr>
        <p:spPr>
          <a:xfrm>
            <a:off x="7481303" y="3712458"/>
            <a:ext cx="9144000" cy="9144000"/>
          </a:xfrm>
          <a:prstGeom prst="flowChartOr">
            <a:avLst/>
          </a:prstGeom>
          <a:solidFill>
            <a:schemeClr val="bg1">
              <a:lumMod val="95000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 dirty="0">
              <a:ln>
                <a:noFill/>
              </a:ln>
              <a:solidFill>
                <a:srgbClr val="FFFFFF"/>
              </a:solidFill>
              <a:effectLst/>
              <a:uFillTx/>
              <a:latin typeface="Open Sans Light" pitchFamily="2" charset="0"/>
              <a:ea typeface="Open Sans Light" pitchFamily="2" charset="0"/>
              <a:cs typeface="Open Sans Light" pitchFamily="2" charset="0"/>
              <a:sym typeface="Helvetica Neue Medium"/>
            </a:endParaRP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9AE1FE12-D6E7-CC76-3FE4-BC8F0EC78DF0}"/>
              </a:ext>
            </a:extLst>
          </p:cNvPr>
          <p:cNvCxnSpPr>
            <a:cxnSpLocks/>
            <a:stCxn id="4" idx="0"/>
          </p:cNvCxnSpPr>
          <p:nvPr userDrawn="1"/>
        </p:nvCxnSpPr>
        <p:spPr>
          <a:xfrm>
            <a:off x="12053303" y="3712458"/>
            <a:ext cx="22098" cy="9144000"/>
          </a:xfrm>
          <a:prstGeom prst="line">
            <a:avLst/>
          </a:prstGeom>
          <a:noFill/>
          <a:ln w="76200" cap="flat">
            <a:solidFill>
              <a:srgbClr val="314F93"/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4945EE12-0322-D3C6-8589-1B9554503365}"/>
              </a:ext>
            </a:extLst>
          </p:cNvPr>
          <p:cNvCxnSpPr>
            <a:cxnSpLocks/>
            <a:endCxn id="4" idx="2"/>
          </p:cNvCxnSpPr>
          <p:nvPr userDrawn="1"/>
        </p:nvCxnSpPr>
        <p:spPr>
          <a:xfrm flipH="1">
            <a:off x="7481303" y="8284458"/>
            <a:ext cx="9144000" cy="0"/>
          </a:xfrm>
          <a:prstGeom prst="line">
            <a:avLst/>
          </a:prstGeom>
          <a:noFill/>
          <a:ln w="76200" cap="flat">
            <a:solidFill>
              <a:srgbClr val="314F93"/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9B267469-4390-8C92-5D06-4DA338A102E6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2166939" y="4018728"/>
            <a:ext cx="4683924" cy="3600000"/>
          </a:xfrm>
        </p:spPr>
        <p:txBody>
          <a:bodyPr>
            <a:normAutofit/>
          </a:bodyPr>
          <a:lstStyle>
            <a:lvl1pPr marL="0" indent="0">
              <a:buNone/>
              <a:defRPr sz="2800">
                <a:solidFill>
                  <a:schemeClr val="bg1"/>
                </a:solidFill>
              </a:defRPr>
            </a:lvl1pPr>
            <a:lvl5pPr marL="2438400" indent="0">
              <a:buNone/>
              <a:defRPr/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25" name="Text Placeholder 15">
            <a:extLst>
              <a:ext uri="{FF2B5EF4-FFF2-40B4-BE49-F238E27FC236}">
                <a16:creationId xmlns:a16="http://schemas.microsoft.com/office/drawing/2014/main" id="{FC4F9637-2BA1-E3F7-1599-2295EF076CCC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8056949" y="7294814"/>
            <a:ext cx="3795402" cy="751262"/>
          </a:xfrm>
        </p:spPr>
        <p:txBody>
          <a:bodyPr>
            <a:normAutofit/>
          </a:bodyPr>
          <a:lstStyle>
            <a:lvl1pPr marL="0" indent="0" algn="ctr">
              <a:buNone/>
              <a:defRPr sz="2800">
                <a:solidFill>
                  <a:srgbClr val="002060"/>
                </a:solidFill>
              </a:defRPr>
            </a:lvl1pPr>
            <a:lvl5pPr marL="2438400" indent="0">
              <a:buNone/>
              <a:defRPr/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26" name="Text Placeholder 15">
            <a:extLst>
              <a:ext uri="{FF2B5EF4-FFF2-40B4-BE49-F238E27FC236}">
                <a16:creationId xmlns:a16="http://schemas.microsoft.com/office/drawing/2014/main" id="{47270689-CD03-86EE-AD4E-701F61CD37A1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8056949" y="8617313"/>
            <a:ext cx="3795402" cy="751262"/>
          </a:xfrm>
        </p:spPr>
        <p:txBody>
          <a:bodyPr>
            <a:normAutofit/>
          </a:bodyPr>
          <a:lstStyle>
            <a:lvl1pPr marL="0" indent="0" algn="ctr">
              <a:buNone/>
              <a:defRPr sz="2800">
                <a:solidFill>
                  <a:srgbClr val="002060"/>
                </a:solidFill>
              </a:defRPr>
            </a:lvl1pPr>
            <a:lvl5pPr marL="2438400" indent="0">
              <a:buNone/>
              <a:defRPr/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28" name="Text Placeholder 15">
            <a:extLst>
              <a:ext uri="{FF2B5EF4-FFF2-40B4-BE49-F238E27FC236}">
                <a16:creationId xmlns:a16="http://schemas.microsoft.com/office/drawing/2014/main" id="{B5939A4B-8504-2C32-E90E-9DA4843EF0E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2365741" y="7298299"/>
            <a:ext cx="3795402" cy="751262"/>
          </a:xfrm>
        </p:spPr>
        <p:txBody>
          <a:bodyPr>
            <a:normAutofit/>
          </a:bodyPr>
          <a:lstStyle>
            <a:lvl1pPr marL="0" indent="0" algn="ctr">
              <a:buNone/>
              <a:defRPr sz="2800">
                <a:solidFill>
                  <a:srgbClr val="002060"/>
                </a:solidFill>
              </a:defRPr>
            </a:lvl1pPr>
            <a:lvl5pPr marL="2438400" indent="0">
              <a:buNone/>
              <a:defRPr/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29" name="Text Placeholder 15">
            <a:extLst>
              <a:ext uri="{FF2B5EF4-FFF2-40B4-BE49-F238E27FC236}">
                <a16:creationId xmlns:a16="http://schemas.microsoft.com/office/drawing/2014/main" id="{44D6C0A8-7DC7-6F84-E472-8E0CA423C51E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12427997" y="8595891"/>
            <a:ext cx="3795402" cy="751262"/>
          </a:xfrm>
        </p:spPr>
        <p:txBody>
          <a:bodyPr>
            <a:normAutofit/>
          </a:bodyPr>
          <a:lstStyle>
            <a:lvl1pPr marL="0" indent="0" algn="ctr">
              <a:buNone/>
              <a:defRPr sz="2800">
                <a:solidFill>
                  <a:srgbClr val="002060"/>
                </a:solidFill>
              </a:defRPr>
            </a:lvl1pPr>
            <a:lvl5pPr marL="2438400" indent="0">
              <a:buNone/>
              <a:defRPr/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30" name="Text Placeholder 15">
            <a:extLst>
              <a:ext uri="{FF2B5EF4-FFF2-40B4-BE49-F238E27FC236}">
                <a16:creationId xmlns:a16="http://schemas.microsoft.com/office/drawing/2014/main" id="{F6BCDD7A-9667-FF15-DEDB-20C0D431E0A3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166939" y="8938684"/>
            <a:ext cx="4683924" cy="3600000"/>
          </a:xfrm>
        </p:spPr>
        <p:txBody>
          <a:bodyPr>
            <a:normAutofit/>
          </a:bodyPr>
          <a:lstStyle>
            <a:lvl1pPr marL="0" indent="0">
              <a:buNone/>
              <a:defRPr sz="2800">
                <a:solidFill>
                  <a:schemeClr val="bg1"/>
                </a:solidFill>
              </a:defRPr>
            </a:lvl1pPr>
            <a:lvl5pPr marL="2438400" indent="0">
              <a:buNone/>
              <a:defRPr/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31" name="Text Placeholder 15">
            <a:extLst>
              <a:ext uri="{FF2B5EF4-FFF2-40B4-BE49-F238E27FC236}">
                <a16:creationId xmlns:a16="http://schemas.microsoft.com/office/drawing/2014/main" id="{6ADBE3FB-D313-E2BC-715C-D8600CF8BD21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17255744" y="4018728"/>
            <a:ext cx="4683924" cy="3600000"/>
          </a:xfrm>
        </p:spPr>
        <p:txBody>
          <a:bodyPr>
            <a:normAutofit/>
          </a:bodyPr>
          <a:lstStyle>
            <a:lvl1pPr marL="0" indent="0">
              <a:buNone/>
              <a:defRPr sz="2800">
                <a:solidFill>
                  <a:schemeClr val="bg1"/>
                </a:solidFill>
              </a:defRPr>
            </a:lvl1pPr>
            <a:lvl5pPr marL="2438400" indent="0">
              <a:buNone/>
              <a:defRPr/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32" name="Text Placeholder 15">
            <a:extLst>
              <a:ext uri="{FF2B5EF4-FFF2-40B4-BE49-F238E27FC236}">
                <a16:creationId xmlns:a16="http://schemas.microsoft.com/office/drawing/2014/main" id="{A79FD328-17AF-2BB2-5730-3D5CA0EE9704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17255744" y="8938684"/>
            <a:ext cx="4683924" cy="3600000"/>
          </a:xfrm>
        </p:spPr>
        <p:txBody>
          <a:bodyPr>
            <a:normAutofit/>
          </a:bodyPr>
          <a:lstStyle>
            <a:lvl1pPr marL="0" indent="0">
              <a:buNone/>
              <a:defRPr sz="2800">
                <a:solidFill>
                  <a:schemeClr val="bg1"/>
                </a:solidFill>
              </a:defRPr>
            </a:lvl1pPr>
            <a:lvl5pPr marL="2438400" indent="0">
              <a:buNone/>
              <a:defRPr/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pic>
        <p:nvPicPr>
          <p:cNvPr id="20" name="Graphic 19" descr="Artificial Intelligence with solid fill">
            <a:extLst>
              <a:ext uri="{FF2B5EF4-FFF2-40B4-BE49-F238E27FC236}">
                <a16:creationId xmlns:a16="http://schemas.microsoft.com/office/drawing/2014/main" id="{717E632E-7C2D-8BE2-BA0D-FBA56ED592A2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9328162" y="4999921"/>
            <a:ext cx="1936946" cy="1936946"/>
          </a:xfrm>
          <a:prstGeom prst="rect">
            <a:avLst/>
          </a:prstGeom>
        </p:spPr>
      </p:pic>
      <p:pic>
        <p:nvPicPr>
          <p:cNvPr id="22" name="Graphic 21" descr="Atom with solid fill">
            <a:extLst>
              <a:ext uri="{FF2B5EF4-FFF2-40B4-BE49-F238E27FC236}">
                <a16:creationId xmlns:a16="http://schemas.microsoft.com/office/drawing/2014/main" id="{CCE4C43E-15B3-15EB-CF11-EB3378A3CEF1}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2837038" y="4968699"/>
            <a:ext cx="1958731" cy="1958731"/>
          </a:xfrm>
          <a:prstGeom prst="rect">
            <a:avLst/>
          </a:prstGeom>
        </p:spPr>
      </p:pic>
      <p:pic>
        <p:nvPicPr>
          <p:cNvPr id="24" name="Graphic 23" descr="Bar chart with solid fill">
            <a:extLst>
              <a:ext uri="{FF2B5EF4-FFF2-40B4-BE49-F238E27FC236}">
                <a16:creationId xmlns:a16="http://schemas.microsoft.com/office/drawing/2014/main" id="{0445AAA4-0C9A-80AB-86CE-F91A16FFC29C}"/>
              </a:ext>
            </a:extLst>
          </p:cNvPr>
          <p:cNvPicPr>
            <a:picLocks noChangeAspect="1"/>
          </p:cNvPicPr>
          <p:nvPr userDrawn="1"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9504135" y="9715514"/>
            <a:ext cx="1696410" cy="1696410"/>
          </a:xfrm>
          <a:prstGeom prst="rect">
            <a:avLst/>
          </a:prstGeom>
        </p:spPr>
      </p:pic>
      <p:pic>
        <p:nvPicPr>
          <p:cNvPr id="35" name="Graphic 34" descr="Blockchain with solid fill">
            <a:extLst>
              <a:ext uri="{FF2B5EF4-FFF2-40B4-BE49-F238E27FC236}">
                <a16:creationId xmlns:a16="http://schemas.microsoft.com/office/drawing/2014/main" id="{CB7D00AA-1C33-1508-6057-E10BDF964F0D}"/>
              </a:ext>
            </a:extLst>
          </p:cNvPr>
          <p:cNvPicPr>
            <a:picLocks noChangeAspect="1"/>
          </p:cNvPicPr>
          <p:nvPr userDrawn="1"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12837038" y="9711819"/>
            <a:ext cx="1700105" cy="17001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70102926"/>
      </p:ext>
    </p:extLst>
  </p:cSld>
  <p:clrMapOvr>
    <a:masterClrMapping/>
  </p:clrMapOvr>
  <p:transition spd="med"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Content typ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">
            <a:extLst>
              <a:ext uri="{FF2B5EF4-FFF2-40B4-BE49-F238E27FC236}">
                <a16:creationId xmlns:a16="http://schemas.microsoft.com/office/drawing/2014/main" id="{F55631E8-C878-10B3-37B6-B446CE8244F9}"/>
              </a:ext>
            </a:extLst>
          </p:cNvPr>
          <p:cNvSpPr/>
          <p:nvPr userDrawn="1"/>
        </p:nvSpPr>
        <p:spPr>
          <a:xfrm>
            <a:off x="-13856" y="2360348"/>
            <a:ext cx="24397856" cy="11436178"/>
          </a:xfrm>
          <a:prstGeom prst="rect">
            <a:avLst/>
          </a:prstGeom>
          <a:gradFill>
            <a:gsLst>
              <a:gs pos="0">
                <a:srgbClr val="2B7EC4"/>
              </a:gs>
              <a:gs pos="100000">
                <a:srgbClr val="57BFE8"/>
              </a:gs>
            </a:gsLst>
          </a:gradFill>
          <a:ln w="12700">
            <a:miter lim="400000"/>
          </a:ln>
        </p:spPr>
        <p:txBody>
          <a:bodyPr lIns="71437" tIns="71437" rIns="71437" bIns="71437" anchor="ctr"/>
          <a:lstStyle/>
          <a:p>
            <a:pPr defTabSz="821531">
              <a:defRPr sz="30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b="0" i="0" dirty="0">
              <a:latin typeface="OCRB" panose="020F0502020204030204" pitchFamily="34" charset="0"/>
              <a:ea typeface="Open Sans Light" pitchFamily="2" charset="0"/>
              <a:cs typeface="OCRB" panose="020F0502020204030204" pitchFamily="34" charset="0"/>
            </a:endParaRPr>
          </a:p>
        </p:txBody>
      </p:sp>
      <p:grpSp>
        <p:nvGrpSpPr>
          <p:cNvPr id="152" name="Group"/>
          <p:cNvGrpSpPr/>
          <p:nvPr/>
        </p:nvGrpSpPr>
        <p:grpSpPr>
          <a:xfrm>
            <a:off x="756659" y="-3867"/>
            <a:ext cx="2783909" cy="2014172"/>
            <a:chOff x="-2864397" y="0"/>
            <a:chExt cx="2783907" cy="2014171"/>
          </a:xfrm>
        </p:grpSpPr>
        <p:pic>
          <p:nvPicPr>
            <p:cNvPr id="149" name="Image" descr="Image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-2864398" y="-1"/>
              <a:ext cx="630382" cy="1359672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150" name="Image" descr="Image"/>
            <p:cNvPicPr>
              <a:picLocks noChangeAspect="1"/>
            </p:cNvPicPr>
            <p:nvPr/>
          </p:nvPicPr>
          <p:blipFill>
            <a:blip r:embed="rId3"/>
            <a:srcRect t="88153" r="78332"/>
            <a:stretch>
              <a:fillRect/>
            </a:stretch>
          </p:blipFill>
          <p:spPr>
            <a:xfrm>
              <a:off x="-2850027" y="1390294"/>
              <a:ext cx="601633" cy="623878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151" name="Image" descr="Image"/>
            <p:cNvPicPr>
              <a:picLocks noChangeAspect="1"/>
            </p:cNvPicPr>
            <p:nvPr/>
          </p:nvPicPr>
          <p:blipFill>
            <a:blip r:embed="rId3"/>
            <a:srcRect l="31837" t="7689" b="68044"/>
            <a:stretch>
              <a:fillRect/>
            </a:stretch>
          </p:blipFill>
          <p:spPr>
            <a:xfrm>
              <a:off x="-1973131" y="245246"/>
              <a:ext cx="1892642" cy="1277976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</p:grpSp>
      <p:sp>
        <p:nvSpPr>
          <p:cNvPr id="3" name="Title 2">
            <a:extLst>
              <a:ext uri="{FF2B5EF4-FFF2-40B4-BE49-F238E27FC236}">
                <a16:creationId xmlns:a16="http://schemas.microsoft.com/office/drawing/2014/main" id="{4C90E15E-9DC3-D24F-8189-931487225A4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167377" y="1871164"/>
            <a:ext cx="14715569" cy="511175"/>
          </a:xfrm>
        </p:spPr>
        <p:txBody>
          <a:bodyPr>
            <a:normAutofit/>
          </a:bodyPr>
          <a:lstStyle>
            <a:lvl1pPr>
              <a:defRPr kumimoji="0" lang="en-US" sz="3800" b="1" i="0" u="none" strike="noStrike" cap="all" spc="0" normalizeH="0" baseline="0">
                <a:ln>
                  <a:noFill/>
                </a:ln>
                <a:solidFill>
                  <a:srgbClr val="128CCD"/>
                </a:solidFill>
                <a:effectLst/>
                <a:uFill>
                  <a:solidFill>
                    <a:srgbClr val="143E56"/>
                  </a:solidFill>
                </a:uFill>
                <a:latin typeface="Open Sans ExtraBold" pitchFamily="2" charset="0"/>
                <a:ea typeface="Open Sans ExtraBold" pitchFamily="2" charset="0"/>
                <a:cs typeface="Open Sans ExtraBold" pitchFamily="2" charset="0"/>
                <a:sym typeface="Helvetica Neue"/>
              </a:defRPr>
            </a:lvl1pPr>
          </a:lstStyle>
          <a:p>
            <a:r>
              <a:rPr lang="en-US" dirty="0"/>
              <a:t>SLIDE TITLE</a:t>
            </a:r>
          </a:p>
        </p:txBody>
      </p:sp>
      <p:sp>
        <p:nvSpPr>
          <p:cNvPr id="13" name="Text Placeholder 4">
            <a:extLst>
              <a:ext uri="{FF2B5EF4-FFF2-40B4-BE49-F238E27FC236}">
                <a16:creationId xmlns:a16="http://schemas.microsoft.com/office/drawing/2014/main" id="{F9A081F0-DCC0-4F43-B885-A177263AC1B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167377" y="2419728"/>
            <a:ext cx="9768875" cy="803546"/>
          </a:xfrm>
        </p:spPr>
        <p:txBody>
          <a:bodyPr/>
          <a:lstStyle>
            <a:lvl1pPr marL="0" indent="0">
              <a:buNone/>
              <a:defRPr kumimoji="0" lang="en-US" sz="3200" b="1" i="0" u="none" strike="noStrike" cap="all" spc="0" normalizeH="0" baseline="0">
                <a:ln>
                  <a:noFill/>
                </a:ln>
                <a:solidFill>
                  <a:schemeClr val="bg1"/>
                </a:solidFill>
                <a:effectLst/>
                <a:uFill>
                  <a:solidFill>
                    <a:srgbClr val="143E56"/>
                  </a:solidFill>
                </a:uFill>
                <a:latin typeface="Open Sans ExtraBold" pitchFamily="2" charset="0"/>
                <a:ea typeface="Open Sans ExtraBold" pitchFamily="2" charset="0"/>
                <a:cs typeface="Open Sans ExtraBold" pitchFamily="2" charset="0"/>
                <a:sym typeface="Helvetica Neue"/>
              </a:defRPr>
            </a:lvl1pPr>
          </a:lstStyle>
          <a:p>
            <a:pPr lvl="0"/>
            <a:r>
              <a:rPr lang="en-US" dirty="0"/>
              <a:t>SUB TITLE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9B267469-4390-8C92-5D06-4DA338A102E6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2166938" y="4349750"/>
            <a:ext cx="12097701" cy="3462458"/>
          </a:xfrm>
        </p:spPr>
        <p:txBody>
          <a:bodyPr>
            <a:normAutofit/>
          </a:bodyPr>
          <a:lstStyle>
            <a:lvl1pPr marL="0" indent="0">
              <a:buNone/>
              <a:defRPr sz="4000">
                <a:solidFill>
                  <a:schemeClr val="bg1"/>
                </a:solidFill>
              </a:defRPr>
            </a:lvl1pPr>
            <a:lvl5pPr marL="2438400" indent="0">
              <a:buNone/>
              <a:defRPr/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30" name="Text Placeholder 15">
            <a:extLst>
              <a:ext uri="{FF2B5EF4-FFF2-40B4-BE49-F238E27FC236}">
                <a16:creationId xmlns:a16="http://schemas.microsoft.com/office/drawing/2014/main" id="{F6BCDD7A-9667-FF15-DEDB-20C0D431E0A3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166938" y="8938684"/>
            <a:ext cx="19839621" cy="3676241"/>
          </a:xfrm>
        </p:spPr>
        <p:txBody>
          <a:bodyPr>
            <a:normAutofit/>
          </a:bodyPr>
          <a:lstStyle>
            <a:lvl1pPr marL="0" indent="0">
              <a:buNone/>
              <a:defRPr sz="3600">
                <a:solidFill>
                  <a:schemeClr val="bg1"/>
                </a:solidFill>
              </a:defRPr>
            </a:lvl1pPr>
            <a:lvl5pPr marL="2438400" indent="0">
              <a:buNone/>
              <a:defRPr/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pic>
        <p:nvPicPr>
          <p:cNvPr id="5" name="Graphic 4" descr="Checklist with solid fill">
            <a:extLst>
              <a:ext uri="{FF2B5EF4-FFF2-40B4-BE49-F238E27FC236}">
                <a16:creationId xmlns:a16="http://schemas.microsoft.com/office/drawing/2014/main" id="{EEEA3E7D-43D1-BB41-8C28-FEDBD7273D07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5240000" y="4320116"/>
            <a:ext cx="3535680" cy="35356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27040866"/>
      </p:ext>
    </p:extLst>
  </p:cSld>
  <p:clrMapOvr>
    <a:masterClrMapping/>
  </p:clrMapOvr>
  <p:transition spd="med"/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ontent typ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">
            <a:extLst>
              <a:ext uri="{FF2B5EF4-FFF2-40B4-BE49-F238E27FC236}">
                <a16:creationId xmlns:a16="http://schemas.microsoft.com/office/drawing/2014/main" id="{57D6C136-B186-B244-9E34-B1B3CC503956}"/>
              </a:ext>
            </a:extLst>
          </p:cNvPr>
          <p:cNvSpPr/>
          <p:nvPr userDrawn="1"/>
        </p:nvSpPr>
        <p:spPr>
          <a:xfrm>
            <a:off x="0" y="2360348"/>
            <a:ext cx="24384000" cy="11436178"/>
          </a:xfrm>
          <a:prstGeom prst="rect">
            <a:avLst/>
          </a:prstGeom>
          <a:gradFill>
            <a:gsLst>
              <a:gs pos="0">
                <a:srgbClr val="F15A24"/>
              </a:gs>
              <a:gs pos="100000">
                <a:srgbClr val="F8A036"/>
              </a:gs>
            </a:gsLst>
          </a:gradFill>
          <a:ln w="12700">
            <a:miter lim="400000"/>
          </a:ln>
        </p:spPr>
        <p:txBody>
          <a:bodyPr lIns="71437" tIns="71437" rIns="71437" bIns="71437" anchor="ctr"/>
          <a:lstStyle/>
          <a:p>
            <a:pPr defTabSz="821531">
              <a:defRPr sz="30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dirty="0"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grpSp>
        <p:nvGrpSpPr>
          <p:cNvPr id="152" name="Group"/>
          <p:cNvGrpSpPr/>
          <p:nvPr/>
        </p:nvGrpSpPr>
        <p:grpSpPr>
          <a:xfrm>
            <a:off x="756659" y="-3867"/>
            <a:ext cx="2783909" cy="2014172"/>
            <a:chOff x="-2864397" y="0"/>
            <a:chExt cx="2783907" cy="2014171"/>
          </a:xfrm>
        </p:grpSpPr>
        <p:pic>
          <p:nvPicPr>
            <p:cNvPr id="149" name="Image" descr="Image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-2864398" y="-1"/>
              <a:ext cx="630382" cy="1359672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150" name="Image" descr="Image"/>
            <p:cNvPicPr>
              <a:picLocks noChangeAspect="1"/>
            </p:cNvPicPr>
            <p:nvPr/>
          </p:nvPicPr>
          <p:blipFill>
            <a:blip r:embed="rId3"/>
            <a:srcRect t="88153" r="78332"/>
            <a:stretch>
              <a:fillRect/>
            </a:stretch>
          </p:blipFill>
          <p:spPr>
            <a:xfrm>
              <a:off x="-2850027" y="1390294"/>
              <a:ext cx="601633" cy="623878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151" name="Image" descr="Image"/>
            <p:cNvPicPr>
              <a:picLocks noChangeAspect="1"/>
            </p:cNvPicPr>
            <p:nvPr/>
          </p:nvPicPr>
          <p:blipFill>
            <a:blip r:embed="rId3"/>
            <a:srcRect l="31837" t="7689" b="68044"/>
            <a:stretch>
              <a:fillRect/>
            </a:stretch>
          </p:blipFill>
          <p:spPr>
            <a:xfrm>
              <a:off x="-1973131" y="245246"/>
              <a:ext cx="1892642" cy="1277976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</p:grpSp>
      <p:sp>
        <p:nvSpPr>
          <p:cNvPr id="3" name="Title 2">
            <a:extLst>
              <a:ext uri="{FF2B5EF4-FFF2-40B4-BE49-F238E27FC236}">
                <a16:creationId xmlns:a16="http://schemas.microsoft.com/office/drawing/2014/main" id="{4C90E15E-9DC3-D24F-8189-931487225A4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167377" y="1871164"/>
            <a:ext cx="14715569" cy="511175"/>
          </a:xfrm>
        </p:spPr>
        <p:txBody>
          <a:bodyPr>
            <a:normAutofit/>
          </a:bodyPr>
          <a:lstStyle>
            <a:lvl1pPr>
              <a:defRPr kumimoji="0" lang="en-US" sz="3800" b="1" i="0" u="none" strike="noStrike" cap="all" spc="0" normalizeH="0" baseline="0">
                <a:ln>
                  <a:noFill/>
                </a:ln>
                <a:solidFill>
                  <a:srgbClr val="128CCD"/>
                </a:solidFill>
                <a:effectLst/>
                <a:uFill>
                  <a:solidFill>
                    <a:srgbClr val="143E56"/>
                  </a:solidFill>
                </a:uFill>
                <a:latin typeface="Open Sans ExtraBold" pitchFamily="2" charset="0"/>
                <a:ea typeface="Open Sans ExtraBold" pitchFamily="2" charset="0"/>
                <a:cs typeface="Open Sans ExtraBold" pitchFamily="2" charset="0"/>
                <a:sym typeface="Helvetica Neue"/>
              </a:defRPr>
            </a:lvl1pPr>
          </a:lstStyle>
          <a:p>
            <a:r>
              <a:rPr lang="en-US" dirty="0"/>
              <a:t>SLIDE TITLE</a:t>
            </a:r>
          </a:p>
        </p:txBody>
      </p:sp>
      <p:sp>
        <p:nvSpPr>
          <p:cNvPr id="13" name="Text Placeholder 4">
            <a:extLst>
              <a:ext uri="{FF2B5EF4-FFF2-40B4-BE49-F238E27FC236}">
                <a16:creationId xmlns:a16="http://schemas.microsoft.com/office/drawing/2014/main" id="{F9A081F0-DCC0-4F43-B885-A177263AC1B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167377" y="2419728"/>
            <a:ext cx="9768875" cy="803546"/>
          </a:xfrm>
        </p:spPr>
        <p:txBody>
          <a:bodyPr/>
          <a:lstStyle>
            <a:lvl1pPr marL="0" indent="0">
              <a:buNone/>
              <a:defRPr kumimoji="0" lang="en-US" sz="3200" b="1" i="0" u="none" strike="noStrike" cap="all" spc="0" normalizeH="0" baseline="0">
                <a:ln>
                  <a:noFill/>
                </a:ln>
                <a:solidFill>
                  <a:schemeClr val="bg1"/>
                </a:solidFill>
                <a:effectLst/>
                <a:uFill>
                  <a:solidFill>
                    <a:srgbClr val="143E56"/>
                  </a:solidFill>
                </a:uFill>
                <a:latin typeface="Open Sans ExtraBold" pitchFamily="2" charset="0"/>
                <a:ea typeface="Open Sans ExtraBold" pitchFamily="2" charset="0"/>
                <a:cs typeface="Open Sans ExtraBold" pitchFamily="2" charset="0"/>
                <a:sym typeface="Helvetica Neue"/>
              </a:defRPr>
            </a:lvl1pPr>
          </a:lstStyle>
          <a:p>
            <a:pPr lvl="0"/>
            <a:r>
              <a:rPr lang="en-US" dirty="0"/>
              <a:t>SUB TITLE</a:t>
            </a:r>
          </a:p>
        </p:txBody>
      </p:sp>
      <p:sp>
        <p:nvSpPr>
          <p:cNvPr id="25" name="Text Placeholder 5">
            <a:extLst>
              <a:ext uri="{FF2B5EF4-FFF2-40B4-BE49-F238E27FC236}">
                <a16:creationId xmlns:a16="http://schemas.microsoft.com/office/drawing/2014/main" id="{0C2D7F5C-BD73-5445-9E3A-82A31E22F625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3176751" y="10942822"/>
            <a:ext cx="8523218" cy="1444847"/>
          </a:xfrm>
        </p:spPr>
        <p:txBody>
          <a:bodyPr>
            <a:noAutofit/>
          </a:bodyPr>
          <a:lstStyle>
            <a:lvl1pPr marL="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6096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2192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18288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4384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Text Placeholder 5">
            <a:extLst>
              <a:ext uri="{FF2B5EF4-FFF2-40B4-BE49-F238E27FC236}">
                <a16:creationId xmlns:a16="http://schemas.microsoft.com/office/drawing/2014/main" id="{25FCA52D-C087-3347-A5F3-54D623B2115B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12684029" y="10972442"/>
            <a:ext cx="8523218" cy="1444848"/>
          </a:xfrm>
        </p:spPr>
        <p:txBody>
          <a:bodyPr>
            <a:noAutofit/>
          </a:bodyPr>
          <a:lstStyle>
            <a:lvl1pPr marL="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6096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2192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18288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4384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3" name="Picture Placeholder 3">
            <a:extLst>
              <a:ext uri="{FF2B5EF4-FFF2-40B4-BE49-F238E27FC236}">
                <a16:creationId xmlns:a16="http://schemas.microsoft.com/office/drawing/2014/main" id="{3520A367-5826-4047-8F6E-214336795336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3176751" y="4582010"/>
            <a:ext cx="8523218" cy="5555977"/>
          </a:xfrm>
        </p:spPr>
        <p:txBody>
          <a:bodyPr/>
          <a:lstStyle>
            <a:lvl1pPr marL="0" indent="0"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34" name="Picture Placeholder 3">
            <a:extLst>
              <a:ext uri="{FF2B5EF4-FFF2-40B4-BE49-F238E27FC236}">
                <a16:creationId xmlns:a16="http://schemas.microsoft.com/office/drawing/2014/main" id="{09A473F0-3B7E-704A-AA89-F4277FCB9971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12684029" y="4582010"/>
            <a:ext cx="8523218" cy="5577461"/>
          </a:xfrm>
        </p:spPr>
        <p:txBody>
          <a:bodyPr/>
          <a:lstStyle>
            <a:lvl1pPr marL="0" indent="0"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79245570"/>
      </p:ext>
    </p:extLst>
  </p:cSld>
  <p:clrMapOvr>
    <a:masterClrMapping/>
  </p:clrMapOvr>
  <p:transition spd="med"/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hart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">
            <a:extLst>
              <a:ext uri="{FF2B5EF4-FFF2-40B4-BE49-F238E27FC236}">
                <a16:creationId xmlns:a16="http://schemas.microsoft.com/office/drawing/2014/main" id="{450F1BD6-0F15-C34E-9F74-50970B5378D2}"/>
              </a:ext>
            </a:extLst>
          </p:cNvPr>
          <p:cNvSpPr/>
          <p:nvPr userDrawn="1"/>
        </p:nvSpPr>
        <p:spPr>
          <a:xfrm>
            <a:off x="0" y="2360348"/>
            <a:ext cx="24384000" cy="11436178"/>
          </a:xfrm>
          <a:prstGeom prst="rect">
            <a:avLst/>
          </a:prstGeom>
          <a:gradFill>
            <a:gsLst>
              <a:gs pos="0">
                <a:srgbClr val="F15A24"/>
              </a:gs>
              <a:gs pos="100000">
                <a:srgbClr val="F8A036"/>
              </a:gs>
            </a:gsLst>
          </a:gradFill>
          <a:ln w="12700">
            <a:miter lim="400000"/>
          </a:ln>
        </p:spPr>
        <p:txBody>
          <a:bodyPr lIns="71437" tIns="71437" rIns="71437" bIns="71437" anchor="ctr"/>
          <a:lstStyle/>
          <a:p>
            <a:pPr defTabSz="821531">
              <a:defRPr sz="30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dirty="0"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grpSp>
        <p:nvGrpSpPr>
          <p:cNvPr id="152" name="Group"/>
          <p:cNvGrpSpPr/>
          <p:nvPr/>
        </p:nvGrpSpPr>
        <p:grpSpPr>
          <a:xfrm>
            <a:off x="756659" y="-3867"/>
            <a:ext cx="2783909" cy="2014172"/>
            <a:chOff x="-2864397" y="0"/>
            <a:chExt cx="2783907" cy="2014171"/>
          </a:xfrm>
        </p:grpSpPr>
        <p:pic>
          <p:nvPicPr>
            <p:cNvPr id="149" name="Image" descr="Image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-2864398" y="-1"/>
              <a:ext cx="630382" cy="1359672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150" name="Image" descr="Image"/>
            <p:cNvPicPr>
              <a:picLocks noChangeAspect="1"/>
            </p:cNvPicPr>
            <p:nvPr/>
          </p:nvPicPr>
          <p:blipFill>
            <a:blip r:embed="rId3"/>
            <a:srcRect t="88153" r="78332"/>
            <a:stretch>
              <a:fillRect/>
            </a:stretch>
          </p:blipFill>
          <p:spPr>
            <a:xfrm>
              <a:off x="-2850027" y="1390294"/>
              <a:ext cx="601633" cy="623878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151" name="Image" descr="Image"/>
            <p:cNvPicPr>
              <a:picLocks noChangeAspect="1"/>
            </p:cNvPicPr>
            <p:nvPr/>
          </p:nvPicPr>
          <p:blipFill>
            <a:blip r:embed="rId3"/>
            <a:srcRect l="31837" t="7689" b="68044"/>
            <a:stretch>
              <a:fillRect/>
            </a:stretch>
          </p:blipFill>
          <p:spPr>
            <a:xfrm>
              <a:off x="-1973131" y="245246"/>
              <a:ext cx="1892642" cy="1277976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</p:grpSp>
      <p:sp>
        <p:nvSpPr>
          <p:cNvPr id="3" name="Title 2">
            <a:extLst>
              <a:ext uri="{FF2B5EF4-FFF2-40B4-BE49-F238E27FC236}">
                <a16:creationId xmlns:a16="http://schemas.microsoft.com/office/drawing/2014/main" id="{4C90E15E-9DC3-D24F-8189-931487225A4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167377" y="1871164"/>
            <a:ext cx="14715569" cy="511175"/>
          </a:xfrm>
        </p:spPr>
        <p:txBody>
          <a:bodyPr>
            <a:normAutofit/>
          </a:bodyPr>
          <a:lstStyle>
            <a:lvl1pPr>
              <a:defRPr kumimoji="0" lang="en-US" sz="3800" b="1" i="0" u="none" strike="noStrike" cap="all" spc="0" normalizeH="0" baseline="0">
                <a:ln>
                  <a:noFill/>
                </a:ln>
                <a:solidFill>
                  <a:srgbClr val="128CCD"/>
                </a:solidFill>
                <a:effectLst/>
                <a:uFill>
                  <a:solidFill>
                    <a:srgbClr val="143E56"/>
                  </a:solidFill>
                </a:uFill>
                <a:latin typeface="Open Sans ExtraBold" pitchFamily="2" charset="0"/>
                <a:ea typeface="Open Sans ExtraBold" pitchFamily="2" charset="0"/>
                <a:cs typeface="Open Sans ExtraBold" pitchFamily="2" charset="0"/>
                <a:sym typeface="Helvetica Neue"/>
              </a:defRPr>
            </a:lvl1pPr>
          </a:lstStyle>
          <a:p>
            <a:r>
              <a:rPr lang="en-US" dirty="0"/>
              <a:t>SLIDE TITLE</a:t>
            </a:r>
          </a:p>
        </p:txBody>
      </p:sp>
      <p:sp>
        <p:nvSpPr>
          <p:cNvPr id="13" name="Text Placeholder 4">
            <a:extLst>
              <a:ext uri="{FF2B5EF4-FFF2-40B4-BE49-F238E27FC236}">
                <a16:creationId xmlns:a16="http://schemas.microsoft.com/office/drawing/2014/main" id="{F9A081F0-DCC0-4F43-B885-A177263AC1B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167377" y="2419728"/>
            <a:ext cx="9768875" cy="803546"/>
          </a:xfrm>
        </p:spPr>
        <p:txBody>
          <a:bodyPr/>
          <a:lstStyle>
            <a:lvl1pPr marL="0" indent="0">
              <a:buNone/>
              <a:defRPr kumimoji="0" lang="en-US" sz="3200" b="1" i="0" u="none" strike="noStrike" cap="all" spc="0" normalizeH="0" baseline="0">
                <a:ln>
                  <a:noFill/>
                </a:ln>
                <a:solidFill>
                  <a:schemeClr val="bg1"/>
                </a:solidFill>
                <a:effectLst/>
                <a:uFill>
                  <a:solidFill>
                    <a:srgbClr val="143E56"/>
                  </a:solidFill>
                </a:uFill>
                <a:latin typeface="Open Sans ExtraBold" pitchFamily="2" charset="0"/>
                <a:ea typeface="Open Sans ExtraBold" pitchFamily="2" charset="0"/>
                <a:cs typeface="Open Sans ExtraBold" pitchFamily="2" charset="0"/>
                <a:sym typeface="Helvetica Neue"/>
              </a:defRPr>
            </a:lvl1pPr>
          </a:lstStyle>
          <a:p>
            <a:pPr lvl="0"/>
            <a:r>
              <a:rPr lang="en-US" dirty="0"/>
              <a:t>SUB TITLE</a:t>
            </a:r>
          </a:p>
        </p:txBody>
      </p:sp>
      <p:sp>
        <p:nvSpPr>
          <p:cNvPr id="4" name="Chart Placeholder 3">
            <a:extLst>
              <a:ext uri="{FF2B5EF4-FFF2-40B4-BE49-F238E27FC236}">
                <a16:creationId xmlns:a16="http://schemas.microsoft.com/office/drawing/2014/main" id="{64D80AC6-9CFD-09B5-1CEF-F695884CCD02}"/>
              </a:ext>
            </a:extLst>
          </p:cNvPr>
          <p:cNvSpPr>
            <a:spLocks noGrp="1"/>
          </p:cNvSpPr>
          <p:nvPr>
            <p:ph type="chart" sz="quarter" idx="11" hasCustomPrompt="1"/>
          </p:nvPr>
        </p:nvSpPr>
        <p:spPr>
          <a:xfrm>
            <a:off x="11460163" y="3962400"/>
            <a:ext cx="12118975" cy="9083675"/>
          </a:xfrm>
        </p:spPr>
        <p:txBody>
          <a:bodyPr>
            <a:normAutofit/>
          </a:bodyPr>
          <a:lstStyle>
            <a:lvl1pPr marL="0" indent="0">
              <a:buNone/>
              <a:defRPr sz="40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insert chart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DEA6CC15-DCB9-9ABD-A03B-8B586BD05B11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3902075" y="3962399"/>
            <a:ext cx="7010400" cy="4058049"/>
          </a:xfrm>
        </p:spPr>
        <p:txBody>
          <a:bodyPr>
            <a:normAutofit/>
          </a:bodyPr>
          <a:lstStyle>
            <a:lvl1pPr marL="0" indent="0">
              <a:buNone/>
              <a:defRPr sz="36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9" name="Graphic 8" descr="Blockchain with solid fill">
            <a:extLst>
              <a:ext uri="{FF2B5EF4-FFF2-40B4-BE49-F238E27FC236}">
                <a16:creationId xmlns:a16="http://schemas.microsoft.com/office/drawing/2014/main" id="{C6F9FEE2-3F55-6EBA-4F92-F43ABD638BA7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2137047" y="3962400"/>
            <a:ext cx="1403522" cy="1403522"/>
          </a:xfrm>
          <a:prstGeom prst="rect">
            <a:avLst/>
          </a:prstGeom>
        </p:spPr>
      </p:pic>
      <p:sp>
        <p:nvSpPr>
          <p:cNvPr id="20" name="Text Placeholder 5">
            <a:extLst>
              <a:ext uri="{FF2B5EF4-FFF2-40B4-BE49-F238E27FC236}">
                <a16:creationId xmlns:a16="http://schemas.microsoft.com/office/drawing/2014/main" id="{8597BD3B-4478-8A1D-BD26-1D9EFAA7FCF2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902075" y="8861383"/>
            <a:ext cx="7010400" cy="4058049"/>
          </a:xfrm>
        </p:spPr>
        <p:txBody>
          <a:bodyPr>
            <a:normAutofit/>
          </a:bodyPr>
          <a:lstStyle>
            <a:lvl1pPr marL="0" indent="0">
              <a:buNone/>
              <a:defRPr sz="36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11" name="Graphic 10" descr="Bullseye with solid fill">
            <a:extLst>
              <a:ext uri="{FF2B5EF4-FFF2-40B4-BE49-F238E27FC236}">
                <a16:creationId xmlns:a16="http://schemas.microsoft.com/office/drawing/2014/main" id="{D6B829BF-9E0D-0105-F75C-8DDD429EFC01}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2287110" y="8648744"/>
            <a:ext cx="1403521" cy="14035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11012248"/>
      </p:ext>
    </p:extLst>
  </p:cSld>
  <p:clrMapOvr>
    <a:masterClrMapping/>
  </p:clrMapOvr>
  <p:transition spd="med"/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Content typ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">
            <a:extLst>
              <a:ext uri="{FF2B5EF4-FFF2-40B4-BE49-F238E27FC236}">
                <a16:creationId xmlns:a16="http://schemas.microsoft.com/office/drawing/2014/main" id="{6D051288-6E3E-A95D-1377-4372C7DC1C4F}"/>
              </a:ext>
            </a:extLst>
          </p:cNvPr>
          <p:cNvSpPr/>
          <p:nvPr userDrawn="1"/>
        </p:nvSpPr>
        <p:spPr>
          <a:xfrm>
            <a:off x="0" y="2360348"/>
            <a:ext cx="24384000" cy="11436178"/>
          </a:xfrm>
          <a:prstGeom prst="rect">
            <a:avLst/>
          </a:prstGeom>
          <a:gradFill>
            <a:gsLst>
              <a:gs pos="0">
                <a:srgbClr val="F15A24"/>
              </a:gs>
              <a:gs pos="100000">
                <a:srgbClr val="F8A036"/>
              </a:gs>
            </a:gsLst>
          </a:gradFill>
          <a:ln w="12700">
            <a:miter lim="400000"/>
          </a:ln>
        </p:spPr>
        <p:txBody>
          <a:bodyPr lIns="71437" tIns="71437" rIns="71437" bIns="71437" anchor="ctr"/>
          <a:lstStyle/>
          <a:p>
            <a:pPr defTabSz="821531">
              <a:defRPr sz="30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dirty="0"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grpSp>
        <p:nvGrpSpPr>
          <p:cNvPr id="152" name="Group"/>
          <p:cNvGrpSpPr/>
          <p:nvPr/>
        </p:nvGrpSpPr>
        <p:grpSpPr>
          <a:xfrm>
            <a:off x="756659" y="-3867"/>
            <a:ext cx="2783909" cy="2014172"/>
            <a:chOff x="-2864397" y="0"/>
            <a:chExt cx="2783907" cy="2014171"/>
          </a:xfrm>
        </p:grpSpPr>
        <p:pic>
          <p:nvPicPr>
            <p:cNvPr id="149" name="Image" descr="Image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-2864398" y="-1"/>
              <a:ext cx="630382" cy="1359672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150" name="Image" descr="Image"/>
            <p:cNvPicPr>
              <a:picLocks noChangeAspect="1"/>
            </p:cNvPicPr>
            <p:nvPr/>
          </p:nvPicPr>
          <p:blipFill>
            <a:blip r:embed="rId3"/>
            <a:srcRect t="88153" r="78332"/>
            <a:stretch>
              <a:fillRect/>
            </a:stretch>
          </p:blipFill>
          <p:spPr>
            <a:xfrm>
              <a:off x="-2850027" y="1390294"/>
              <a:ext cx="601633" cy="623878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151" name="Image" descr="Image"/>
            <p:cNvPicPr>
              <a:picLocks noChangeAspect="1"/>
            </p:cNvPicPr>
            <p:nvPr/>
          </p:nvPicPr>
          <p:blipFill>
            <a:blip r:embed="rId3"/>
            <a:srcRect l="31837" t="7689" b="68044"/>
            <a:stretch>
              <a:fillRect/>
            </a:stretch>
          </p:blipFill>
          <p:spPr>
            <a:xfrm>
              <a:off x="-1973131" y="245246"/>
              <a:ext cx="1892642" cy="1277976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</p:grpSp>
      <p:pic>
        <p:nvPicPr>
          <p:cNvPr id="7" name="Image" descr="Image">
            <a:extLst>
              <a:ext uri="{FF2B5EF4-FFF2-40B4-BE49-F238E27FC236}">
                <a16:creationId xmlns:a16="http://schemas.microsoft.com/office/drawing/2014/main" id="{13156DDE-55E0-C14A-879A-962B00D82A08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21016357" y="354127"/>
            <a:ext cx="2563550" cy="1083872"/>
          </a:xfrm>
          <a:prstGeom prst="rect">
            <a:avLst/>
          </a:prstGeom>
          <a:ln w="12700">
            <a:miter lim="400000"/>
          </a:ln>
        </p:spPr>
      </p:pic>
      <p:sp>
        <p:nvSpPr>
          <p:cNvPr id="3" name="Title 2">
            <a:extLst>
              <a:ext uri="{FF2B5EF4-FFF2-40B4-BE49-F238E27FC236}">
                <a16:creationId xmlns:a16="http://schemas.microsoft.com/office/drawing/2014/main" id="{4C90E15E-9DC3-D24F-8189-931487225A4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167377" y="1871164"/>
            <a:ext cx="14715569" cy="511175"/>
          </a:xfrm>
        </p:spPr>
        <p:txBody>
          <a:bodyPr>
            <a:normAutofit/>
          </a:bodyPr>
          <a:lstStyle>
            <a:lvl1pPr>
              <a:defRPr kumimoji="0" lang="en-US" sz="3800" b="1" i="0" u="none" strike="noStrike" cap="all" spc="0" normalizeH="0" baseline="0">
                <a:ln>
                  <a:noFill/>
                </a:ln>
                <a:solidFill>
                  <a:srgbClr val="128CCD"/>
                </a:solidFill>
                <a:effectLst/>
                <a:uFill>
                  <a:solidFill>
                    <a:srgbClr val="143E56"/>
                  </a:solidFill>
                </a:uFill>
                <a:latin typeface="Open Sans ExtraBold" pitchFamily="2" charset="0"/>
                <a:ea typeface="Open Sans ExtraBold" pitchFamily="2" charset="0"/>
                <a:cs typeface="Open Sans ExtraBold" pitchFamily="2" charset="0"/>
                <a:sym typeface="Helvetica Neue"/>
              </a:defRPr>
            </a:lvl1pPr>
          </a:lstStyle>
          <a:p>
            <a:r>
              <a:rPr lang="en-US" dirty="0"/>
              <a:t>SLIDE TITLE</a:t>
            </a:r>
          </a:p>
        </p:txBody>
      </p:sp>
      <p:sp>
        <p:nvSpPr>
          <p:cNvPr id="13" name="Text Placeholder 4">
            <a:extLst>
              <a:ext uri="{FF2B5EF4-FFF2-40B4-BE49-F238E27FC236}">
                <a16:creationId xmlns:a16="http://schemas.microsoft.com/office/drawing/2014/main" id="{F9A081F0-DCC0-4F43-B885-A177263AC1B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167377" y="2419728"/>
            <a:ext cx="9768875" cy="803546"/>
          </a:xfrm>
        </p:spPr>
        <p:txBody>
          <a:bodyPr/>
          <a:lstStyle>
            <a:lvl1pPr marL="0" indent="0">
              <a:buNone/>
              <a:defRPr kumimoji="0" lang="en-US" sz="3200" b="1" i="0" u="none" strike="noStrike" cap="all" spc="0" normalizeH="0" baseline="0">
                <a:ln>
                  <a:noFill/>
                </a:ln>
                <a:solidFill>
                  <a:schemeClr val="bg1"/>
                </a:solidFill>
                <a:effectLst/>
                <a:uFill>
                  <a:solidFill>
                    <a:srgbClr val="143E56"/>
                  </a:solidFill>
                </a:uFill>
                <a:latin typeface="Open Sans ExtraBold" pitchFamily="2" charset="0"/>
                <a:ea typeface="Open Sans ExtraBold" pitchFamily="2" charset="0"/>
                <a:cs typeface="Open Sans ExtraBold" pitchFamily="2" charset="0"/>
                <a:sym typeface="Helvetica Neue"/>
              </a:defRPr>
            </a:lvl1pPr>
          </a:lstStyle>
          <a:p>
            <a:pPr lvl="0"/>
            <a:r>
              <a:rPr lang="en-US" dirty="0"/>
              <a:t>SUB TITLE</a:t>
            </a:r>
          </a:p>
        </p:txBody>
      </p:sp>
      <p:sp>
        <p:nvSpPr>
          <p:cNvPr id="23" name="Picture Placeholder 3">
            <a:extLst>
              <a:ext uri="{FF2B5EF4-FFF2-40B4-BE49-F238E27FC236}">
                <a16:creationId xmlns:a16="http://schemas.microsoft.com/office/drawing/2014/main" id="{4D652F67-94A0-0840-AE16-55B87BEAF320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2167377" y="4120517"/>
            <a:ext cx="9469197" cy="8568593"/>
          </a:xfrm>
        </p:spPr>
        <p:txBody>
          <a:bodyPr/>
          <a:lstStyle>
            <a:lvl1pPr marL="0" indent="0"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2" name="Text Placeholder 5">
            <a:extLst>
              <a:ext uri="{FF2B5EF4-FFF2-40B4-BE49-F238E27FC236}">
                <a16:creationId xmlns:a16="http://schemas.microsoft.com/office/drawing/2014/main" id="{6A7F952E-8DC5-6A79-9AE3-813B3AE4D1F2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12747867" y="6462508"/>
            <a:ext cx="8024838" cy="6226602"/>
          </a:xfrm>
        </p:spPr>
        <p:txBody>
          <a:bodyPr>
            <a:noAutofit/>
          </a:bodyPr>
          <a:lstStyle>
            <a:lvl1pPr marL="0" indent="0">
              <a:buNone/>
              <a:defRPr kumimoji="0" lang="en-US" sz="26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6096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2192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18288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4384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5">
            <a:extLst>
              <a:ext uri="{FF2B5EF4-FFF2-40B4-BE49-F238E27FC236}">
                <a16:creationId xmlns:a16="http://schemas.microsoft.com/office/drawing/2014/main" id="{BA033C1D-E65C-08C9-F39B-80EFE57D65D8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12747428" y="4115640"/>
            <a:ext cx="8024812" cy="1968425"/>
          </a:xfrm>
        </p:spPr>
        <p:txBody>
          <a:bodyPr>
            <a:normAutofit/>
          </a:bodyPr>
          <a:lstStyle>
            <a:lvl1pPr marL="0" indent="0">
              <a:buNone/>
              <a:defRPr sz="4400">
                <a:solidFill>
                  <a:schemeClr val="bg1"/>
                </a:solidFill>
              </a:defRPr>
            </a:lvl1pPr>
            <a:lvl5pPr marL="2438400" indent="0" algn="l">
              <a:buFont typeface="Arial" panose="020B0604020202020204" pitchFamily="34" charset="0"/>
              <a:buNone/>
              <a:defRPr sz="44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add text</a:t>
            </a:r>
          </a:p>
        </p:txBody>
      </p:sp>
    </p:spTree>
    <p:extLst>
      <p:ext uri="{BB962C8B-B14F-4D97-AF65-F5344CB8AC3E}">
        <p14:creationId xmlns:p14="http://schemas.microsoft.com/office/powerpoint/2010/main" val="1134045232"/>
      </p:ext>
    </p:extLst>
  </p:cSld>
  <p:clrMapOvr>
    <a:masterClrMapping/>
  </p:clrMapOvr>
  <p:transition spd="med"/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iz layout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">
            <a:extLst>
              <a:ext uri="{FF2B5EF4-FFF2-40B4-BE49-F238E27FC236}">
                <a16:creationId xmlns:a16="http://schemas.microsoft.com/office/drawing/2014/main" id="{FABE8965-C5C7-9C39-4D77-41321DCB42C7}"/>
              </a:ext>
            </a:extLst>
          </p:cNvPr>
          <p:cNvSpPr/>
          <p:nvPr userDrawn="1"/>
        </p:nvSpPr>
        <p:spPr>
          <a:xfrm>
            <a:off x="0" y="2360348"/>
            <a:ext cx="24384000" cy="11436178"/>
          </a:xfrm>
          <a:prstGeom prst="rect">
            <a:avLst/>
          </a:prstGeom>
          <a:gradFill>
            <a:gsLst>
              <a:gs pos="0">
                <a:srgbClr val="F15A24"/>
              </a:gs>
              <a:gs pos="100000">
                <a:srgbClr val="F8A036"/>
              </a:gs>
            </a:gsLst>
          </a:gradFill>
          <a:ln w="12700">
            <a:miter lim="400000"/>
          </a:ln>
        </p:spPr>
        <p:txBody>
          <a:bodyPr lIns="71437" tIns="71437" rIns="71437" bIns="71437" anchor="ctr"/>
          <a:lstStyle/>
          <a:p>
            <a:pPr defTabSz="821531">
              <a:defRPr sz="30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dirty="0"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grpSp>
        <p:nvGrpSpPr>
          <p:cNvPr id="152" name="Group"/>
          <p:cNvGrpSpPr/>
          <p:nvPr/>
        </p:nvGrpSpPr>
        <p:grpSpPr>
          <a:xfrm>
            <a:off x="756659" y="-3867"/>
            <a:ext cx="2783909" cy="2014172"/>
            <a:chOff x="-2864397" y="0"/>
            <a:chExt cx="2783907" cy="2014171"/>
          </a:xfrm>
        </p:grpSpPr>
        <p:pic>
          <p:nvPicPr>
            <p:cNvPr id="149" name="Image" descr="Image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-2864398" y="-1"/>
              <a:ext cx="630382" cy="1359672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150" name="Image" descr="Image"/>
            <p:cNvPicPr>
              <a:picLocks noChangeAspect="1"/>
            </p:cNvPicPr>
            <p:nvPr/>
          </p:nvPicPr>
          <p:blipFill>
            <a:blip r:embed="rId3"/>
            <a:srcRect t="88153" r="78332"/>
            <a:stretch>
              <a:fillRect/>
            </a:stretch>
          </p:blipFill>
          <p:spPr>
            <a:xfrm>
              <a:off x="-2850027" y="1390294"/>
              <a:ext cx="601633" cy="623878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151" name="Image" descr="Image"/>
            <p:cNvPicPr>
              <a:picLocks noChangeAspect="1"/>
            </p:cNvPicPr>
            <p:nvPr/>
          </p:nvPicPr>
          <p:blipFill>
            <a:blip r:embed="rId3"/>
            <a:srcRect l="31837" t="7689" b="68044"/>
            <a:stretch>
              <a:fillRect/>
            </a:stretch>
          </p:blipFill>
          <p:spPr>
            <a:xfrm>
              <a:off x="-1973131" y="245246"/>
              <a:ext cx="1892642" cy="1277976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</p:grpSp>
      <p:sp>
        <p:nvSpPr>
          <p:cNvPr id="3" name="Title 2">
            <a:extLst>
              <a:ext uri="{FF2B5EF4-FFF2-40B4-BE49-F238E27FC236}">
                <a16:creationId xmlns:a16="http://schemas.microsoft.com/office/drawing/2014/main" id="{4C90E15E-9DC3-D24F-8189-931487225A4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167377" y="1871164"/>
            <a:ext cx="14715569" cy="511175"/>
          </a:xfrm>
        </p:spPr>
        <p:txBody>
          <a:bodyPr>
            <a:normAutofit/>
          </a:bodyPr>
          <a:lstStyle>
            <a:lvl1pPr>
              <a:defRPr kumimoji="0" lang="en-US" sz="3800" b="1" i="0" u="none" strike="noStrike" cap="all" spc="0" normalizeH="0" baseline="0">
                <a:ln>
                  <a:noFill/>
                </a:ln>
                <a:solidFill>
                  <a:srgbClr val="128CCD"/>
                </a:solidFill>
                <a:effectLst/>
                <a:uFill>
                  <a:solidFill>
                    <a:srgbClr val="143E56"/>
                  </a:solidFill>
                </a:uFill>
                <a:latin typeface="Open Sans ExtraBold" pitchFamily="2" charset="0"/>
                <a:ea typeface="Open Sans ExtraBold" pitchFamily="2" charset="0"/>
                <a:cs typeface="Open Sans ExtraBold" pitchFamily="2" charset="0"/>
                <a:sym typeface="Helvetica Neue"/>
              </a:defRPr>
            </a:lvl1pPr>
          </a:lstStyle>
          <a:p>
            <a:r>
              <a:rPr lang="en-US" dirty="0"/>
              <a:t>SLIDE TITLE</a:t>
            </a:r>
          </a:p>
        </p:txBody>
      </p:sp>
      <p:sp>
        <p:nvSpPr>
          <p:cNvPr id="13" name="Text Placeholder 4">
            <a:extLst>
              <a:ext uri="{FF2B5EF4-FFF2-40B4-BE49-F238E27FC236}">
                <a16:creationId xmlns:a16="http://schemas.microsoft.com/office/drawing/2014/main" id="{F9A081F0-DCC0-4F43-B885-A177263AC1B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167377" y="2419728"/>
            <a:ext cx="9768875" cy="803546"/>
          </a:xfrm>
        </p:spPr>
        <p:txBody>
          <a:bodyPr/>
          <a:lstStyle>
            <a:lvl1pPr marL="0" indent="0">
              <a:buNone/>
              <a:defRPr kumimoji="0" lang="en-US" sz="3200" b="1" i="0" u="none" strike="noStrike" cap="all" spc="0" normalizeH="0" baseline="0">
                <a:ln>
                  <a:noFill/>
                </a:ln>
                <a:solidFill>
                  <a:schemeClr val="bg1"/>
                </a:solidFill>
                <a:effectLst/>
                <a:uFill>
                  <a:solidFill>
                    <a:srgbClr val="143E56"/>
                  </a:solidFill>
                </a:uFill>
                <a:latin typeface="Open Sans ExtraBold" pitchFamily="2" charset="0"/>
                <a:ea typeface="Open Sans ExtraBold" pitchFamily="2" charset="0"/>
                <a:cs typeface="Open Sans ExtraBold" pitchFamily="2" charset="0"/>
                <a:sym typeface="Helvetica Neue"/>
              </a:defRPr>
            </a:lvl1pPr>
          </a:lstStyle>
          <a:p>
            <a:pPr lvl="0"/>
            <a:r>
              <a:rPr lang="en-US" dirty="0"/>
              <a:t>SUB TITLE</a:t>
            </a:r>
          </a:p>
        </p:txBody>
      </p:sp>
      <p:sp>
        <p:nvSpPr>
          <p:cNvPr id="4" name="Round Same Side Corner Rectangle 3">
            <a:extLst>
              <a:ext uri="{FF2B5EF4-FFF2-40B4-BE49-F238E27FC236}">
                <a16:creationId xmlns:a16="http://schemas.microsoft.com/office/drawing/2014/main" id="{FA29A0C7-63A9-37AE-C36E-28D29DB1FC0C}"/>
              </a:ext>
            </a:extLst>
          </p:cNvPr>
          <p:cNvSpPr/>
          <p:nvPr userDrawn="1"/>
        </p:nvSpPr>
        <p:spPr>
          <a:xfrm>
            <a:off x="2124334" y="5228017"/>
            <a:ext cx="7712393" cy="8605898"/>
          </a:xfrm>
          <a:prstGeom prst="round2SameRect">
            <a:avLst>
              <a:gd name="adj1" fmla="val 7123"/>
              <a:gd name="adj2" fmla="val 0"/>
            </a:avLst>
          </a:prstGeom>
          <a:solidFill>
            <a:schemeClr val="bg1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 dirty="0">
              <a:ln>
                <a:noFill/>
              </a:ln>
              <a:solidFill>
                <a:srgbClr val="FFFFFF"/>
              </a:solidFill>
              <a:effectLst/>
              <a:uFillTx/>
              <a:latin typeface="Open Sans Light" pitchFamily="2" charset="0"/>
              <a:ea typeface="Open Sans Light" pitchFamily="2" charset="0"/>
              <a:cs typeface="Open Sans Light" pitchFamily="2" charset="0"/>
              <a:sym typeface="Helvetica Neue Medium"/>
            </a:endParaRPr>
          </a:p>
        </p:txBody>
      </p:sp>
      <p:sp>
        <p:nvSpPr>
          <p:cNvPr id="16" name="Text Placeholder 5">
            <a:extLst>
              <a:ext uri="{FF2B5EF4-FFF2-40B4-BE49-F238E27FC236}">
                <a16:creationId xmlns:a16="http://schemas.microsoft.com/office/drawing/2014/main" id="{00BFA553-2EAA-7D5D-66A4-3CB0B3039A4F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2594247" y="7248019"/>
            <a:ext cx="6817382" cy="6226602"/>
          </a:xfrm>
        </p:spPr>
        <p:txBody>
          <a:bodyPr>
            <a:noAutofit/>
          </a:bodyPr>
          <a:lstStyle>
            <a:lvl1pPr marL="0" indent="0">
              <a:buNone/>
              <a:defRPr kumimoji="0" lang="en-US" sz="2600" b="0" i="0" u="none" strike="noStrike" cap="none" spc="0" normalizeH="0" baseline="0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6096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2192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18288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4384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6" name="Graphic 5" descr="Help with solid fill">
            <a:extLst>
              <a:ext uri="{FF2B5EF4-FFF2-40B4-BE49-F238E27FC236}">
                <a16:creationId xmlns:a16="http://schemas.microsoft.com/office/drawing/2014/main" id="{5BCC09F5-BEFD-455C-0F2F-F18D468EC78F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2594247" y="5468810"/>
            <a:ext cx="1427671" cy="1427671"/>
          </a:xfrm>
          <a:prstGeom prst="rect">
            <a:avLst/>
          </a:prstGeom>
        </p:spPr>
      </p:pic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7A5EDB33-736C-0AA5-C7CD-BDFF535E7A9C}"/>
              </a:ext>
            </a:extLst>
          </p:cNvPr>
          <p:cNvSpPr/>
          <p:nvPr userDrawn="1"/>
        </p:nvSpPr>
        <p:spPr>
          <a:xfrm>
            <a:off x="11485756" y="5237573"/>
            <a:ext cx="11731083" cy="1080000"/>
          </a:xfrm>
          <a:prstGeom prst="roundRect">
            <a:avLst/>
          </a:prstGeom>
          <a:solidFill>
            <a:schemeClr val="bg1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Open Sans Light" pitchFamily="2" charset="0"/>
              <a:ea typeface="Open Sans Light" pitchFamily="2" charset="0"/>
              <a:cs typeface="Open Sans Light" pitchFamily="2" charset="0"/>
              <a:sym typeface="Helvetica Neue Medium"/>
            </a:endParaRPr>
          </a:p>
        </p:txBody>
      </p:sp>
      <p:sp>
        <p:nvSpPr>
          <p:cNvPr id="19" name="Rounded Rectangle 18">
            <a:extLst>
              <a:ext uri="{FF2B5EF4-FFF2-40B4-BE49-F238E27FC236}">
                <a16:creationId xmlns:a16="http://schemas.microsoft.com/office/drawing/2014/main" id="{9A29247D-C253-CBDD-13EE-F16B85217807}"/>
              </a:ext>
            </a:extLst>
          </p:cNvPr>
          <p:cNvSpPr/>
          <p:nvPr userDrawn="1"/>
        </p:nvSpPr>
        <p:spPr>
          <a:xfrm>
            <a:off x="11485756" y="6937152"/>
            <a:ext cx="11731083" cy="1080000"/>
          </a:xfrm>
          <a:prstGeom prst="roundRect">
            <a:avLst/>
          </a:prstGeom>
          <a:solidFill>
            <a:schemeClr val="bg1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Open Sans Light" pitchFamily="2" charset="0"/>
              <a:ea typeface="Open Sans Light" pitchFamily="2" charset="0"/>
              <a:cs typeface="Open Sans Light" pitchFamily="2" charset="0"/>
              <a:sym typeface="Helvetica Neue Medium"/>
            </a:endParaRPr>
          </a:p>
        </p:txBody>
      </p:sp>
      <p:sp>
        <p:nvSpPr>
          <p:cNvPr id="20" name="Rounded Rectangle 19">
            <a:extLst>
              <a:ext uri="{FF2B5EF4-FFF2-40B4-BE49-F238E27FC236}">
                <a16:creationId xmlns:a16="http://schemas.microsoft.com/office/drawing/2014/main" id="{640D50B7-0BFF-E456-7675-C96913EC6D02}"/>
              </a:ext>
            </a:extLst>
          </p:cNvPr>
          <p:cNvSpPr/>
          <p:nvPr userDrawn="1"/>
        </p:nvSpPr>
        <p:spPr>
          <a:xfrm>
            <a:off x="11485756" y="8615938"/>
            <a:ext cx="11731083" cy="1080000"/>
          </a:xfrm>
          <a:prstGeom prst="roundRect">
            <a:avLst/>
          </a:prstGeom>
          <a:solidFill>
            <a:schemeClr val="bg1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Open Sans Light" pitchFamily="2" charset="0"/>
              <a:ea typeface="Open Sans Light" pitchFamily="2" charset="0"/>
              <a:cs typeface="Open Sans Light" pitchFamily="2" charset="0"/>
              <a:sym typeface="Helvetica Neue Medium"/>
            </a:endParaRPr>
          </a:p>
        </p:txBody>
      </p:sp>
      <p:sp>
        <p:nvSpPr>
          <p:cNvPr id="21" name="Rounded Rectangle 20">
            <a:extLst>
              <a:ext uri="{FF2B5EF4-FFF2-40B4-BE49-F238E27FC236}">
                <a16:creationId xmlns:a16="http://schemas.microsoft.com/office/drawing/2014/main" id="{A4EB9AD0-97D9-EA55-1897-8E787ACA18AD}"/>
              </a:ext>
            </a:extLst>
          </p:cNvPr>
          <p:cNvSpPr/>
          <p:nvPr userDrawn="1"/>
        </p:nvSpPr>
        <p:spPr>
          <a:xfrm>
            <a:off x="11485756" y="10294724"/>
            <a:ext cx="11731083" cy="1080000"/>
          </a:xfrm>
          <a:prstGeom prst="roundRect">
            <a:avLst/>
          </a:prstGeom>
          <a:solidFill>
            <a:schemeClr val="bg1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Open Sans Light" pitchFamily="2" charset="0"/>
              <a:ea typeface="Open Sans Light" pitchFamily="2" charset="0"/>
              <a:cs typeface="Open Sans Light" pitchFamily="2" charset="0"/>
              <a:sym typeface="Helvetica Neue Medium"/>
            </a:endParaRPr>
          </a:p>
        </p:txBody>
      </p:sp>
      <p:sp>
        <p:nvSpPr>
          <p:cNvPr id="22" name="Rounded Rectangle 21">
            <a:extLst>
              <a:ext uri="{FF2B5EF4-FFF2-40B4-BE49-F238E27FC236}">
                <a16:creationId xmlns:a16="http://schemas.microsoft.com/office/drawing/2014/main" id="{1FE4A142-7345-2F27-77AC-6B8D7F3BB8F0}"/>
              </a:ext>
            </a:extLst>
          </p:cNvPr>
          <p:cNvSpPr/>
          <p:nvPr userDrawn="1"/>
        </p:nvSpPr>
        <p:spPr>
          <a:xfrm>
            <a:off x="11485756" y="11973510"/>
            <a:ext cx="11731083" cy="1080000"/>
          </a:xfrm>
          <a:prstGeom prst="roundRect">
            <a:avLst/>
          </a:prstGeom>
          <a:solidFill>
            <a:schemeClr val="bg1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Open Sans Light" pitchFamily="2" charset="0"/>
              <a:ea typeface="Open Sans Light" pitchFamily="2" charset="0"/>
              <a:cs typeface="Open Sans Light" pitchFamily="2" charset="0"/>
              <a:sym typeface="Helvetica Neue Medium"/>
            </a:endParaRPr>
          </a:p>
        </p:txBody>
      </p:sp>
      <p:sp>
        <p:nvSpPr>
          <p:cNvPr id="24" name="Text Placeholder 5">
            <a:extLst>
              <a:ext uri="{FF2B5EF4-FFF2-40B4-BE49-F238E27FC236}">
                <a16:creationId xmlns:a16="http://schemas.microsoft.com/office/drawing/2014/main" id="{8ED258EB-0A79-0CC4-9AC5-E5BB65095D9B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11936252" y="5437085"/>
            <a:ext cx="10801828" cy="647239"/>
          </a:xfrm>
        </p:spPr>
        <p:txBody>
          <a:bodyPr>
            <a:noAutofit/>
          </a:bodyPr>
          <a:lstStyle>
            <a:lvl1pPr marL="0" indent="0">
              <a:buNone/>
              <a:defRPr kumimoji="0" lang="en-US" sz="2600" b="0" i="0" u="none" strike="noStrike" cap="none" spc="0" normalizeH="0" baseline="0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6096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2192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18288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4384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5">
            <a:extLst>
              <a:ext uri="{FF2B5EF4-FFF2-40B4-BE49-F238E27FC236}">
                <a16:creationId xmlns:a16="http://schemas.microsoft.com/office/drawing/2014/main" id="{D7D34A3F-BE3B-171A-71BC-2F827D2C4C80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11936252" y="7136664"/>
            <a:ext cx="10801828" cy="647239"/>
          </a:xfrm>
        </p:spPr>
        <p:txBody>
          <a:bodyPr>
            <a:noAutofit/>
          </a:bodyPr>
          <a:lstStyle>
            <a:lvl1pPr marL="0" indent="0">
              <a:buNone/>
              <a:defRPr kumimoji="0" lang="en-US" sz="2600" b="0" i="0" u="none" strike="noStrike" cap="none" spc="0" normalizeH="0" baseline="0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6096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2192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18288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4384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Text Placeholder 5">
            <a:extLst>
              <a:ext uri="{FF2B5EF4-FFF2-40B4-BE49-F238E27FC236}">
                <a16:creationId xmlns:a16="http://schemas.microsoft.com/office/drawing/2014/main" id="{3421587F-10AC-7EBE-6901-E1BA33DF8AE1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11936252" y="8815450"/>
            <a:ext cx="10801828" cy="647239"/>
          </a:xfrm>
        </p:spPr>
        <p:txBody>
          <a:bodyPr>
            <a:noAutofit/>
          </a:bodyPr>
          <a:lstStyle>
            <a:lvl1pPr marL="0" indent="0">
              <a:buNone/>
              <a:defRPr kumimoji="0" lang="en-US" sz="2600" b="0" i="0" u="none" strike="noStrike" cap="none" spc="0" normalizeH="0" baseline="0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6096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2192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18288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4384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7" name="Text Placeholder 5">
            <a:extLst>
              <a:ext uri="{FF2B5EF4-FFF2-40B4-BE49-F238E27FC236}">
                <a16:creationId xmlns:a16="http://schemas.microsoft.com/office/drawing/2014/main" id="{B1FF3B0B-6113-DB9F-2F3C-96810CE90162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11936252" y="10494236"/>
            <a:ext cx="10801828" cy="647239"/>
          </a:xfrm>
        </p:spPr>
        <p:txBody>
          <a:bodyPr>
            <a:noAutofit/>
          </a:bodyPr>
          <a:lstStyle>
            <a:lvl1pPr marL="0" indent="0">
              <a:buNone/>
              <a:defRPr kumimoji="0" lang="en-US" sz="2600" b="0" i="0" u="none" strike="noStrike" cap="none" spc="0" normalizeH="0" baseline="0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6096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2192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18288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4384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8" name="Text Placeholder 5">
            <a:extLst>
              <a:ext uri="{FF2B5EF4-FFF2-40B4-BE49-F238E27FC236}">
                <a16:creationId xmlns:a16="http://schemas.microsoft.com/office/drawing/2014/main" id="{1B78CB5C-262B-068C-9251-A2C3C592CF45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11936252" y="12173022"/>
            <a:ext cx="10801828" cy="647239"/>
          </a:xfrm>
        </p:spPr>
        <p:txBody>
          <a:bodyPr>
            <a:noAutofit/>
          </a:bodyPr>
          <a:lstStyle>
            <a:lvl1pPr marL="0" indent="0">
              <a:buNone/>
              <a:defRPr kumimoji="0" lang="en-US" sz="2600" b="0" i="0" u="none" strike="noStrike" cap="none" spc="0" normalizeH="0" baseline="0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6096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2192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18288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4384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151361529"/>
      </p:ext>
    </p:extLst>
  </p:cSld>
  <p:clrMapOvr>
    <a:masterClrMapping/>
  </p:clrMapOvr>
  <p:transition spd="med"/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losing typ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BG Slide-01.jpg" descr="BG Slide-01.jpg">
            <a:extLst>
              <a:ext uri="{FF2B5EF4-FFF2-40B4-BE49-F238E27FC236}">
                <a16:creationId xmlns:a16="http://schemas.microsoft.com/office/drawing/2014/main" id="{EB456242-AA88-DF45-9244-298FA0B8369B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l="165" r="165"/>
          <a:stretch>
            <a:fillRect/>
          </a:stretch>
        </p:blipFill>
        <p:spPr>
          <a:xfrm>
            <a:off x="-86098" y="-57547"/>
            <a:ext cx="24507155" cy="13831095"/>
          </a:xfrm>
          <a:prstGeom prst="rect">
            <a:avLst/>
          </a:prstGeom>
          <a:ln w="12700">
            <a:miter lim="400000"/>
          </a:ln>
        </p:spPr>
      </p:pic>
      <p:sp>
        <p:nvSpPr>
          <p:cNvPr id="8" name="UNIVERSITAS BINA NUSANTARA">
            <a:extLst>
              <a:ext uri="{FF2B5EF4-FFF2-40B4-BE49-F238E27FC236}">
                <a16:creationId xmlns:a16="http://schemas.microsoft.com/office/drawing/2014/main" id="{1D553A28-04FA-E944-90CB-BDB2AEBEA300}"/>
              </a:ext>
            </a:extLst>
          </p:cNvPr>
          <p:cNvSpPr txBox="1"/>
          <p:nvPr userDrawn="1"/>
        </p:nvSpPr>
        <p:spPr>
          <a:xfrm>
            <a:off x="9823213" y="8366096"/>
            <a:ext cx="4727256" cy="30104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0" tIns="0" rIns="0" bIns="0">
            <a:spAutoFit/>
          </a:bodyPr>
          <a:lstStyle/>
          <a:p>
            <a:pPr algn="l" defTabSz="821531">
              <a:lnSpc>
                <a:spcPct val="80000"/>
              </a:lnSpc>
              <a:defRPr sz="3600">
                <a:solidFill>
                  <a:srgbClr val="FFFFFF"/>
                </a:solidFill>
                <a:latin typeface="Open Sans Light"/>
                <a:ea typeface="Open Sans Light"/>
                <a:cs typeface="Open Sans Light"/>
                <a:sym typeface="Open Sans"/>
              </a:defRPr>
            </a:pPr>
            <a:r>
              <a:rPr sz="2400" dirty="0"/>
              <a:t>UNIVERSITAS</a:t>
            </a:r>
            <a:r>
              <a:rPr sz="2400" b="1" dirty="0"/>
              <a:t> BINA NUSANTARA</a:t>
            </a:r>
          </a:p>
        </p:txBody>
      </p:sp>
      <p:sp>
        <p:nvSpPr>
          <p:cNvPr id="9" name="Rounded Rectangle">
            <a:extLst>
              <a:ext uri="{FF2B5EF4-FFF2-40B4-BE49-F238E27FC236}">
                <a16:creationId xmlns:a16="http://schemas.microsoft.com/office/drawing/2014/main" id="{A398922F-A33B-3C44-AAA1-709DF0A7FE30}"/>
              </a:ext>
            </a:extLst>
          </p:cNvPr>
          <p:cNvSpPr/>
          <p:nvPr userDrawn="1"/>
        </p:nvSpPr>
        <p:spPr>
          <a:xfrm>
            <a:off x="11684000" y="9025087"/>
            <a:ext cx="1016000" cy="88901"/>
          </a:xfrm>
          <a:prstGeom prst="roundRect">
            <a:avLst>
              <a:gd name="adj" fmla="val 50000"/>
            </a:avLst>
          </a:prstGeom>
          <a:solidFill>
            <a:srgbClr val="F08700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defTabSz="825500"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dirty="0"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pic>
        <p:nvPicPr>
          <p:cNvPr id="16" name="Image" descr="Image">
            <a:extLst>
              <a:ext uri="{FF2B5EF4-FFF2-40B4-BE49-F238E27FC236}">
                <a16:creationId xmlns:a16="http://schemas.microsoft.com/office/drawing/2014/main" id="{ED3AA748-6163-AF42-8BA4-5A505F8580B0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766734" y="758207"/>
            <a:ext cx="1914949" cy="1143001"/>
          </a:xfrm>
          <a:prstGeom prst="rect">
            <a:avLst/>
          </a:prstGeom>
          <a:ln w="12700">
            <a:miter lim="400000"/>
          </a:ln>
        </p:spPr>
      </p:pic>
      <p:sp>
        <p:nvSpPr>
          <p:cNvPr id="13" name="Body Level One…"/>
          <p:cNvSpPr txBox="1">
            <a:spLocks noGrp="1"/>
          </p:cNvSpPr>
          <p:nvPr>
            <p:ph type="body" sz="quarter" idx="1" hasCustomPrompt="1"/>
          </p:nvPr>
        </p:nvSpPr>
        <p:spPr>
          <a:xfrm>
            <a:off x="1201342" y="7438335"/>
            <a:ext cx="21971001" cy="864672"/>
          </a:xfrm>
          <a:prstGeom prst="rect">
            <a:avLst/>
          </a:prstGeom>
        </p:spPr>
        <p:txBody>
          <a:bodyPr/>
          <a:lstStyle>
            <a:lvl1pPr marL="0" indent="0" algn="ctr" defTabSz="825500">
              <a:lnSpc>
                <a:spcPct val="100000"/>
              </a:lnSpc>
              <a:spcBef>
                <a:spcPts val="0"/>
              </a:spcBef>
              <a:buSzTx/>
              <a:buNone/>
              <a:defRPr kumimoji="0" sz="5000" b="0" i="0" u="none" strike="noStrike" cap="all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Semibold"/>
                <a:ea typeface="Open Sans Semibold"/>
                <a:cs typeface="Open Sans Semibold"/>
                <a:sym typeface="Open Sans Semibold"/>
              </a:defRPr>
            </a:lvl1pPr>
            <a:lvl2pPr marL="0" indent="4572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2pPr>
            <a:lvl3pPr marL="0" indent="9144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3pPr>
            <a:lvl4pPr marL="0" indent="13716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4pPr>
            <a:lvl5pPr marL="0" indent="18288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5pPr>
          </a:lstStyle>
          <a:p>
            <a:r>
              <a:rPr dirty="0"/>
              <a:t>Presentation </a:t>
            </a:r>
            <a:r>
              <a:rPr lang="en-US" dirty="0"/>
              <a:t>TITLE</a:t>
            </a:r>
            <a:endParaRPr dirty="0"/>
          </a:p>
        </p:txBody>
      </p:sp>
      <p:sp>
        <p:nvSpPr>
          <p:cNvPr id="18" name="Presentation Title">
            <a:extLst>
              <a:ext uri="{FF2B5EF4-FFF2-40B4-BE49-F238E27FC236}">
                <a16:creationId xmlns:a16="http://schemas.microsoft.com/office/drawing/2014/main" id="{15CBFADB-E6B3-9B4E-8320-314E3790EC2E}"/>
              </a:ext>
            </a:extLst>
          </p:cNvPr>
          <p:cNvSpPr txBox="1">
            <a:spLocks noGrp="1"/>
          </p:cNvSpPr>
          <p:nvPr>
            <p:ph type="title" hasCustomPrompt="1"/>
          </p:nvPr>
        </p:nvSpPr>
        <p:spPr>
          <a:xfrm>
            <a:off x="1206496" y="3058757"/>
            <a:ext cx="21971004" cy="3746281"/>
          </a:xfrm>
          <a:prstGeom prst="rect">
            <a:avLst/>
          </a:prstGeom>
        </p:spPr>
        <p:txBody>
          <a:bodyPr anchor="b">
            <a:normAutofit/>
          </a:bodyPr>
          <a:lstStyle>
            <a:lvl1pPr algn="ctr">
              <a:defRPr kumimoji="0" sz="12000" b="0" i="0" u="none" strike="noStrike" cap="all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Semibold"/>
                <a:ea typeface="Open Sans Semibold"/>
                <a:cs typeface="Open Sans Semibold"/>
                <a:sym typeface="Open Sans Semibold"/>
              </a:defRPr>
            </a:lvl1pPr>
          </a:lstStyle>
          <a:p>
            <a:r>
              <a:rPr lang="en-US" dirty="0"/>
              <a:t>THANK YOU message</a:t>
            </a:r>
            <a:endParaRPr dirty="0"/>
          </a:p>
        </p:txBody>
      </p:sp>
      <p:sp>
        <p:nvSpPr>
          <p:cNvPr id="19" name="Text Placeholder 2">
            <a:extLst>
              <a:ext uri="{FF2B5EF4-FFF2-40B4-BE49-F238E27FC236}">
                <a16:creationId xmlns:a16="http://schemas.microsoft.com/office/drawing/2014/main" id="{9973D83C-1488-3E4C-B9DF-5608E0394C08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9075574" y="9486762"/>
            <a:ext cx="6222535" cy="358278"/>
          </a:xfrm>
        </p:spPr>
        <p:txBody>
          <a:bodyPr>
            <a:normAutofit/>
          </a:bodyPr>
          <a:lstStyle>
            <a:lvl1pPr marL="0" indent="0" algn="ctr">
              <a:buNone/>
              <a:defRPr kumimoji="0" lang="en-US" sz="20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Semibold"/>
                <a:ea typeface="Open Sans Semibold"/>
                <a:cs typeface="Open Sans Semibold"/>
                <a:sym typeface="Open Sans Semibold"/>
              </a:defRPr>
            </a:lvl1pPr>
          </a:lstStyle>
          <a:p>
            <a:pPr lvl="0"/>
            <a:r>
              <a:rPr kumimoji="0" lang="en-US" sz="20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Semibold"/>
                <a:ea typeface="Open Sans Semibold"/>
                <a:cs typeface="Open Sans Semibold"/>
                <a:sym typeface="Open Sans Semibold"/>
              </a:rPr>
              <a:t>MONTH YEAR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73209878"/>
      </p:ext>
    </p:extLst>
  </p:cSld>
  <p:clrMapOvr>
    <a:masterClrMapping/>
  </p:clrMapOvr>
  <p:transition spd="med"/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losing typ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BG Slide-01.jpg" descr="BG Slide-01.jpg">
            <a:extLst>
              <a:ext uri="{FF2B5EF4-FFF2-40B4-BE49-F238E27FC236}">
                <a16:creationId xmlns:a16="http://schemas.microsoft.com/office/drawing/2014/main" id="{EB456242-AA88-DF45-9244-298FA0B8369B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l="165" r="165"/>
          <a:stretch>
            <a:fillRect/>
          </a:stretch>
        </p:blipFill>
        <p:spPr>
          <a:xfrm>
            <a:off x="-86098" y="-57547"/>
            <a:ext cx="24507155" cy="13831095"/>
          </a:xfrm>
          <a:prstGeom prst="rect">
            <a:avLst/>
          </a:prstGeom>
          <a:ln w="12700">
            <a:miter lim="400000"/>
          </a:ln>
        </p:spPr>
      </p:pic>
      <p:sp>
        <p:nvSpPr>
          <p:cNvPr id="10" name="Rectangle">
            <a:extLst>
              <a:ext uri="{FF2B5EF4-FFF2-40B4-BE49-F238E27FC236}">
                <a16:creationId xmlns:a16="http://schemas.microsoft.com/office/drawing/2014/main" id="{BE73ECD8-9761-904C-83FC-7C21B825FC86}"/>
              </a:ext>
            </a:extLst>
          </p:cNvPr>
          <p:cNvSpPr/>
          <p:nvPr userDrawn="1"/>
        </p:nvSpPr>
        <p:spPr>
          <a:xfrm>
            <a:off x="0" y="0"/>
            <a:ext cx="24384000" cy="13716000"/>
          </a:xfrm>
          <a:prstGeom prst="rect">
            <a:avLst/>
          </a:prstGeom>
          <a:gradFill>
            <a:gsLst>
              <a:gs pos="0">
                <a:srgbClr val="2670B8"/>
              </a:gs>
              <a:gs pos="100000">
                <a:srgbClr val="2258A7"/>
              </a:gs>
            </a:gsLst>
          </a:gradFill>
          <a:ln w="12700">
            <a:miter lim="400000"/>
          </a:ln>
        </p:spPr>
        <p:txBody>
          <a:bodyPr lIns="71437" tIns="71437" rIns="71437" bIns="71437" anchor="ctr"/>
          <a:lstStyle/>
          <a:p>
            <a:pPr defTabSz="821531">
              <a:defRPr sz="30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dirty="0"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sp>
        <p:nvSpPr>
          <p:cNvPr id="8" name="UNIVERSITAS BINA NUSANTARA">
            <a:extLst>
              <a:ext uri="{FF2B5EF4-FFF2-40B4-BE49-F238E27FC236}">
                <a16:creationId xmlns:a16="http://schemas.microsoft.com/office/drawing/2014/main" id="{1D553A28-04FA-E944-90CB-BDB2AEBEA300}"/>
              </a:ext>
            </a:extLst>
          </p:cNvPr>
          <p:cNvSpPr txBox="1"/>
          <p:nvPr userDrawn="1"/>
        </p:nvSpPr>
        <p:spPr>
          <a:xfrm>
            <a:off x="9823213" y="8366096"/>
            <a:ext cx="4727256" cy="30104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/>
          <a:p>
            <a:pPr algn="l" defTabSz="821531">
              <a:lnSpc>
                <a:spcPct val="80000"/>
              </a:lnSpc>
              <a:defRPr sz="3600">
                <a:solidFill>
                  <a:srgbClr val="FFFFFF"/>
                </a:solidFill>
                <a:latin typeface="Open Sans Light"/>
                <a:ea typeface="Open Sans Light"/>
                <a:cs typeface="Open Sans Light"/>
                <a:sym typeface="Open Sans"/>
              </a:defRPr>
            </a:pPr>
            <a:r>
              <a:rPr sz="2400" dirty="0"/>
              <a:t>UNIVERSITAS</a:t>
            </a:r>
            <a:r>
              <a:rPr sz="2400" b="1" dirty="0"/>
              <a:t> BINA NUSANTARA</a:t>
            </a:r>
          </a:p>
        </p:txBody>
      </p:sp>
      <p:sp>
        <p:nvSpPr>
          <p:cNvPr id="9" name="Rounded Rectangle">
            <a:extLst>
              <a:ext uri="{FF2B5EF4-FFF2-40B4-BE49-F238E27FC236}">
                <a16:creationId xmlns:a16="http://schemas.microsoft.com/office/drawing/2014/main" id="{A398922F-A33B-3C44-AAA1-709DF0A7FE30}"/>
              </a:ext>
            </a:extLst>
          </p:cNvPr>
          <p:cNvSpPr/>
          <p:nvPr userDrawn="1"/>
        </p:nvSpPr>
        <p:spPr>
          <a:xfrm>
            <a:off x="11684000" y="9025087"/>
            <a:ext cx="1016000" cy="88901"/>
          </a:xfrm>
          <a:prstGeom prst="roundRect">
            <a:avLst>
              <a:gd name="adj" fmla="val 50000"/>
            </a:avLst>
          </a:prstGeom>
          <a:solidFill>
            <a:srgbClr val="F08700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defTabSz="825500"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dirty="0"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sp>
        <p:nvSpPr>
          <p:cNvPr id="13" name="Body Level One…"/>
          <p:cNvSpPr txBox="1">
            <a:spLocks noGrp="1"/>
          </p:cNvSpPr>
          <p:nvPr>
            <p:ph type="body" sz="quarter" idx="1" hasCustomPrompt="1"/>
          </p:nvPr>
        </p:nvSpPr>
        <p:spPr>
          <a:xfrm>
            <a:off x="1201342" y="7438335"/>
            <a:ext cx="21971001" cy="864672"/>
          </a:xfrm>
          <a:prstGeom prst="rect">
            <a:avLst/>
          </a:prstGeom>
        </p:spPr>
        <p:txBody>
          <a:bodyPr/>
          <a:lstStyle>
            <a:lvl1pPr marL="0" indent="0" algn="ctr" defTabSz="825500">
              <a:lnSpc>
                <a:spcPct val="100000"/>
              </a:lnSpc>
              <a:spcBef>
                <a:spcPts val="0"/>
              </a:spcBef>
              <a:buSzTx/>
              <a:buNone/>
              <a:defRPr kumimoji="0" sz="5000" b="0" i="0" u="none" strike="noStrike" cap="all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Semibold"/>
                <a:ea typeface="Open Sans Semibold"/>
                <a:cs typeface="Open Sans Semibold"/>
                <a:sym typeface="Open Sans Semibold"/>
              </a:defRPr>
            </a:lvl1pPr>
            <a:lvl2pPr marL="0" indent="4572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2pPr>
            <a:lvl3pPr marL="0" indent="9144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3pPr>
            <a:lvl4pPr marL="0" indent="13716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4pPr>
            <a:lvl5pPr marL="0" indent="18288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5pPr>
          </a:lstStyle>
          <a:p>
            <a:r>
              <a:rPr dirty="0"/>
              <a:t>Presentation </a:t>
            </a:r>
            <a:r>
              <a:rPr lang="en-US" dirty="0"/>
              <a:t>TITLE</a:t>
            </a:r>
            <a:endParaRPr dirty="0"/>
          </a:p>
        </p:txBody>
      </p:sp>
      <p:sp>
        <p:nvSpPr>
          <p:cNvPr id="18" name="Presentation Title">
            <a:extLst>
              <a:ext uri="{FF2B5EF4-FFF2-40B4-BE49-F238E27FC236}">
                <a16:creationId xmlns:a16="http://schemas.microsoft.com/office/drawing/2014/main" id="{15CBFADB-E6B3-9B4E-8320-314E3790EC2E}"/>
              </a:ext>
            </a:extLst>
          </p:cNvPr>
          <p:cNvSpPr txBox="1">
            <a:spLocks noGrp="1"/>
          </p:cNvSpPr>
          <p:nvPr>
            <p:ph type="title" hasCustomPrompt="1"/>
          </p:nvPr>
        </p:nvSpPr>
        <p:spPr>
          <a:xfrm>
            <a:off x="1206496" y="3058757"/>
            <a:ext cx="21971004" cy="3746281"/>
          </a:xfrm>
          <a:prstGeom prst="rect">
            <a:avLst/>
          </a:prstGeom>
        </p:spPr>
        <p:txBody>
          <a:bodyPr anchor="b">
            <a:normAutofit/>
          </a:bodyPr>
          <a:lstStyle>
            <a:lvl1pPr algn="ctr">
              <a:defRPr kumimoji="0" sz="12000" b="0" i="0" u="none" strike="noStrike" cap="all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Semibold"/>
                <a:ea typeface="Open Sans Semibold"/>
                <a:cs typeface="Open Sans Semibold"/>
                <a:sym typeface="Open Sans Semibold"/>
              </a:defRPr>
            </a:lvl1pPr>
          </a:lstStyle>
          <a:p>
            <a:r>
              <a:rPr lang="en-US"/>
              <a:t>THANK YOU message</a:t>
            </a:r>
            <a:endParaRPr/>
          </a:p>
        </p:txBody>
      </p:sp>
      <p:sp>
        <p:nvSpPr>
          <p:cNvPr id="19" name="Text Placeholder 2">
            <a:extLst>
              <a:ext uri="{FF2B5EF4-FFF2-40B4-BE49-F238E27FC236}">
                <a16:creationId xmlns:a16="http://schemas.microsoft.com/office/drawing/2014/main" id="{9973D83C-1488-3E4C-B9DF-5608E0394C08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9075574" y="9486762"/>
            <a:ext cx="6222535" cy="358278"/>
          </a:xfrm>
        </p:spPr>
        <p:txBody>
          <a:bodyPr>
            <a:normAutofit/>
          </a:bodyPr>
          <a:lstStyle>
            <a:lvl1pPr marL="0" indent="0" algn="ctr">
              <a:buNone/>
              <a:defRPr kumimoji="0" lang="en-US" sz="20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Semibold"/>
                <a:ea typeface="Open Sans Semibold"/>
                <a:cs typeface="Open Sans Semibold"/>
                <a:sym typeface="Open Sans Semibold"/>
              </a:defRPr>
            </a:lvl1pPr>
          </a:lstStyle>
          <a:p>
            <a:pPr lvl="0"/>
            <a:r>
              <a:rPr kumimoji="0" lang="en-US" sz="20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Semibold"/>
                <a:ea typeface="Open Sans Semibold"/>
                <a:cs typeface="Open Sans Semibold"/>
                <a:sym typeface="Open Sans Semibold"/>
              </a:rPr>
              <a:t>MONTH YEAR</a:t>
            </a:r>
            <a:endParaRPr lang="en-US"/>
          </a:p>
        </p:txBody>
      </p:sp>
      <p:pic>
        <p:nvPicPr>
          <p:cNvPr id="11" name="Image" descr="Image">
            <a:extLst>
              <a:ext uri="{FF2B5EF4-FFF2-40B4-BE49-F238E27FC236}">
                <a16:creationId xmlns:a16="http://schemas.microsoft.com/office/drawing/2014/main" id="{5C0CB95F-A575-6E40-8A77-71E4C3CE5D20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766722" y="758207"/>
            <a:ext cx="1914972" cy="1143001"/>
          </a:xfrm>
          <a:prstGeom prst="rect">
            <a:avLst/>
          </a:prstGeom>
          <a:ln w="12700">
            <a:miter lim="400000"/>
          </a:ln>
        </p:spPr>
      </p:pic>
    </p:spTree>
    <p:extLst>
      <p:ext uri="{BB962C8B-B14F-4D97-AF65-F5344CB8AC3E}">
        <p14:creationId xmlns:p14="http://schemas.microsoft.com/office/powerpoint/2010/main" val="2109941728"/>
      </p:ext>
    </p:extLst>
  </p:cSld>
  <p:clrMapOvr>
    <a:masterClrMapping/>
  </p:clrMapOvr>
  <p:transition spd="med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Title"/>
          <p:cNvSpPr txBox="1">
            <a:spLocks noGrp="1"/>
          </p:cNvSpPr>
          <p:nvPr>
            <p:ph type="title" hasCustomPrompt="1"/>
          </p:nvPr>
        </p:nvSpPr>
        <p:spPr>
          <a:xfrm>
            <a:off x="1206500" y="1079500"/>
            <a:ext cx="21971000" cy="143316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50800" tIns="50800" rIns="50800" bIns="50800">
            <a:normAutofit/>
          </a:bodyPr>
          <a:lstStyle/>
          <a:p>
            <a:r>
              <a:rPr dirty="0"/>
              <a:t>Slide Title</a:t>
            </a:r>
          </a:p>
        </p:txBody>
      </p:sp>
      <p:sp>
        <p:nvSpPr>
          <p:cNvPr id="3" name="Body Level One…"/>
          <p:cNvSpPr txBox="1">
            <a:spLocks noGrp="1"/>
          </p:cNvSpPr>
          <p:nvPr>
            <p:ph type="body" idx="1" hasCustomPrompt="1"/>
          </p:nvPr>
        </p:nvSpPr>
        <p:spPr>
          <a:xfrm>
            <a:off x="1206500" y="4248504"/>
            <a:ext cx="21971000" cy="825601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50800" tIns="50800" rIns="50800" bIns="50800">
            <a:normAutofit/>
          </a:bodyPr>
          <a:lstStyle/>
          <a:p>
            <a:r>
              <a:rPr dirty="0"/>
              <a:t>Slide bullet text</a:t>
            </a:r>
          </a:p>
          <a:p>
            <a:pPr lvl="1"/>
            <a:endParaRPr dirty="0"/>
          </a:p>
          <a:p>
            <a:pPr lvl="2"/>
            <a:endParaRPr dirty="0"/>
          </a:p>
          <a:p>
            <a:pPr lvl="3"/>
            <a:endParaRPr dirty="0"/>
          </a:p>
          <a:p>
            <a:pPr lvl="4"/>
            <a:endParaRPr dirty="0"/>
          </a:p>
        </p:txBody>
      </p:sp>
      <p:sp>
        <p:nvSpPr>
          <p:cNvPr id="4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11989384" y="13076008"/>
            <a:ext cx="392736" cy="379591"/>
          </a:xfrm>
          <a:prstGeom prst="rect">
            <a:avLst/>
          </a:prstGeom>
          <a:ln w="12700">
            <a:miter lim="400000"/>
          </a:ln>
        </p:spPr>
        <p:txBody>
          <a:bodyPr wrap="none" lIns="50800" tIns="50800" rIns="50800" bIns="50800" anchor="b">
            <a:spAutoFit/>
          </a:bodyPr>
          <a:lstStyle>
            <a:lvl1pPr defTabSz="584200">
              <a:defRPr sz="1800">
                <a:solidFill>
                  <a:srgbClr val="000000"/>
                </a:solidFill>
                <a:latin typeface="Open Sans Light" panose="020B0606030504020204" pitchFamily="34" charset="0"/>
                <a:ea typeface="Open Sans Light" panose="020B0606030504020204" pitchFamily="34" charset="0"/>
                <a:cs typeface="Open Sans Light" panose="020B0606030504020204" pitchFamily="34" charset="0"/>
              </a:defRPr>
            </a:lvl1pPr>
          </a:lstStyle>
          <a:p>
            <a:fld id="{86CB4B4D-7CA3-9044-876B-883B54F8677D}" type="slidenum">
              <a:rPr lang="en-ID"/>
              <a:pPr/>
              <a:t>‹#›</a:t>
            </a:fld>
            <a:endParaRPr lang="en-ID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2" r:id="rId1"/>
    <p:sldLayoutId id="2147483666" r:id="rId2"/>
    <p:sldLayoutId id="2147483682" r:id="rId3"/>
    <p:sldLayoutId id="2147483673" r:id="rId4"/>
    <p:sldLayoutId id="2147483674" r:id="rId5"/>
    <p:sldLayoutId id="2147483675" r:id="rId6"/>
    <p:sldLayoutId id="2147483676" r:id="rId7"/>
    <p:sldLayoutId id="2147483677" r:id="rId8"/>
    <p:sldLayoutId id="2147483678" r:id="rId9"/>
    <p:sldLayoutId id="2147483679" r:id="rId10"/>
    <p:sldLayoutId id="2147483684" r:id="rId11"/>
    <p:sldLayoutId id="2147483667" r:id="rId12"/>
    <p:sldLayoutId id="2147483668" r:id="rId13"/>
    <p:sldLayoutId id="2147483685" r:id="rId14"/>
    <p:sldLayoutId id="2147483669" r:id="rId15"/>
    <p:sldLayoutId id="2147483683" r:id="rId16"/>
    <p:sldLayoutId id="2147483688" r:id="rId17"/>
    <p:sldLayoutId id="2147483670" r:id="rId18"/>
    <p:sldLayoutId id="2147483687" r:id="rId19"/>
    <p:sldLayoutId id="2147483671" r:id="rId20"/>
    <p:sldLayoutId id="2147483686" r:id="rId21"/>
    <p:sldLayoutId id="2147483680" r:id="rId22"/>
    <p:sldLayoutId id="2147483681" r:id="rId23"/>
  </p:sldLayoutIdLst>
  <p:transition spd="med"/>
  <p:txStyles>
    <p:titleStyle>
      <a:lvl1pPr marL="0" marR="0" indent="0" algn="l" defTabSz="2438338" rtl="0" eaLnBrk="1" latinLnBrk="0" hangingPunct="1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500" b="1" i="0" u="none" strike="noStrike" cap="none" spc="-170" baseline="0">
          <a:solidFill>
            <a:srgbClr val="000000"/>
          </a:solidFill>
          <a:uFillTx/>
          <a:latin typeface="Open Sans ExtraBold" panose="020B0606030504020204" pitchFamily="34" charset="0"/>
          <a:ea typeface="Open Sans ExtraBold" panose="020B0606030504020204" pitchFamily="34" charset="0"/>
          <a:cs typeface="Open Sans ExtraBold" panose="020B0606030504020204" pitchFamily="34" charset="0"/>
          <a:sym typeface="Helvetica Neue"/>
        </a:defRPr>
      </a:lvl1pPr>
      <a:lvl2pPr marL="0" marR="0" indent="457200" algn="l" defTabSz="2438338" rtl="0" eaLnBrk="1" latinLnBrk="0" hangingPunct="1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500" b="1" i="0" u="none" strike="noStrike" cap="none" spc="-17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2pPr>
      <a:lvl3pPr marL="0" marR="0" indent="914400" algn="l" defTabSz="2438338" rtl="0" eaLnBrk="1" latinLnBrk="0" hangingPunct="1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500" b="1" i="0" u="none" strike="noStrike" cap="none" spc="-17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3pPr>
      <a:lvl4pPr marL="0" marR="0" indent="1371600" algn="l" defTabSz="2438338" rtl="0" eaLnBrk="1" latinLnBrk="0" hangingPunct="1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500" b="1" i="0" u="none" strike="noStrike" cap="none" spc="-17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4pPr>
      <a:lvl5pPr marL="0" marR="0" indent="1828800" algn="l" defTabSz="2438338" rtl="0" eaLnBrk="1" latinLnBrk="0" hangingPunct="1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500" b="1" i="0" u="none" strike="noStrike" cap="none" spc="-17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5pPr>
      <a:lvl6pPr marL="0" marR="0" indent="2286000" algn="l" defTabSz="2438338" rtl="0" eaLnBrk="1" latinLnBrk="0" hangingPunct="1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500" b="1" i="0" u="none" strike="noStrike" cap="none" spc="-17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6pPr>
      <a:lvl7pPr marL="0" marR="0" indent="2743200" algn="l" defTabSz="2438338" rtl="0" eaLnBrk="1" latinLnBrk="0" hangingPunct="1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500" b="1" i="0" u="none" strike="noStrike" cap="none" spc="-17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7pPr>
      <a:lvl8pPr marL="0" marR="0" indent="3200400" algn="l" defTabSz="2438338" rtl="0" eaLnBrk="1" latinLnBrk="0" hangingPunct="1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500" b="1" i="0" u="none" strike="noStrike" cap="none" spc="-17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8pPr>
      <a:lvl9pPr marL="0" marR="0" indent="3657600" algn="l" defTabSz="2438338" rtl="0" eaLnBrk="1" latinLnBrk="0" hangingPunct="1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500" b="1" i="0" u="none" strike="noStrike" cap="none" spc="-17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9pPr>
    </p:titleStyle>
    <p:bodyStyle>
      <a:lvl1pPr marL="609600" marR="0" indent="-609600" algn="l" defTabSz="2438338" rtl="0" eaLnBrk="1" latinLnBrk="0" hangingPunct="1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sz="4800" b="0" i="0" u="none" strike="noStrike" cap="none" spc="0" baseline="0">
          <a:solidFill>
            <a:srgbClr val="000000"/>
          </a:solidFill>
          <a:uFillTx/>
          <a:latin typeface="Open Sans Light" panose="020B0606030504020204" pitchFamily="34" charset="0"/>
          <a:ea typeface="Open Sans Light" panose="020B0606030504020204" pitchFamily="34" charset="0"/>
          <a:cs typeface="Open Sans Light" panose="020B0606030504020204" pitchFamily="34" charset="0"/>
          <a:sym typeface="Helvetica Neue"/>
        </a:defRPr>
      </a:lvl1pPr>
      <a:lvl2pPr marL="1219200" marR="0" indent="-609600" algn="l" defTabSz="2438338" rtl="0" eaLnBrk="1" latinLnBrk="0" hangingPunct="1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sz="4800" b="0" i="0" u="none" strike="noStrike" cap="none" spc="0" baseline="0">
          <a:solidFill>
            <a:srgbClr val="000000"/>
          </a:solidFill>
          <a:uFillTx/>
          <a:latin typeface="Open Sans Light" panose="020B0606030504020204" pitchFamily="34" charset="0"/>
          <a:ea typeface="Open Sans Light" panose="020B0606030504020204" pitchFamily="34" charset="0"/>
          <a:cs typeface="Open Sans Light" panose="020B0606030504020204" pitchFamily="34" charset="0"/>
          <a:sym typeface="Helvetica Neue"/>
        </a:defRPr>
      </a:lvl2pPr>
      <a:lvl3pPr marL="1828800" marR="0" indent="-609600" algn="l" defTabSz="2438338" rtl="0" eaLnBrk="1" latinLnBrk="0" hangingPunct="1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sz="4800" b="0" i="0" u="none" strike="noStrike" cap="none" spc="0" baseline="0">
          <a:solidFill>
            <a:srgbClr val="000000"/>
          </a:solidFill>
          <a:uFillTx/>
          <a:latin typeface="Open Sans Light" panose="020B0606030504020204" pitchFamily="34" charset="0"/>
          <a:ea typeface="Open Sans Light" panose="020B0606030504020204" pitchFamily="34" charset="0"/>
          <a:cs typeface="Open Sans Light" panose="020B0606030504020204" pitchFamily="34" charset="0"/>
          <a:sym typeface="Helvetica Neue"/>
        </a:defRPr>
      </a:lvl3pPr>
      <a:lvl4pPr marL="2438400" marR="0" indent="-609600" algn="l" defTabSz="2438338" rtl="0" eaLnBrk="1" latinLnBrk="0" hangingPunct="1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sz="4800" b="0" i="0" u="none" strike="noStrike" cap="none" spc="0" baseline="0">
          <a:solidFill>
            <a:srgbClr val="000000"/>
          </a:solidFill>
          <a:uFillTx/>
          <a:latin typeface="Open Sans Light" panose="020B0606030504020204" pitchFamily="34" charset="0"/>
          <a:ea typeface="Open Sans Light" panose="020B0606030504020204" pitchFamily="34" charset="0"/>
          <a:cs typeface="Open Sans Light" panose="020B0606030504020204" pitchFamily="34" charset="0"/>
          <a:sym typeface="Helvetica Neue"/>
        </a:defRPr>
      </a:lvl4pPr>
      <a:lvl5pPr marL="3048000" marR="0" indent="-609600" algn="l" defTabSz="2438338" rtl="0" eaLnBrk="1" latinLnBrk="0" hangingPunct="1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sz="4800" b="0" i="0" u="none" strike="noStrike" cap="none" spc="0" baseline="0">
          <a:solidFill>
            <a:srgbClr val="000000"/>
          </a:solidFill>
          <a:uFillTx/>
          <a:latin typeface="Open Sans Light" panose="020B0606030504020204" pitchFamily="34" charset="0"/>
          <a:ea typeface="Open Sans Light" panose="020B0606030504020204" pitchFamily="34" charset="0"/>
          <a:cs typeface="Open Sans Light" panose="020B0606030504020204" pitchFamily="34" charset="0"/>
          <a:sym typeface="Helvetica Neue"/>
        </a:defRPr>
      </a:lvl5pPr>
      <a:lvl6pPr marL="3657600" marR="0" indent="-609600" algn="l" defTabSz="2438338" rtl="0" eaLnBrk="1" latinLnBrk="0" hangingPunct="1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sz="48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6pPr>
      <a:lvl7pPr marL="4267200" marR="0" indent="-609600" algn="l" defTabSz="2438338" rtl="0" eaLnBrk="1" latinLnBrk="0" hangingPunct="1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sz="48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7pPr>
      <a:lvl8pPr marL="4876800" marR="0" indent="-609600" algn="l" defTabSz="2438338" rtl="0" eaLnBrk="1" latinLnBrk="0" hangingPunct="1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sz="48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8pPr>
      <a:lvl9pPr marL="5486400" marR="0" indent="-609600" algn="l" defTabSz="2438338" rtl="0" eaLnBrk="1" latinLnBrk="0" hangingPunct="1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sz="48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9pPr>
    </p:bodyStyle>
    <p:otherStyle>
      <a:lvl1pPr marL="0" marR="0" indent="0" algn="ctr" defTabSz="584200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1pPr>
      <a:lvl2pPr marL="0" marR="0" indent="457200" algn="ctr" defTabSz="584200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2pPr>
      <a:lvl3pPr marL="0" marR="0" indent="914400" algn="ctr" defTabSz="584200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3pPr>
      <a:lvl4pPr marL="0" marR="0" indent="1371600" algn="ctr" defTabSz="584200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4pPr>
      <a:lvl5pPr marL="0" marR="0" indent="1828800" algn="ctr" defTabSz="584200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5pPr>
      <a:lvl6pPr marL="0" marR="0" indent="2286000" algn="ctr" defTabSz="584200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6pPr>
      <a:lvl7pPr marL="0" marR="0" indent="2743200" algn="ctr" defTabSz="584200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7pPr>
      <a:lvl8pPr marL="0" marR="0" indent="3200400" algn="ctr" defTabSz="584200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8pPr>
      <a:lvl9pPr marL="0" marR="0" indent="3657600" algn="ctr" defTabSz="584200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CA264C53-F38A-3CAD-0C8A-2BF46116F396}"/>
              </a:ext>
            </a:extLst>
          </p:cNvPr>
          <p:cNvSpPr>
            <a:spLocks noGrp="1"/>
          </p:cNvSpPr>
          <p:nvPr>
            <p:ph type="body" sz="quarter" idx="1"/>
          </p:nvPr>
        </p:nvSpPr>
        <p:spPr/>
        <p:txBody>
          <a:bodyPr/>
          <a:lstStyle/>
          <a:p>
            <a:r>
              <a:rPr lang="en-US" dirty="0"/>
              <a:t>COMP6100001 - Software engineering</a:t>
            </a:r>
          </a:p>
          <a:p>
            <a:r>
              <a:rPr lang="en-US" dirty="0"/>
              <a:t>Session 18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1220BAB2-790F-F74A-024A-FC22D1A3E6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Reliability Engineering and Fault Tolerance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E9B89E2-412C-8945-F692-CD51460D9806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dirty="0"/>
              <a:t>Kenny Jingga, </a:t>
            </a:r>
            <a:r>
              <a:rPr lang="en-US" dirty="0" err="1"/>
              <a:t>S.Kom</a:t>
            </a:r>
            <a:r>
              <a:rPr lang="en-US" dirty="0"/>
              <a:t>., M.T.</a:t>
            </a:r>
          </a:p>
        </p:txBody>
      </p:sp>
    </p:spTree>
    <p:extLst>
      <p:ext uri="{BB962C8B-B14F-4D97-AF65-F5344CB8AC3E}">
        <p14:creationId xmlns:p14="http://schemas.microsoft.com/office/powerpoint/2010/main" val="3487223446"/>
      </p:ext>
    </p:extLst>
  </p:cSld>
  <p:clrMapOvr>
    <a:masterClrMapping/>
  </p:clrMapOvr>
  <p:transition spd="med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BF52CD-EA76-003A-7192-0E9167BA39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Session 18 – Reliability Engineering and Fault Tolerance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546449C-CB2F-5E63-F63C-D4BAFF341D28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/>
              <a:t>Learning objectives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6E358E3-B24E-F7A5-ECF8-12101774A9ED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2167377" y="5334432"/>
            <a:ext cx="20711673" cy="7532482"/>
          </a:xfrm>
        </p:spPr>
        <p:txBody>
          <a:bodyPr anchor="ctr">
            <a:normAutofit/>
          </a:bodyPr>
          <a:lstStyle/>
          <a:p>
            <a:pPr marL="0" indent="0" algn="just">
              <a:buNone/>
            </a:pPr>
            <a:r>
              <a:rPr lang="en-US" sz="36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At the end of this session, students will be expected to be able to:</a:t>
            </a:r>
          </a:p>
          <a:p>
            <a:pPr marL="0" indent="0" algn="just">
              <a:spcBef>
                <a:spcPts val="0"/>
              </a:spcBef>
              <a:buNone/>
            </a:pPr>
            <a:endParaRPr lang="en-US" sz="3600" dirty="0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  <a:p>
            <a:pPr algn="just">
              <a:spcBef>
                <a:spcPts val="0"/>
              </a:spcBef>
            </a:pPr>
            <a:r>
              <a:rPr lang="en-US" sz="36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Define software reliability and understand its importance.</a:t>
            </a:r>
          </a:p>
          <a:p>
            <a:pPr algn="just">
              <a:spcBef>
                <a:spcPts val="0"/>
              </a:spcBef>
            </a:pPr>
            <a:r>
              <a:rPr lang="en-US" sz="36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Explore reliability models and metrics.</a:t>
            </a:r>
          </a:p>
          <a:p>
            <a:pPr algn="just">
              <a:spcBef>
                <a:spcPts val="0"/>
              </a:spcBef>
            </a:pPr>
            <a:r>
              <a:rPr lang="en-US" sz="36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Learn fault tolerance techniques to enhance reliability.</a:t>
            </a:r>
          </a:p>
          <a:p>
            <a:pPr algn="just">
              <a:spcBef>
                <a:spcPts val="0"/>
              </a:spcBef>
            </a:pPr>
            <a:r>
              <a:rPr lang="en-US" sz="36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Design software architectures for reliability.</a:t>
            </a:r>
          </a:p>
          <a:p>
            <a:pPr algn="just">
              <a:spcBef>
                <a:spcPts val="0"/>
              </a:spcBef>
            </a:pPr>
            <a:r>
              <a:rPr lang="en-US" sz="36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Measure and improve software reliability.</a:t>
            </a:r>
          </a:p>
          <a:p>
            <a:pPr algn="just">
              <a:spcBef>
                <a:spcPts val="0"/>
              </a:spcBef>
            </a:pPr>
            <a:r>
              <a:rPr lang="en-US" sz="36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Discover tools and practices for reliability engineering.</a:t>
            </a:r>
          </a:p>
          <a:p>
            <a:pPr algn="just">
              <a:spcBef>
                <a:spcPts val="0"/>
              </a:spcBef>
            </a:pPr>
            <a:r>
              <a:rPr lang="en-US" sz="36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Analyze case studies of reliable software systems.</a:t>
            </a:r>
          </a:p>
        </p:txBody>
      </p:sp>
    </p:spTree>
    <p:extLst>
      <p:ext uri="{BB962C8B-B14F-4D97-AF65-F5344CB8AC3E}">
        <p14:creationId xmlns:p14="http://schemas.microsoft.com/office/powerpoint/2010/main" val="3855785854"/>
      </p:ext>
    </p:extLst>
  </p:cSld>
  <p:clrMapOvr>
    <a:masterClrMapping/>
  </p:clrMapOvr>
  <p:transition spd="med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BF52CD-EA76-003A-7192-0E9167BA39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Session 18 – Reliability Engineering and Fault Tolerance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546449C-CB2F-5E63-F63C-D4BAFF341D28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/>
              <a:t>Content outline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6E358E3-B24E-F7A5-ECF8-12101774A9ED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2167377" y="5334432"/>
            <a:ext cx="20711673" cy="6509510"/>
          </a:xfrm>
        </p:spPr>
        <p:txBody>
          <a:bodyPr>
            <a:normAutofit/>
          </a:bodyPr>
          <a:lstStyle/>
          <a:p>
            <a:pPr algn="just">
              <a:lnSpc>
                <a:spcPct val="120000"/>
              </a:lnSpc>
              <a:spcBef>
                <a:spcPts val="0"/>
              </a:spcBef>
            </a:pPr>
            <a:r>
              <a:rPr lang="en-US" sz="3600" dirty="0">
                <a:solidFill>
                  <a:schemeClr val="bg2">
                    <a:lumMod val="10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Definition and Importance of Software Reliability</a:t>
            </a:r>
          </a:p>
          <a:p>
            <a:pPr algn="just">
              <a:lnSpc>
                <a:spcPct val="120000"/>
              </a:lnSpc>
              <a:spcBef>
                <a:spcPts val="0"/>
              </a:spcBef>
            </a:pPr>
            <a:r>
              <a:rPr lang="en-US" sz="3600" dirty="0">
                <a:solidFill>
                  <a:schemeClr val="bg2">
                    <a:lumMod val="10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Reliability Models and Metrics</a:t>
            </a:r>
          </a:p>
          <a:p>
            <a:pPr algn="just">
              <a:lnSpc>
                <a:spcPct val="120000"/>
              </a:lnSpc>
              <a:spcBef>
                <a:spcPts val="0"/>
              </a:spcBef>
            </a:pPr>
            <a:r>
              <a:rPr lang="en-US" sz="3600" dirty="0">
                <a:solidFill>
                  <a:schemeClr val="bg2">
                    <a:lumMod val="10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Fault Tolerance Techniques: Redundancy, Graceful Degradation, Recovery Mechanisms</a:t>
            </a:r>
          </a:p>
          <a:p>
            <a:pPr algn="just">
              <a:lnSpc>
                <a:spcPct val="120000"/>
              </a:lnSpc>
              <a:spcBef>
                <a:spcPts val="0"/>
              </a:spcBef>
            </a:pPr>
            <a:r>
              <a:rPr lang="en-US" sz="3600" dirty="0">
                <a:solidFill>
                  <a:schemeClr val="bg2">
                    <a:lumMod val="10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Designing for Reliability in Software Architecture</a:t>
            </a:r>
          </a:p>
          <a:p>
            <a:pPr algn="just">
              <a:lnSpc>
                <a:spcPct val="120000"/>
              </a:lnSpc>
              <a:spcBef>
                <a:spcPts val="0"/>
              </a:spcBef>
            </a:pPr>
            <a:r>
              <a:rPr lang="en-US" sz="3600" dirty="0">
                <a:solidFill>
                  <a:schemeClr val="bg2">
                    <a:lumMod val="10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Measuring and Improving Software Reliability</a:t>
            </a:r>
          </a:p>
          <a:p>
            <a:pPr algn="just">
              <a:lnSpc>
                <a:spcPct val="120000"/>
              </a:lnSpc>
              <a:spcBef>
                <a:spcPts val="0"/>
              </a:spcBef>
            </a:pPr>
            <a:r>
              <a:rPr lang="en-US" sz="3600" dirty="0">
                <a:solidFill>
                  <a:schemeClr val="bg2">
                    <a:lumMod val="10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Tools and Practices for Reliability Engineering</a:t>
            </a:r>
          </a:p>
          <a:p>
            <a:pPr algn="just">
              <a:lnSpc>
                <a:spcPct val="120000"/>
              </a:lnSpc>
              <a:spcBef>
                <a:spcPts val="0"/>
              </a:spcBef>
            </a:pPr>
            <a:r>
              <a:rPr lang="en-US" sz="3600" dirty="0">
                <a:solidFill>
                  <a:schemeClr val="bg2">
                    <a:lumMod val="10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Case Studies on Reliable Software Systems</a:t>
            </a:r>
          </a:p>
        </p:txBody>
      </p:sp>
    </p:spTree>
    <p:extLst>
      <p:ext uri="{BB962C8B-B14F-4D97-AF65-F5344CB8AC3E}">
        <p14:creationId xmlns:p14="http://schemas.microsoft.com/office/powerpoint/2010/main" val="481981883"/>
      </p:ext>
    </p:extLst>
  </p:cSld>
  <p:clrMapOvr>
    <a:masterClrMapping/>
  </p:clrMapOvr>
  <p:transition spd="med"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9C4C09-62A6-4EAD-480F-E66422499F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Definition and Importance of Software Reliability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9E851F2-9100-FF53-F123-D4F65FF84AF7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5552849-CE2C-39CE-0303-4B296CF1F9CD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2167377" y="3260663"/>
            <a:ext cx="20295058" cy="8583279"/>
          </a:xfrm>
        </p:spPr>
        <p:txBody>
          <a:bodyPr>
            <a:normAutofit/>
          </a:bodyPr>
          <a:lstStyle/>
          <a:p>
            <a:pPr algn="just"/>
            <a:r>
              <a:rPr lang="en-US" sz="3600" b="1" dirty="0">
                <a:solidFill>
                  <a:schemeClr val="bg2">
                    <a:lumMod val="10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Definition of Software Reliability</a:t>
            </a:r>
            <a:r>
              <a:rPr lang="en-US" sz="3600" dirty="0">
                <a:solidFill>
                  <a:schemeClr val="bg2">
                    <a:lumMod val="10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:</a:t>
            </a:r>
          </a:p>
          <a:p>
            <a:pPr lvl="1" algn="just"/>
            <a:r>
              <a:rPr lang="en-US" sz="3600" dirty="0">
                <a:solidFill>
                  <a:schemeClr val="bg2">
                    <a:lumMod val="10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Software reliability is the probability of failure-free software operation over a specified period under specified conditions.</a:t>
            </a:r>
          </a:p>
          <a:p>
            <a:pPr algn="just"/>
            <a:r>
              <a:rPr lang="en-US" sz="3600" b="1" dirty="0">
                <a:solidFill>
                  <a:schemeClr val="bg2">
                    <a:lumMod val="10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Importance of Reliability</a:t>
            </a:r>
            <a:r>
              <a:rPr lang="en-US" sz="3600" dirty="0">
                <a:solidFill>
                  <a:schemeClr val="bg2">
                    <a:lumMod val="10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:</a:t>
            </a:r>
          </a:p>
          <a:p>
            <a:pPr lvl="1" algn="just"/>
            <a:r>
              <a:rPr lang="en-US" sz="3600" dirty="0">
                <a:solidFill>
                  <a:schemeClr val="bg2">
                    <a:lumMod val="10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Reliable software minimizes unexpected failures, ensuring that critical systems (e.g., healthcare, finance, transportation) operate safely and consistently.</a:t>
            </a:r>
          </a:p>
          <a:p>
            <a:pPr lvl="1" algn="just"/>
            <a:r>
              <a:rPr lang="en-US" sz="3600" dirty="0">
                <a:solidFill>
                  <a:schemeClr val="bg2">
                    <a:lumMod val="10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Reliability is closely linked to user satisfaction and safety; failures in systems like aircraft control or medical devices can have severe consequences.</a:t>
            </a:r>
          </a:p>
          <a:p>
            <a:pPr algn="just"/>
            <a:r>
              <a:rPr lang="en-US" sz="3600" b="1" dirty="0">
                <a:solidFill>
                  <a:schemeClr val="bg2">
                    <a:lumMod val="10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Example</a:t>
            </a:r>
            <a:r>
              <a:rPr lang="en-US" sz="3600" dirty="0">
                <a:solidFill>
                  <a:schemeClr val="bg2">
                    <a:lumMod val="10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: Importance of reliability in banking applications, where downtime impacts user trust and financial integrity.</a:t>
            </a:r>
          </a:p>
        </p:txBody>
      </p:sp>
    </p:spTree>
    <p:extLst>
      <p:ext uri="{BB962C8B-B14F-4D97-AF65-F5344CB8AC3E}">
        <p14:creationId xmlns:p14="http://schemas.microsoft.com/office/powerpoint/2010/main" val="2643638529"/>
      </p:ext>
    </p:extLst>
  </p:cSld>
  <p:clrMapOvr>
    <a:masterClrMapping/>
  </p:clrMapOvr>
  <p:transition spd="med"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9C4C09-62A6-4EAD-480F-E66422499F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Reliability Models and Metrics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9E851F2-9100-FF53-F123-D4F65FF84AF7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/>
              <a:t>Common Reliability Models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5552849-CE2C-39CE-0303-4B296CF1F9CD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2167377" y="3260663"/>
            <a:ext cx="20295058" cy="8583279"/>
          </a:xfrm>
        </p:spPr>
        <p:txBody>
          <a:bodyPr>
            <a:normAutofit/>
          </a:bodyPr>
          <a:lstStyle/>
          <a:p>
            <a:pPr algn="just"/>
            <a:r>
              <a:rPr lang="en-US" sz="3600" b="1" dirty="0">
                <a:solidFill>
                  <a:schemeClr val="bg2">
                    <a:lumMod val="10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Failure Rate Model</a:t>
            </a:r>
            <a:r>
              <a:rPr lang="en-US" sz="3600" dirty="0">
                <a:solidFill>
                  <a:schemeClr val="bg2">
                    <a:lumMod val="10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: Calculates the probability of failure per unit time.</a:t>
            </a:r>
          </a:p>
          <a:p>
            <a:pPr algn="just"/>
            <a:r>
              <a:rPr lang="en-US" sz="3600" b="1" dirty="0">
                <a:solidFill>
                  <a:schemeClr val="bg2">
                    <a:lumMod val="10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Mean Time Between Failures (MTBF)</a:t>
            </a:r>
            <a:r>
              <a:rPr lang="en-US" sz="3600" dirty="0">
                <a:solidFill>
                  <a:schemeClr val="bg2">
                    <a:lumMod val="10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: Average time between system failures; the higher the MTBF, the more reliable the system.</a:t>
            </a:r>
          </a:p>
          <a:p>
            <a:pPr algn="just"/>
            <a:r>
              <a:rPr lang="en-US" sz="3600" b="1" dirty="0">
                <a:solidFill>
                  <a:schemeClr val="bg2">
                    <a:lumMod val="10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Mean Time to Repair (MTTR)</a:t>
            </a:r>
            <a:r>
              <a:rPr lang="en-US" sz="3600" dirty="0">
                <a:solidFill>
                  <a:schemeClr val="bg2">
                    <a:lumMod val="10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: Average time taken to repair a system after a failure.</a:t>
            </a:r>
          </a:p>
          <a:p>
            <a:pPr algn="just"/>
            <a:r>
              <a:rPr lang="en-US" sz="36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A simple measure of reliability is mean-time-between-failure (MTBF), where </a:t>
            </a:r>
          </a:p>
          <a:p>
            <a:pPr marL="0" indent="0" algn="just">
              <a:buNone/>
            </a:pPr>
            <a:r>
              <a:rPr lang="en-US" sz="36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			MTBF = MTTF + MTTR</a:t>
            </a:r>
          </a:p>
          <a:p>
            <a:pPr algn="just"/>
            <a:r>
              <a:rPr lang="en-US" sz="36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The acronyms MTTF and MTTR are mean-time-to-failure and mean-time-to-repair, respectively.</a:t>
            </a:r>
          </a:p>
        </p:txBody>
      </p:sp>
    </p:spTree>
    <p:extLst>
      <p:ext uri="{BB962C8B-B14F-4D97-AF65-F5344CB8AC3E}">
        <p14:creationId xmlns:p14="http://schemas.microsoft.com/office/powerpoint/2010/main" val="1312895109"/>
      </p:ext>
    </p:extLst>
  </p:cSld>
  <p:clrMapOvr>
    <a:masterClrMapping/>
  </p:clrMapOvr>
  <p:transition spd="med"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9C4C09-62A6-4EAD-480F-E66422499F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Reliability Models and Metrics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9E851F2-9100-FF53-F123-D4F65FF84AF7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/>
              <a:t>Reliability Metrics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5552849-CE2C-39CE-0303-4B296CF1F9CD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2167377" y="3260663"/>
            <a:ext cx="20295058" cy="8583279"/>
          </a:xfrm>
        </p:spPr>
        <p:txBody>
          <a:bodyPr>
            <a:normAutofit/>
          </a:bodyPr>
          <a:lstStyle/>
          <a:p>
            <a:pPr algn="just"/>
            <a:r>
              <a:rPr lang="en-US" sz="3600" b="1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Availability</a:t>
            </a:r>
            <a:r>
              <a:rPr lang="en-US" sz="36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: Ratio of the system uptime to total time, representing the likelihood that the system is operational when needed.</a:t>
            </a:r>
          </a:p>
          <a:p>
            <a:pPr algn="just"/>
            <a:r>
              <a:rPr lang="en-US" sz="3600" b="1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Reliability Growth Models</a:t>
            </a:r>
            <a:r>
              <a:rPr lang="en-US" sz="36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: Models like the</a:t>
            </a:r>
            <a:r>
              <a:rPr lang="en-US" sz="3600" b="1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en-US" sz="3600" b="1" dirty="0" err="1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Jelinski-Moranda</a:t>
            </a:r>
            <a:r>
              <a:rPr lang="en-US" sz="3600" b="1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Model </a:t>
            </a:r>
            <a:r>
              <a:rPr lang="en-US" sz="36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assess reliability improvement over time.</a:t>
            </a:r>
          </a:p>
          <a:p>
            <a:pPr algn="just"/>
            <a:r>
              <a:rPr lang="en-US" sz="36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Software availability is the probability that a program is operating according to requirements at a given point in time and is defined as</a:t>
            </a:r>
          </a:p>
          <a:p>
            <a:pPr marL="0" indent="0" algn="just">
              <a:buNone/>
            </a:pPr>
            <a:r>
              <a:rPr lang="en-US" sz="36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		Availability = [MTTF/(MTTF + MTTR)] x 100% </a:t>
            </a:r>
          </a:p>
          <a:p>
            <a:pPr algn="just"/>
            <a:r>
              <a:rPr lang="en-US" sz="3600" b="1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Example</a:t>
            </a:r>
            <a:r>
              <a:rPr lang="en-US" sz="36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: A web application with an MTBF of 200 hours and MTTR of 1 hour has a high reliability, but low MTTR is crucial for mission-critical systems.</a:t>
            </a:r>
          </a:p>
        </p:txBody>
      </p:sp>
    </p:spTree>
    <p:extLst>
      <p:ext uri="{BB962C8B-B14F-4D97-AF65-F5344CB8AC3E}">
        <p14:creationId xmlns:p14="http://schemas.microsoft.com/office/powerpoint/2010/main" val="255012935"/>
      </p:ext>
    </p:extLst>
  </p:cSld>
  <p:clrMapOvr>
    <a:masterClrMapping/>
  </p:clrMapOvr>
  <p:transition spd="med"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9C4C09-62A6-4EAD-480F-E66422499F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Fault Tolerance Techniques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9E851F2-9100-FF53-F123-D4F65FF84AF7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/>
              <a:t>Redundancy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5552849-CE2C-39CE-0303-4B296CF1F9CD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2167377" y="3260663"/>
            <a:ext cx="20295058" cy="8583279"/>
          </a:xfrm>
        </p:spPr>
        <p:txBody>
          <a:bodyPr>
            <a:normAutofit/>
          </a:bodyPr>
          <a:lstStyle/>
          <a:p>
            <a:pPr algn="just"/>
            <a:r>
              <a:rPr lang="en-US" sz="36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Involves having duplicate systems or components to take over in case of failure.</a:t>
            </a:r>
          </a:p>
          <a:p>
            <a:pPr algn="just"/>
            <a:r>
              <a:rPr lang="en-US" sz="3600" b="1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Example</a:t>
            </a:r>
            <a:r>
              <a:rPr lang="en-US" sz="36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: A load-balanced server setup where traffic is distributed across multiple servers; if one fails, others continue to serve users.</a:t>
            </a:r>
          </a:p>
        </p:txBody>
      </p:sp>
    </p:spTree>
    <p:extLst>
      <p:ext uri="{BB962C8B-B14F-4D97-AF65-F5344CB8AC3E}">
        <p14:creationId xmlns:p14="http://schemas.microsoft.com/office/powerpoint/2010/main" val="1775461575"/>
      </p:ext>
    </p:extLst>
  </p:cSld>
  <p:clrMapOvr>
    <a:masterClrMapping/>
  </p:clrMapOvr>
  <p:transition spd="med"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9C4C09-62A6-4EAD-480F-E66422499F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Fault Tolerance Techniques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9E851F2-9100-FF53-F123-D4F65FF84AF7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/>
              <a:t>Graceful Degradation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5552849-CE2C-39CE-0303-4B296CF1F9CD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2167377" y="3260663"/>
            <a:ext cx="20295058" cy="8583279"/>
          </a:xfrm>
        </p:spPr>
        <p:txBody>
          <a:bodyPr>
            <a:normAutofit/>
          </a:bodyPr>
          <a:lstStyle/>
          <a:p>
            <a:pPr algn="just"/>
            <a:r>
              <a:rPr lang="en-US" sz="36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Ensures that even if a system component fails, the system continues to operate at a reduced capacity.</a:t>
            </a:r>
          </a:p>
          <a:p>
            <a:pPr algn="just"/>
            <a:r>
              <a:rPr lang="en-US" sz="3600" b="1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Example</a:t>
            </a:r>
            <a:r>
              <a:rPr lang="en-US" sz="36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: A video streaming service might reduce video quality temporarily if high-definition servers fail, maintaining the service at a lower quality.</a:t>
            </a:r>
          </a:p>
        </p:txBody>
      </p:sp>
    </p:spTree>
    <p:extLst>
      <p:ext uri="{BB962C8B-B14F-4D97-AF65-F5344CB8AC3E}">
        <p14:creationId xmlns:p14="http://schemas.microsoft.com/office/powerpoint/2010/main" val="2675396835"/>
      </p:ext>
    </p:extLst>
  </p:cSld>
  <p:clrMapOvr>
    <a:masterClrMapping/>
  </p:clrMapOvr>
  <p:transition spd="med"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9C4C09-62A6-4EAD-480F-E66422499F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Fault Tolerance Techniques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9E851F2-9100-FF53-F123-D4F65FF84AF7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/>
              <a:t>Recovery Mechanisms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5552849-CE2C-39CE-0303-4B296CF1F9CD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2167377" y="3260663"/>
            <a:ext cx="20295058" cy="8583279"/>
          </a:xfrm>
        </p:spPr>
        <p:txBody>
          <a:bodyPr>
            <a:normAutofit/>
          </a:bodyPr>
          <a:lstStyle/>
          <a:p>
            <a:pPr algn="just"/>
            <a:r>
              <a:rPr lang="en-US" sz="3600" b="1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Checkpointing and Rollback</a:t>
            </a:r>
            <a:r>
              <a:rPr lang="en-US" sz="36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: Regularly saves system states to enable rollbacks after failures.</a:t>
            </a:r>
          </a:p>
          <a:p>
            <a:pPr algn="just"/>
            <a:r>
              <a:rPr lang="en-US" sz="3600" b="1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Failover Systems</a:t>
            </a:r>
            <a:r>
              <a:rPr lang="en-US" sz="36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: Automatically switches to a backup system when a failure occurs.</a:t>
            </a:r>
          </a:p>
          <a:p>
            <a:pPr algn="just"/>
            <a:r>
              <a:rPr lang="en-US" sz="3600" b="1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Self-Healing Mechanisms</a:t>
            </a:r>
            <a:r>
              <a:rPr lang="en-US" sz="36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: Systems detect, isolate, and correct errors without human intervention.</a:t>
            </a:r>
          </a:p>
          <a:p>
            <a:pPr algn="just"/>
            <a:r>
              <a:rPr lang="en-US" sz="3600" b="1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Example</a:t>
            </a:r>
            <a:r>
              <a:rPr lang="en-US" sz="36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: In databases, checkpoints allow recovery to the last stable state after a crash, preserving data integrity.</a:t>
            </a:r>
          </a:p>
        </p:txBody>
      </p:sp>
    </p:spTree>
    <p:extLst>
      <p:ext uri="{BB962C8B-B14F-4D97-AF65-F5344CB8AC3E}">
        <p14:creationId xmlns:p14="http://schemas.microsoft.com/office/powerpoint/2010/main" val="1665636752"/>
      </p:ext>
    </p:extLst>
  </p:cSld>
  <p:clrMapOvr>
    <a:masterClrMapping/>
  </p:clrMapOvr>
  <p:transition spd="med"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9C4C09-62A6-4EAD-480F-E66422499F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Designing for Reliability in Software Architecture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9E851F2-9100-FF53-F123-D4F65FF84AF7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ID" dirty="0"/>
              <a:t>Principles of Reliability in Architecture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5552849-CE2C-39CE-0303-4B296CF1F9CD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2167377" y="3260663"/>
            <a:ext cx="20295058" cy="8583279"/>
          </a:xfrm>
        </p:spPr>
        <p:txBody>
          <a:bodyPr>
            <a:normAutofit/>
          </a:bodyPr>
          <a:lstStyle/>
          <a:p>
            <a:pPr algn="just"/>
            <a:r>
              <a:rPr lang="en-US" sz="3600" b="1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Modularity</a:t>
            </a:r>
            <a:r>
              <a:rPr lang="en-US" sz="36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: Designing the system as independent modules isolates faults.</a:t>
            </a:r>
          </a:p>
          <a:p>
            <a:pPr algn="just"/>
            <a:r>
              <a:rPr lang="en-US" sz="3600" b="1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Redundancy and Replication</a:t>
            </a:r>
            <a:r>
              <a:rPr lang="en-US" sz="36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: Adding extra components or copies of services to prevent complete failure.</a:t>
            </a:r>
          </a:p>
          <a:p>
            <a:pPr algn="just"/>
            <a:r>
              <a:rPr lang="en-US" sz="3600" b="1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Error Detection and Correction</a:t>
            </a:r>
            <a:r>
              <a:rPr lang="en-US" sz="36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: Embedding mechanisms that detect and automatically correct errors.</a:t>
            </a:r>
          </a:p>
          <a:p>
            <a:pPr algn="just"/>
            <a:r>
              <a:rPr lang="en-US" sz="3600" b="1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Failover Architecture</a:t>
            </a:r>
            <a:r>
              <a:rPr lang="en-US" sz="36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: Setting up backup systems that take over instantly in case of failure.</a:t>
            </a:r>
          </a:p>
        </p:txBody>
      </p:sp>
    </p:spTree>
    <p:extLst>
      <p:ext uri="{BB962C8B-B14F-4D97-AF65-F5344CB8AC3E}">
        <p14:creationId xmlns:p14="http://schemas.microsoft.com/office/powerpoint/2010/main" val="588975469"/>
      </p:ext>
    </p:extLst>
  </p:cSld>
  <p:clrMapOvr>
    <a:masterClrMapping/>
  </p:clrMapOvr>
  <p:transition spd="med"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9C4C09-62A6-4EAD-480F-E66422499F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Designing for Reliability in Software Architecture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9E851F2-9100-FF53-F123-D4F65FF84AF7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ID" dirty="0"/>
              <a:t>Reliability Patterns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5552849-CE2C-39CE-0303-4B296CF1F9CD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2167377" y="3260663"/>
            <a:ext cx="20295058" cy="8583279"/>
          </a:xfrm>
        </p:spPr>
        <p:txBody>
          <a:bodyPr>
            <a:normAutofit/>
          </a:bodyPr>
          <a:lstStyle/>
          <a:p>
            <a:pPr algn="just"/>
            <a:r>
              <a:rPr lang="en-US" sz="3600" b="1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Circuit Breaker Pattern</a:t>
            </a:r>
            <a:r>
              <a:rPr lang="en-US" sz="36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: Prevents repeated attempts to access a failed service.</a:t>
            </a:r>
          </a:p>
          <a:p>
            <a:pPr algn="just"/>
            <a:r>
              <a:rPr lang="en-US" sz="3600" b="1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Bulkhead Pattern</a:t>
            </a:r>
            <a:r>
              <a:rPr lang="en-US" sz="36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: Isolates components to prevent a failure in one from impacting others.</a:t>
            </a:r>
          </a:p>
          <a:p>
            <a:pPr algn="just"/>
            <a:r>
              <a:rPr lang="en-US" sz="3600" b="1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Event-Driven Architecture</a:t>
            </a:r>
            <a:r>
              <a:rPr lang="en-US" sz="36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: Uses decoupled services to handle high availability and reliability.</a:t>
            </a:r>
          </a:p>
          <a:p>
            <a:pPr algn="just"/>
            <a:r>
              <a:rPr lang="en-US" sz="3600" b="1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Example</a:t>
            </a:r>
            <a:r>
              <a:rPr lang="en-US" sz="36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: A microservices architecture for an e-commerce site uses circuit breakers to isolate failing payment services, allowing other services to continue operating.</a:t>
            </a:r>
          </a:p>
        </p:txBody>
      </p:sp>
    </p:spTree>
    <p:extLst>
      <p:ext uri="{BB962C8B-B14F-4D97-AF65-F5344CB8AC3E}">
        <p14:creationId xmlns:p14="http://schemas.microsoft.com/office/powerpoint/2010/main" val="1059478039"/>
      </p:ext>
    </p:extLst>
  </p:cSld>
  <p:clrMapOvr>
    <a:masterClrMapping/>
  </p:clrMapOvr>
  <p:transition spd="med"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9C4C09-62A6-4EAD-480F-E66422499F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Measuring and Improving Software Reliability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9E851F2-9100-FF53-F123-D4F65FF84AF7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ID" dirty="0"/>
              <a:t>Measurement Techniques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5552849-CE2C-39CE-0303-4B296CF1F9CD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2167377" y="3260663"/>
            <a:ext cx="20295058" cy="8583279"/>
          </a:xfrm>
        </p:spPr>
        <p:txBody>
          <a:bodyPr>
            <a:normAutofit/>
          </a:bodyPr>
          <a:lstStyle/>
          <a:p>
            <a:pPr algn="just"/>
            <a:r>
              <a:rPr lang="en-US" sz="3600" b="1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Failure Tracking</a:t>
            </a:r>
            <a:r>
              <a:rPr lang="en-US" sz="36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: Recording failure occurrences and analyzing patterns to target improvements.</a:t>
            </a:r>
          </a:p>
          <a:p>
            <a:pPr algn="just"/>
            <a:r>
              <a:rPr lang="en-US" sz="3600" b="1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User Feedback</a:t>
            </a:r>
            <a:r>
              <a:rPr lang="en-US" sz="36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: Tracking customer complaints and reported issues to identify reliability gaps.</a:t>
            </a:r>
          </a:p>
        </p:txBody>
      </p:sp>
    </p:spTree>
    <p:extLst>
      <p:ext uri="{BB962C8B-B14F-4D97-AF65-F5344CB8AC3E}">
        <p14:creationId xmlns:p14="http://schemas.microsoft.com/office/powerpoint/2010/main" val="1094424399"/>
      </p:ext>
    </p:extLst>
  </p:cSld>
  <p:clrMapOvr>
    <a:masterClrMapping/>
  </p:clrMapOvr>
  <p:transition spd="med"/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9C4C09-62A6-4EAD-480F-E66422499F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Measuring and Improving Software Reliability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9E851F2-9100-FF53-F123-D4F65FF84AF7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ID" dirty="0"/>
              <a:t>Improving Reliability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5552849-CE2C-39CE-0303-4B296CF1F9CD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2167377" y="3260663"/>
            <a:ext cx="20295058" cy="8583279"/>
          </a:xfrm>
        </p:spPr>
        <p:txBody>
          <a:bodyPr>
            <a:normAutofit/>
          </a:bodyPr>
          <a:lstStyle/>
          <a:p>
            <a:pPr algn="just"/>
            <a:r>
              <a:rPr lang="en-US" sz="3600" b="1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Refactoring</a:t>
            </a:r>
            <a:r>
              <a:rPr lang="en-US" sz="36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: Improve code to reduce complexity and prevent errors.</a:t>
            </a:r>
          </a:p>
          <a:p>
            <a:pPr algn="just"/>
            <a:r>
              <a:rPr lang="en-US" sz="3600" b="1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Automated Testing</a:t>
            </a:r>
            <a:r>
              <a:rPr lang="en-US" sz="36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: Continuous testing helps detect issues early, especially with regression and performance tests.</a:t>
            </a:r>
          </a:p>
          <a:p>
            <a:pPr algn="just"/>
            <a:r>
              <a:rPr lang="en-US" sz="3600" b="1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Monitoring and Logging</a:t>
            </a:r>
            <a:r>
              <a:rPr lang="en-US" sz="36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: Real-time monitoring and logging help detect and respond to faults quickly.</a:t>
            </a:r>
          </a:p>
          <a:p>
            <a:pPr algn="just"/>
            <a:r>
              <a:rPr lang="en-US" sz="3600" b="1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Example</a:t>
            </a:r>
            <a:r>
              <a:rPr lang="en-US" sz="36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: A company uses monitoring tools like Prometheus and Grafana to track error rates, downtime, and MTTR, focusing improvement efforts on areas with high failure rates.</a:t>
            </a:r>
          </a:p>
        </p:txBody>
      </p:sp>
    </p:spTree>
    <p:extLst>
      <p:ext uri="{BB962C8B-B14F-4D97-AF65-F5344CB8AC3E}">
        <p14:creationId xmlns:p14="http://schemas.microsoft.com/office/powerpoint/2010/main" val="3835692881"/>
      </p:ext>
    </p:extLst>
  </p:cSld>
  <p:clrMapOvr>
    <a:masterClrMapping/>
  </p:clrMapOvr>
  <p:transition spd="med"/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9C4C09-62A6-4EAD-480F-E66422499F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Tools and Practices for Reliability Engineering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9E851F2-9100-FF53-F123-D4F65FF84AF7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/>
              <a:t>Reliability Engineering Tools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5552849-CE2C-39CE-0303-4B296CF1F9CD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2167377" y="3260663"/>
            <a:ext cx="20295058" cy="8583279"/>
          </a:xfrm>
        </p:spPr>
        <p:txBody>
          <a:bodyPr>
            <a:normAutofit/>
          </a:bodyPr>
          <a:lstStyle/>
          <a:p>
            <a:pPr algn="just"/>
            <a:r>
              <a:rPr lang="en-US" sz="3600" b="1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Chaos Engineering Tools</a:t>
            </a:r>
            <a:r>
              <a:rPr lang="en-US" sz="36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: Simulate failures to test system resilience (e.g., Chaos Monkey for Netflix).</a:t>
            </a:r>
          </a:p>
          <a:p>
            <a:pPr algn="just"/>
            <a:r>
              <a:rPr lang="en-US" sz="3600" b="1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Monitoring Tools</a:t>
            </a:r>
            <a:r>
              <a:rPr lang="en-US" sz="36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: Real-time monitoring tools like Prometheus and Grafana track uptime, errors, and performance.</a:t>
            </a:r>
          </a:p>
          <a:p>
            <a:pPr algn="just"/>
            <a:r>
              <a:rPr lang="en-US" sz="3600" b="1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Testing and Automation Tools</a:t>
            </a:r>
            <a:r>
              <a:rPr lang="en-US" sz="36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: Tools like JUnit for unit testing, Selenium for automated UI testing, and load testing tools like JMeter.</a:t>
            </a:r>
          </a:p>
          <a:p>
            <a:pPr algn="just"/>
            <a:r>
              <a:rPr lang="en-US" sz="3600" b="1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Incident Management</a:t>
            </a:r>
            <a:r>
              <a:rPr lang="en-US" sz="36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: PagerDuty and </a:t>
            </a:r>
            <a:r>
              <a:rPr lang="en-US" sz="3600" dirty="0" err="1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Opsgenie</a:t>
            </a:r>
            <a:r>
              <a:rPr lang="en-US" sz="36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help coordinate response to failures.</a:t>
            </a:r>
          </a:p>
        </p:txBody>
      </p:sp>
    </p:spTree>
    <p:extLst>
      <p:ext uri="{BB962C8B-B14F-4D97-AF65-F5344CB8AC3E}">
        <p14:creationId xmlns:p14="http://schemas.microsoft.com/office/powerpoint/2010/main" val="1329243762"/>
      </p:ext>
    </p:extLst>
  </p:cSld>
  <p:clrMapOvr>
    <a:masterClrMapping/>
  </p:clrMapOvr>
  <p:transition spd="med"/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5D075E-03B7-4FC6-4FCF-D0C188F97E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Tools and Practices for Reliability Engineering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0029F04-83ED-514F-ED51-65780627B3AC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/>
              <a:t>Game Days</a:t>
            </a:r>
          </a:p>
        </p:txBody>
      </p:sp>
      <p:sp>
        <p:nvSpPr>
          <p:cNvPr id="16" name="Content Placeholder 15">
            <a:extLst>
              <a:ext uri="{FF2B5EF4-FFF2-40B4-BE49-F238E27FC236}">
                <a16:creationId xmlns:a16="http://schemas.microsoft.com/office/drawing/2014/main" id="{8D8FBC49-1AA0-2B02-E0D9-409C8B507A58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2167377" y="3260663"/>
            <a:ext cx="20616423" cy="8583279"/>
          </a:xfrm>
        </p:spPr>
        <p:txBody>
          <a:bodyPr anchor="ctr">
            <a:normAutofit/>
          </a:bodyPr>
          <a:lstStyle/>
          <a:p>
            <a:pPr marL="0" indent="0" algn="just">
              <a:buNone/>
            </a:pPr>
            <a:r>
              <a:rPr lang="en-US" sz="36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Purposely </a:t>
            </a:r>
            <a:r>
              <a:rPr lang="en-US" sz="3600" b="1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injecting failures </a:t>
            </a:r>
            <a:r>
              <a:rPr lang="en-US" sz="36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into critical systems in order to:</a:t>
            </a:r>
          </a:p>
          <a:p>
            <a:pPr algn="just"/>
            <a:r>
              <a:rPr lang="en-US" sz="36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Identify </a:t>
            </a:r>
            <a:r>
              <a:rPr lang="en-US" sz="3600" b="1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flaws</a:t>
            </a:r>
            <a:r>
              <a:rPr lang="en-US" sz="36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and “latent defects”</a:t>
            </a:r>
          </a:p>
          <a:p>
            <a:pPr algn="just"/>
            <a:r>
              <a:rPr lang="en-US" sz="36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Identify </a:t>
            </a:r>
            <a:r>
              <a:rPr lang="en-US" sz="3600" b="1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subtle dependencies </a:t>
            </a:r>
            <a:r>
              <a:rPr lang="en-US" sz="36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(which may or may not lead to a flaw/defect)</a:t>
            </a:r>
          </a:p>
          <a:p>
            <a:pPr algn="just"/>
            <a:r>
              <a:rPr lang="en-US" sz="36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Prepare a </a:t>
            </a:r>
            <a:r>
              <a:rPr lang="en-US" sz="3600" b="1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response</a:t>
            </a:r>
            <a:r>
              <a:rPr lang="en-US" sz="36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for a disastrous event</a:t>
            </a:r>
          </a:p>
          <a:p>
            <a:pPr marL="0" indent="0" algn="just">
              <a:buNone/>
            </a:pPr>
            <a:endParaRPr lang="en-US" sz="3600" dirty="0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  <a:p>
            <a:pPr marL="0" indent="0" algn="just">
              <a:buNone/>
            </a:pPr>
            <a:r>
              <a:rPr lang="en-US" sz="36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Comes from “resilience engineering” typical in high-risk industries</a:t>
            </a:r>
          </a:p>
          <a:p>
            <a:pPr marL="0" indent="0" algn="just">
              <a:buNone/>
            </a:pPr>
            <a:r>
              <a:rPr lang="en-US" sz="36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Practiced by Amazon, Google, Microsoft, Etsy, Facebook, Flickr, etc.</a:t>
            </a:r>
          </a:p>
        </p:txBody>
      </p:sp>
    </p:spTree>
    <p:extLst>
      <p:ext uri="{BB962C8B-B14F-4D97-AF65-F5344CB8AC3E}">
        <p14:creationId xmlns:p14="http://schemas.microsoft.com/office/powerpoint/2010/main" val="2425068638"/>
      </p:ext>
    </p:extLst>
  </p:cSld>
  <p:clrMapOvr>
    <a:masterClrMapping/>
  </p:clrMapOvr>
  <p:transition spd="med"/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5D075E-03B7-4FC6-4FCF-D0C188F97E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Tools and Practices for Reliability Engineering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0029F04-83ED-514F-ED51-65780627B3AC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/>
              <a:t>Game Days</a:t>
            </a:r>
          </a:p>
        </p:txBody>
      </p:sp>
      <p:sp>
        <p:nvSpPr>
          <p:cNvPr id="16" name="Content Placeholder 15">
            <a:extLst>
              <a:ext uri="{FF2B5EF4-FFF2-40B4-BE49-F238E27FC236}">
                <a16:creationId xmlns:a16="http://schemas.microsoft.com/office/drawing/2014/main" id="{8D8FBC49-1AA0-2B02-E0D9-409C8B507A58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2167377" y="3260663"/>
            <a:ext cx="20616423" cy="8583279"/>
          </a:xfrm>
        </p:spPr>
        <p:txBody>
          <a:bodyPr anchor="ctr">
            <a:normAutofit/>
          </a:bodyPr>
          <a:lstStyle/>
          <a:p>
            <a:pPr marL="0" indent="0" algn="just">
              <a:buNone/>
            </a:pPr>
            <a:r>
              <a:rPr lang="en-US" sz="36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Large-scale applications are built on and with </a:t>
            </a:r>
            <a:r>
              <a:rPr lang="en-US" sz="3600" b="1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“unreliable”</a:t>
            </a:r>
            <a:r>
              <a:rPr lang="en-US" sz="36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components</a:t>
            </a:r>
          </a:p>
          <a:p>
            <a:pPr marL="0" indent="0" algn="just">
              <a:buNone/>
            </a:pPr>
            <a:r>
              <a:rPr lang="en-US" sz="3600" b="1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Failure is inevitable </a:t>
            </a:r>
            <a:r>
              <a:rPr lang="en-US" sz="36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(fraction of percent; at Google scale, ~multiple times)</a:t>
            </a:r>
          </a:p>
          <a:p>
            <a:pPr marL="0" indent="0" algn="just">
              <a:buNone/>
            </a:pPr>
            <a:r>
              <a:rPr lang="en-US" sz="36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Goals:</a:t>
            </a:r>
          </a:p>
          <a:p>
            <a:pPr lvl="1" algn="just"/>
            <a:r>
              <a:rPr lang="en-US" sz="3600" b="1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Preemptively trigger </a:t>
            </a:r>
            <a:r>
              <a:rPr lang="en-US" sz="36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the failure, observe, and fix the error</a:t>
            </a:r>
          </a:p>
          <a:p>
            <a:pPr lvl="1" algn="just"/>
            <a:r>
              <a:rPr lang="en-US" sz="36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Script testing </a:t>
            </a:r>
            <a:r>
              <a:rPr lang="en-US" sz="3600" b="1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previous failures </a:t>
            </a:r>
            <a:r>
              <a:rPr lang="en-US" sz="36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and ensure system remains resilient</a:t>
            </a:r>
          </a:p>
          <a:p>
            <a:pPr lvl="1" algn="just"/>
            <a:r>
              <a:rPr lang="en-US" sz="36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Build the necessary relationships between teams </a:t>
            </a:r>
            <a:r>
              <a:rPr lang="en-US" sz="3600" b="1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before</a:t>
            </a:r>
            <a:r>
              <a:rPr lang="en-US" sz="36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disaster strikes</a:t>
            </a:r>
          </a:p>
        </p:txBody>
      </p:sp>
    </p:spTree>
    <p:extLst>
      <p:ext uri="{BB962C8B-B14F-4D97-AF65-F5344CB8AC3E}">
        <p14:creationId xmlns:p14="http://schemas.microsoft.com/office/powerpoint/2010/main" val="4180586492"/>
      </p:ext>
    </p:extLst>
  </p:cSld>
  <p:clrMapOvr>
    <a:masterClrMapping/>
  </p:clrMapOvr>
  <p:transition spd="med"/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5D075E-03B7-4FC6-4FCF-D0C188F97E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Tools and Practices for Reliability Engineering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0029F04-83ED-514F-ED51-65780627B3AC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/>
              <a:t>Example: Amazon GameDay</a:t>
            </a:r>
          </a:p>
        </p:txBody>
      </p:sp>
      <p:sp>
        <p:nvSpPr>
          <p:cNvPr id="16" name="Content Placeholder 15">
            <a:extLst>
              <a:ext uri="{FF2B5EF4-FFF2-40B4-BE49-F238E27FC236}">
                <a16:creationId xmlns:a16="http://schemas.microsoft.com/office/drawing/2014/main" id="{8D8FBC49-1AA0-2B02-E0D9-409C8B507A58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2167377" y="3260663"/>
            <a:ext cx="20616423" cy="8583279"/>
          </a:xfrm>
        </p:spPr>
        <p:txBody>
          <a:bodyPr anchor="ctr">
            <a:normAutofit/>
          </a:bodyPr>
          <a:lstStyle/>
          <a:p>
            <a:pPr marL="0" indent="0" algn="just">
              <a:buNone/>
            </a:pPr>
            <a:r>
              <a:rPr lang="en-US" sz="36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Full data center destruction (Amazon EC2 region)</a:t>
            </a:r>
          </a:p>
          <a:p>
            <a:pPr algn="just">
              <a:spcBef>
                <a:spcPts val="0"/>
              </a:spcBef>
            </a:pPr>
            <a:r>
              <a:rPr lang="en-US" sz="36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No advanced notice of </a:t>
            </a:r>
            <a:r>
              <a:rPr lang="en-US" sz="3600" b="1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which</a:t>
            </a:r>
            <a:r>
              <a:rPr lang="en-US" sz="36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data center will be taken offline</a:t>
            </a:r>
          </a:p>
          <a:p>
            <a:pPr algn="just">
              <a:spcBef>
                <a:spcPts val="0"/>
              </a:spcBef>
            </a:pPr>
            <a:r>
              <a:rPr lang="en-US" sz="36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No notice of </a:t>
            </a:r>
            <a:r>
              <a:rPr lang="en-US" sz="3600" b="1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when</a:t>
            </a:r>
            <a:r>
              <a:rPr lang="en-US" sz="36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the data center </a:t>
            </a:r>
            <a:r>
              <a:rPr lang="en-US" sz="3600" dirty="0">
                <a:solidFill>
                  <a:srgbClr val="FF0000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will</a:t>
            </a:r>
            <a:r>
              <a:rPr lang="en-US" sz="36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be taken offline</a:t>
            </a:r>
          </a:p>
          <a:p>
            <a:pPr algn="just">
              <a:spcBef>
                <a:spcPts val="0"/>
              </a:spcBef>
            </a:pPr>
            <a:r>
              <a:rPr lang="en-US" sz="36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Only advance notice (months) that a GameDay </a:t>
            </a:r>
            <a:r>
              <a:rPr lang="en-US" sz="3600" b="1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will be happening</a:t>
            </a:r>
          </a:p>
          <a:p>
            <a:pPr algn="just">
              <a:spcBef>
                <a:spcPts val="0"/>
              </a:spcBef>
            </a:pPr>
            <a:r>
              <a:rPr lang="en-US" sz="3600" b="1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Real failures in the production environment</a:t>
            </a:r>
          </a:p>
          <a:p>
            <a:pPr marL="0" indent="0" algn="just">
              <a:buNone/>
            </a:pPr>
            <a:r>
              <a:rPr lang="en-US" sz="36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Discovered </a:t>
            </a:r>
            <a:r>
              <a:rPr lang="en-US" sz="3600" b="1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latent defect </a:t>
            </a:r>
            <a:r>
              <a:rPr lang="en-US" sz="36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where the monitoring infrastructure responsible for detecting errors and paging employees </a:t>
            </a:r>
            <a:r>
              <a:rPr lang="en-US" sz="3600" b="1" dirty="0">
                <a:solidFill>
                  <a:srgbClr val="FF0000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was located in the zone of the failure</a:t>
            </a:r>
            <a:r>
              <a:rPr lang="en-US" sz="36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!</a:t>
            </a:r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21A04EC8-4A88-19D8-8C12-3004F144BC21}"/>
              </a:ext>
            </a:extLst>
          </p:cNvPr>
          <p:cNvCxnSpPr>
            <a:cxnSpLocks/>
          </p:cNvCxnSpPr>
          <p:nvPr/>
        </p:nvCxnSpPr>
        <p:spPr>
          <a:xfrm flipV="1">
            <a:off x="5486400" y="9144000"/>
            <a:ext cx="1219200" cy="1981200"/>
          </a:xfrm>
          <a:prstGeom prst="straightConnector1">
            <a:avLst/>
          </a:prstGeom>
          <a:ln>
            <a:solidFill>
              <a:schemeClr val="bg2">
                <a:lumMod val="10000"/>
              </a:schemeClr>
            </a:solidFill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E3A31162-0057-BEAE-7182-DA6E4951A8A9}"/>
              </a:ext>
            </a:extLst>
          </p:cNvPr>
          <p:cNvSpPr txBox="1"/>
          <p:nvPr/>
        </p:nvSpPr>
        <p:spPr>
          <a:xfrm>
            <a:off x="2245739" y="11125200"/>
            <a:ext cx="6481321" cy="1764586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just"/>
            <a:r>
              <a:rPr kumimoji="0" lang="en-US" sz="3600" b="0" i="0" u="none" strike="noStrike" cap="none" spc="0" normalizeH="0" baseline="0" dirty="0">
                <a:ln>
                  <a:noFill/>
                </a:ln>
                <a:solidFill>
                  <a:schemeClr val="bg2">
                    <a:lumMod val="10000"/>
                  </a:schemeClr>
                </a:solidFill>
                <a:effectLst/>
                <a:uFillTx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Helvetica Neue"/>
              </a:rPr>
              <a:t>Not all failures can be actually performed and must be </a:t>
            </a:r>
            <a:r>
              <a:rPr kumimoji="0" lang="en-US" sz="3600" b="1" i="0" u="none" strike="noStrike" cap="none" spc="0" normalizeH="0" baseline="0" dirty="0">
                <a:ln>
                  <a:noFill/>
                </a:ln>
                <a:solidFill>
                  <a:schemeClr val="bg2">
                    <a:lumMod val="10000"/>
                  </a:schemeClr>
                </a:solidFill>
                <a:effectLst/>
                <a:uFillTx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Helvetica Neue"/>
              </a:rPr>
              <a:t>simulated</a:t>
            </a:r>
            <a:r>
              <a:rPr kumimoji="0" lang="en-US" sz="3600" b="0" i="0" u="none" strike="noStrike" cap="none" spc="0" normalizeH="0" baseline="0" dirty="0">
                <a:ln>
                  <a:noFill/>
                </a:ln>
                <a:solidFill>
                  <a:schemeClr val="bg2">
                    <a:lumMod val="10000"/>
                  </a:schemeClr>
                </a:solidFill>
                <a:effectLst/>
                <a:uFillTx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Helvetica Neue"/>
              </a:rPr>
              <a:t>!</a:t>
            </a:r>
          </a:p>
        </p:txBody>
      </p:sp>
    </p:spTree>
    <p:extLst>
      <p:ext uri="{BB962C8B-B14F-4D97-AF65-F5344CB8AC3E}">
        <p14:creationId xmlns:p14="http://schemas.microsoft.com/office/powerpoint/2010/main" val="1001686265"/>
      </p:ext>
    </p:extLst>
  </p:cSld>
  <p:clrMapOvr>
    <a:masterClrMapping/>
  </p:clrMapOvr>
  <p:transition spd="med"/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5D075E-03B7-4FC6-4FCF-D0C188F97E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Tools and Practices for Reliability Engineering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0029F04-83ED-514F-ED51-65780627B3AC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/>
              <a:t>Other Example: Google</a:t>
            </a:r>
          </a:p>
        </p:txBody>
      </p:sp>
      <p:sp>
        <p:nvSpPr>
          <p:cNvPr id="16" name="Content Placeholder 15">
            <a:extLst>
              <a:ext uri="{FF2B5EF4-FFF2-40B4-BE49-F238E27FC236}">
                <a16:creationId xmlns:a16="http://schemas.microsoft.com/office/drawing/2014/main" id="{8D8FBC49-1AA0-2B02-E0D9-409C8B507A58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2167377" y="3260663"/>
            <a:ext cx="20616423" cy="8583279"/>
          </a:xfrm>
        </p:spPr>
        <p:txBody>
          <a:bodyPr anchor="ctr">
            <a:normAutofit/>
          </a:bodyPr>
          <a:lstStyle/>
          <a:p>
            <a:pPr marL="0" indent="0" algn="just">
              <a:buNone/>
            </a:pPr>
            <a:r>
              <a:rPr lang="en-US" sz="36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Terminate network in Sao Paulo for testing:</a:t>
            </a:r>
          </a:p>
          <a:p>
            <a:pPr algn="just"/>
            <a:r>
              <a:rPr lang="en-US" sz="36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Hidden dependency takes down links in Mexico which would have remained undiscovered without testing</a:t>
            </a:r>
          </a:p>
          <a:p>
            <a:pPr marL="0" indent="0" algn="just">
              <a:buNone/>
            </a:pPr>
            <a:r>
              <a:rPr lang="en-US" sz="36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Turn off data center to find that machines won’t come back:</a:t>
            </a:r>
          </a:p>
          <a:p>
            <a:pPr algn="just"/>
            <a:r>
              <a:rPr lang="en-US" sz="36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Ran out of DHCP leases (for IP address allocation) when a large number of machines come back online unexpectedly. </a:t>
            </a:r>
          </a:p>
        </p:txBody>
      </p:sp>
    </p:spTree>
    <p:extLst>
      <p:ext uri="{BB962C8B-B14F-4D97-AF65-F5344CB8AC3E}">
        <p14:creationId xmlns:p14="http://schemas.microsoft.com/office/powerpoint/2010/main" val="758939680"/>
      </p:ext>
    </p:extLst>
  </p:cSld>
  <p:clrMapOvr>
    <a:masterClrMapping/>
  </p:clrMapOvr>
  <p:transition spd="med"/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5D075E-03B7-4FC6-4FCF-D0C188F97E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Tools and Practices for Reliability Engineering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0029F04-83ED-514F-ED51-65780627B3AC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/>
              <a:t>Real Issues: Disney+ Launch</a:t>
            </a:r>
          </a:p>
        </p:txBody>
      </p:sp>
      <p:sp>
        <p:nvSpPr>
          <p:cNvPr id="16" name="Content Placeholder 15">
            <a:extLst>
              <a:ext uri="{FF2B5EF4-FFF2-40B4-BE49-F238E27FC236}">
                <a16:creationId xmlns:a16="http://schemas.microsoft.com/office/drawing/2014/main" id="{8D8FBC49-1AA0-2B02-E0D9-409C8B507A58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2167377" y="3260663"/>
            <a:ext cx="20616423" cy="8583279"/>
          </a:xfrm>
        </p:spPr>
        <p:txBody>
          <a:bodyPr anchor="ctr">
            <a:normAutofit/>
          </a:bodyPr>
          <a:lstStyle/>
          <a:p>
            <a:pPr algn="just"/>
            <a:r>
              <a:rPr lang="en-ID" sz="3600" dirty="0">
                <a:solidFill>
                  <a:schemeClr val="bg2">
                    <a:lumMod val="10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Lots of issues reported on launch day.</a:t>
            </a:r>
          </a:p>
          <a:p>
            <a:pPr algn="just"/>
            <a:r>
              <a:rPr lang="en-ID" sz="3600" dirty="0">
                <a:solidFill>
                  <a:schemeClr val="bg2">
                    <a:lumMod val="10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Disney had planned for a spike in traffic.</a:t>
            </a:r>
          </a:p>
          <a:p>
            <a:pPr lvl="1" algn="just"/>
            <a:r>
              <a:rPr lang="en-ID" sz="3600" dirty="0">
                <a:solidFill>
                  <a:schemeClr val="bg2">
                    <a:lumMod val="10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Tested massive concurrent video streaming capability.</a:t>
            </a:r>
          </a:p>
          <a:p>
            <a:pPr algn="just"/>
            <a:r>
              <a:rPr lang="en-ID" sz="3600" dirty="0">
                <a:solidFill>
                  <a:schemeClr val="bg2">
                    <a:lumMod val="10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BUT: the stress was in paths other than streaming</a:t>
            </a:r>
          </a:p>
          <a:p>
            <a:pPr lvl="1" algn="just"/>
            <a:r>
              <a:rPr lang="en-ID" sz="3600" dirty="0">
                <a:solidFill>
                  <a:schemeClr val="bg2">
                    <a:lumMod val="10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User account creation</a:t>
            </a:r>
          </a:p>
          <a:p>
            <a:pPr lvl="1" algn="just"/>
            <a:r>
              <a:rPr lang="en-ID" sz="3600" dirty="0">
                <a:solidFill>
                  <a:schemeClr val="bg2">
                    <a:lumMod val="10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Logins and auth</a:t>
            </a:r>
          </a:p>
          <a:p>
            <a:pPr lvl="1" algn="just"/>
            <a:r>
              <a:rPr lang="en-ID" sz="3600" dirty="0">
                <a:solidFill>
                  <a:schemeClr val="bg2">
                    <a:lumMod val="10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Browsing old titles</a:t>
            </a:r>
            <a:endParaRPr lang="en-US" sz="3600" dirty="0">
              <a:solidFill>
                <a:schemeClr val="bg2">
                  <a:lumMod val="10000"/>
                </a:schemeClr>
              </a:solidFill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pic>
        <p:nvPicPr>
          <p:cNvPr id="7" name="Picture 6" descr="A screenshot of a computer&#10;&#10;Description automatically generated">
            <a:extLst>
              <a:ext uri="{FF2B5EF4-FFF2-40B4-BE49-F238E27FC236}">
                <a16:creationId xmlns:a16="http://schemas.microsoft.com/office/drawing/2014/main" id="{A40E878D-B792-6835-4350-E705784D384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254732" y="3619268"/>
            <a:ext cx="8446516" cy="78660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78750251"/>
      </p:ext>
    </p:extLst>
  </p:cSld>
  <p:clrMapOvr>
    <a:masterClrMapping/>
  </p:clrMapOvr>
  <p:transition spd="med"/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5D075E-03B7-4FC6-4FCF-D0C188F97E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Tools and Practices for Reliability Engineering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0029F04-83ED-514F-ED51-65780627B3AC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/>
              <a:t>Real Issues: Disney+ Launch</a:t>
            </a:r>
          </a:p>
        </p:txBody>
      </p:sp>
      <p:sp>
        <p:nvSpPr>
          <p:cNvPr id="16" name="Content Placeholder 15">
            <a:extLst>
              <a:ext uri="{FF2B5EF4-FFF2-40B4-BE49-F238E27FC236}">
                <a16:creationId xmlns:a16="http://schemas.microsoft.com/office/drawing/2014/main" id="{8D8FBC49-1AA0-2B02-E0D9-409C8B507A58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2167377" y="3260663"/>
            <a:ext cx="20616423" cy="8583279"/>
          </a:xfrm>
        </p:spPr>
        <p:txBody>
          <a:bodyPr anchor="ctr">
            <a:normAutofit/>
          </a:bodyPr>
          <a:lstStyle/>
          <a:p>
            <a:pPr algn="just"/>
            <a:r>
              <a:rPr lang="en-US" sz="3600" dirty="0">
                <a:solidFill>
                  <a:schemeClr val="bg2">
                    <a:lumMod val="10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Significant deployment in Amazon Web Services in order to remain </a:t>
            </a:r>
            <a:r>
              <a:rPr lang="en-US" sz="3600" b="1" dirty="0">
                <a:solidFill>
                  <a:schemeClr val="bg2">
                    <a:lumMod val="10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elastic</a:t>
            </a:r>
            <a:r>
              <a:rPr lang="en-US" sz="3600" dirty="0">
                <a:solidFill>
                  <a:schemeClr val="bg2">
                    <a:lumMod val="10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in times of high and low load (first public, 100% w/o content delivery.)</a:t>
            </a:r>
          </a:p>
          <a:p>
            <a:pPr algn="just"/>
            <a:r>
              <a:rPr lang="en-US" sz="3600" dirty="0">
                <a:solidFill>
                  <a:schemeClr val="bg2">
                    <a:lumMod val="10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Pushes code into production and modifies runtime configuration hundreds of times a day</a:t>
            </a:r>
          </a:p>
          <a:p>
            <a:pPr algn="just"/>
            <a:r>
              <a:rPr lang="en-US" sz="3600" dirty="0">
                <a:solidFill>
                  <a:schemeClr val="bg2">
                    <a:lumMod val="10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Key metric: </a:t>
            </a:r>
            <a:r>
              <a:rPr lang="en-US" sz="3600" b="1" dirty="0">
                <a:solidFill>
                  <a:schemeClr val="bg2">
                    <a:lumMod val="10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availability</a:t>
            </a:r>
          </a:p>
        </p:txBody>
      </p:sp>
      <p:pic>
        <p:nvPicPr>
          <p:cNvPr id="5" name="Picture 4" descr="A graph on a screen&#10;&#10;Description automatically generated">
            <a:extLst>
              <a:ext uri="{FF2B5EF4-FFF2-40B4-BE49-F238E27FC236}">
                <a16:creationId xmlns:a16="http://schemas.microsoft.com/office/drawing/2014/main" id="{AFF3D0DF-90E4-2720-E8EF-8249B6AA041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02120" y="9799647"/>
            <a:ext cx="13779759" cy="39163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31768621"/>
      </p:ext>
    </p:extLst>
  </p:cSld>
  <p:clrMapOvr>
    <a:masterClrMapping/>
  </p:clrMapOvr>
  <p:transition spd="med"/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5D075E-03B7-4FC6-4FCF-D0C188F97E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Tools and Practices for Reliability Engineering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0029F04-83ED-514F-ED51-65780627B3AC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/>
              <a:t>Chaos Monkey/Simian Army</a:t>
            </a:r>
          </a:p>
        </p:txBody>
      </p:sp>
      <p:sp>
        <p:nvSpPr>
          <p:cNvPr id="16" name="Content Placeholder 15">
            <a:extLst>
              <a:ext uri="{FF2B5EF4-FFF2-40B4-BE49-F238E27FC236}">
                <a16:creationId xmlns:a16="http://schemas.microsoft.com/office/drawing/2014/main" id="{8D8FBC49-1AA0-2B02-E0D9-409C8B507A58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2167377" y="3260663"/>
            <a:ext cx="10024623" cy="8583279"/>
          </a:xfrm>
        </p:spPr>
        <p:txBody>
          <a:bodyPr anchor="ctr">
            <a:normAutofit/>
          </a:bodyPr>
          <a:lstStyle/>
          <a:p>
            <a:pPr algn="just"/>
            <a:r>
              <a:rPr lang="en-US" sz="3600" dirty="0">
                <a:solidFill>
                  <a:schemeClr val="bg2">
                    <a:lumMod val="10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A Netflix infrastructure testing system.</a:t>
            </a:r>
          </a:p>
          <a:p>
            <a:pPr algn="just"/>
            <a:r>
              <a:rPr lang="en-US" sz="3600" dirty="0">
                <a:solidFill>
                  <a:schemeClr val="bg2">
                    <a:lumMod val="10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“Malicious” programs randomly trample on components, network, datacenters, AWS instances…</a:t>
            </a:r>
          </a:p>
          <a:p>
            <a:pPr lvl="1" algn="just"/>
            <a:r>
              <a:rPr lang="en-US" sz="3600" dirty="0">
                <a:solidFill>
                  <a:schemeClr val="bg2">
                    <a:lumMod val="10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Force failure of components to make sure that the system architecture is resilient to unplanned/random outages.</a:t>
            </a:r>
          </a:p>
          <a:p>
            <a:pPr algn="just"/>
            <a:r>
              <a:rPr lang="en-US" sz="3600" dirty="0">
                <a:solidFill>
                  <a:schemeClr val="bg2">
                    <a:lumMod val="10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Netflix has open-sourced their chaos monkey code.</a:t>
            </a:r>
          </a:p>
        </p:txBody>
      </p:sp>
      <p:pic>
        <p:nvPicPr>
          <p:cNvPr id="8" name="Picture 7" descr="A cartoon monkey holding an object&#10;&#10;Description automatically generated">
            <a:extLst>
              <a:ext uri="{FF2B5EF4-FFF2-40B4-BE49-F238E27FC236}">
                <a16:creationId xmlns:a16="http://schemas.microsoft.com/office/drawing/2014/main" id="{0A689A6E-58CA-F7A0-F074-5D628E3799D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188770" y="2821501"/>
            <a:ext cx="9768874" cy="103387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8993802"/>
      </p:ext>
    </p:extLst>
  </p:cSld>
  <p:clrMapOvr>
    <a:masterClrMapping/>
  </p:clrMapOvr>
  <p:transition spd="med"/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5D075E-03B7-4FC6-4FCF-D0C188F97E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Tools and Practices for Reliability Engineering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0029F04-83ED-514F-ED51-65780627B3AC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/>
              <a:t>Real Issues: Disney+ Launch</a:t>
            </a:r>
          </a:p>
        </p:txBody>
      </p:sp>
      <p:sp>
        <p:nvSpPr>
          <p:cNvPr id="16" name="Content Placeholder 15">
            <a:extLst>
              <a:ext uri="{FF2B5EF4-FFF2-40B4-BE49-F238E27FC236}">
                <a16:creationId xmlns:a16="http://schemas.microsoft.com/office/drawing/2014/main" id="{8D8FBC49-1AA0-2B02-E0D9-409C8B507A58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2167377" y="3260663"/>
            <a:ext cx="20616423" cy="8583279"/>
          </a:xfrm>
        </p:spPr>
        <p:txBody>
          <a:bodyPr anchor="ctr">
            <a:normAutofit/>
          </a:bodyPr>
          <a:lstStyle/>
          <a:p>
            <a:pPr algn="just"/>
            <a:r>
              <a:rPr lang="en-US" sz="3600" dirty="0">
                <a:solidFill>
                  <a:schemeClr val="bg2">
                    <a:lumMod val="10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Significant deployment in Amazon Web Services in order to remain </a:t>
            </a:r>
            <a:r>
              <a:rPr lang="en-US" sz="3600" b="1" dirty="0">
                <a:solidFill>
                  <a:schemeClr val="bg2">
                    <a:lumMod val="10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elastic</a:t>
            </a:r>
            <a:r>
              <a:rPr lang="en-US" sz="3600" dirty="0">
                <a:solidFill>
                  <a:schemeClr val="bg2">
                    <a:lumMod val="10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in times of high and low load (first public, 100% w/o content delivery.)</a:t>
            </a:r>
          </a:p>
          <a:p>
            <a:pPr algn="just"/>
            <a:r>
              <a:rPr lang="en-US" sz="3600" dirty="0">
                <a:solidFill>
                  <a:schemeClr val="bg2">
                    <a:lumMod val="10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Pushes code into production and modifies runtime configuration hundreds of times a day</a:t>
            </a:r>
          </a:p>
          <a:p>
            <a:pPr algn="just"/>
            <a:r>
              <a:rPr lang="en-US" sz="3600" dirty="0">
                <a:solidFill>
                  <a:schemeClr val="bg2">
                    <a:lumMod val="10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Key metric: </a:t>
            </a:r>
            <a:r>
              <a:rPr lang="en-US" sz="3600" b="1" dirty="0">
                <a:solidFill>
                  <a:schemeClr val="bg2">
                    <a:lumMod val="10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availability</a:t>
            </a:r>
          </a:p>
        </p:txBody>
      </p:sp>
      <p:pic>
        <p:nvPicPr>
          <p:cNvPr id="5" name="Picture 4" descr="A graph on a screen&#10;&#10;Description automatically generated">
            <a:extLst>
              <a:ext uri="{FF2B5EF4-FFF2-40B4-BE49-F238E27FC236}">
                <a16:creationId xmlns:a16="http://schemas.microsoft.com/office/drawing/2014/main" id="{AFF3D0DF-90E4-2720-E8EF-8249B6AA041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02120" y="9799647"/>
            <a:ext cx="13779759" cy="39163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37799286"/>
      </p:ext>
    </p:extLst>
  </p:cSld>
  <p:clrMapOvr>
    <a:masterClrMapping/>
  </p:clrMapOvr>
  <p:transition spd="med"/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5D075E-03B7-4FC6-4FCF-D0C188F97E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Tools and Practices for Reliability Engineering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0029F04-83ED-514F-ED51-65780627B3AC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/>
              <a:t>Reliability </a:t>
            </a:r>
            <a:r>
              <a:rPr lang="en-US" dirty="0" err="1"/>
              <a:t>PRactices</a:t>
            </a:r>
            <a:endParaRPr lang="en-US" dirty="0"/>
          </a:p>
        </p:txBody>
      </p:sp>
      <p:sp>
        <p:nvSpPr>
          <p:cNvPr id="16" name="Content Placeholder 15">
            <a:extLst>
              <a:ext uri="{FF2B5EF4-FFF2-40B4-BE49-F238E27FC236}">
                <a16:creationId xmlns:a16="http://schemas.microsoft.com/office/drawing/2014/main" id="{8D8FBC49-1AA0-2B02-E0D9-409C8B507A58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2167377" y="3260663"/>
            <a:ext cx="20616423" cy="8583279"/>
          </a:xfrm>
        </p:spPr>
        <p:txBody>
          <a:bodyPr anchor="ctr">
            <a:normAutofit/>
          </a:bodyPr>
          <a:lstStyle/>
          <a:p>
            <a:pPr algn="just"/>
            <a:r>
              <a:rPr lang="en-US" sz="3600" b="1" dirty="0">
                <a:solidFill>
                  <a:schemeClr val="bg2">
                    <a:lumMod val="10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Blameless Postmortems</a:t>
            </a:r>
            <a:r>
              <a:rPr lang="en-US" sz="3600" dirty="0">
                <a:solidFill>
                  <a:schemeClr val="bg2">
                    <a:lumMod val="10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: Analyze failures without assigning blame to identify root causes and improve future reliability.</a:t>
            </a:r>
          </a:p>
          <a:p>
            <a:pPr algn="just"/>
            <a:r>
              <a:rPr lang="en-US" sz="3600" b="1" dirty="0">
                <a:solidFill>
                  <a:schemeClr val="bg2">
                    <a:lumMod val="10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Continuous Improvement</a:t>
            </a:r>
            <a:r>
              <a:rPr lang="en-US" sz="3600" dirty="0">
                <a:solidFill>
                  <a:schemeClr val="bg2">
                    <a:lumMod val="10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: Regularly review and improve code and architecture based on data from reliability metrics.</a:t>
            </a:r>
          </a:p>
        </p:txBody>
      </p:sp>
    </p:spTree>
    <p:extLst>
      <p:ext uri="{BB962C8B-B14F-4D97-AF65-F5344CB8AC3E}">
        <p14:creationId xmlns:p14="http://schemas.microsoft.com/office/powerpoint/2010/main" val="4129146873"/>
      </p:ext>
    </p:extLst>
  </p:cSld>
  <p:clrMapOvr>
    <a:masterClrMapping/>
  </p:clrMapOvr>
  <p:transition spd="med"/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5D075E-03B7-4FC6-4FCF-D0C188F97E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ID" dirty="0"/>
              <a:t>Case Studies on Reliable Software Systems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0029F04-83ED-514F-ED51-65780627B3AC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6" name="Content Placeholder 15">
            <a:extLst>
              <a:ext uri="{FF2B5EF4-FFF2-40B4-BE49-F238E27FC236}">
                <a16:creationId xmlns:a16="http://schemas.microsoft.com/office/drawing/2014/main" id="{8D8FBC49-1AA0-2B02-E0D9-409C8B507A58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2167377" y="3260663"/>
            <a:ext cx="20616423" cy="8583279"/>
          </a:xfrm>
        </p:spPr>
        <p:txBody>
          <a:bodyPr anchor="ctr">
            <a:normAutofit/>
          </a:bodyPr>
          <a:lstStyle/>
          <a:p>
            <a:pPr algn="just"/>
            <a:r>
              <a:rPr lang="en-US" sz="3600" b="1" dirty="0">
                <a:solidFill>
                  <a:schemeClr val="bg2">
                    <a:lumMod val="10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Amazon Web Services (AWS)</a:t>
            </a:r>
            <a:r>
              <a:rPr lang="en-US" sz="3600" dirty="0">
                <a:solidFill>
                  <a:schemeClr val="bg2">
                    <a:lumMod val="10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:</a:t>
            </a:r>
          </a:p>
          <a:p>
            <a:pPr lvl="1" algn="just"/>
            <a:r>
              <a:rPr lang="en-US" sz="3600" dirty="0">
                <a:solidFill>
                  <a:schemeClr val="bg2">
                    <a:lumMod val="10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AWS uses distributed architecture with redundancy across data centers, ensuring reliability and uptime for users.</a:t>
            </a:r>
          </a:p>
          <a:p>
            <a:pPr lvl="1" algn="just"/>
            <a:r>
              <a:rPr lang="en-US" sz="3600" dirty="0">
                <a:solidFill>
                  <a:schemeClr val="bg2">
                    <a:lumMod val="10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Techniques: Multi-region failover, automated scaling, and continuous monitoring for high availability.</a:t>
            </a:r>
          </a:p>
          <a:p>
            <a:pPr algn="just"/>
            <a:r>
              <a:rPr lang="en-US" sz="3600" b="1" dirty="0">
                <a:solidFill>
                  <a:schemeClr val="bg2">
                    <a:lumMod val="10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Netflix</a:t>
            </a:r>
            <a:r>
              <a:rPr lang="en-US" sz="3600" dirty="0">
                <a:solidFill>
                  <a:schemeClr val="bg2">
                    <a:lumMod val="10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:</a:t>
            </a:r>
          </a:p>
          <a:p>
            <a:pPr lvl="1" algn="just"/>
            <a:r>
              <a:rPr lang="en-US" sz="3600" dirty="0">
                <a:solidFill>
                  <a:schemeClr val="bg2">
                    <a:lumMod val="10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Known for its commitment to reliability, Netflix implements chaos engineering to proactively identify and mitigate risks.</a:t>
            </a:r>
          </a:p>
          <a:p>
            <a:pPr lvl="1" algn="just"/>
            <a:r>
              <a:rPr lang="en-US" sz="3600" dirty="0">
                <a:solidFill>
                  <a:schemeClr val="bg2">
                    <a:lumMod val="10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Techniques: Chaos Monkey, redundancy, autoscaling, and extensive monitoring.</a:t>
            </a:r>
          </a:p>
        </p:txBody>
      </p:sp>
    </p:spTree>
    <p:extLst>
      <p:ext uri="{BB962C8B-B14F-4D97-AF65-F5344CB8AC3E}">
        <p14:creationId xmlns:p14="http://schemas.microsoft.com/office/powerpoint/2010/main" val="1304518500"/>
      </p:ext>
    </p:extLst>
  </p:cSld>
  <p:clrMapOvr>
    <a:masterClrMapping/>
  </p:clrMapOvr>
  <p:transition spd="med"/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DCC9A3-FB6E-DB3A-36BC-1DB5FA6C01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References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53E2DA4-F8BE-01AB-0C23-B97B20B1AE79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EAE9782-3C02-FAD4-699A-C827BC99AC35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5486930" y="4337538"/>
            <a:ext cx="13714940" cy="6635262"/>
          </a:xfrm>
        </p:spPr>
        <p:txBody>
          <a:bodyPr>
            <a:noAutofit/>
          </a:bodyPr>
          <a:lstStyle/>
          <a:p>
            <a:r>
              <a:rPr lang="en-US" sz="36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Pressman, R.S. (2015). </a:t>
            </a:r>
            <a:r>
              <a:rPr lang="en-US" sz="3600" b="1" i="1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Software Engineering : A </a:t>
            </a:r>
            <a:r>
              <a:rPr lang="en-US" sz="3600" b="1" i="1" dirty="0" err="1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Practioner's</a:t>
            </a:r>
            <a:r>
              <a:rPr lang="en-US" sz="3600" b="1" i="1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 Approach. 8th ed</a:t>
            </a:r>
            <a:r>
              <a:rPr lang="en-US" sz="36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. McGraw-Hill </a:t>
            </a:r>
            <a:r>
              <a:rPr lang="en-US" sz="3600" dirty="0" err="1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Companies.Inc</a:t>
            </a:r>
            <a:r>
              <a:rPr lang="en-US" sz="36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, Americas, New York.  ISBN : 978 1 259 253157.</a:t>
            </a:r>
          </a:p>
          <a:p>
            <a:r>
              <a:rPr lang="en-US" sz="3600" b="1" i="1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Risk Management &amp; operational Risk </a:t>
            </a:r>
            <a:r>
              <a:rPr lang="en-US" sz="36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http://www.grafp.com/products/risk-manage.html</a:t>
            </a:r>
          </a:p>
          <a:p>
            <a:r>
              <a:rPr lang="en-US" sz="3600" b="1" i="1" dirty="0" err="1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Sw</a:t>
            </a:r>
            <a:r>
              <a:rPr lang="en-US" sz="3600" b="1" i="1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maintenance and Reengineering </a:t>
            </a:r>
            <a:r>
              <a:rPr lang="en-US" sz="36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http://www.csse.monash.edu.au/~jonmc/CSE2305/Topics/13.25.SWEng4/html/text.html</a:t>
            </a:r>
          </a:p>
          <a:p>
            <a:endParaRPr lang="en-US" sz="3600" dirty="0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  <a:p>
            <a:endParaRPr lang="en-US" sz="3600" dirty="0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76124244"/>
      </p:ext>
    </p:extLst>
  </p:cSld>
  <p:clrMapOvr>
    <a:masterClrMapping/>
  </p:clrMapOvr>
  <p:transition spd="med"/>
</p:sld>
</file>

<file path=ppt/theme/theme1.xml><?xml version="1.0" encoding="utf-8"?>
<a:theme xmlns:a="http://schemas.openxmlformats.org/drawingml/2006/main" name="21_BasicWhite">
  <a:themeElements>
    <a:clrScheme name="21_BasicWhite">
      <a:dk1>
        <a:srgbClr val="5E5E5E"/>
      </a:dk1>
      <a:lt1>
        <a:srgbClr val="FFFFFF"/>
      </a:lt1>
      <a:dk2>
        <a:srgbClr val="5E5E5E"/>
      </a:dk2>
      <a:lt2>
        <a:srgbClr val="D5D5D5"/>
      </a:lt2>
      <a:accent1>
        <a:srgbClr val="00A2FF"/>
      </a:accent1>
      <a:accent2>
        <a:srgbClr val="16E7CF"/>
      </a:accent2>
      <a:accent3>
        <a:srgbClr val="61D836"/>
      </a:accent3>
      <a:accent4>
        <a:srgbClr val="FFD932"/>
      </a:accent4>
      <a:accent5>
        <a:srgbClr val="FF644E"/>
      </a:accent5>
      <a:accent6>
        <a:srgbClr val="FF42A1"/>
      </a:accent6>
      <a:hlink>
        <a:srgbClr val="0000FF"/>
      </a:hlink>
      <a:folHlink>
        <a:srgbClr val="FF00FF"/>
      </a:folHlink>
    </a:clrScheme>
    <a:fontScheme name="21_BasicWhite">
      <a:majorFont>
        <a:latin typeface="Helvetica Neue"/>
        <a:ea typeface="Helvetica Neue"/>
        <a:cs typeface="Helvetica Neue"/>
      </a:majorFont>
      <a:minorFont>
        <a:latin typeface="Helvetica Neue"/>
        <a:ea typeface="Helvetica Neue"/>
        <a:cs typeface="Helvetica Neue"/>
      </a:minorFont>
    </a:fontScheme>
    <a:fmtScheme name="21_BasicWhit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000000"/>
        </a:solidFill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>
        <a:spAutoFit/>
      </a:bodyPr>
      <a:lstStyle>
        <a:defPPr marL="0" marR="0" indent="0" algn="ctr" defTabSz="8255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3200" b="0" i="0" u="none" strike="noStrike" cap="none" spc="0" normalizeH="0" baseline="0">
            <a:ln>
              <a:noFill/>
            </a:ln>
            <a:solidFill>
              <a:srgbClr val="FFFFFF"/>
            </a:solidFill>
            <a:effectLst/>
            <a:uFillTx/>
            <a:latin typeface="Helvetica Neue Medium"/>
            <a:ea typeface="Helvetica Neue Medium"/>
            <a:cs typeface="Helvetica Neue Medium"/>
            <a:sym typeface="Helvetica Neue Medium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25400" cap="flat">
          <a:solidFill>
            <a:srgbClr val="000000"/>
          </a:solidFill>
          <a:prstDash val="solid"/>
          <a:miter lim="4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>
        <a:spAutoFit/>
      </a:bodyPr>
      <a:lstStyle>
        <a:defPPr marL="0" marR="0" indent="0" algn="ctr" defTabSz="2438338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2400" b="0" i="0" u="none" strike="noStrike" cap="none" spc="0" normalizeH="0" baseline="0">
            <a:ln>
              <a:noFill/>
            </a:ln>
            <a:solidFill>
              <a:srgbClr val="5E5E5E"/>
            </a:solidFill>
            <a:effectLst/>
            <a:uFillTx/>
            <a:latin typeface="+mn-lt"/>
            <a:ea typeface="+mn-ea"/>
            <a:cs typeface="+mn-cs"/>
            <a:sym typeface="Helvetica Neue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  <a:extLst>
    <a:ext uri="{05A4C25C-085E-4340-85A3-A5531E510DB2}">
      <thm15:themeFamily xmlns:thm15="http://schemas.microsoft.com/office/thememl/2012/main" name="BINUS Learning Object Slide Template 2022" id="{91EC78B4-BE4F-3B4D-B302-CF3E80410C1C}" vid="{48571482-A7A2-E44B-AA81-515161122809}"/>
    </a:ext>
  </a:extLst>
</a:theme>
</file>

<file path=ppt/theme/theme2.xml><?xml version="1.0" encoding="utf-8"?>
<a:theme xmlns:a="http://schemas.openxmlformats.org/drawingml/2006/main" name="21_BasicWhite">
  <a:themeElements>
    <a:clrScheme name="21_BasicWhite">
      <a:dk1>
        <a:srgbClr val="000000"/>
      </a:dk1>
      <a:lt1>
        <a:srgbClr val="FFFFFF"/>
      </a:lt1>
      <a:dk2>
        <a:srgbClr val="5E5E5E"/>
      </a:dk2>
      <a:lt2>
        <a:srgbClr val="D5D5D5"/>
      </a:lt2>
      <a:accent1>
        <a:srgbClr val="00A2FF"/>
      </a:accent1>
      <a:accent2>
        <a:srgbClr val="16E7CF"/>
      </a:accent2>
      <a:accent3>
        <a:srgbClr val="61D836"/>
      </a:accent3>
      <a:accent4>
        <a:srgbClr val="FFD932"/>
      </a:accent4>
      <a:accent5>
        <a:srgbClr val="FF644E"/>
      </a:accent5>
      <a:accent6>
        <a:srgbClr val="FF42A1"/>
      </a:accent6>
      <a:hlink>
        <a:srgbClr val="0000FF"/>
      </a:hlink>
      <a:folHlink>
        <a:srgbClr val="FF00FF"/>
      </a:folHlink>
    </a:clrScheme>
    <a:fontScheme name="21_BasicWhite">
      <a:majorFont>
        <a:latin typeface="Helvetica Neue"/>
        <a:ea typeface="Helvetica Neue"/>
        <a:cs typeface="Helvetica Neue"/>
      </a:majorFont>
      <a:minorFont>
        <a:latin typeface="Helvetica Neue"/>
        <a:ea typeface="Helvetica Neue"/>
        <a:cs typeface="Helvetica Neue"/>
      </a:minorFont>
    </a:fontScheme>
    <a:fmtScheme name="21_BasicWhit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000000"/>
        </a:solidFill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>
        <a:spAutoFit/>
      </a:bodyPr>
      <a:lstStyle>
        <a:defPPr marL="0" marR="0" indent="0" algn="ctr" defTabSz="8255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3200" b="0" i="0" u="none" strike="noStrike" cap="none" spc="0" normalizeH="0" baseline="0">
            <a:ln>
              <a:noFill/>
            </a:ln>
            <a:solidFill>
              <a:srgbClr val="FFFFFF"/>
            </a:solidFill>
            <a:effectLst/>
            <a:uFillTx/>
            <a:latin typeface="Helvetica Neue Medium"/>
            <a:ea typeface="Helvetica Neue Medium"/>
            <a:cs typeface="Helvetica Neue Medium"/>
            <a:sym typeface="Helvetica Neue Medium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25400" cap="flat">
          <a:solidFill>
            <a:srgbClr val="000000"/>
          </a:solidFill>
          <a:prstDash val="solid"/>
          <a:miter lim="4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>
        <a:spAutoFit/>
      </a:bodyPr>
      <a:lstStyle>
        <a:defPPr marL="0" marR="0" indent="0" algn="ctr" defTabSz="2438338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2400" b="0" i="0" u="none" strike="noStrike" cap="none" spc="0" normalizeH="0" baseline="0">
            <a:ln>
              <a:noFill/>
            </a:ln>
            <a:solidFill>
              <a:srgbClr val="5E5E5E"/>
            </a:solidFill>
            <a:effectLst/>
            <a:uFillTx/>
            <a:latin typeface="+mn-lt"/>
            <a:ea typeface="+mn-ea"/>
            <a:cs typeface="+mn-cs"/>
            <a:sym typeface="Helvetica Neue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_rels/item4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4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Version xmlns="http://schemas.microsoft.com/sharepoint/v3/fields" xsi:nil="true"/>
    <TaxCatchAll xmlns="9fdf624c-fedc-4f6c-b928-0c7bf4c9e100" xsi:nil="true"/>
    <_Flow_SignoffStatus xmlns="47793baa-3cbb-486e-a055-4d42ce3882d7" xsi:nil="true"/>
    <_dlc_DocId xmlns="9fdf624c-fedc-4f6c-b928-0c7bf4c9e100">J56STF5CZXNR-2061195910-875156</_dlc_DocId>
    <_dlc_DocIdUrl xmlns="9fdf624c-fedc-4f6c-b928-0c7bf4c9e100">
      <Url>https://binusianorg.sharepoint.com/sites/arc/_layouts/15/DocIdRedir.aspx?ID=J56STF5CZXNR-2061195910-875156</Url>
      <Description>J56STF5CZXNR-2061195910-875156</Description>
    </_dlc_DocIdUrl>
  </documentManagement>
</p:properties>
</file>

<file path=customXml/item2.xml><?xml version="1.0" encoding="utf-8"?>
<?mso-contentType ?>
<spe:Receivers xmlns:spe="http://schemas.microsoft.com/sharepoint/events">
  <Receiver>
    <Name>Document ID Generator</Name>
    <Synchronization>Synchronous</Synchronization>
    <Type>10001</Type>
    <SequenceNumber>1000</SequenceNumber>
    <Url/>
    <Assembly>Microsoft.Office.DocumentManagement, Version=16.0.0.0, Culture=neutral, PublicKeyToken=71e9bce111e9429c</Assembly>
    <Class>Microsoft.Office.DocumentManagement.Internal.DocIdHandler</Class>
    <Data/>
    <Filter/>
  </Receiver>
  <Receiver>
    <Name>Document ID Generator</Name>
    <Synchronization>Synchronous</Synchronization>
    <Type>10002</Type>
    <SequenceNumber>1001</SequenceNumber>
    <Url/>
    <Assembly>Microsoft.Office.DocumentManagement, Version=16.0.0.0, Culture=neutral, PublicKeyToken=71e9bce111e9429c</Assembly>
    <Class>Microsoft.Office.DocumentManagement.Internal.DocIdHandler</Class>
    <Data/>
    <Filter/>
  </Receiver>
  <Receiver>
    <Name>Document ID Generator</Name>
    <Synchronization>Synchronous</Synchronization>
    <Type>10004</Type>
    <SequenceNumber>1002</SequenceNumber>
    <Url/>
    <Assembly>Microsoft.Office.DocumentManagement, Version=16.0.0.0, Culture=neutral, PublicKeyToken=71e9bce111e9429c</Assembly>
    <Class>Microsoft.Office.DocumentManagement.Internal.DocIdHandler</Class>
    <Data/>
    <Filter/>
  </Receiver>
  <Receiver>
    <Name>Document ID Generator</Name>
    <Synchronization>Synchronous</Synchronization>
    <Type>10006</Type>
    <SequenceNumber>1003</SequenceNumber>
    <Url/>
    <Assembly>Microsoft.Office.DocumentManagement, Version=16.0.0.0, Culture=neutral, PublicKeyToken=71e9bce111e9429c</Assembly>
    <Class>Microsoft.Office.DocumentManagement.Internal.DocIdHandler</Class>
    <Data/>
    <Filter/>
  </Receiver>
</spe:Receiver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144340CFFCDDB44F9904404F1FA9688C" ma:contentTypeVersion="18" ma:contentTypeDescription="Create a new document." ma:contentTypeScope="" ma:versionID="2a43a3a40365f9eee60928e1a48d8e8a">
  <xsd:schema xmlns:xsd="http://www.w3.org/2001/XMLSchema" xmlns:xs="http://www.w3.org/2001/XMLSchema" xmlns:p="http://schemas.microsoft.com/office/2006/metadata/properties" xmlns:ns2="9fdf624c-fedc-4f6c-b928-0c7bf4c9e100" xmlns:ns3="47793baa-3cbb-486e-a055-4d42ce3882d7" xmlns:ns4="http://schemas.microsoft.com/sharepoint/v3/fields" targetNamespace="http://schemas.microsoft.com/office/2006/metadata/properties" ma:root="true" ma:fieldsID="b55bbfde6f7dd5be9fcb8a553256df6e" ns2:_="" ns3:_="" ns4:_="">
    <xsd:import namespace="9fdf624c-fedc-4f6c-b928-0c7bf4c9e100"/>
    <xsd:import namespace="47793baa-3cbb-486e-a055-4d42ce3882d7"/>
    <xsd:import namespace="http://schemas.microsoft.com/sharepoint/v3/fields"/>
    <xsd:element name="properties">
      <xsd:complexType>
        <xsd:sequence>
          <xsd:element name="documentManagement">
            <xsd:complexType>
              <xsd:all>
                <xsd:element ref="ns2:_dlc_DocId" minOccurs="0"/>
                <xsd:element ref="ns2:_dlc_DocIdUrl" minOccurs="0"/>
                <xsd:element ref="ns2:_dlc_DocIdPersistId" minOccurs="0"/>
                <xsd:element ref="ns3:MediaServiceMetadata" minOccurs="0"/>
                <xsd:element ref="ns3:MediaServiceFastMetadata" minOccurs="0"/>
                <xsd:element ref="ns3:MediaServiceDateTaken" minOccurs="0"/>
                <xsd:element ref="ns3:MediaServiceAutoTags" minOccurs="0"/>
                <xsd:element ref="ns3:MediaServiceOCR" minOccurs="0"/>
                <xsd:element ref="ns3:MediaServiceGenerationTime" minOccurs="0"/>
                <xsd:element ref="ns3:MediaServiceEventHashCode" minOccurs="0"/>
                <xsd:element ref="ns2:SharedWithUsers" minOccurs="0"/>
                <xsd:element ref="ns2:SharedWithDetails" minOccurs="0"/>
                <xsd:element ref="ns3:MediaServiceLocation" minOccurs="0"/>
                <xsd:element ref="ns3:MediaServiceAutoKeyPoints" minOccurs="0"/>
                <xsd:element ref="ns3:MediaServiceKeyPoints" minOccurs="0"/>
                <xsd:element ref="ns3:_Flow_SignoffStatus" minOccurs="0"/>
                <xsd:element ref="ns4:_Version" minOccurs="0"/>
                <xsd:element ref="ns3:MediaLengthInSeconds" minOccurs="0"/>
                <xsd:element ref="ns2:TaxCatchAll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9fdf624c-fedc-4f6c-b928-0c7bf4c9e100" elementFormDefault="qualified">
    <xsd:import namespace="http://schemas.microsoft.com/office/2006/documentManagement/types"/>
    <xsd:import namespace="http://schemas.microsoft.com/office/infopath/2007/PartnerControls"/>
    <xsd:element name="_dlc_DocId" ma:index="8" nillable="true" ma:displayName="Document ID Value" ma:description="The value of the document ID assigned to this item." ma:internalName="_dlc_DocId" ma:readOnly="true">
      <xsd:simpleType>
        <xsd:restriction base="dms:Text"/>
      </xsd:simpleType>
    </xsd:element>
    <xsd:element name="_dlc_DocIdUrl" ma:index="9" nillable="true" ma:displayName="Document ID" ma:description="Permanent link to this document." ma:hidden="true" ma:internalName="_dlc_DocIdUrl" ma:readOnly="tru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_dlc_DocIdPersistId" ma:index="10" nillable="true" ma:displayName="Persist ID" ma:description="Keep ID on add." ma:hidden="true" ma:internalName="_dlc_DocIdPersistId" ma:readOnly="true">
      <xsd:simpleType>
        <xsd:restriction base="dms:Boolean"/>
      </xsd:simpleType>
    </xsd:element>
    <xsd:element name="SharedWithUsers" ma:index="18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9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27" nillable="true" ma:displayName="Taxonomy Catch All Column" ma:hidden="true" ma:list="{131959e2-2cf4-437e-858a-61f1b162208b}" ma:internalName="TaxCatchAll" ma:showField="CatchAllData" ma:web="9fdf624c-fedc-4f6c-b928-0c7bf4c9e100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7793baa-3cbb-486e-a055-4d42ce3882d7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11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2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DateTaken" ma:index="13" nillable="true" ma:displayName="MediaServiceDateTaken" ma:hidden="true" ma:internalName="MediaServiceDateTaken" ma:readOnly="true">
      <xsd:simpleType>
        <xsd:restriction base="dms:Text"/>
      </xsd:simpleType>
    </xsd:element>
    <xsd:element name="MediaServiceAutoTags" ma:index="14" nillable="true" ma:displayName="Tags" ma:internalName="MediaServiceAutoTags" ma:readOnly="true">
      <xsd:simpleType>
        <xsd:restriction base="dms:Text"/>
      </xsd:simpleType>
    </xsd:element>
    <xsd:element name="MediaServiceOCR" ma:index="15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6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7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Location" ma:index="20" nillable="true" ma:displayName="Location" ma:internalName="MediaServiceLocation" ma:readOnly="true">
      <xsd:simpleType>
        <xsd:restriction base="dms:Text"/>
      </xsd:simpleType>
    </xsd:element>
    <xsd:element name="MediaServiceAutoKeyPoints" ma:index="21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22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_Flow_SignoffStatus" ma:index="23" nillable="true" ma:displayName="Sign-off status" ma:internalName="Sign_x002d_off_x0020_status">
      <xsd:simpleType>
        <xsd:restriction base="dms:Text"/>
      </xsd:simpleType>
    </xsd:element>
    <xsd:element name="MediaLengthInSeconds" ma:index="25" nillable="true" ma:displayName="Length (seconds)" ma:internalName="MediaLengthInSeconds" ma:readOnly="true">
      <xsd:simpleType>
        <xsd:restriction base="dms:Unknown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/fields" elementFormDefault="qualified">
    <xsd:import namespace="http://schemas.microsoft.com/office/2006/documentManagement/types"/>
    <xsd:import namespace="http://schemas.microsoft.com/office/infopath/2007/PartnerControls"/>
    <xsd:element name="_Version" ma:index="24" nillable="true" ma:displayName="Version" ma:internalName="_Version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4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C2252D89-D1E6-488A-B078-4573BAE073F6}">
  <ds:schemaRefs>
    <ds:schemaRef ds:uri="http://purl.org/dc/terms/"/>
    <ds:schemaRef ds:uri="2661c1c1-ed05-4275-a33d-64e31eb1ea69"/>
    <ds:schemaRef ds:uri="http://schemas.microsoft.com/office/infopath/2007/PartnerControls"/>
    <ds:schemaRef ds:uri="http://www.w3.org/XML/1998/namespace"/>
    <ds:schemaRef ds:uri="http://schemas.microsoft.com/office/2006/documentManagement/types"/>
    <ds:schemaRef ds:uri="http://purl.org/dc/elements/1.1/"/>
    <ds:schemaRef ds:uri="http://schemas.openxmlformats.org/package/2006/metadata/core-properties"/>
    <ds:schemaRef ds:uri="4f26481f-d1e8-4452-9a9a-b303515fd2b7"/>
    <ds:schemaRef ds:uri="http://schemas.microsoft.com/office/2006/metadata/properties"/>
    <ds:schemaRef ds:uri="http://purl.org/dc/dcmitype/"/>
    <ds:schemaRef ds:uri="http://schemas.microsoft.com/sharepoint/v3/fields"/>
    <ds:schemaRef ds:uri="9fdf624c-fedc-4f6c-b928-0c7bf4c9e100"/>
    <ds:schemaRef ds:uri="47793baa-3cbb-486e-a055-4d42ce3882d7"/>
  </ds:schemaRefs>
</ds:datastoreItem>
</file>

<file path=customXml/itemProps2.xml><?xml version="1.0" encoding="utf-8"?>
<ds:datastoreItem xmlns:ds="http://schemas.openxmlformats.org/officeDocument/2006/customXml" ds:itemID="{CDDAE38A-8264-43C3-9B01-B7FA25F10602}">
  <ds:schemaRefs>
    <ds:schemaRef ds:uri="http://schemas.microsoft.com/sharepoint/events"/>
  </ds:schemaRefs>
</ds:datastoreItem>
</file>

<file path=customXml/itemProps3.xml><?xml version="1.0" encoding="utf-8"?>
<ds:datastoreItem xmlns:ds="http://schemas.openxmlformats.org/officeDocument/2006/customXml" ds:itemID="{90A97211-242D-415A-8ADE-6F44C1D92C74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9fdf624c-fedc-4f6c-b928-0c7bf4c9e100"/>
    <ds:schemaRef ds:uri="47793baa-3cbb-486e-a055-4d42ce3882d7"/>
    <ds:schemaRef ds:uri="http://schemas.microsoft.com/sharepoint/v3/fields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4.xml><?xml version="1.0" encoding="utf-8"?>
<ds:datastoreItem xmlns:ds="http://schemas.openxmlformats.org/officeDocument/2006/customXml" ds:itemID="{2E0FE671-25D8-4116-9472-BF9297986CC6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BINUS Learning Object Slide Template 2022</Template>
  <TotalTime>2417</TotalTime>
  <Words>1694</Words>
  <Application>Microsoft Macintosh PowerPoint</Application>
  <PresentationFormat>Custom</PresentationFormat>
  <Paragraphs>160</Paragraphs>
  <Slides>25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32" baseType="lpstr">
      <vt:lpstr>Open Sans ExtraBold</vt:lpstr>
      <vt:lpstr>Open Sans Light</vt:lpstr>
      <vt:lpstr>OCRB</vt:lpstr>
      <vt:lpstr>Open Sans Semibold</vt:lpstr>
      <vt:lpstr>Arial</vt:lpstr>
      <vt:lpstr>Open Sans</vt:lpstr>
      <vt:lpstr>21_BasicWhite</vt:lpstr>
      <vt:lpstr>Reliability Engineering and Fault Tolerance</vt:lpstr>
      <vt:lpstr>Session 18 – Reliability Engineering and Fault Tolerance</vt:lpstr>
      <vt:lpstr>Session 18 – Reliability Engineering and Fault Tolerance</vt:lpstr>
      <vt:lpstr>Definition and Importance of Software Reliability</vt:lpstr>
      <vt:lpstr>Reliability Models and Metrics</vt:lpstr>
      <vt:lpstr>Reliability Models and Metrics</vt:lpstr>
      <vt:lpstr>Fault Tolerance Techniques</vt:lpstr>
      <vt:lpstr>Fault Tolerance Techniques</vt:lpstr>
      <vt:lpstr>Fault Tolerance Techniques</vt:lpstr>
      <vt:lpstr>Designing for Reliability in Software Architecture</vt:lpstr>
      <vt:lpstr>Designing for Reliability in Software Architecture</vt:lpstr>
      <vt:lpstr>Measuring and Improving Software Reliability</vt:lpstr>
      <vt:lpstr>Measuring and Improving Software Reliability</vt:lpstr>
      <vt:lpstr>Tools and Practices for Reliability Engineering</vt:lpstr>
      <vt:lpstr>Tools and Practices for Reliability Engineering</vt:lpstr>
      <vt:lpstr>Tools and Practices for Reliability Engineering</vt:lpstr>
      <vt:lpstr>Tools and Practices for Reliability Engineering</vt:lpstr>
      <vt:lpstr>Tools and Practices for Reliability Engineering</vt:lpstr>
      <vt:lpstr>Tools and Practices for Reliability Engineering</vt:lpstr>
      <vt:lpstr>Tools and Practices for Reliability Engineering</vt:lpstr>
      <vt:lpstr>Tools and Practices for Reliability Engineering</vt:lpstr>
      <vt:lpstr>Tools and Practices for Reliability Engineering</vt:lpstr>
      <vt:lpstr>Tools and Practices for Reliability Engineering</vt:lpstr>
      <vt:lpstr>Case Studies on Reliable Software Systems</vt:lpstr>
      <vt:lpstr>References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Aris Priyanto</dc:creator>
  <cp:lastModifiedBy>Kenny Jingga</cp:lastModifiedBy>
  <cp:revision>39</cp:revision>
  <dcterms:created xsi:type="dcterms:W3CDTF">2023-04-06T08:40:27Z</dcterms:created>
  <dcterms:modified xsi:type="dcterms:W3CDTF">2024-12-18T14:01:44Z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0x010100144340CFFCDDB44F9904404F1FA9688C</vt:lpwstr>
  </property>
  <property fmtid="{D5CDD505-2E9C-101B-9397-08002B2CF9AE}" pid="3" name="_dlc_DocIdItemGuid">
    <vt:lpwstr>a8e96856-29d3-47af-8f22-9a1c34492d36</vt:lpwstr>
  </property>
</Properties>
</file>