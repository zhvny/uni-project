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51"/>
  </p:notesMasterIdLst>
  <p:sldIdLst>
    <p:sldId id="256" r:id="rId6"/>
    <p:sldId id="257" r:id="rId7"/>
    <p:sldId id="258" r:id="rId8"/>
    <p:sldId id="335" r:id="rId9"/>
    <p:sldId id="336" r:id="rId10"/>
    <p:sldId id="337" r:id="rId11"/>
    <p:sldId id="338" r:id="rId12"/>
    <p:sldId id="339" r:id="rId13"/>
    <p:sldId id="340" r:id="rId14"/>
    <p:sldId id="341" r:id="rId15"/>
    <p:sldId id="343" r:id="rId16"/>
    <p:sldId id="344" r:id="rId17"/>
    <p:sldId id="345" r:id="rId18"/>
    <p:sldId id="342" r:id="rId19"/>
    <p:sldId id="346" r:id="rId20"/>
    <p:sldId id="350" r:id="rId21"/>
    <p:sldId id="351" r:id="rId22"/>
    <p:sldId id="352" r:id="rId23"/>
    <p:sldId id="347" r:id="rId24"/>
    <p:sldId id="348" r:id="rId25"/>
    <p:sldId id="349" r:id="rId26"/>
    <p:sldId id="353" r:id="rId27"/>
    <p:sldId id="354" r:id="rId28"/>
    <p:sldId id="355" r:id="rId29"/>
    <p:sldId id="356" r:id="rId30"/>
    <p:sldId id="358" r:id="rId31"/>
    <p:sldId id="359" r:id="rId32"/>
    <p:sldId id="361" r:id="rId33"/>
    <p:sldId id="360" r:id="rId34"/>
    <p:sldId id="362" r:id="rId35"/>
    <p:sldId id="363" r:id="rId36"/>
    <p:sldId id="364" r:id="rId37"/>
    <p:sldId id="365" r:id="rId38"/>
    <p:sldId id="366" r:id="rId39"/>
    <p:sldId id="367" r:id="rId40"/>
    <p:sldId id="369" r:id="rId41"/>
    <p:sldId id="370" r:id="rId42"/>
    <p:sldId id="371" r:id="rId43"/>
    <p:sldId id="372" r:id="rId44"/>
    <p:sldId id="373" r:id="rId45"/>
    <p:sldId id="375" r:id="rId46"/>
    <p:sldId id="374" r:id="rId47"/>
    <p:sldId id="376" r:id="rId48"/>
    <p:sldId id="377" r:id="rId49"/>
    <p:sldId id="284" r:id="rId50"/>
  </p:sldIdLst>
  <p:sldSz cx="24384000" cy="13716000"/>
  <p:notesSz cx="6858000" cy="9144000"/>
  <p:embeddedFontLst>
    <p:embeddedFont>
      <p:font typeface="OCRB" panose="020B0609020202020204" pitchFamily="49" charset="0"/>
      <p:regular r:id="rId52"/>
    </p:embeddedFont>
    <p:embeddedFont>
      <p:font typeface="Open Sans" panose="020B0606030504020204" pitchFamily="34" charset="0"/>
      <p:regular r:id="rId53"/>
      <p:bold r:id="rId54"/>
      <p:italic r:id="rId55"/>
      <p:boldItalic r:id="rId56"/>
    </p:embeddedFont>
    <p:embeddedFont>
      <p:font typeface="Open Sans ExtraBold" panose="020B0906030804020204" pitchFamily="34" charset="0"/>
      <p:bold r:id="rId57"/>
      <p:italic r:id="rId58"/>
      <p:boldItalic r:id="rId59"/>
    </p:embeddedFont>
    <p:embeddedFont>
      <p:font typeface="Open Sans Light" panose="020B0306030504020204" pitchFamily="34" charset="0"/>
      <p:regular r:id="rId60"/>
      <p:italic r:id="rId61"/>
    </p:embeddedFont>
    <p:embeddedFont>
      <p:font typeface="Open Sans Semibold" panose="020B0706030804020204" pitchFamily="34" charset="0"/>
      <p:regular r:id="rId62"/>
      <p:bold r:id="rId63"/>
      <p:italic r:id="rId64"/>
      <p:boldItalic r:id="rId6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37279C-0D01-48A1-8E53-787241E6A8DC}" v="377" dt="2025-12-25T07:12:44.66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1" autoAdjust="0"/>
    <p:restoredTop sz="73001" autoAdjust="0"/>
  </p:normalViewPr>
  <p:slideViewPr>
    <p:cSldViewPr snapToGrid="0" snapToObjects="1">
      <p:cViewPr varScale="1">
        <p:scale>
          <a:sx n="28" d="100"/>
          <a:sy n="28" d="100"/>
        </p:scale>
        <p:origin x="1728" y="77"/>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12.fntdata"/><Relationship Id="rId68" Type="http://schemas.openxmlformats.org/officeDocument/2006/relationships/theme" Target="theme/theme1.xml"/><Relationship Id="rId7" Type="http://schemas.openxmlformats.org/officeDocument/2006/relationships/slide" Target="slides/slide2.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presProps" Target="presProps.xml"/><Relationship Id="rId5" Type="http://schemas.openxmlformats.org/officeDocument/2006/relationships/slideMaster" Target="slideMasters/slideMaster1.xml"/><Relationship Id="rId61" Type="http://schemas.openxmlformats.org/officeDocument/2006/relationships/font" Target="fonts/font10.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8.fntdata"/><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3.fntdata"/><Relationship Id="rId62" Type="http://schemas.openxmlformats.org/officeDocument/2006/relationships/font" Target="fonts/font11.fntdata"/><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font" Target="fonts/font6.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undo redo custSel addSld delSld modSld sldOrd">
      <pc:chgData name="Maulin Nasari" userId="2c02bce8-14a6-4f73-b14a-299518f8dfce" providerId="ADAL" clId="{973AE700-8634-4AC6-A10B-DFA7AFECB9DA}" dt="2025-12-26T03:34:03.117" v="2203" actId="20577"/>
      <pc:docMkLst>
        <pc:docMk/>
      </pc:docMkLst>
      <pc:sldChg chg="modSp mod">
        <pc:chgData name="Maulin Nasari" userId="2c02bce8-14a6-4f73-b14a-299518f8dfce" providerId="ADAL" clId="{973AE700-8634-4AC6-A10B-DFA7AFECB9DA}" dt="2025-12-26T03:33:54.083" v="2199" actId="20577"/>
        <pc:sldMkLst>
          <pc:docMk/>
          <pc:sldMk cId="3487223446" sldId="256"/>
        </pc:sldMkLst>
        <pc:spChg chg="mod">
          <ac:chgData name="Maulin Nasari" userId="2c02bce8-14a6-4f73-b14a-299518f8dfce" providerId="ADAL" clId="{973AE700-8634-4AC6-A10B-DFA7AFECB9DA}" dt="2025-12-26T03:33:54.083" v="2199" actId="20577"/>
          <ac:spMkLst>
            <pc:docMk/>
            <pc:sldMk cId="3487223446" sldId="256"/>
            <ac:spMk id="2" creationId="{CA264C53-F38A-3CAD-0C8A-2BF46116F396}"/>
          </ac:spMkLst>
        </pc:spChg>
        <pc:spChg chg="mod">
          <ac:chgData name="Maulin Nasari" userId="2c02bce8-14a6-4f73-b14a-299518f8dfce" providerId="ADAL" clId="{973AE700-8634-4AC6-A10B-DFA7AFECB9DA}" dt="2025-12-24T17:47:19.118" v="11" actId="20577"/>
          <ac:spMkLst>
            <pc:docMk/>
            <pc:sldMk cId="3487223446" sldId="256"/>
            <ac:spMk id="3" creationId="{1220BAB2-790F-F74A-024A-FC22D1A3E6EA}"/>
          </ac:spMkLst>
        </pc:spChg>
        <pc:spChg chg="mod">
          <ac:chgData name="Maulin Nasari" userId="2c02bce8-14a6-4f73-b14a-299518f8dfce" providerId="ADAL" clId="{973AE700-8634-4AC6-A10B-DFA7AFECB9DA}" dt="2025-12-24T17:48:22.314" v="40" actId="20577"/>
          <ac:spMkLst>
            <pc:docMk/>
            <pc:sldMk cId="3487223446" sldId="256"/>
            <ac:spMk id="4" creationId="{9E9B89E2-412C-8945-F692-CD51460D9806}"/>
          </ac:spMkLst>
        </pc:spChg>
      </pc:sldChg>
      <pc:sldChg chg="modSp mod">
        <pc:chgData name="Maulin Nasari" userId="2c02bce8-14a6-4f73-b14a-299518f8dfce" providerId="ADAL" clId="{973AE700-8634-4AC6-A10B-DFA7AFECB9DA}" dt="2025-12-26T03:33:58.933" v="2201" actId="20577"/>
        <pc:sldMkLst>
          <pc:docMk/>
          <pc:sldMk cId="3855785854" sldId="257"/>
        </pc:sldMkLst>
        <pc:spChg chg="mod">
          <ac:chgData name="Maulin Nasari" userId="2c02bce8-14a6-4f73-b14a-299518f8dfce" providerId="ADAL" clId="{973AE700-8634-4AC6-A10B-DFA7AFECB9DA}" dt="2025-12-26T03:33:58.933" v="2201" actId="20577"/>
          <ac:spMkLst>
            <pc:docMk/>
            <pc:sldMk cId="3855785854" sldId="257"/>
            <ac:spMk id="2" creationId="{F1BF52CD-EA76-003A-7192-0E9167BA3901}"/>
          </ac:spMkLst>
        </pc:spChg>
      </pc:sldChg>
      <pc:sldChg chg="modSp mod">
        <pc:chgData name="Maulin Nasari" userId="2c02bce8-14a6-4f73-b14a-299518f8dfce" providerId="ADAL" clId="{973AE700-8634-4AC6-A10B-DFA7AFECB9DA}" dt="2025-12-26T03:34:03.117" v="2203" actId="20577"/>
        <pc:sldMkLst>
          <pc:docMk/>
          <pc:sldMk cId="481981883" sldId="258"/>
        </pc:sldMkLst>
        <pc:spChg chg="mod">
          <ac:chgData name="Maulin Nasari" userId="2c02bce8-14a6-4f73-b14a-299518f8dfce" providerId="ADAL" clId="{973AE700-8634-4AC6-A10B-DFA7AFECB9DA}" dt="2025-12-26T03:34:03.117" v="2203" actId="20577"/>
          <ac:spMkLst>
            <pc:docMk/>
            <pc:sldMk cId="481981883" sldId="258"/>
            <ac:spMk id="2" creationId="{F1BF52CD-EA76-003A-7192-0E9167BA3901}"/>
          </ac:spMkLst>
        </pc:spChg>
        <pc:spChg chg="mod">
          <ac:chgData name="Maulin Nasari" userId="2c02bce8-14a6-4f73-b14a-299518f8dfce" providerId="ADAL" clId="{973AE700-8634-4AC6-A10B-DFA7AFECB9DA}" dt="2025-12-25T07:10:52.175" v="2190" actId="1076"/>
          <ac:spMkLst>
            <pc:docMk/>
            <pc:sldMk cId="481981883" sldId="258"/>
            <ac:spMk id="4" creationId="{76E358E3-B24E-F7A5-ECF8-12101774A9ED}"/>
          </ac:spMkLst>
        </pc:spChg>
      </pc:sldChg>
      <pc:sldChg chg="del">
        <pc:chgData name="Maulin Nasari" userId="2c02bce8-14a6-4f73-b14a-299518f8dfce" providerId="ADAL" clId="{973AE700-8634-4AC6-A10B-DFA7AFECB9DA}" dt="2025-12-25T02:50:28.996" v="836" actId="47"/>
        <pc:sldMkLst>
          <pc:docMk/>
          <pc:sldMk cId="2643638529" sldId="262"/>
        </pc:sldMkLst>
      </pc:sldChg>
      <pc:sldChg chg="modSp mod">
        <pc:chgData name="Maulin Nasari" userId="2c02bce8-14a6-4f73-b14a-299518f8dfce" providerId="ADAL" clId="{973AE700-8634-4AC6-A10B-DFA7AFECB9DA}" dt="2025-12-25T22:19:07.501" v="2197" actId="20577"/>
        <pc:sldMkLst>
          <pc:docMk/>
          <pc:sldMk cId="1976124244" sldId="284"/>
        </pc:sldMkLst>
        <pc:spChg chg="mod">
          <ac:chgData name="Maulin Nasari" userId="2c02bce8-14a6-4f73-b14a-299518f8dfce" providerId="ADAL" clId="{973AE700-8634-4AC6-A10B-DFA7AFECB9DA}" dt="2025-12-25T22:19:07.501" v="2197" actId="20577"/>
          <ac:spMkLst>
            <pc:docMk/>
            <pc:sldMk cId="1976124244" sldId="284"/>
            <ac:spMk id="4" creationId="{0EAE9782-3C02-FAD4-699A-C827BC99AC35}"/>
          </ac:spMkLst>
        </pc:spChg>
      </pc:sldChg>
      <pc:sldChg chg="addSp delSp modSp del mod">
        <pc:chgData name="Maulin Nasari" userId="2c02bce8-14a6-4f73-b14a-299518f8dfce" providerId="ADAL" clId="{973AE700-8634-4AC6-A10B-DFA7AFECB9DA}" dt="2025-12-25T01:42:25.601" v="525" actId="47"/>
        <pc:sldMkLst>
          <pc:docMk/>
          <pc:sldMk cId="2989984018" sldId="285"/>
        </pc:sldMkLst>
      </pc:sldChg>
      <pc:sldChg chg="del">
        <pc:chgData name="Maulin Nasari" userId="2c02bce8-14a6-4f73-b14a-299518f8dfce" providerId="ADAL" clId="{973AE700-8634-4AC6-A10B-DFA7AFECB9DA}" dt="2025-12-25T02:50:27.642" v="833" actId="47"/>
        <pc:sldMkLst>
          <pc:docMk/>
          <pc:sldMk cId="291854515" sldId="286"/>
        </pc:sldMkLst>
      </pc:sldChg>
      <pc:sldChg chg="del">
        <pc:chgData name="Maulin Nasari" userId="2c02bce8-14a6-4f73-b14a-299518f8dfce" providerId="ADAL" clId="{973AE700-8634-4AC6-A10B-DFA7AFECB9DA}" dt="2025-12-25T02:50:28.155" v="834" actId="47"/>
        <pc:sldMkLst>
          <pc:docMk/>
          <pc:sldMk cId="3757363628" sldId="287"/>
        </pc:sldMkLst>
      </pc:sldChg>
      <pc:sldChg chg="del">
        <pc:chgData name="Maulin Nasari" userId="2c02bce8-14a6-4f73-b14a-299518f8dfce" providerId="ADAL" clId="{973AE700-8634-4AC6-A10B-DFA7AFECB9DA}" dt="2025-12-25T02:50:28.611" v="835" actId="47"/>
        <pc:sldMkLst>
          <pc:docMk/>
          <pc:sldMk cId="804787754" sldId="288"/>
        </pc:sldMkLst>
      </pc:sldChg>
      <pc:sldChg chg="del">
        <pc:chgData name="Maulin Nasari" userId="2c02bce8-14a6-4f73-b14a-299518f8dfce" providerId="ADAL" clId="{973AE700-8634-4AC6-A10B-DFA7AFECB9DA}" dt="2025-12-25T02:50:30.733" v="839" actId="47"/>
        <pc:sldMkLst>
          <pc:docMk/>
          <pc:sldMk cId="2715915904" sldId="318"/>
        </pc:sldMkLst>
      </pc:sldChg>
      <pc:sldChg chg="del">
        <pc:chgData name="Maulin Nasari" userId="2c02bce8-14a6-4f73-b14a-299518f8dfce" providerId="ADAL" clId="{973AE700-8634-4AC6-A10B-DFA7AFECB9DA}" dt="2025-12-25T02:50:31.667" v="840" actId="47"/>
        <pc:sldMkLst>
          <pc:docMk/>
          <pc:sldMk cId="3061803718" sldId="319"/>
        </pc:sldMkLst>
      </pc:sldChg>
      <pc:sldChg chg="del">
        <pc:chgData name="Maulin Nasari" userId="2c02bce8-14a6-4f73-b14a-299518f8dfce" providerId="ADAL" clId="{973AE700-8634-4AC6-A10B-DFA7AFECB9DA}" dt="2025-12-25T02:50:32.232" v="841" actId="47"/>
        <pc:sldMkLst>
          <pc:docMk/>
          <pc:sldMk cId="582054424" sldId="320"/>
        </pc:sldMkLst>
      </pc:sldChg>
      <pc:sldChg chg="del">
        <pc:chgData name="Maulin Nasari" userId="2c02bce8-14a6-4f73-b14a-299518f8dfce" providerId="ADAL" clId="{973AE700-8634-4AC6-A10B-DFA7AFECB9DA}" dt="2025-12-25T02:50:36.481" v="842" actId="47"/>
        <pc:sldMkLst>
          <pc:docMk/>
          <pc:sldMk cId="120589046" sldId="321"/>
        </pc:sldMkLst>
      </pc:sldChg>
      <pc:sldChg chg="del">
        <pc:chgData name="Maulin Nasari" userId="2c02bce8-14a6-4f73-b14a-299518f8dfce" providerId="ADAL" clId="{973AE700-8634-4AC6-A10B-DFA7AFECB9DA}" dt="2025-12-25T02:50:37.185" v="843" actId="47"/>
        <pc:sldMkLst>
          <pc:docMk/>
          <pc:sldMk cId="4091730323" sldId="322"/>
        </pc:sldMkLst>
      </pc:sldChg>
      <pc:sldChg chg="del">
        <pc:chgData name="Maulin Nasari" userId="2c02bce8-14a6-4f73-b14a-299518f8dfce" providerId="ADAL" clId="{973AE700-8634-4AC6-A10B-DFA7AFECB9DA}" dt="2025-12-25T02:50:37.595" v="844" actId="47"/>
        <pc:sldMkLst>
          <pc:docMk/>
          <pc:sldMk cId="4222099342" sldId="323"/>
        </pc:sldMkLst>
      </pc:sldChg>
      <pc:sldChg chg="del">
        <pc:chgData name="Maulin Nasari" userId="2c02bce8-14a6-4f73-b14a-299518f8dfce" providerId="ADAL" clId="{973AE700-8634-4AC6-A10B-DFA7AFECB9DA}" dt="2025-12-25T02:50:37.973" v="845" actId="47"/>
        <pc:sldMkLst>
          <pc:docMk/>
          <pc:sldMk cId="3148509113" sldId="324"/>
        </pc:sldMkLst>
      </pc:sldChg>
      <pc:sldChg chg="del">
        <pc:chgData name="Maulin Nasari" userId="2c02bce8-14a6-4f73-b14a-299518f8dfce" providerId="ADAL" clId="{973AE700-8634-4AC6-A10B-DFA7AFECB9DA}" dt="2025-12-25T02:50:38.487" v="846" actId="47"/>
        <pc:sldMkLst>
          <pc:docMk/>
          <pc:sldMk cId="3621493186" sldId="325"/>
        </pc:sldMkLst>
      </pc:sldChg>
      <pc:sldChg chg="del">
        <pc:chgData name="Maulin Nasari" userId="2c02bce8-14a6-4f73-b14a-299518f8dfce" providerId="ADAL" clId="{973AE700-8634-4AC6-A10B-DFA7AFECB9DA}" dt="2025-12-25T02:50:38.944" v="847" actId="47"/>
        <pc:sldMkLst>
          <pc:docMk/>
          <pc:sldMk cId="4090509265" sldId="326"/>
        </pc:sldMkLst>
      </pc:sldChg>
      <pc:sldChg chg="del">
        <pc:chgData name="Maulin Nasari" userId="2c02bce8-14a6-4f73-b14a-299518f8dfce" providerId="ADAL" clId="{973AE700-8634-4AC6-A10B-DFA7AFECB9DA}" dt="2025-12-25T02:50:39.862" v="848" actId="47"/>
        <pc:sldMkLst>
          <pc:docMk/>
          <pc:sldMk cId="1144911987" sldId="327"/>
        </pc:sldMkLst>
      </pc:sldChg>
      <pc:sldChg chg="del">
        <pc:chgData name="Maulin Nasari" userId="2c02bce8-14a6-4f73-b14a-299518f8dfce" providerId="ADAL" clId="{973AE700-8634-4AC6-A10B-DFA7AFECB9DA}" dt="2025-12-25T02:50:40.522" v="849" actId="47"/>
        <pc:sldMkLst>
          <pc:docMk/>
          <pc:sldMk cId="671437811" sldId="328"/>
        </pc:sldMkLst>
      </pc:sldChg>
      <pc:sldChg chg="del">
        <pc:chgData name="Maulin Nasari" userId="2c02bce8-14a6-4f73-b14a-299518f8dfce" providerId="ADAL" clId="{973AE700-8634-4AC6-A10B-DFA7AFECB9DA}" dt="2025-12-25T02:50:41.736" v="850" actId="47"/>
        <pc:sldMkLst>
          <pc:docMk/>
          <pc:sldMk cId="1747410127" sldId="329"/>
        </pc:sldMkLst>
      </pc:sldChg>
      <pc:sldChg chg="del">
        <pc:chgData name="Maulin Nasari" userId="2c02bce8-14a6-4f73-b14a-299518f8dfce" providerId="ADAL" clId="{973AE700-8634-4AC6-A10B-DFA7AFECB9DA}" dt="2025-12-25T02:50:42.249" v="851" actId="47"/>
        <pc:sldMkLst>
          <pc:docMk/>
          <pc:sldMk cId="541998833" sldId="330"/>
        </pc:sldMkLst>
      </pc:sldChg>
      <pc:sldChg chg="del">
        <pc:chgData name="Maulin Nasari" userId="2c02bce8-14a6-4f73-b14a-299518f8dfce" providerId="ADAL" clId="{973AE700-8634-4AC6-A10B-DFA7AFECB9DA}" dt="2025-12-25T02:50:30.183" v="838" actId="47"/>
        <pc:sldMkLst>
          <pc:docMk/>
          <pc:sldMk cId="3124194470" sldId="332"/>
        </pc:sldMkLst>
      </pc:sldChg>
      <pc:sldChg chg="del">
        <pc:chgData name="Maulin Nasari" userId="2c02bce8-14a6-4f73-b14a-299518f8dfce" providerId="ADAL" clId="{973AE700-8634-4AC6-A10B-DFA7AFECB9DA}" dt="2025-12-25T02:50:29.643" v="837" actId="47"/>
        <pc:sldMkLst>
          <pc:docMk/>
          <pc:sldMk cId="2556585663" sldId="333"/>
        </pc:sldMkLst>
      </pc:sldChg>
      <pc:sldChg chg="del">
        <pc:chgData name="Maulin Nasari" userId="2c02bce8-14a6-4f73-b14a-299518f8dfce" providerId="ADAL" clId="{973AE700-8634-4AC6-A10B-DFA7AFECB9DA}" dt="2025-12-25T02:50:44.068" v="852" actId="47"/>
        <pc:sldMkLst>
          <pc:docMk/>
          <pc:sldMk cId="3577095231" sldId="334"/>
        </pc:sldMkLst>
      </pc:sldChg>
      <pc:sldChg chg="addSp delSp modSp add mod">
        <pc:chgData name="Maulin Nasari" userId="2c02bce8-14a6-4f73-b14a-299518f8dfce" providerId="ADAL" clId="{973AE700-8634-4AC6-A10B-DFA7AFECB9DA}" dt="2025-12-24T17:57:12.818" v="128" actId="20577"/>
        <pc:sldMkLst>
          <pc:docMk/>
          <pc:sldMk cId="2030882356" sldId="335"/>
        </pc:sldMkLst>
        <pc:spChg chg="mod">
          <ac:chgData name="Maulin Nasari" userId="2c02bce8-14a6-4f73-b14a-299518f8dfce" providerId="ADAL" clId="{973AE700-8634-4AC6-A10B-DFA7AFECB9DA}" dt="2025-12-24T17:54:04.677" v="79" actId="20577"/>
          <ac:spMkLst>
            <pc:docMk/>
            <pc:sldMk cId="2030882356" sldId="335"/>
            <ac:spMk id="2" creationId="{1F6B87DF-7ECD-11AB-6CF5-04313655FCD2}"/>
          </ac:spMkLst>
        </pc:spChg>
        <pc:spChg chg="mod">
          <ac:chgData name="Maulin Nasari" userId="2c02bce8-14a6-4f73-b14a-299518f8dfce" providerId="ADAL" clId="{973AE700-8634-4AC6-A10B-DFA7AFECB9DA}" dt="2025-12-24T17:57:12.818" v="128" actId="20577"/>
          <ac:spMkLst>
            <pc:docMk/>
            <pc:sldMk cId="2030882356" sldId="335"/>
            <ac:spMk id="4" creationId="{74F76D7F-37DB-9BAF-661D-D4F20827454A}"/>
          </ac:spMkLst>
        </pc:spChg>
        <pc:spChg chg="add mod">
          <ac:chgData name="Maulin Nasari" userId="2c02bce8-14a6-4f73-b14a-299518f8dfce" providerId="ADAL" clId="{973AE700-8634-4AC6-A10B-DFA7AFECB9DA}" dt="2025-12-24T17:55:26.228" v="80" actId="478"/>
          <ac:spMkLst>
            <pc:docMk/>
            <pc:sldMk cId="2030882356" sldId="335"/>
            <ac:spMk id="6" creationId="{346D28E1-F66E-94BA-E096-3EC27612FB2C}"/>
          </ac:spMkLst>
        </pc:spChg>
      </pc:sldChg>
      <pc:sldChg chg="modSp add mod">
        <pc:chgData name="Maulin Nasari" userId="2c02bce8-14a6-4f73-b14a-299518f8dfce" providerId="ADAL" clId="{973AE700-8634-4AC6-A10B-DFA7AFECB9DA}" dt="2025-12-24T17:59:44.124" v="161" actId="113"/>
        <pc:sldMkLst>
          <pc:docMk/>
          <pc:sldMk cId="2559627859" sldId="336"/>
        </pc:sldMkLst>
        <pc:spChg chg="mod">
          <ac:chgData name="Maulin Nasari" userId="2c02bce8-14a6-4f73-b14a-299518f8dfce" providerId="ADAL" clId="{973AE700-8634-4AC6-A10B-DFA7AFECB9DA}" dt="2025-12-24T17:57:43.072" v="130"/>
          <ac:spMkLst>
            <pc:docMk/>
            <pc:sldMk cId="2559627859" sldId="336"/>
            <ac:spMk id="2" creationId="{EAD6C649-D978-6DDD-0A67-1515E8A5D3D1}"/>
          </ac:spMkLst>
        </pc:spChg>
        <pc:spChg chg="mod">
          <ac:chgData name="Maulin Nasari" userId="2c02bce8-14a6-4f73-b14a-299518f8dfce" providerId="ADAL" clId="{973AE700-8634-4AC6-A10B-DFA7AFECB9DA}" dt="2025-12-24T17:59:44.124" v="161" actId="113"/>
          <ac:spMkLst>
            <pc:docMk/>
            <pc:sldMk cId="2559627859" sldId="336"/>
            <ac:spMk id="4" creationId="{3303236D-4733-F35C-DBD9-8F5223DDCEE9}"/>
          </ac:spMkLst>
        </pc:spChg>
      </pc:sldChg>
      <pc:sldChg chg="addSp delSp modSp add mod">
        <pc:chgData name="Maulin Nasari" userId="2c02bce8-14a6-4f73-b14a-299518f8dfce" providerId="ADAL" clId="{973AE700-8634-4AC6-A10B-DFA7AFECB9DA}" dt="2025-12-24T18:05:22.264" v="202" actId="478"/>
        <pc:sldMkLst>
          <pc:docMk/>
          <pc:sldMk cId="3158218390" sldId="337"/>
        </pc:sldMkLst>
        <pc:spChg chg="mod">
          <ac:chgData name="Maulin Nasari" userId="2c02bce8-14a6-4f73-b14a-299518f8dfce" providerId="ADAL" clId="{973AE700-8634-4AC6-A10B-DFA7AFECB9DA}" dt="2025-12-24T18:03:20.182" v="187" actId="20577"/>
          <ac:spMkLst>
            <pc:docMk/>
            <pc:sldMk cId="3158218390" sldId="337"/>
            <ac:spMk id="2" creationId="{349F8526-5371-9A18-2F90-21C418C4E1B4}"/>
          </ac:spMkLst>
        </pc:spChg>
        <pc:spChg chg="mod">
          <ac:chgData name="Maulin Nasari" userId="2c02bce8-14a6-4f73-b14a-299518f8dfce" providerId="ADAL" clId="{973AE700-8634-4AC6-A10B-DFA7AFECB9DA}" dt="2025-12-24T18:05:09.805" v="200" actId="113"/>
          <ac:spMkLst>
            <pc:docMk/>
            <pc:sldMk cId="3158218390" sldId="337"/>
            <ac:spMk id="4" creationId="{A16777CD-0001-8514-69DE-2EC96F478071}"/>
          </ac:spMkLst>
        </pc:spChg>
        <pc:spChg chg="mod">
          <ac:chgData name="Maulin Nasari" userId="2c02bce8-14a6-4f73-b14a-299518f8dfce" providerId="ADAL" clId="{973AE700-8634-4AC6-A10B-DFA7AFECB9DA}" dt="2025-12-24T18:03:30.878" v="188"/>
          <ac:spMkLst>
            <pc:docMk/>
            <pc:sldMk cId="3158218390" sldId="337"/>
            <ac:spMk id="6" creationId="{4DE123E0-A085-25EE-1834-F87F8CC5153C}"/>
          </ac:spMkLst>
        </pc:spChg>
      </pc:sldChg>
      <pc:sldChg chg="modSp add mod">
        <pc:chgData name="Maulin Nasari" userId="2c02bce8-14a6-4f73-b14a-299518f8dfce" providerId="ADAL" clId="{973AE700-8634-4AC6-A10B-DFA7AFECB9DA}" dt="2025-12-25T06:22:55.692" v="1830" actId="113"/>
        <pc:sldMkLst>
          <pc:docMk/>
          <pc:sldMk cId="2101889256" sldId="338"/>
        </pc:sldMkLst>
        <pc:spChg chg="mod">
          <ac:chgData name="Maulin Nasari" userId="2c02bce8-14a6-4f73-b14a-299518f8dfce" providerId="ADAL" clId="{973AE700-8634-4AC6-A10B-DFA7AFECB9DA}" dt="2025-12-25T06:22:55.692" v="1830" actId="113"/>
          <ac:spMkLst>
            <pc:docMk/>
            <pc:sldMk cId="2101889256" sldId="338"/>
            <ac:spMk id="4" creationId="{D9D5393F-A11B-FA62-B6A6-C7018B682473}"/>
          </ac:spMkLst>
        </pc:spChg>
        <pc:spChg chg="mod">
          <ac:chgData name="Maulin Nasari" userId="2c02bce8-14a6-4f73-b14a-299518f8dfce" providerId="ADAL" clId="{973AE700-8634-4AC6-A10B-DFA7AFECB9DA}" dt="2025-12-24T18:06:10.684" v="208"/>
          <ac:spMkLst>
            <pc:docMk/>
            <pc:sldMk cId="2101889256" sldId="338"/>
            <ac:spMk id="6" creationId="{13E0E0E4-5BBE-7A94-FCFA-AA130744D6CA}"/>
          </ac:spMkLst>
        </pc:spChg>
      </pc:sldChg>
      <pc:sldChg chg="modSp add mod">
        <pc:chgData name="Maulin Nasari" userId="2c02bce8-14a6-4f73-b14a-299518f8dfce" providerId="ADAL" clId="{973AE700-8634-4AC6-A10B-DFA7AFECB9DA}" dt="2025-12-24T18:13:53.488" v="257" actId="313"/>
        <pc:sldMkLst>
          <pc:docMk/>
          <pc:sldMk cId="2118191122" sldId="339"/>
        </pc:sldMkLst>
        <pc:spChg chg="mod">
          <ac:chgData name="Maulin Nasari" userId="2c02bce8-14a6-4f73-b14a-299518f8dfce" providerId="ADAL" clId="{973AE700-8634-4AC6-A10B-DFA7AFECB9DA}" dt="2025-12-24T18:13:53.488" v="257" actId="313"/>
          <ac:spMkLst>
            <pc:docMk/>
            <pc:sldMk cId="2118191122" sldId="339"/>
            <ac:spMk id="4" creationId="{4408BE5F-8097-3877-0CC1-34B4ED3F8A22}"/>
          </ac:spMkLst>
        </pc:spChg>
        <pc:spChg chg="mod">
          <ac:chgData name="Maulin Nasari" userId="2c02bce8-14a6-4f73-b14a-299518f8dfce" providerId="ADAL" clId="{973AE700-8634-4AC6-A10B-DFA7AFECB9DA}" dt="2025-12-24T18:11:58.472" v="228"/>
          <ac:spMkLst>
            <pc:docMk/>
            <pc:sldMk cId="2118191122" sldId="339"/>
            <ac:spMk id="6" creationId="{A2611A50-A526-E8DF-A7E4-28E192350640}"/>
          </ac:spMkLst>
        </pc:spChg>
      </pc:sldChg>
      <pc:sldChg chg="addSp modSp add mod">
        <pc:chgData name="Maulin Nasari" userId="2c02bce8-14a6-4f73-b14a-299518f8dfce" providerId="ADAL" clId="{973AE700-8634-4AC6-A10B-DFA7AFECB9DA}" dt="2025-12-24T18:19:28.868" v="282" actId="113"/>
        <pc:sldMkLst>
          <pc:docMk/>
          <pc:sldMk cId="3247942617" sldId="340"/>
        </pc:sldMkLst>
        <pc:spChg chg="mod">
          <ac:chgData name="Maulin Nasari" userId="2c02bce8-14a6-4f73-b14a-299518f8dfce" providerId="ADAL" clId="{973AE700-8634-4AC6-A10B-DFA7AFECB9DA}" dt="2025-12-24T18:19:28.868" v="282" actId="113"/>
          <ac:spMkLst>
            <pc:docMk/>
            <pc:sldMk cId="3247942617" sldId="340"/>
            <ac:spMk id="4" creationId="{4B8B0BD5-9573-3AC7-1E33-486CA2A6A64E}"/>
          </ac:spMkLst>
        </pc:spChg>
        <pc:spChg chg="mod">
          <ac:chgData name="Maulin Nasari" userId="2c02bce8-14a6-4f73-b14a-299518f8dfce" providerId="ADAL" clId="{973AE700-8634-4AC6-A10B-DFA7AFECB9DA}" dt="2025-12-24T18:17:31.557" v="260"/>
          <ac:spMkLst>
            <pc:docMk/>
            <pc:sldMk cId="3247942617" sldId="340"/>
            <ac:spMk id="6" creationId="{529ED31D-4E61-2375-0294-439BC5B38C38}"/>
          </ac:spMkLst>
        </pc:spChg>
        <pc:picChg chg="add mod">
          <ac:chgData name="Maulin Nasari" userId="2c02bce8-14a6-4f73-b14a-299518f8dfce" providerId="ADAL" clId="{973AE700-8634-4AC6-A10B-DFA7AFECB9DA}" dt="2025-12-24T18:18:32.853" v="274" actId="14100"/>
          <ac:picMkLst>
            <pc:docMk/>
            <pc:sldMk cId="3247942617" sldId="340"/>
            <ac:picMk id="7" creationId="{BC4E0EE6-F629-95BE-B41B-84BC504DEC3E}"/>
          </ac:picMkLst>
        </pc:picChg>
      </pc:sldChg>
      <pc:sldChg chg="addSp delSp modSp add mod ord">
        <pc:chgData name="Maulin Nasari" userId="2c02bce8-14a6-4f73-b14a-299518f8dfce" providerId="ADAL" clId="{973AE700-8634-4AC6-A10B-DFA7AFECB9DA}" dt="2025-12-24T18:36:51.829" v="393"/>
        <pc:sldMkLst>
          <pc:docMk/>
          <pc:sldMk cId="312016114" sldId="341"/>
        </pc:sldMkLst>
        <pc:spChg chg="mod">
          <ac:chgData name="Maulin Nasari" userId="2c02bce8-14a6-4f73-b14a-299518f8dfce" providerId="ADAL" clId="{973AE700-8634-4AC6-A10B-DFA7AFECB9DA}" dt="2025-12-24T18:36:41.402" v="391"/>
          <ac:spMkLst>
            <pc:docMk/>
            <pc:sldMk cId="312016114" sldId="341"/>
            <ac:spMk id="2" creationId="{BDBCDD0C-E29B-0AA1-1552-BE0978C392F7}"/>
          </ac:spMkLst>
        </pc:spChg>
        <pc:spChg chg="mod">
          <ac:chgData name="Maulin Nasari" userId="2c02bce8-14a6-4f73-b14a-299518f8dfce" providerId="ADAL" clId="{973AE700-8634-4AC6-A10B-DFA7AFECB9DA}" dt="2025-12-24T18:35:31.958" v="385" actId="113"/>
          <ac:spMkLst>
            <pc:docMk/>
            <pc:sldMk cId="312016114" sldId="341"/>
            <ac:spMk id="4" creationId="{73E1B194-ED1C-D2C9-736C-01F0EE619486}"/>
          </ac:spMkLst>
        </pc:spChg>
        <pc:spChg chg="add mod">
          <ac:chgData name="Maulin Nasari" userId="2c02bce8-14a6-4f73-b14a-299518f8dfce" providerId="ADAL" clId="{973AE700-8634-4AC6-A10B-DFA7AFECB9DA}" dt="2025-12-24T18:36:51.829" v="393"/>
          <ac:spMkLst>
            <pc:docMk/>
            <pc:sldMk cId="312016114" sldId="341"/>
            <ac:spMk id="5" creationId="{9ADE4BB8-1E9F-6D54-E81E-C666EE1E7618}"/>
          </ac:spMkLst>
        </pc:spChg>
      </pc:sldChg>
      <pc:sldChg chg="add ord">
        <pc:chgData name="Maulin Nasari" userId="2c02bce8-14a6-4f73-b14a-299518f8dfce" providerId="ADAL" clId="{973AE700-8634-4AC6-A10B-DFA7AFECB9DA}" dt="2025-12-24T18:36:35.551" v="390"/>
        <pc:sldMkLst>
          <pc:docMk/>
          <pc:sldMk cId="2996452378" sldId="342"/>
        </pc:sldMkLst>
      </pc:sldChg>
      <pc:sldChg chg="addSp delSp modSp add mod">
        <pc:chgData name="Maulin Nasari" userId="2c02bce8-14a6-4f73-b14a-299518f8dfce" providerId="ADAL" clId="{973AE700-8634-4AC6-A10B-DFA7AFECB9DA}" dt="2025-12-24T18:46:10.843" v="524" actId="113"/>
        <pc:sldMkLst>
          <pc:docMk/>
          <pc:sldMk cId="2670825322" sldId="343"/>
        </pc:sldMkLst>
        <pc:spChg chg="mod">
          <ac:chgData name="Maulin Nasari" userId="2c02bce8-14a6-4f73-b14a-299518f8dfce" providerId="ADAL" clId="{973AE700-8634-4AC6-A10B-DFA7AFECB9DA}" dt="2025-12-24T18:46:10.843" v="524" actId="113"/>
          <ac:spMkLst>
            <pc:docMk/>
            <pc:sldMk cId="2670825322" sldId="343"/>
            <ac:spMk id="4" creationId="{6429F60E-4DE3-9618-0D48-0C35DE256A62}"/>
          </ac:spMkLst>
        </pc:spChg>
        <pc:spChg chg="add mod">
          <ac:chgData name="Maulin Nasari" userId="2c02bce8-14a6-4f73-b14a-299518f8dfce" providerId="ADAL" clId="{973AE700-8634-4AC6-A10B-DFA7AFECB9DA}" dt="2025-12-24T18:37:09.661" v="395"/>
          <ac:spMkLst>
            <pc:docMk/>
            <pc:sldMk cId="2670825322" sldId="343"/>
            <ac:spMk id="7" creationId="{089EDD88-0AD7-09E0-B817-AB5A1E384F6C}"/>
          </ac:spMkLst>
        </pc:spChg>
        <pc:spChg chg="add mod">
          <ac:chgData name="Maulin Nasari" userId="2c02bce8-14a6-4f73-b14a-299518f8dfce" providerId="ADAL" clId="{973AE700-8634-4AC6-A10B-DFA7AFECB9DA}" dt="2025-12-24T18:37:09.661" v="395"/>
          <ac:spMkLst>
            <pc:docMk/>
            <pc:sldMk cId="2670825322" sldId="343"/>
            <ac:spMk id="8" creationId="{C6C222CB-2611-5E37-39C3-2F1D1A7296CE}"/>
          </ac:spMkLst>
        </pc:spChg>
      </pc:sldChg>
      <pc:sldChg chg="modSp add mod">
        <pc:chgData name="Maulin Nasari" userId="2c02bce8-14a6-4f73-b14a-299518f8dfce" providerId="ADAL" clId="{973AE700-8634-4AC6-A10B-DFA7AFECB9DA}" dt="2025-12-24T18:46:03.262" v="523" actId="113"/>
        <pc:sldMkLst>
          <pc:docMk/>
          <pc:sldMk cId="3093659929" sldId="344"/>
        </pc:sldMkLst>
        <pc:spChg chg="mod">
          <ac:chgData name="Maulin Nasari" userId="2c02bce8-14a6-4f73-b14a-299518f8dfce" providerId="ADAL" clId="{973AE700-8634-4AC6-A10B-DFA7AFECB9DA}" dt="2025-12-24T18:46:03.262" v="523" actId="113"/>
          <ac:spMkLst>
            <pc:docMk/>
            <pc:sldMk cId="3093659929" sldId="344"/>
            <ac:spMk id="4" creationId="{C19D6D3E-5C61-26F3-3E4F-29F9B4D5881A}"/>
          </ac:spMkLst>
        </pc:spChg>
      </pc:sldChg>
      <pc:sldChg chg="modSp add mod">
        <pc:chgData name="Maulin Nasari" userId="2c02bce8-14a6-4f73-b14a-299518f8dfce" providerId="ADAL" clId="{973AE700-8634-4AC6-A10B-DFA7AFECB9DA}" dt="2025-12-24T18:44:16.223" v="500" actId="14100"/>
        <pc:sldMkLst>
          <pc:docMk/>
          <pc:sldMk cId="2070754386" sldId="345"/>
        </pc:sldMkLst>
        <pc:spChg chg="mod">
          <ac:chgData name="Maulin Nasari" userId="2c02bce8-14a6-4f73-b14a-299518f8dfce" providerId="ADAL" clId="{973AE700-8634-4AC6-A10B-DFA7AFECB9DA}" dt="2025-12-24T18:44:16.223" v="500" actId="14100"/>
          <ac:spMkLst>
            <pc:docMk/>
            <pc:sldMk cId="2070754386" sldId="345"/>
            <ac:spMk id="4" creationId="{6FE8C4E9-09C8-D57F-D999-054FCC4165B4}"/>
          </ac:spMkLst>
        </pc:spChg>
      </pc:sldChg>
      <pc:sldChg chg="addSp delSp modSp new mod">
        <pc:chgData name="Maulin Nasari" userId="2c02bce8-14a6-4f73-b14a-299518f8dfce" providerId="ADAL" clId="{973AE700-8634-4AC6-A10B-DFA7AFECB9DA}" dt="2025-12-25T02:30:50.820" v="687" actId="113"/>
        <pc:sldMkLst>
          <pc:docMk/>
          <pc:sldMk cId="558693826" sldId="346"/>
        </pc:sldMkLst>
        <pc:spChg chg="mod">
          <ac:chgData name="Maulin Nasari" userId="2c02bce8-14a6-4f73-b14a-299518f8dfce" providerId="ADAL" clId="{973AE700-8634-4AC6-A10B-DFA7AFECB9DA}" dt="2025-12-25T01:48:51.290" v="528" actId="27636"/>
          <ac:spMkLst>
            <pc:docMk/>
            <pc:sldMk cId="558693826" sldId="346"/>
            <ac:spMk id="2" creationId="{7FBC2B40-678F-7D0D-0E47-458039B23717}"/>
          </ac:spMkLst>
        </pc:spChg>
        <pc:spChg chg="del mod">
          <ac:chgData name="Maulin Nasari" userId="2c02bce8-14a6-4f73-b14a-299518f8dfce" providerId="ADAL" clId="{973AE700-8634-4AC6-A10B-DFA7AFECB9DA}" dt="2025-12-25T02:23:05.923" v="660" actId="478"/>
          <ac:spMkLst>
            <pc:docMk/>
            <pc:sldMk cId="558693826" sldId="346"/>
            <ac:spMk id="3" creationId="{21C7C3E3-0791-9147-4E88-53D95FECB0CA}"/>
          </ac:spMkLst>
        </pc:spChg>
        <pc:spChg chg="del">
          <ac:chgData name="Maulin Nasari" userId="2c02bce8-14a6-4f73-b14a-299518f8dfce" providerId="ADAL" clId="{973AE700-8634-4AC6-A10B-DFA7AFECB9DA}" dt="2025-12-25T02:20:29.866" v="653" actId="478"/>
          <ac:spMkLst>
            <pc:docMk/>
            <pc:sldMk cId="558693826" sldId="346"/>
            <ac:spMk id="4" creationId="{806D0F39-E491-9348-F777-D1DE3F8FAD0D}"/>
          </ac:spMkLst>
        </pc:spChg>
        <pc:spChg chg="add mod">
          <ac:chgData name="Maulin Nasari" userId="2c02bce8-14a6-4f73-b14a-299518f8dfce" providerId="ADAL" clId="{973AE700-8634-4AC6-A10B-DFA7AFECB9DA}" dt="2025-12-25T02:30:50.820" v="687" actId="113"/>
          <ac:spMkLst>
            <pc:docMk/>
            <pc:sldMk cId="558693826" sldId="346"/>
            <ac:spMk id="5" creationId="{92A66208-9130-424B-4A66-E53C5BAAE60E}"/>
          </ac:spMkLst>
        </pc:spChg>
        <pc:spChg chg="add mod">
          <ac:chgData name="Maulin Nasari" userId="2c02bce8-14a6-4f73-b14a-299518f8dfce" providerId="ADAL" clId="{973AE700-8634-4AC6-A10B-DFA7AFECB9DA}" dt="2025-12-25T02:23:05.923" v="660" actId="478"/>
          <ac:spMkLst>
            <pc:docMk/>
            <pc:sldMk cId="558693826" sldId="346"/>
            <ac:spMk id="7" creationId="{8C152E4D-846C-B8AD-D746-1767D5509B47}"/>
          </ac:spMkLst>
        </pc:spChg>
      </pc:sldChg>
      <pc:sldChg chg="addSp delSp modSp new mod">
        <pc:chgData name="Maulin Nasari" userId="2c02bce8-14a6-4f73-b14a-299518f8dfce" providerId="ADAL" clId="{973AE700-8634-4AC6-A10B-DFA7AFECB9DA}" dt="2025-12-25T02:12:49.552" v="623" actId="20577"/>
        <pc:sldMkLst>
          <pc:docMk/>
          <pc:sldMk cId="1115177110" sldId="347"/>
        </pc:sldMkLst>
        <pc:spChg chg="mod">
          <ac:chgData name="Maulin Nasari" userId="2c02bce8-14a6-4f73-b14a-299518f8dfce" providerId="ADAL" clId="{973AE700-8634-4AC6-A10B-DFA7AFECB9DA}" dt="2025-12-25T02:12:39.418" v="622"/>
          <ac:spMkLst>
            <pc:docMk/>
            <pc:sldMk cId="1115177110" sldId="347"/>
            <ac:spMk id="2" creationId="{27070E85-81F3-C87E-4DA7-4E4614136211}"/>
          </ac:spMkLst>
        </pc:spChg>
        <pc:spChg chg="mod">
          <ac:chgData name="Maulin Nasari" userId="2c02bce8-14a6-4f73-b14a-299518f8dfce" providerId="ADAL" clId="{973AE700-8634-4AC6-A10B-DFA7AFECB9DA}" dt="2025-12-25T02:12:49.552" v="623" actId="20577"/>
          <ac:spMkLst>
            <pc:docMk/>
            <pc:sldMk cId="1115177110" sldId="347"/>
            <ac:spMk id="3" creationId="{79308F57-9C42-40C5-9136-A8FA6471F437}"/>
          </ac:spMkLst>
        </pc:spChg>
        <pc:spChg chg="del">
          <ac:chgData name="Maulin Nasari" userId="2c02bce8-14a6-4f73-b14a-299518f8dfce" providerId="ADAL" clId="{973AE700-8634-4AC6-A10B-DFA7AFECB9DA}" dt="2025-12-25T02:09:05.311" v="583" actId="478"/>
          <ac:spMkLst>
            <pc:docMk/>
            <pc:sldMk cId="1115177110" sldId="347"/>
            <ac:spMk id="4" creationId="{AD1DE8DF-3702-702F-570F-476397A2550B}"/>
          </ac:spMkLst>
        </pc:spChg>
        <pc:spChg chg="add mod">
          <ac:chgData name="Maulin Nasari" userId="2c02bce8-14a6-4f73-b14a-299518f8dfce" providerId="ADAL" clId="{973AE700-8634-4AC6-A10B-DFA7AFECB9DA}" dt="2025-12-25T02:12:25.776" v="620" actId="14100"/>
          <ac:spMkLst>
            <pc:docMk/>
            <pc:sldMk cId="1115177110" sldId="347"/>
            <ac:spMk id="6" creationId="{9FFB7091-1361-C4CB-74DA-8BE1A2D573C8}"/>
          </ac:spMkLst>
        </pc:spChg>
      </pc:sldChg>
      <pc:sldChg chg="modSp add mod">
        <pc:chgData name="Maulin Nasari" userId="2c02bce8-14a6-4f73-b14a-299518f8dfce" providerId="ADAL" clId="{973AE700-8634-4AC6-A10B-DFA7AFECB9DA}" dt="2025-12-25T02:19:58.349" v="651"/>
        <pc:sldMkLst>
          <pc:docMk/>
          <pc:sldMk cId="814260008" sldId="348"/>
        </pc:sldMkLst>
        <pc:spChg chg="mod">
          <ac:chgData name="Maulin Nasari" userId="2c02bce8-14a6-4f73-b14a-299518f8dfce" providerId="ADAL" clId="{973AE700-8634-4AC6-A10B-DFA7AFECB9DA}" dt="2025-12-25T02:19:58.349" v="651"/>
          <ac:spMkLst>
            <pc:docMk/>
            <pc:sldMk cId="814260008" sldId="348"/>
            <ac:spMk id="2" creationId="{1EAC40F2-9B85-59B7-CF62-EA485A5CA814}"/>
          </ac:spMkLst>
        </pc:spChg>
        <pc:spChg chg="mod">
          <ac:chgData name="Maulin Nasari" userId="2c02bce8-14a6-4f73-b14a-299518f8dfce" providerId="ADAL" clId="{973AE700-8634-4AC6-A10B-DFA7AFECB9DA}" dt="2025-12-25T02:17:14.030" v="642" actId="113"/>
          <ac:spMkLst>
            <pc:docMk/>
            <pc:sldMk cId="814260008" sldId="348"/>
            <ac:spMk id="6" creationId="{041866E8-D7C0-24E2-FD1C-8116AAF5EFF4}"/>
          </ac:spMkLst>
        </pc:spChg>
      </pc:sldChg>
      <pc:sldChg chg="addSp delSp modSp add mod ord">
        <pc:chgData name="Maulin Nasari" userId="2c02bce8-14a6-4f73-b14a-299518f8dfce" providerId="ADAL" clId="{973AE700-8634-4AC6-A10B-DFA7AFECB9DA}" dt="2025-12-25T03:01:00.863" v="931" actId="21"/>
        <pc:sldMkLst>
          <pc:docMk/>
          <pc:sldMk cId="1713505293" sldId="349"/>
        </pc:sldMkLst>
        <pc:spChg chg="mod">
          <ac:chgData name="Maulin Nasari" userId="2c02bce8-14a6-4f73-b14a-299518f8dfce" providerId="ADAL" clId="{973AE700-8634-4AC6-A10B-DFA7AFECB9DA}" dt="2025-12-25T02:20:02.016" v="652"/>
          <ac:spMkLst>
            <pc:docMk/>
            <pc:sldMk cId="1713505293" sldId="349"/>
            <ac:spMk id="2" creationId="{945461C7-1453-2B2A-9724-F0476BC6A1B8}"/>
          </ac:spMkLst>
        </pc:spChg>
        <pc:spChg chg="mod">
          <ac:chgData name="Maulin Nasari" userId="2c02bce8-14a6-4f73-b14a-299518f8dfce" providerId="ADAL" clId="{973AE700-8634-4AC6-A10B-DFA7AFECB9DA}" dt="2025-12-25T02:19:11.749" v="650" actId="113"/>
          <ac:spMkLst>
            <pc:docMk/>
            <pc:sldMk cId="1713505293" sldId="349"/>
            <ac:spMk id="6" creationId="{968BD2B4-72C9-7099-3693-D23E15799083}"/>
          </ac:spMkLst>
        </pc:spChg>
        <pc:picChg chg="add del">
          <ac:chgData name="Maulin Nasari" userId="2c02bce8-14a6-4f73-b14a-299518f8dfce" providerId="ADAL" clId="{973AE700-8634-4AC6-A10B-DFA7AFECB9DA}" dt="2025-12-25T03:01:00.863" v="931" actId="21"/>
          <ac:picMkLst>
            <pc:docMk/>
            <pc:sldMk cId="1713505293" sldId="349"/>
            <ac:picMk id="5" creationId="{9B5EB2FD-4BF6-DBA1-3717-F3607C0941ED}"/>
          </ac:picMkLst>
        </pc:picChg>
      </pc:sldChg>
      <pc:sldChg chg="addSp delSp modSp add mod">
        <pc:chgData name="Maulin Nasari" userId="2c02bce8-14a6-4f73-b14a-299518f8dfce" providerId="ADAL" clId="{973AE700-8634-4AC6-A10B-DFA7AFECB9DA}" dt="2025-12-25T02:36:55.747" v="736" actId="478"/>
        <pc:sldMkLst>
          <pc:docMk/>
          <pc:sldMk cId="1790137660" sldId="350"/>
        </pc:sldMkLst>
        <pc:spChg chg="mod">
          <ac:chgData name="Maulin Nasari" userId="2c02bce8-14a6-4f73-b14a-299518f8dfce" providerId="ADAL" clId="{973AE700-8634-4AC6-A10B-DFA7AFECB9DA}" dt="2025-12-25T02:31:24.005" v="689"/>
          <ac:spMkLst>
            <pc:docMk/>
            <pc:sldMk cId="1790137660" sldId="350"/>
            <ac:spMk id="2" creationId="{5C2E8A90-3DCD-F56E-880D-C2457C83CA07}"/>
          </ac:spMkLst>
        </pc:spChg>
        <pc:spChg chg="add del">
          <ac:chgData name="Maulin Nasari" userId="2c02bce8-14a6-4f73-b14a-299518f8dfce" providerId="ADAL" clId="{973AE700-8634-4AC6-A10B-DFA7AFECB9DA}" dt="2025-12-25T02:36:55.747" v="736" actId="478"/>
          <ac:spMkLst>
            <pc:docMk/>
            <pc:sldMk cId="1790137660" sldId="350"/>
            <ac:spMk id="4" creationId="{C5E21791-7440-67AD-40E5-559A072A7C75}"/>
          </ac:spMkLst>
        </pc:spChg>
        <pc:spChg chg="mod">
          <ac:chgData name="Maulin Nasari" userId="2c02bce8-14a6-4f73-b14a-299518f8dfce" providerId="ADAL" clId="{973AE700-8634-4AC6-A10B-DFA7AFECB9DA}" dt="2025-12-25T02:33:45.225" v="734" actId="27636"/>
          <ac:spMkLst>
            <pc:docMk/>
            <pc:sldMk cId="1790137660" sldId="350"/>
            <ac:spMk id="5" creationId="{D74F2BA3-F846-CD0F-6D70-378062D91D79}"/>
          </ac:spMkLst>
        </pc:spChg>
        <pc:spChg chg="mod">
          <ac:chgData name="Maulin Nasari" userId="2c02bce8-14a6-4f73-b14a-299518f8dfce" providerId="ADAL" clId="{973AE700-8634-4AC6-A10B-DFA7AFECB9DA}" dt="2025-12-25T02:31:32.574" v="690"/>
          <ac:spMkLst>
            <pc:docMk/>
            <pc:sldMk cId="1790137660" sldId="350"/>
            <ac:spMk id="7" creationId="{D086875C-790E-A470-28A9-6B63C3A58056}"/>
          </ac:spMkLst>
        </pc:spChg>
      </pc:sldChg>
      <pc:sldChg chg="modSp add mod">
        <pc:chgData name="Maulin Nasari" userId="2c02bce8-14a6-4f73-b14a-299518f8dfce" providerId="ADAL" clId="{973AE700-8634-4AC6-A10B-DFA7AFECB9DA}" dt="2025-12-25T02:38:40.502" v="787" actId="12"/>
        <pc:sldMkLst>
          <pc:docMk/>
          <pc:sldMk cId="2133874712" sldId="351"/>
        </pc:sldMkLst>
        <pc:spChg chg="mod">
          <ac:chgData name="Maulin Nasari" userId="2c02bce8-14a6-4f73-b14a-299518f8dfce" providerId="ADAL" clId="{973AE700-8634-4AC6-A10B-DFA7AFECB9DA}" dt="2025-12-25T02:38:40.502" v="787" actId="12"/>
          <ac:spMkLst>
            <pc:docMk/>
            <pc:sldMk cId="2133874712" sldId="351"/>
            <ac:spMk id="5" creationId="{47C7D5E6-5186-EEF2-0529-E0129873325C}"/>
          </ac:spMkLst>
        </pc:spChg>
        <pc:spChg chg="mod">
          <ac:chgData name="Maulin Nasari" userId="2c02bce8-14a6-4f73-b14a-299518f8dfce" providerId="ADAL" clId="{973AE700-8634-4AC6-A10B-DFA7AFECB9DA}" dt="2025-12-25T02:37:10.737" v="755" actId="20577"/>
          <ac:spMkLst>
            <pc:docMk/>
            <pc:sldMk cId="2133874712" sldId="351"/>
            <ac:spMk id="7" creationId="{F0DABC8E-8757-642F-8E78-681922AF1964}"/>
          </ac:spMkLst>
        </pc:spChg>
      </pc:sldChg>
      <pc:sldChg chg="modSp add mod">
        <pc:chgData name="Maulin Nasari" userId="2c02bce8-14a6-4f73-b14a-299518f8dfce" providerId="ADAL" clId="{973AE700-8634-4AC6-A10B-DFA7AFECB9DA}" dt="2025-12-25T02:41:11.462" v="805" actId="113"/>
        <pc:sldMkLst>
          <pc:docMk/>
          <pc:sldMk cId="2652526539" sldId="352"/>
        </pc:sldMkLst>
        <pc:spChg chg="mod">
          <ac:chgData name="Maulin Nasari" userId="2c02bce8-14a6-4f73-b14a-299518f8dfce" providerId="ADAL" clId="{973AE700-8634-4AC6-A10B-DFA7AFECB9DA}" dt="2025-12-25T02:41:11.462" v="805" actId="113"/>
          <ac:spMkLst>
            <pc:docMk/>
            <pc:sldMk cId="2652526539" sldId="352"/>
            <ac:spMk id="5" creationId="{F05ADEE2-A5D6-5B95-6BA8-41273B6EA903}"/>
          </ac:spMkLst>
        </pc:spChg>
        <pc:spChg chg="mod">
          <ac:chgData name="Maulin Nasari" userId="2c02bce8-14a6-4f73-b14a-299518f8dfce" providerId="ADAL" clId="{973AE700-8634-4AC6-A10B-DFA7AFECB9DA}" dt="2025-12-25T02:40:05.829" v="789"/>
          <ac:spMkLst>
            <pc:docMk/>
            <pc:sldMk cId="2652526539" sldId="352"/>
            <ac:spMk id="7" creationId="{175FF495-1414-A930-5F7E-B693EB25D573}"/>
          </ac:spMkLst>
        </pc:spChg>
      </pc:sldChg>
      <pc:sldChg chg="addSp delSp modSp add mod ord">
        <pc:chgData name="Maulin Nasari" userId="2c02bce8-14a6-4f73-b14a-299518f8dfce" providerId="ADAL" clId="{973AE700-8634-4AC6-A10B-DFA7AFECB9DA}" dt="2025-12-25T02:58:00.853" v="876" actId="478"/>
        <pc:sldMkLst>
          <pc:docMk/>
          <pc:sldMk cId="3739209591" sldId="353"/>
        </pc:sldMkLst>
        <pc:spChg chg="mod">
          <ac:chgData name="Maulin Nasari" userId="2c02bce8-14a6-4f73-b14a-299518f8dfce" providerId="ADAL" clId="{973AE700-8634-4AC6-A10B-DFA7AFECB9DA}" dt="2025-12-25T02:44:23.433" v="812"/>
          <ac:spMkLst>
            <pc:docMk/>
            <pc:sldMk cId="3739209591" sldId="353"/>
            <ac:spMk id="2" creationId="{6B6D65B8-CE70-2E95-1F2B-5C2A4CA8F9E0}"/>
          </ac:spMkLst>
        </pc:spChg>
        <pc:spChg chg="add del">
          <ac:chgData name="Maulin Nasari" userId="2c02bce8-14a6-4f73-b14a-299518f8dfce" providerId="ADAL" clId="{973AE700-8634-4AC6-A10B-DFA7AFECB9DA}" dt="2025-12-25T02:58:00.853" v="876" actId="478"/>
          <ac:spMkLst>
            <pc:docMk/>
            <pc:sldMk cId="3739209591" sldId="353"/>
            <ac:spMk id="4" creationId="{196CE199-6624-5A4C-7670-AA4BA830C0BE}"/>
          </ac:spMkLst>
        </pc:spChg>
        <pc:spChg chg="mod">
          <ac:chgData name="Maulin Nasari" userId="2c02bce8-14a6-4f73-b14a-299518f8dfce" providerId="ADAL" clId="{973AE700-8634-4AC6-A10B-DFA7AFECB9DA}" dt="2025-12-25T02:54:26.549" v="874" actId="15"/>
          <ac:spMkLst>
            <pc:docMk/>
            <pc:sldMk cId="3739209591" sldId="353"/>
            <ac:spMk id="5" creationId="{00D6D44E-E708-D1A1-22DB-C64B54BEC3B1}"/>
          </ac:spMkLst>
        </pc:spChg>
        <pc:spChg chg="mod">
          <ac:chgData name="Maulin Nasari" userId="2c02bce8-14a6-4f73-b14a-299518f8dfce" providerId="ADAL" clId="{973AE700-8634-4AC6-A10B-DFA7AFECB9DA}" dt="2025-12-25T02:44:55.230" v="832" actId="20577"/>
          <ac:spMkLst>
            <pc:docMk/>
            <pc:sldMk cId="3739209591" sldId="353"/>
            <ac:spMk id="7" creationId="{EE8824DA-384D-0BF3-6F55-57B771F7D726}"/>
          </ac:spMkLst>
        </pc:spChg>
      </pc:sldChg>
      <pc:sldChg chg="addSp delSp modSp add mod">
        <pc:chgData name="Maulin Nasari" userId="2c02bce8-14a6-4f73-b14a-299518f8dfce" providerId="ADAL" clId="{973AE700-8634-4AC6-A10B-DFA7AFECB9DA}" dt="2025-12-25T03:00:53.424" v="929" actId="478"/>
        <pc:sldMkLst>
          <pc:docMk/>
          <pc:sldMk cId="2612890984" sldId="354"/>
        </pc:sldMkLst>
        <pc:spChg chg="add del">
          <ac:chgData name="Maulin Nasari" userId="2c02bce8-14a6-4f73-b14a-299518f8dfce" providerId="ADAL" clId="{973AE700-8634-4AC6-A10B-DFA7AFECB9DA}" dt="2025-12-25T03:00:53.424" v="929" actId="478"/>
          <ac:spMkLst>
            <pc:docMk/>
            <pc:sldMk cId="2612890984" sldId="354"/>
            <ac:spMk id="4" creationId="{6D2245F7-E1F5-437E-663D-1B703E851387}"/>
          </ac:spMkLst>
        </pc:spChg>
        <pc:spChg chg="mod">
          <ac:chgData name="Maulin Nasari" userId="2c02bce8-14a6-4f73-b14a-299518f8dfce" providerId="ADAL" clId="{973AE700-8634-4AC6-A10B-DFA7AFECB9DA}" dt="2025-12-25T03:00:39.037" v="927" actId="1076"/>
          <ac:spMkLst>
            <pc:docMk/>
            <pc:sldMk cId="2612890984" sldId="354"/>
            <ac:spMk id="5" creationId="{EAA16259-C161-BDA7-F5BF-F058C8B0636F}"/>
          </ac:spMkLst>
        </pc:spChg>
      </pc:sldChg>
      <pc:sldChg chg="addSp modSp add mod">
        <pc:chgData name="Maulin Nasari" userId="2c02bce8-14a6-4f73-b14a-299518f8dfce" providerId="ADAL" clId="{973AE700-8634-4AC6-A10B-DFA7AFECB9DA}" dt="2025-12-25T03:04:17.346" v="983" actId="1076"/>
        <pc:sldMkLst>
          <pc:docMk/>
          <pc:sldMk cId="873576048" sldId="355"/>
        </pc:sldMkLst>
        <pc:spChg chg="mod">
          <ac:chgData name="Maulin Nasari" userId="2c02bce8-14a6-4f73-b14a-299518f8dfce" providerId="ADAL" clId="{973AE700-8634-4AC6-A10B-DFA7AFECB9DA}" dt="2025-12-25T03:04:17.346" v="983" actId="1076"/>
          <ac:spMkLst>
            <pc:docMk/>
            <pc:sldMk cId="873576048" sldId="355"/>
            <ac:spMk id="5" creationId="{B69A5D45-74AC-AD57-9660-015BD11FDB50}"/>
          </ac:spMkLst>
        </pc:spChg>
        <pc:spChg chg="mod">
          <ac:chgData name="Maulin Nasari" userId="2c02bce8-14a6-4f73-b14a-299518f8dfce" providerId="ADAL" clId="{973AE700-8634-4AC6-A10B-DFA7AFECB9DA}" dt="2025-12-25T03:01:53.430" v="941"/>
          <ac:spMkLst>
            <pc:docMk/>
            <pc:sldMk cId="873576048" sldId="355"/>
            <ac:spMk id="7" creationId="{1F1B0803-B7D3-0EBF-2DEF-5FF892356389}"/>
          </ac:spMkLst>
        </pc:spChg>
        <pc:picChg chg="add mod">
          <ac:chgData name="Maulin Nasari" userId="2c02bce8-14a6-4f73-b14a-299518f8dfce" providerId="ADAL" clId="{973AE700-8634-4AC6-A10B-DFA7AFECB9DA}" dt="2025-12-25T03:04:17.346" v="983" actId="1076"/>
          <ac:picMkLst>
            <pc:docMk/>
            <pc:sldMk cId="873576048" sldId="355"/>
            <ac:picMk id="3" creationId="{9B5EB2FD-4BF6-DBA1-3717-F3607C0941ED}"/>
          </ac:picMkLst>
        </pc:picChg>
      </pc:sldChg>
      <pc:sldChg chg="modSp add mod">
        <pc:chgData name="Maulin Nasari" userId="2c02bce8-14a6-4f73-b14a-299518f8dfce" providerId="ADAL" clId="{973AE700-8634-4AC6-A10B-DFA7AFECB9DA}" dt="2025-12-25T03:20:32.499" v="1044" actId="14100"/>
        <pc:sldMkLst>
          <pc:docMk/>
          <pc:sldMk cId="2401636472" sldId="356"/>
        </pc:sldMkLst>
        <pc:spChg chg="mod">
          <ac:chgData name="Maulin Nasari" userId="2c02bce8-14a6-4f73-b14a-299518f8dfce" providerId="ADAL" clId="{973AE700-8634-4AC6-A10B-DFA7AFECB9DA}" dt="2025-12-25T03:05:50.768" v="985"/>
          <ac:spMkLst>
            <pc:docMk/>
            <pc:sldMk cId="2401636472" sldId="356"/>
            <ac:spMk id="2" creationId="{C135A362-6E39-F9C0-F0D7-B41ED56031D7}"/>
          </ac:spMkLst>
        </pc:spChg>
        <pc:spChg chg="mod">
          <ac:chgData name="Maulin Nasari" userId="2c02bce8-14a6-4f73-b14a-299518f8dfce" providerId="ADAL" clId="{973AE700-8634-4AC6-A10B-DFA7AFECB9DA}" dt="2025-12-25T03:20:32.499" v="1044" actId="14100"/>
          <ac:spMkLst>
            <pc:docMk/>
            <pc:sldMk cId="2401636472" sldId="356"/>
            <ac:spMk id="5" creationId="{EDE64BAE-4AA1-9652-F0EE-7F431FDCE6E0}"/>
          </ac:spMkLst>
        </pc:spChg>
        <pc:spChg chg="mod">
          <ac:chgData name="Maulin Nasari" userId="2c02bce8-14a6-4f73-b14a-299518f8dfce" providerId="ADAL" clId="{973AE700-8634-4AC6-A10B-DFA7AFECB9DA}" dt="2025-12-25T03:15:18.463" v="990"/>
          <ac:spMkLst>
            <pc:docMk/>
            <pc:sldMk cId="2401636472" sldId="356"/>
            <ac:spMk id="7" creationId="{88ED1AA7-D826-3E1F-3876-4AFEACAB0328}"/>
          </ac:spMkLst>
        </pc:spChg>
      </pc:sldChg>
      <pc:sldChg chg="modSp add del mod">
        <pc:chgData name="Maulin Nasari" userId="2c02bce8-14a6-4f73-b14a-299518f8dfce" providerId="ADAL" clId="{973AE700-8634-4AC6-A10B-DFA7AFECB9DA}" dt="2025-12-25T03:28:13.419" v="1099" actId="2696"/>
        <pc:sldMkLst>
          <pc:docMk/>
          <pc:sldMk cId="116945939" sldId="357"/>
        </pc:sldMkLst>
        <pc:spChg chg="mod">
          <ac:chgData name="Maulin Nasari" userId="2c02bce8-14a6-4f73-b14a-299518f8dfce" providerId="ADAL" clId="{973AE700-8634-4AC6-A10B-DFA7AFECB9DA}" dt="2025-12-25T03:27:43.061" v="1098" actId="20577"/>
          <ac:spMkLst>
            <pc:docMk/>
            <pc:sldMk cId="116945939" sldId="357"/>
            <ac:spMk id="5" creationId="{92AABC68-8BCF-2FD4-3996-8128B8472B6B}"/>
          </ac:spMkLst>
        </pc:spChg>
      </pc:sldChg>
      <pc:sldChg chg="modSp add mod">
        <pc:chgData name="Maulin Nasari" userId="2c02bce8-14a6-4f73-b14a-299518f8dfce" providerId="ADAL" clId="{973AE700-8634-4AC6-A10B-DFA7AFECB9DA}" dt="2025-12-25T03:29:25.064" v="1119" actId="12"/>
        <pc:sldMkLst>
          <pc:docMk/>
          <pc:sldMk cId="2270171920" sldId="358"/>
        </pc:sldMkLst>
        <pc:spChg chg="mod">
          <ac:chgData name="Maulin Nasari" userId="2c02bce8-14a6-4f73-b14a-299518f8dfce" providerId="ADAL" clId="{973AE700-8634-4AC6-A10B-DFA7AFECB9DA}" dt="2025-12-25T03:29:25.064" v="1119" actId="12"/>
          <ac:spMkLst>
            <pc:docMk/>
            <pc:sldMk cId="2270171920" sldId="358"/>
            <ac:spMk id="5" creationId="{7C4F83E6-D605-B24E-8FA4-25F71EF7C310}"/>
          </ac:spMkLst>
        </pc:spChg>
      </pc:sldChg>
      <pc:sldChg chg="modSp add mod">
        <pc:chgData name="Maulin Nasari" userId="2c02bce8-14a6-4f73-b14a-299518f8dfce" providerId="ADAL" clId="{973AE700-8634-4AC6-A10B-DFA7AFECB9DA}" dt="2025-12-25T03:30:05.377" v="1125" actId="12"/>
        <pc:sldMkLst>
          <pc:docMk/>
          <pc:sldMk cId="2993393447" sldId="359"/>
        </pc:sldMkLst>
        <pc:spChg chg="mod">
          <ac:chgData name="Maulin Nasari" userId="2c02bce8-14a6-4f73-b14a-299518f8dfce" providerId="ADAL" clId="{973AE700-8634-4AC6-A10B-DFA7AFECB9DA}" dt="2025-12-25T03:30:05.377" v="1125" actId="12"/>
          <ac:spMkLst>
            <pc:docMk/>
            <pc:sldMk cId="2993393447" sldId="359"/>
            <ac:spMk id="5" creationId="{43420548-CB23-89A6-7F4A-1C5343E5B90A}"/>
          </ac:spMkLst>
        </pc:spChg>
      </pc:sldChg>
      <pc:sldChg chg="add del">
        <pc:chgData name="Maulin Nasari" userId="2c02bce8-14a6-4f73-b14a-299518f8dfce" providerId="ADAL" clId="{973AE700-8634-4AC6-A10B-DFA7AFECB9DA}" dt="2025-12-25T03:29:36.019" v="1120" actId="47"/>
        <pc:sldMkLst>
          <pc:docMk/>
          <pc:sldMk cId="2277305736" sldId="360"/>
        </pc:sldMkLst>
      </pc:sldChg>
      <pc:sldChg chg="addSp modSp add mod">
        <pc:chgData name="Maulin Nasari" userId="2c02bce8-14a6-4f73-b14a-299518f8dfce" providerId="ADAL" clId="{973AE700-8634-4AC6-A10B-DFA7AFECB9DA}" dt="2025-12-25T03:33:27.227" v="1213" actId="1076"/>
        <pc:sldMkLst>
          <pc:docMk/>
          <pc:sldMk cId="3042361995" sldId="360"/>
        </pc:sldMkLst>
        <pc:spChg chg="mod">
          <ac:chgData name="Maulin Nasari" userId="2c02bce8-14a6-4f73-b14a-299518f8dfce" providerId="ADAL" clId="{973AE700-8634-4AC6-A10B-DFA7AFECB9DA}" dt="2025-12-25T03:33:00.638" v="1209" actId="1076"/>
          <ac:spMkLst>
            <pc:docMk/>
            <pc:sldMk cId="3042361995" sldId="360"/>
            <ac:spMk id="5" creationId="{0EAC25B9-D705-ACA5-8804-BA47D0881439}"/>
          </ac:spMkLst>
        </pc:spChg>
        <pc:spChg chg="mod">
          <ac:chgData name="Maulin Nasari" userId="2c02bce8-14a6-4f73-b14a-299518f8dfce" providerId="ADAL" clId="{973AE700-8634-4AC6-A10B-DFA7AFECB9DA}" dt="2025-12-25T03:32:36.677" v="1204" actId="14100"/>
          <ac:spMkLst>
            <pc:docMk/>
            <pc:sldMk cId="3042361995" sldId="360"/>
            <ac:spMk id="7" creationId="{CE23D2E5-3D57-0619-03C5-68A9A309DFB4}"/>
          </ac:spMkLst>
        </pc:spChg>
        <pc:picChg chg="add mod">
          <ac:chgData name="Maulin Nasari" userId="2c02bce8-14a6-4f73-b14a-299518f8dfce" providerId="ADAL" clId="{973AE700-8634-4AC6-A10B-DFA7AFECB9DA}" dt="2025-12-25T03:33:27.227" v="1213" actId="1076"/>
          <ac:picMkLst>
            <pc:docMk/>
            <pc:sldMk cId="3042361995" sldId="360"/>
            <ac:picMk id="4" creationId="{0BD5384C-10F9-26B0-FD14-B35503213493}"/>
          </ac:picMkLst>
        </pc:picChg>
      </pc:sldChg>
      <pc:sldChg chg="add ord">
        <pc:chgData name="Maulin Nasari" userId="2c02bce8-14a6-4f73-b14a-299518f8dfce" providerId="ADAL" clId="{973AE700-8634-4AC6-A10B-DFA7AFECB9DA}" dt="2025-12-25T03:34:05.036" v="1215"/>
        <pc:sldMkLst>
          <pc:docMk/>
          <pc:sldMk cId="1241781063" sldId="361"/>
        </pc:sldMkLst>
      </pc:sldChg>
      <pc:sldChg chg="addSp delSp modSp add mod modNotesTx">
        <pc:chgData name="Maulin Nasari" userId="2c02bce8-14a6-4f73-b14a-299518f8dfce" providerId="ADAL" clId="{973AE700-8634-4AC6-A10B-DFA7AFECB9DA}" dt="2025-12-25T04:22:32.773" v="1303" actId="478"/>
        <pc:sldMkLst>
          <pc:docMk/>
          <pc:sldMk cId="2937539278" sldId="362"/>
        </pc:sldMkLst>
        <pc:spChg chg="mod">
          <ac:chgData name="Maulin Nasari" userId="2c02bce8-14a6-4f73-b14a-299518f8dfce" providerId="ADAL" clId="{973AE700-8634-4AC6-A10B-DFA7AFECB9DA}" dt="2025-12-25T03:41:25.823" v="1299" actId="15"/>
          <ac:spMkLst>
            <pc:docMk/>
            <pc:sldMk cId="2937539278" sldId="362"/>
            <ac:spMk id="5" creationId="{FC09A512-284A-4299-9A6C-3D4050EA4D32}"/>
          </ac:spMkLst>
        </pc:spChg>
        <pc:spChg chg="mod">
          <ac:chgData name="Maulin Nasari" userId="2c02bce8-14a6-4f73-b14a-299518f8dfce" providerId="ADAL" clId="{973AE700-8634-4AC6-A10B-DFA7AFECB9DA}" dt="2025-12-25T03:34:50.178" v="1218" actId="14100"/>
          <ac:spMkLst>
            <pc:docMk/>
            <pc:sldMk cId="2937539278" sldId="362"/>
            <ac:spMk id="7" creationId="{D8905205-43C2-3697-4CA5-9BBF2151FAF9}"/>
          </ac:spMkLst>
        </pc:spChg>
        <pc:spChg chg="add del">
          <ac:chgData name="Maulin Nasari" userId="2c02bce8-14a6-4f73-b14a-299518f8dfce" providerId="ADAL" clId="{973AE700-8634-4AC6-A10B-DFA7AFECB9DA}" dt="2025-12-25T04:22:32.773" v="1303" actId="478"/>
          <ac:spMkLst>
            <pc:docMk/>
            <pc:sldMk cId="2937539278" sldId="362"/>
            <ac:spMk id="9" creationId="{6F4FF13D-22C4-520A-41F8-413E5D435F73}"/>
          </ac:spMkLst>
        </pc:spChg>
        <pc:picChg chg="del">
          <ac:chgData name="Maulin Nasari" userId="2c02bce8-14a6-4f73-b14a-299518f8dfce" providerId="ADAL" clId="{973AE700-8634-4AC6-A10B-DFA7AFECB9DA}" dt="2025-12-25T03:34:55.984" v="1219" actId="478"/>
          <ac:picMkLst>
            <pc:docMk/>
            <pc:sldMk cId="2937539278" sldId="362"/>
            <ac:picMk id="4" creationId="{AEB11634-196C-8923-95D0-A79083E6374E}"/>
          </ac:picMkLst>
        </pc:picChg>
        <pc:picChg chg="add mod">
          <ac:chgData name="Maulin Nasari" userId="2c02bce8-14a6-4f73-b14a-299518f8dfce" providerId="ADAL" clId="{973AE700-8634-4AC6-A10B-DFA7AFECB9DA}" dt="2025-12-25T03:40:34.154" v="1298" actId="1037"/>
          <ac:picMkLst>
            <pc:docMk/>
            <pc:sldMk cId="2937539278" sldId="362"/>
            <ac:picMk id="6" creationId="{9E7D3F32-2F27-E534-D15F-CFD3683B2534}"/>
          </ac:picMkLst>
        </pc:picChg>
      </pc:sldChg>
      <pc:sldChg chg="addSp delSp modSp add mod modNotesTx">
        <pc:chgData name="Maulin Nasari" userId="2c02bce8-14a6-4f73-b14a-299518f8dfce" providerId="ADAL" clId="{973AE700-8634-4AC6-A10B-DFA7AFECB9DA}" dt="2025-12-25T04:34:50.997" v="1412" actId="478"/>
        <pc:sldMkLst>
          <pc:docMk/>
          <pc:sldMk cId="233983439" sldId="363"/>
        </pc:sldMkLst>
        <pc:spChg chg="mod">
          <ac:chgData name="Maulin Nasari" userId="2c02bce8-14a6-4f73-b14a-299518f8dfce" providerId="ADAL" clId="{973AE700-8634-4AC6-A10B-DFA7AFECB9DA}" dt="2025-12-25T04:33:03.053" v="1407" actId="14100"/>
          <ac:spMkLst>
            <pc:docMk/>
            <pc:sldMk cId="233983439" sldId="363"/>
            <ac:spMk id="5" creationId="{42A4443C-D9F1-1850-5E79-266C354A3B40}"/>
          </ac:spMkLst>
        </pc:spChg>
        <pc:spChg chg="mod">
          <ac:chgData name="Maulin Nasari" userId="2c02bce8-14a6-4f73-b14a-299518f8dfce" providerId="ADAL" clId="{973AE700-8634-4AC6-A10B-DFA7AFECB9DA}" dt="2025-12-25T04:27:29.140" v="1305"/>
          <ac:spMkLst>
            <pc:docMk/>
            <pc:sldMk cId="233983439" sldId="363"/>
            <ac:spMk id="7" creationId="{FE44A33C-3E0F-29BD-5589-204942242C23}"/>
          </ac:spMkLst>
        </pc:spChg>
        <pc:picChg chg="add mod modCrop">
          <ac:chgData name="Maulin Nasari" userId="2c02bce8-14a6-4f73-b14a-299518f8dfce" providerId="ADAL" clId="{973AE700-8634-4AC6-A10B-DFA7AFECB9DA}" dt="2025-12-25T04:33:51.345" v="1410" actId="208"/>
          <ac:picMkLst>
            <pc:docMk/>
            <pc:sldMk cId="233983439" sldId="363"/>
            <ac:picMk id="4" creationId="{AB3F7848-68BB-D223-C299-F4427175B2EA}"/>
          </ac:picMkLst>
        </pc:picChg>
        <pc:picChg chg="del">
          <ac:chgData name="Maulin Nasari" userId="2c02bce8-14a6-4f73-b14a-299518f8dfce" providerId="ADAL" clId="{973AE700-8634-4AC6-A10B-DFA7AFECB9DA}" dt="2025-12-25T04:32:07.659" v="1398" actId="478"/>
          <ac:picMkLst>
            <pc:docMk/>
            <pc:sldMk cId="233983439" sldId="363"/>
            <ac:picMk id="6" creationId="{93FE1868-92B8-5B9F-6A2E-2B31850EDACE}"/>
          </ac:picMkLst>
        </pc:picChg>
        <pc:picChg chg="add del">
          <ac:chgData name="Maulin Nasari" userId="2c02bce8-14a6-4f73-b14a-299518f8dfce" providerId="ADAL" clId="{973AE700-8634-4AC6-A10B-DFA7AFECB9DA}" dt="2025-12-25T04:34:50.997" v="1412" actId="478"/>
          <ac:picMkLst>
            <pc:docMk/>
            <pc:sldMk cId="233983439" sldId="363"/>
            <ac:picMk id="9" creationId="{34E39D58-4CAE-8B3D-EB4D-13C4701A8EE4}"/>
          </ac:picMkLst>
        </pc:picChg>
      </pc:sldChg>
      <pc:sldChg chg="modSp add mod">
        <pc:chgData name="Maulin Nasari" userId="2c02bce8-14a6-4f73-b14a-299518f8dfce" providerId="ADAL" clId="{973AE700-8634-4AC6-A10B-DFA7AFECB9DA}" dt="2025-12-25T04:36:57.705" v="1440" actId="12"/>
        <pc:sldMkLst>
          <pc:docMk/>
          <pc:sldMk cId="1608192760" sldId="364"/>
        </pc:sldMkLst>
        <pc:spChg chg="mod">
          <ac:chgData name="Maulin Nasari" userId="2c02bce8-14a6-4f73-b14a-299518f8dfce" providerId="ADAL" clId="{973AE700-8634-4AC6-A10B-DFA7AFECB9DA}" dt="2025-12-25T04:36:57.705" v="1440" actId="12"/>
          <ac:spMkLst>
            <pc:docMk/>
            <pc:sldMk cId="1608192760" sldId="364"/>
            <ac:spMk id="5" creationId="{6C1F2CE7-03FA-E7AD-2C15-F9E18387BAFB}"/>
          </ac:spMkLst>
        </pc:spChg>
      </pc:sldChg>
      <pc:sldChg chg="addSp delSp modSp add mod">
        <pc:chgData name="Maulin Nasari" userId="2c02bce8-14a6-4f73-b14a-299518f8dfce" providerId="ADAL" clId="{973AE700-8634-4AC6-A10B-DFA7AFECB9DA}" dt="2025-12-25T05:16:42.275" v="1552" actId="20577"/>
        <pc:sldMkLst>
          <pc:docMk/>
          <pc:sldMk cId="1157749904" sldId="365"/>
        </pc:sldMkLst>
        <pc:spChg chg="del">
          <ac:chgData name="Maulin Nasari" userId="2c02bce8-14a6-4f73-b14a-299518f8dfce" providerId="ADAL" clId="{973AE700-8634-4AC6-A10B-DFA7AFECB9DA}" dt="2025-12-25T05:02:41.441" v="1459" actId="478"/>
          <ac:spMkLst>
            <pc:docMk/>
            <pc:sldMk cId="1157749904" sldId="365"/>
            <ac:spMk id="5" creationId="{78DB7757-D430-3E1E-E4E8-CB9655EF27ED}"/>
          </ac:spMkLst>
        </pc:spChg>
        <pc:spChg chg="add del mod">
          <ac:chgData name="Maulin Nasari" userId="2c02bce8-14a6-4f73-b14a-299518f8dfce" providerId="ADAL" clId="{973AE700-8634-4AC6-A10B-DFA7AFECB9DA}" dt="2025-12-25T05:03:08.091" v="1460" actId="478"/>
          <ac:spMkLst>
            <pc:docMk/>
            <pc:sldMk cId="1157749904" sldId="365"/>
            <ac:spMk id="6" creationId="{FE448C3C-81A1-76F5-FA21-30461EA33570}"/>
          </ac:spMkLst>
        </pc:spChg>
        <pc:spChg chg="mod">
          <ac:chgData name="Maulin Nasari" userId="2c02bce8-14a6-4f73-b14a-299518f8dfce" providerId="ADAL" clId="{973AE700-8634-4AC6-A10B-DFA7AFECB9DA}" dt="2025-12-25T04:37:43.296" v="1456" actId="20577"/>
          <ac:spMkLst>
            <pc:docMk/>
            <pc:sldMk cId="1157749904" sldId="365"/>
            <ac:spMk id="7" creationId="{BD2AE84A-4CFA-2FB4-7A66-5AE144BDA97F}"/>
          </ac:spMkLst>
        </pc:spChg>
        <pc:spChg chg="add del mod">
          <ac:chgData name="Maulin Nasari" userId="2c02bce8-14a6-4f73-b14a-299518f8dfce" providerId="ADAL" clId="{973AE700-8634-4AC6-A10B-DFA7AFECB9DA}" dt="2025-12-25T05:16:42.275" v="1552" actId="20577"/>
          <ac:spMkLst>
            <pc:docMk/>
            <pc:sldMk cId="1157749904" sldId="365"/>
            <ac:spMk id="10" creationId="{9AAD58E6-A213-4537-26CB-F7B1B7E7B0F5}"/>
          </ac:spMkLst>
        </pc:spChg>
        <pc:spChg chg="add del mod">
          <ac:chgData name="Maulin Nasari" userId="2c02bce8-14a6-4f73-b14a-299518f8dfce" providerId="ADAL" clId="{973AE700-8634-4AC6-A10B-DFA7AFECB9DA}" dt="2025-12-25T05:14:18.605" v="1543"/>
          <ac:spMkLst>
            <pc:docMk/>
            <pc:sldMk cId="1157749904" sldId="365"/>
            <ac:spMk id="11" creationId="{6DD5BEA5-7D39-D7E2-ECDA-424E4E4FA027}"/>
          </ac:spMkLst>
        </pc:spChg>
        <pc:spChg chg="add del mod">
          <ac:chgData name="Maulin Nasari" userId="2c02bce8-14a6-4f73-b14a-299518f8dfce" providerId="ADAL" clId="{973AE700-8634-4AC6-A10B-DFA7AFECB9DA}" dt="2025-12-25T05:11:55.727" v="1515" actId="478"/>
          <ac:spMkLst>
            <pc:docMk/>
            <pc:sldMk cId="1157749904" sldId="365"/>
            <ac:spMk id="12" creationId="{86866747-A8F0-DDE0-EC34-8F0F5B6F9978}"/>
          </ac:spMkLst>
        </pc:spChg>
        <pc:spChg chg="add mod">
          <ac:chgData name="Maulin Nasari" userId="2c02bce8-14a6-4f73-b14a-299518f8dfce" providerId="ADAL" clId="{973AE700-8634-4AC6-A10B-DFA7AFECB9DA}" dt="2025-12-25T05:11:38.123" v="1506" actId="478"/>
          <ac:spMkLst>
            <pc:docMk/>
            <pc:sldMk cId="1157749904" sldId="365"/>
            <ac:spMk id="13" creationId="{8BEC7D88-AF85-A3BE-D9B0-46847819B04D}"/>
          </ac:spMkLst>
        </pc:spChg>
        <pc:spChg chg="add del mod">
          <ac:chgData name="Maulin Nasari" userId="2c02bce8-14a6-4f73-b14a-299518f8dfce" providerId="ADAL" clId="{973AE700-8634-4AC6-A10B-DFA7AFECB9DA}" dt="2025-12-25T05:14:18.606" v="1545"/>
          <ac:spMkLst>
            <pc:docMk/>
            <pc:sldMk cId="1157749904" sldId="365"/>
            <ac:spMk id="14" creationId="{DE88644D-8561-2634-959C-04E5312CFFAB}"/>
          </ac:spMkLst>
        </pc:spChg>
        <pc:picChg chg="del">
          <ac:chgData name="Maulin Nasari" userId="2c02bce8-14a6-4f73-b14a-299518f8dfce" providerId="ADAL" clId="{973AE700-8634-4AC6-A10B-DFA7AFECB9DA}" dt="2025-12-25T05:02:38.156" v="1458" actId="478"/>
          <ac:picMkLst>
            <pc:docMk/>
            <pc:sldMk cId="1157749904" sldId="365"/>
            <ac:picMk id="4" creationId="{FE8BAA07-D47F-98CE-C591-EA944DFC7709}"/>
          </ac:picMkLst>
        </pc:picChg>
        <pc:picChg chg="add mod">
          <ac:chgData name="Maulin Nasari" userId="2c02bce8-14a6-4f73-b14a-299518f8dfce" providerId="ADAL" clId="{973AE700-8634-4AC6-A10B-DFA7AFECB9DA}" dt="2025-12-25T05:03:42.174" v="1466" actId="1076"/>
          <ac:picMkLst>
            <pc:docMk/>
            <pc:sldMk cId="1157749904" sldId="365"/>
            <ac:picMk id="9" creationId="{F31F80F7-F0C2-52D1-BEF1-7CB23A54B05F}"/>
          </ac:picMkLst>
        </pc:picChg>
      </pc:sldChg>
      <pc:sldChg chg="addSp delSp modSp add mod">
        <pc:chgData name="Maulin Nasari" userId="2c02bce8-14a6-4f73-b14a-299518f8dfce" providerId="ADAL" clId="{973AE700-8634-4AC6-A10B-DFA7AFECB9DA}" dt="2025-12-25T05:47:55.628" v="1639" actId="20577"/>
        <pc:sldMkLst>
          <pc:docMk/>
          <pc:sldMk cId="1210890985" sldId="366"/>
        </pc:sldMkLst>
        <pc:spChg chg="mod">
          <ac:chgData name="Maulin Nasari" userId="2c02bce8-14a6-4f73-b14a-299518f8dfce" providerId="ADAL" clId="{973AE700-8634-4AC6-A10B-DFA7AFECB9DA}" dt="2025-12-25T05:39:46.164" v="1571" actId="20577"/>
          <ac:spMkLst>
            <pc:docMk/>
            <pc:sldMk cId="1210890985" sldId="366"/>
            <ac:spMk id="2" creationId="{82325B46-98FA-2D38-A8C9-82D2FA5FFA2C}"/>
          </ac:spMkLst>
        </pc:spChg>
        <pc:spChg chg="del mod">
          <ac:chgData name="Maulin Nasari" userId="2c02bce8-14a6-4f73-b14a-299518f8dfce" providerId="ADAL" clId="{973AE700-8634-4AC6-A10B-DFA7AFECB9DA}" dt="2025-12-25T05:45:01.832" v="1589" actId="478"/>
          <ac:spMkLst>
            <pc:docMk/>
            <pc:sldMk cId="1210890985" sldId="366"/>
            <ac:spMk id="5" creationId="{CEC849A6-37CE-ABB6-145F-48357CD29360}"/>
          </ac:spMkLst>
        </pc:spChg>
        <pc:spChg chg="add mod">
          <ac:chgData name="Maulin Nasari" userId="2c02bce8-14a6-4f73-b14a-299518f8dfce" providerId="ADAL" clId="{973AE700-8634-4AC6-A10B-DFA7AFECB9DA}" dt="2025-12-25T05:41:46.192" v="1574" actId="478"/>
          <ac:spMkLst>
            <pc:docMk/>
            <pc:sldMk cId="1210890985" sldId="366"/>
            <ac:spMk id="6" creationId="{BD9A3B90-9C11-6968-ECDE-3788065E11B5}"/>
          </ac:spMkLst>
        </pc:spChg>
        <pc:spChg chg="del">
          <ac:chgData name="Maulin Nasari" userId="2c02bce8-14a6-4f73-b14a-299518f8dfce" providerId="ADAL" clId="{973AE700-8634-4AC6-A10B-DFA7AFECB9DA}" dt="2025-12-25T05:41:46.192" v="1574" actId="478"/>
          <ac:spMkLst>
            <pc:docMk/>
            <pc:sldMk cId="1210890985" sldId="366"/>
            <ac:spMk id="7" creationId="{32CACE8E-5832-F9E9-F5EB-82640FD3F7F8}"/>
          </ac:spMkLst>
        </pc:spChg>
        <pc:spChg chg="add mod">
          <ac:chgData name="Maulin Nasari" userId="2c02bce8-14a6-4f73-b14a-299518f8dfce" providerId="ADAL" clId="{973AE700-8634-4AC6-A10B-DFA7AFECB9DA}" dt="2025-12-25T05:47:55.628" v="1639" actId="20577"/>
          <ac:spMkLst>
            <pc:docMk/>
            <pc:sldMk cId="1210890985" sldId="366"/>
            <ac:spMk id="9" creationId="{78060087-2168-3B06-CD23-1EA070671AF7}"/>
          </ac:spMkLst>
        </pc:spChg>
        <pc:picChg chg="del">
          <ac:chgData name="Maulin Nasari" userId="2c02bce8-14a6-4f73-b14a-299518f8dfce" providerId="ADAL" clId="{973AE700-8634-4AC6-A10B-DFA7AFECB9DA}" dt="2025-12-25T05:41:36.764" v="1572" actId="478"/>
          <ac:picMkLst>
            <pc:docMk/>
            <pc:sldMk cId="1210890985" sldId="366"/>
            <ac:picMk id="4" creationId="{BD67A1A0-C349-7375-1D41-3CCD37E55F3D}"/>
          </ac:picMkLst>
        </pc:picChg>
      </pc:sldChg>
      <pc:sldChg chg="modSp add mod ord">
        <pc:chgData name="Maulin Nasari" userId="2c02bce8-14a6-4f73-b14a-299518f8dfce" providerId="ADAL" clId="{973AE700-8634-4AC6-A10B-DFA7AFECB9DA}" dt="2025-12-25T05:53:07.847" v="1685" actId="12"/>
        <pc:sldMkLst>
          <pc:docMk/>
          <pc:sldMk cId="4147388630" sldId="367"/>
        </pc:sldMkLst>
        <pc:spChg chg="mod">
          <ac:chgData name="Maulin Nasari" userId="2c02bce8-14a6-4f73-b14a-299518f8dfce" providerId="ADAL" clId="{973AE700-8634-4AC6-A10B-DFA7AFECB9DA}" dt="2025-12-25T05:53:07.847" v="1685" actId="12"/>
          <ac:spMkLst>
            <pc:docMk/>
            <pc:sldMk cId="4147388630" sldId="367"/>
            <ac:spMk id="5" creationId="{D45041CA-C565-173F-5EE0-79B0634C8958}"/>
          </ac:spMkLst>
        </pc:spChg>
        <pc:spChg chg="mod">
          <ac:chgData name="Maulin Nasari" userId="2c02bce8-14a6-4f73-b14a-299518f8dfce" providerId="ADAL" clId="{973AE700-8634-4AC6-A10B-DFA7AFECB9DA}" dt="2025-12-25T05:51:45.795" v="1661" actId="20577"/>
          <ac:spMkLst>
            <pc:docMk/>
            <pc:sldMk cId="4147388630" sldId="367"/>
            <ac:spMk id="7" creationId="{F2B28F1C-AA16-22ED-3A28-25D19244EC7E}"/>
          </ac:spMkLst>
        </pc:spChg>
      </pc:sldChg>
      <pc:sldChg chg="addSp delSp add del mod">
        <pc:chgData name="Maulin Nasari" userId="2c02bce8-14a6-4f73-b14a-299518f8dfce" providerId="ADAL" clId="{973AE700-8634-4AC6-A10B-DFA7AFECB9DA}" dt="2025-12-25T05:58:18.751" v="1718" actId="47"/>
        <pc:sldMkLst>
          <pc:docMk/>
          <pc:sldMk cId="727667011" sldId="368"/>
        </pc:sldMkLst>
        <pc:picChg chg="add del">
          <ac:chgData name="Maulin Nasari" userId="2c02bce8-14a6-4f73-b14a-299518f8dfce" providerId="ADAL" clId="{973AE700-8634-4AC6-A10B-DFA7AFECB9DA}" dt="2025-12-25T05:50:57.251" v="1642" actId="478"/>
          <ac:picMkLst>
            <pc:docMk/>
            <pc:sldMk cId="727667011" sldId="368"/>
            <ac:picMk id="4" creationId="{40C2A7DA-56D0-8D8E-0059-B8857391E367}"/>
          </ac:picMkLst>
        </pc:picChg>
      </pc:sldChg>
      <pc:sldChg chg="addSp modSp add mod">
        <pc:chgData name="Maulin Nasari" userId="2c02bce8-14a6-4f73-b14a-299518f8dfce" providerId="ADAL" clId="{973AE700-8634-4AC6-A10B-DFA7AFECB9DA}" dt="2025-12-25T05:56:50.690" v="1717" actId="1076"/>
        <pc:sldMkLst>
          <pc:docMk/>
          <pc:sldMk cId="3224793690" sldId="369"/>
        </pc:sldMkLst>
        <pc:spChg chg="mod">
          <ac:chgData name="Maulin Nasari" userId="2c02bce8-14a6-4f73-b14a-299518f8dfce" providerId="ADAL" clId="{973AE700-8634-4AC6-A10B-DFA7AFECB9DA}" dt="2025-12-25T05:55:41.542" v="1715" actId="15"/>
          <ac:spMkLst>
            <pc:docMk/>
            <pc:sldMk cId="3224793690" sldId="369"/>
            <ac:spMk id="5" creationId="{13F74496-64CD-5C0B-2170-044FFFC4D3BF}"/>
          </ac:spMkLst>
        </pc:spChg>
        <pc:picChg chg="add mod">
          <ac:chgData name="Maulin Nasari" userId="2c02bce8-14a6-4f73-b14a-299518f8dfce" providerId="ADAL" clId="{973AE700-8634-4AC6-A10B-DFA7AFECB9DA}" dt="2025-12-25T05:56:50.690" v="1717" actId="1076"/>
          <ac:picMkLst>
            <pc:docMk/>
            <pc:sldMk cId="3224793690" sldId="369"/>
            <ac:picMk id="4" creationId="{23815BC6-7CF1-A392-E00C-B59A665D0D36}"/>
          </ac:picMkLst>
        </pc:picChg>
      </pc:sldChg>
      <pc:sldChg chg="modSp add mod ord">
        <pc:chgData name="Maulin Nasari" userId="2c02bce8-14a6-4f73-b14a-299518f8dfce" providerId="ADAL" clId="{973AE700-8634-4AC6-A10B-DFA7AFECB9DA}" dt="2025-12-25T06:28:58.684" v="1876"/>
        <pc:sldMkLst>
          <pc:docMk/>
          <pc:sldMk cId="951808612" sldId="370"/>
        </pc:sldMkLst>
        <pc:spChg chg="mod">
          <ac:chgData name="Maulin Nasari" userId="2c02bce8-14a6-4f73-b14a-299518f8dfce" providerId="ADAL" clId="{973AE700-8634-4AC6-A10B-DFA7AFECB9DA}" dt="2025-12-25T06:02:44.782" v="1752" actId="14100"/>
          <ac:spMkLst>
            <pc:docMk/>
            <pc:sldMk cId="951808612" sldId="370"/>
            <ac:spMk id="5" creationId="{1623F840-CB6F-F763-57A1-344FB6B70FE7}"/>
          </ac:spMkLst>
        </pc:spChg>
        <pc:spChg chg="mod">
          <ac:chgData name="Maulin Nasari" userId="2c02bce8-14a6-4f73-b14a-299518f8dfce" providerId="ADAL" clId="{973AE700-8634-4AC6-A10B-DFA7AFECB9DA}" dt="2025-12-25T06:00:12.971" v="1722"/>
          <ac:spMkLst>
            <pc:docMk/>
            <pc:sldMk cId="951808612" sldId="370"/>
            <ac:spMk id="7" creationId="{72528A43-FB2B-D1A2-5BA4-B62DB6D4B2F5}"/>
          </ac:spMkLst>
        </pc:spChg>
      </pc:sldChg>
      <pc:sldChg chg="addSp delSp modSp add mod ord">
        <pc:chgData name="Maulin Nasari" userId="2c02bce8-14a6-4f73-b14a-299518f8dfce" providerId="ADAL" clId="{973AE700-8634-4AC6-A10B-DFA7AFECB9DA}" dt="2025-12-25T06:28:29.208" v="1874"/>
        <pc:sldMkLst>
          <pc:docMk/>
          <pc:sldMk cId="4070674650" sldId="371"/>
        </pc:sldMkLst>
        <pc:spChg chg="del mod">
          <ac:chgData name="Maulin Nasari" userId="2c02bce8-14a6-4f73-b14a-299518f8dfce" providerId="ADAL" clId="{973AE700-8634-4AC6-A10B-DFA7AFECB9DA}" dt="2025-12-25T06:04:11.313" v="1762" actId="478"/>
          <ac:spMkLst>
            <pc:docMk/>
            <pc:sldMk cId="4070674650" sldId="371"/>
            <ac:spMk id="5" creationId="{38346C5D-924A-E9D9-8753-5D2774E72F0F}"/>
          </ac:spMkLst>
        </pc:spChg>
        <pc:spChg chg="add del mod">
          <ac:chgData name="Maulin Nasari" userId="2c02bce8-14a6-4f73-b14a-299518f8dfce" providerId="ADAL" clId="{973AE700-8634-4AC6-A10B-DFA7AFECB9DA}" dt="2025-12-25T06:04:13.776" v="1763" actId="478"/>
          <ac:spMkLst>
            <pc:docMk/>
            <pc:sldMk cId="4070674650" sldId="371"/>
            <ac:spMk id="6" creationId="{019A62EB-763A-9CDA-A6E6-223E88BD660B}"/>
          </ac:spMkLst>
        </pc:spChg>
        <pc:spChg chg="mod">
          <ac:chgData name="Maulin Nasari" userId="2c02bce8-14a6-4f73-b14a-299518f8dfce" providerId="ADAL" clId="{973AE700-8634-4AC6-A10B-DFA7AFECB9DA}" dt="2025-12-25T06:03:17.844" v="1756"/>
          <ac:spMkLst>
            <pc:docMk/>
            <pc:sldMk cId="4070674650" sldId="371"/>
            <ac:spMk id="7" creationId="{8B14CDF1-AC64-DAB4-E0FB-D70C54B269B4}"/>
          </ac:spMkLst>
        </pc:spChg>
        <pc:spChg chg="add mod">
          <ac:chgData name="Maulin Nasari" userId="2c02bce8-14a6-4f73-b14a-299518f8dfce" providerId="ADAL" clId="{973AE700-8634-4AC6-A10B-DFA7AFECB9DA}" dt="2025-12-25T06:08:55.181" v="1829" actId="1037"/>
          <ac:spMkLst>
            <pc:docMk/>
            <pc:sldMk cId="4070674650" sldId="371"/>
            <ac:spMk id="8" creationId="{C48CCC0D-AB45-58C7-7A86-086201362BDC}"/>
          </ac:spMkLst>
        </pc:spChg>
        <pc:picChg chg="del">
          <ac:chgData name="Maulin Nasari" userId="2c02bce8-14a6-4f73-b14a-299518f8dfce" providerId="ADAL" clId="{973AE700-8634-4AC6-A10B-DFA7AFECB9DA}" dt="2025-12-25T06:07:18.939" v="1801" actId="478"/>
          <ac:picMkLst>
            <pc:docMk/>
            <pc:sldMk cId="4070674650" sldId="371"/>
            <ac:picMk id="4" creationId="{EB1B1F5A-B280-6FFE-3F6F-B76F8BB2CAC6}"/>
          </ac:picMkLst>
        </pc:picChg>
        <pc:picChg chg="add mod">
          <ac:chgData name="Maulin Nasari" userId="2c02bce8-14a6-4f73-b14a-299518f8dfce" providerId="ADAL" clId="{973AE700-8634-4AC6-A10B-DFA7AFECB9DA}" dt="2025-12-25T06:08:55.181" v="1829" actId="1037"/>
          <ac:picMkLst>
            <pc:docMk/>
            <pc:sldMk cId="4070674650" sldId="371"/>
            <ac:picMk id="10" creationId="{EBCCA751-B708-78E8-C374-BC2D0377835B}"/>
          </ac:picMkLst>
        </pc:picChg>
      </pc:sldChg>
      <pc:sldChg chg="addSp delSp modSp add mod">
        <pc:chgData name="Maulin Nasari" userId="2c02bce8-14a6-4f73-b14a-299518f8dfce" providerId="ADAL" clId="{973AE700-8634-4AC6-A10B-DFA7AFECB9DA}" dt="2025-12-25T06:29:16.530" v="1878" actId="478"/>
        <pc:sldMkLst>
          <pc:docMk/>
          <pc:sldMk cId="1412293096" sldId="372"/>
        </pc:sldMkLst>
        <pc:spChg chg="mod">
          <ac:chgData name="Maulin Nasari" userId="2c02bce8-14a6-4f73-b14a-299518f8dfce" providerId="ADAL" clId="{973AE700-8634-4AC6-A10B-DFA7AFECB9DA}" dt="2025-12-25T06:24:01.144" v="1841" actId="20577"/>
          <ac:spMkLst>
            <pc:docMk/>
            <pc:sldMk cId="1412293096" sldId="372"/>
            <ac:spMk id="2" creationId="{E4D7CF09-D83F-323E-9D19-048468BCE273}"/>
          </ac:spMkLst>
        </pc:spChg>
        <pc:spChg chg="add mod">
          <ac:chgData name="Maulin Nasari" userId="2c02bce8-14a6-4f73-b14a-299518f8dfce" providerId="ADAL" clId="{973AE700-8634-4AC6-A10B-DFA7AFECB9DA}" dt="2025-12-25T06:29:16.530" v="1878" actId="478"/>
          <ac:spMkLst>
            <pc:docMk/>
            <pc:sldMk cId="1412293096" sldId="372"/>
            <ac:spMk id="4" creationId="{A6637F30-46F8-3F3B-F59C-FC5A05DF25E1}"/>
          </ac:spMkLst>
        </pc:spChg>
        <pc:spChg chg="mod">
          <ac:chgData name="Maulin Nasari" userId="2c02bce8-14a6-4f73-b14a-299518f8dfce" providerId="ADAL" clId="{973AE700-8634-4AC6-A10B-DFA7AFECB9DA}" dt="2025-12-25T06:26:15.519" v="1872" actId="12"/>
          <ac:spMkLst>
            <pc:docMk/>
            <pc:sldMk cId="1412293096" sldId="372"/>
            <ac:spMk id="5" creationId="{5D732DCC-7E37-8706-C5AE-B2C742FB1600}"/>
          </ac:spMkLst>
        </pc:spChg>
        <pc:spChg chg="del">
          <ac:chgData name="Maulin Nasari" userId="2c02bce8-14a6-4f73-b14a-299518f8dfce" providerId="ADAL" clId="{973AE700-8634-4AC6-A10B-DFA7AFECB9DA}" dt="2025-12-25T06:29:16.530" v="1878" actId="478"/>
          <ac:spMkLst>
            <pc:docMk/>
            <pc:sldMk cId="1412293096" sldId="372"/>
            <ac:spMk id="7" creationId="{C4548D20-D785-2247-A1C9-F7C444256030}"/>
          </ac:spMkLst>
        </pc:spChg>
      </pc:sldChg>
      <pc:sldChg chg="addSp delSp modSp add mod">
        <pc:chgData name="Maulin Nasari" userId="2c02bce8-14a6-4f73-b14a-299518f8dfce" providerId="ADAL" clId="{973AE700-8634-4AC6-A10B-DFA7AFECB9DA}" dt="2025-12-25T06:36:13.573" v="1933" actId="478"/>
        <pc:sldMkLst>
          <pc:docMk/>
          <pc:sldMk cId="2617911573" sldId="373"/>
        </pc:sldMkLst>
        <pc:spChg chg="mod">
          <ac:chgData name="Maulin Nasari" userId="2c02bce8-14a6-4f73-b14a-299518f8dfce" providerId="ADAL" clId="{973AE700-8634-4AC6-A10B-DFA7AFECB9DA}" dt="2025-12-25T06:33:09.932" v="1928" actId="113"/>
          <ac:spMkLst>
            <pc:docMk/>
            <pc:sldMk cId="2617911573" sldId="373"/>
            <ac:spMk id="5" creationId="{904A1781-D0AB-3335-344A-7A64B8A481E4}"/>
          </ac:spMkLst>
        </pc:spChg>
        <pc:spChg chg="mod">
          <ac:chgData name="Maulin Nasari" userId="2c02bce8-14a6-4f73-b14a-299518f8dfce" providerId="ADAL" clId="{973AE700-8634-4AC6-A10B-DFA7AFECB9DA}" dt="2025-12-25T06:29:27.520" v="1879"/>
          <ac:spMkLst>
            <pc:docMk/>
            <pc:sldMk cId="2617911573" sldId="373"/>
            <ac:spMk id="7" creationId="{C2EF6D68-F8CF-5015-F97D-6AC2BA8C3389}"/>
          </ac:spMkLst>
        </pc:spChg>
        <pc:picChg chg="add del">
          <ac:chgData name="Maulin Nasari" userId="2c02bce8-14a6-4f73-b14a-299518f8dfce" providerId="ADAL" clId="{973AE700-8634-4AC6-A10B-DFA7AFECB9DA}" dt="2025-12-25T06:36:05.505" v="1930" actId="478"/>
          <ac:picMkLst>
            <pc:docMk/>
            <pc:sldMk cId="2617911573" sldId="373"/>
            <ac:picMk id="4" creationId="{E7D6FAB9-FB57-B7D3-A7BD-288A547405B0}"/>
          </ac:picMkLst>
        </pc:picChg>
        <pc:picChg chg="add del">
          <ac:chgData name="Maulin Nasari" userId="2c02bce8-14a6-4f73-b14a-299518f8dfce" providerId="ADAL" clId="{973AE700-8634-4AC6-A10B-DFA7AFECB9DA}" dt="2025-12-25T06:36:13.573" v="1933" actId="478"/>
          <ac:picMkLst>
            <pc:docMk/>
            <pc:sldMk cId="2617911573" sldId="373"/>
            <ac:picMk id="8" creationId="{3EDAFEC8-6D35-4AB5-8EB9-D8053A18524C}"/>
          </ac:picMkLst>
        </pc:picChg>
      </pc:sldChg>
      <pc:sldChg chg="modSp add mod">
        <pc:chgData name="Maulin Nasari" userId="2c02bce8-14a6-4f73-b14a-299518f8dfce" providerId="ADAL" clId="{973AE700-8634-4AC6-A10B-DFA7AFECB9DA}" dt="2025-12-25T06:48:08.177" v="2085" actId="113"/>
        <pc:sldMkLst>
          <pc:docMk/>
          <pc:sldMk cId="3397199424" sldId="374"/>
        </pc:sldMkLst>
        <pc:spChg chg="mod">
          <ac:chgData name="Maulin Nasari" userId="2c02bce8-14a6-4f73-b14a-299518f8dfce" providerId="ADAL" clId="{973AE700-8634-4AC6-A10B-DFA7AFECB9DA}" dt="2025-12-25T06:48:08.177" v="2085" actId="113"/>
          <ac:spMkLst>
            <pc:docMk/>
            <pc:sldMk cId="3397199424" sldId="374"/>
            <ac:spMk id="5" creationId="{DE8AB64A-7A19-05FB-CC3F-4E68577978E8}"/>
          </ac:spMkLst>
        </pc:spChg>
        <pc:spChg chg="mod">
          <ac:chgData name="Maulin Nasari" userId="2c02bce8-14a6-4f73-b14a-299518f8dfce" providerId="ADAL" clId="{973AE700-8634-4AC6-A10B-DFA7AFECB9DA}" dt="2025-12-25T06:41:09.658" v="2015"/>
          <ac:spMkLst>
            <pc:docMk/>
            <pc:sldMk cId="3397199424" sldId="374"/>
            <ac:spMk id="7" creationId="{841A9135-CFAD-C297-780E-C19BA73C83ED}"/>
          </ac:spMkLst>
        </pc:spChg>
        <pc:picChg chg="mod">
          <ac:chgData name="Maulin Nasari" userId="2c02bce8-14a6-4f73-b14a-299518f8dfce" providerId="ADAL" clId="{973AE700-8634-4AC6-A10B-DFA7AFECB9DA}" dt="2025-12-25T06:46:08.623" v="2083" actId="1076"/>
          <ac:picMkLst>
            <pc:docMk/>
            <pc:sldMk cId="3397199424" sldId="374"/>
            <ac:picMk id="8" creationId="{18C27F22-BC45-5002-EE2F-D86B4A86FF31}"/>
          </ac:picMkLst>
        </pc:picChg>
      </pc:sldChg>
      <pc:sldChg chg="addSp delSp modSp add mod">
        <pc:chgData name="Maulin Nasari" userId="2c02bce8-14a6-4f73-b14a-299518f8dfce" providerId="ADAL" clId="{973AE700-8634-4AC6-A10B-DFA7AFECB9DA}" dt="2025-12-25T06:41:00.606" v="2014"/>
        <pc:sldMkLst>
          <pc:docMk/>
          <pc:sldMk cId="2112973589" sldId="375"/>
        </pc:sldMkLst>
        <pc:spChg chg="add del mod">
          <ac:chgData name="Maulin Nasari" userId="2c02bce8-14a6-4f73-b14a-299518f8dfce" providerId="ADAL" clId="{973AE700-8634-4AC6-A10B-DFA7AFECB9DA}" dt="2025-12-25T06:37:45.723" v="1958" actId="478"/>
          <ac:spMkLst>
            <pc:docMk/>
            <pc:sldMk cId="2112973589" sldId="375"/>
            <ac:spMk id="4" creationId="{40766A53-5AC5-5D96-53AD-3A189A4F9932}"/>
          </ac:spMkLst>
        </pc:spChg>
        <pc:spChg chg="del mod">
          <ac:chgData name="Maulin Nasari" userId="2c02bce8-14a6-4f73-b14a-299518f8dfce" providerId="ADAL" clId="{973AE700-8634-4AC6-A10B-DFA7AFECB9DA}" dt="2025-12-25T06:37:18.139" v="1947" actId="478"/>
          <ac:spMkLst>
            <pc:docMk/>
            <pc:sldMk cId="2112973589" sldId="375"/>
            <ac:spMk id="5" creationId="{92F0C049-9677-9B4B-6143-13D85DEFEAAD}"/>
          </ac:spMkLst>
        </pc:spChg>
        <pc:spChg chg="mod">
          <ac:chgData name="Maulin Nasari" userId="2c02bce8-14a6-4f73-b14a-299518f8dfce" providerId="ADAL" clId="{973AE700-8634-4AC6-A10B-DFA7AFECB9DA}" dt="2025-12-25T06:41:00.606" v="2014"/>
          <ac:spMkLst>
            <pc:docMk/>
            <pc:sldMk cId="2112973589" sldId="375"/>
            <ac:spMk id="7" creationId="{7A02F2B2-374A-2CDC-012B-768C3D001029}"/>
          </ac:spMkLst>
        </pc:spChg>
        <pc:spChg chg="add del mod">
          <ac:chgData name="Maulin Nasari" userId="2c02bce8-14a6-4f73-b14a-299518f8dfce" providerId="ADAL" clId="{973AE700-8634-4AC6-A10B-DFA7AFECB9DA}" dt="2025-12-25T06:37:48.252" v="1959" actId="478"/>
          <ac:spMkLst>
            <pc:docMk/>
            <pc:sldMk cId="2112973589" sldId="375"/>
            <ac:spMk id="9" creationId="{94642A2B-902A-8E94-FA4E-DCE4DAE0CADE}"/>
          </ac:spMkLst>
        </pc:spChg>
        <pc:spChg chg="add mod">
          <ac:chgData name="Maulin Nasari" userId="2c02bce8-14a6-4f73-b14a-299518f8dfce" providerId="ADAL" clId="{973AE700-8634-4AC6-A10B-DFA7AFECB9DA}" dt="2025-12-25T06:40:33.681" v="2013" actId="1035"/>
          <ac:spMkLst>
            <pc:docMk/>
            <pc:sldMk cId="2112973589" sldId="375"/>
            <ac:spMk id="10" creationId="{F9F263B9-8A8B-EAF7-9554-A61C26C71470}"/>
          </ac:spMkLst>
        </pc:spChg>
        <pc:picChg chg="del">
          <ac:chgData name="Maulin Nasari" userId="2c02bce8-14a6-4f73-b14a-299518f8dfce" providerId="ADAL" clId="{973AE700-8634-4AC6-A10B-DFA7AFECB9DA}" dt="2025-12-25T06:36:43.156" v="1935" actId="478"/>
          <ac:picMkLst>
            <pc:docMk/>
            <pc:sldMk cId="2112973589" sldId="375"/>
            <ac:picMk id="8" creationId="{A061A76D-27C0-2799-FC1D-09AD87B2F748}"/>
          </ac:picMkLst>
        </pc:picChg>
      </pc:sldChg>
      <pc:sldChg chg="addSp delSp modSp add mod">
        <pc:chgData name="Maulin Nasari" userId="2c02bce8-14a6-4f73-b14a-299518f8dfce" providerId="ADAL" clId="{973AE700-8634-4AC6-A10B-DFA7AFECB9DA}" dt="2025-12-25T07:04:46.881" v="2128" actId="20577"/>
        <pc:sldMkLst>
          <pc:docMk/>
          <pc:sldMk cId="1672514135" sldId="376"/>
        </pc:sldMkLst>
        <pc:spChg chg="mod">
          <ac:chgData name="Maulin Nasari" userId="2c02bce8-14a6-4f73-b14a-299518f8dfce" providerId="ADAL" clId="{973AE700-8634-4AC6-A10B-DFA7AFECB9DA}" dt="2025-12-25T07:03:50.348" v="2118" actId="15"/>
          <ac:spMkLst>
            <pc:docMk/>
            <pc:sldMk cId="1672514135" sldId="376"/>
            <ac:spMk id="5" creationId="{078E15DC-D9A6-5CD8-DA6A-6591B7533D96}"/>
          </ac:spMkLst>
        </pc:spChg>
        <pc:spChg chg="mod">
          <ac:chgData name="Maulin Nasari" userId="2c02bce8-14a6-4f73-b14a-299518f8dfce" providerId="ADAL" clId="{973AE700-8634-4AC6-A10B-DFA7AFECB9DA}" dt="2025-12-25T07:04:46.881" v="2128" actId="20577"/>
          <ac:spMkLst>
            <pc:docMk/>
            <pc:sldMk cId="1672514135" sldId="376"/>
            <ac:spMk id="7" creationId="{8D5AEA90-22DF-B7BE-FC35-9464EC9158C8}"/>
          </ac:spMkLst>
        </pc:spChg>
        <pc:picChg chg="add mod">
          <ac:chgData name="Maulin Nasari" userId="2c02bce8-14a6-4f73-b14a-299518f8dfce" providerId="ADAL" clId="{973AE700-8634-4AC6-A10B-DFA7AFECB9DA}" dt="2025-12-25T07:04:12.862" v="2120" actId="1076"/>
          <ac:picMkLst>
            <pc:docMk/>
            <pc:sldMk cId="1672514135" sldId="376"/>
            <ac:picMk id="4" creationId="{B5FEF524-232D-83CF-2BFA-52A8876198CE}"/>
          </ac:picMkLst>
        </pc:picChg>
        <pc:picChg chg="del">
          <ac:chgData name="Maulin Nasari" userId="2c02bce8-14a6-4f73-b14a-299518f8dfce" providerId="ADAL" clId="{973AE700-8634-4AC6-A10B-DFA7AFECB9DA}" dt="2025-12-25T07:01:24.727" v="2087" actId="478"/>
          <ac:picMkLst>
            <pc:docMk/>
            <pc:sldMk cId="1672514135" sldId="376"/>
            <ac:picMk id="8" creationId="{3993A06F-F97B-6633-25DA-74632DC350FB}"/>
          </ac:picMkLst>
        </pc:picChg>
        <pc:picChg chg="add del">
          <ac:chgData name="Maulin Nasari" userId="2c02bce8-14a6-4f73-b14a-299518f8dfce" providerId="ADAL" clId="{973AE700-8634-4AC6-A10B-DFA7AFECB9DA}" dt="2025-12-25T07:02:08.400" v="2094" actId="478"/>
          <ac:picMkLst>
            <pc:docMk/>
            <pc:sldMk cId="1672514135" sldId="376"/>
            <ac:picMk id="9" creationId="{08593FD9-8B9F-8553-EA83-06754BCCCE2D}"/>
          </ac:picMkLst>
        </pc:picChg>
      </pc:sldChg>
      <pc:sldChg chg="addSp delSp modSp add mod">
        <pc:chgData name="Maulin Nasari" userId="2c02bce8-14a6-4f73-b14a-299518f8dfce" providerId="ADAL" clId="{973AE700-8634-4AC6-A10B-DFA7AFECB9DA}" dt="2025-12-25T07:09:35.278" v="2172" actId="14100"/>
        <pc:sldMkLst>
          <pc:docMk/>
          <pc:sldMk cId="2547939810" sldId="377"/>
        </pc:sldMkLst>
        <pc:spChg chg="mod">
          <ac:chgData name="Maulin Nasari" userId="2c02bce8-14a6-4f73-b14a-299518f8dfce" providerId="ADAL" clId="{973AE700-8634-4AC6-A10B-DFA7AFECB9DA}" dt="2025-12-25T07:09:16.233" v="2170" actId="113"/>
          <ac:spMkLst>
            <pc:docMk/>
            <pc:sldMk cId="2547939810" sldId="377"/>
            <ac:spMk id="5" creationId="{A3817077-82BD-A00A-53C2-2767A98C397A}"/>
          </ac:spMkLst>
        </pc:spChg>
        <pc:spChg chg="mod">
          <ac:chgData name="Maulin Nasari" userId="2c02bce8-14a6-4f73-b14a-299518f8dfce" providerId="ADAL" clId="{973AE700-8634-4AC6-A10B-DFA7AFECB9DA}" dt="2025-12-25T07:05:14.265" v="2130"/>
          <ac:spMkLst>
            <pc:docMk/>
            <pc:sldMk cId="2547939810" sldId="377"/>
            <ac:spMk id="7" creationId="{4982BA19-BA99-2486-0E2C-25413615E300}"/>
          </ac:spMkLst>
        </pc:spChg>
        <pc:picChg chg="del">
          <ac:chgData name="Maulin Nasari" userId="2c02bce8-14a6-4f73-b14a-299518f8dfce" providerId="ADAL" clId="{973AE700-8634-4AC6-A10B-DFA7AFECB9DA}" dt="2025-12-25T07:06:55.795" v="2151" actId="478"/>
          <ac:picMkLst>
            <pc:docMk/>
            <pc:sldMk cId="2547939810" sldId="377"/>
            <ac:picMk id="4" creationId="{629C6235-4D8D-A3FA-025A-AEAB7CC15BBE}"/>
          </ac:picMkLst>
        </pc:picChg>
        <pc:picChg chg="add mod">
          <ac:chgData name="Maulin Nasari" userId="2c02bce8-14a6-4f73-b14a-299518f8dfce" providerId="ADAL" clId="{973AE700-8634-4AC6-A10B-DFA7AFECB9DA}" dt="2025-12-25T07:09:35.278" v="2172" actId="14100"/>
          <ac:picMkLst>
            <pc:docMk/>
            <pc:sldMk cId="2547939810" sldId="377"/>
            <ac:picMk id="6" creationId="{9714AC4E-5A23-DE55-314E-CBF9C4C45D8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defining analysis classes:</a:t>
            </a:r>
          </a:p>
          <a:p>
            <a:r>
              <a:rPr lang="en-US" dirty="0"/>
              <a:t>The initial list is </a:t>
            </a:r>
            <a:r>
              <a:rPr lang="en-US" b="1" dirty="0"/>
              <a:t>never complete</a:t>
            </a:r>
            <a:endParaRPr lang="en-US" dirty="0"/>
          </a:p>
          <a:p>
            <a:pPr lvl="1"/>
            <a:r>
              <a:rPr lang="en-US" dirty="0"/>
              <a:t>Additional classes may be added later</a:t>
            </a:r>
          </a:p>
          <a:p>
            <a:r>
              <a:rPr lang="en-US" dirty="0"/>
              <a:t>Accept/reject decisions depend on:</a:t>
            </a:r>
          </a:p>
          <a:p>
            <a:pPr lvl="1"/>
            <a:r>
              <a:rPr lang="en-US" dirty="0"/>
              <a:t>Problem description</a:t>
            </a:r>
          </a:p>
          <a:p>
            <a:pPr lvl="1"/>
            <a:r>
              <a:rPr lang="en-US" dirty="0"/>
              <a:t>System scope</a:t>
            </a:r>
          </a:p>
          <a:p>
            <a:pPr lvl="1"/>
            <a:r>
              <a:rPr lang="en-US" dirty="0"/>
              <a:t>Assumptions made during analysis</a:t>
            </a:r>
          </a:p>
          <a:p>
            <a:r>
              <a:rPr lang="en-US" dirty="0"/>
              <a:t>Different problem statements → different models</a:t>
            </a:r>
          </a:p>
          <a:p>
            <a:pPr lvl="1"/>
            <a:r>
              <a:rPr lang="en-US" dirty="0"/>
              <a:t>Example:</a:t>
            </a:r>
          </a:p>
          <a:p>
            <a:r>
              <a:rPr lang="en-US" dirty="0"/>
              <a:t>If each homeowner had unique credentials,</a:t>
            </a:r>
            <a:br>
              <a:rPr lang="en-US" dirty="0"/>
            </a:br>
            <a:r>
              <a:rPr lang="en-US" b="1" dirty="0"/>
              <a:t>Homeowner</a:t>
            </a:r>
            <a:r>
              <a:rPr lang="en-US" dirty="0"/>
              <a:t> could become an accepted class</a:t>
            </a:r>
            <a:br>
              <a:rPr lang="en-US" dirty="0"/>
            </a:br>
            <a:br>
              <a:rPr lang="en-US" dirty="0"/>
            </a:br>
            <a:r>
              <a:rPr lang="en-US" b="1" dirty="0"/>
              <a:t>✅ ACCEPTED CLASSES (Become Analysis Classes)</a:t>
            </a:r>
          </a:p>
          <a:p>
            <a:r>
              <a:rPr lang="en-US" b="1" dirty="0"/>
              <a:t>1. Sensor</a:t>
            </a:r>
          </a:p>
          <a:p>
            <a:r>
              <a:rPr lang="en-US" b="1" dirty="0"/>
              <a:t>Status:</a:t>
            </a:r>
            <a:r>
              <a:rPr lang="en-US" dirty="0"/>
              <a:t> Accepted (all characteristics apply)</a:t>
            </a:r>
          </a:p>
          <a:p>
            <a:r>
              <a:rPr lang="en-US" b="1" dirty="0"/>
              <a:t>Reason:</a:t>
            </a:r>
            <a:endParaRPr lang="en-US" dirty="0"/>
          </a:p>
          <a:p>
            <a:r>
              <a:rPr lang="en-US" dirty="0"/>
              <a:t>Retains information (ID, type, status)</a:t>
            </a:r>
          </a:p>
          <a:p>
            <a:r>
              <a:rPr lang="en-US" dirty="0"/>
              <a:t>Has operations (detect event, report status)</a:t>
            </a:r>
          </a:p>
          <a:p>
            <a:r>
              <a:rPr lang="en-US" dirty="0"/>
              <a:t>Has multiple attributes</a:t>
            </a:r>
          </a:p>
          <a:p>
            <a:r>
              <a:rPr lang="en-US" dirty="0"/>
              <a:t>Attributes and operations apply to all sensors</a:t>
            </a:r>
          </a:p>
          <a:p>
            <a:r>
              <a:rPr lang="en-US" dirty="0"/>
              <a:t>Essential to system operation</a:t>
            </a:r>
          </a:p>
          <a:p>
            <a:r>
              <a:rPr lang="en-US" dirty="0"/>
              <a:t>➡ Core domain entity</a:t>
            </a:r>
          </a:p>
          <a:p>
            <a:br>
              <a:rPr lang="en-US" dirty="0"/>
            </a:br>
            <a:endParaRPr lang="en-US" dirty="0"/>
          </a:p>
          <a:p>
            <a:r>
              <a:rPr lang="en-US" b="1" dirty="0"/>
              <a:t>2. Control Panel</a:t>
            </a:r>
          </a:p>
          <a:p>
            <a:r>
              <a:rPr lang="en-US" b="1" dirty="0"/>
              <a:t>Status:</a:t>
            </a:r>
            <a:r>
              <a:rPr lang="en-US" dirty="0"/>
              <a:t> Accepted (all characteristics apply)</a:t>
            </a:r>
          </a:p>
          <a:p>
            <a:r>
              <a:rPr lang="en-US" b="1" dirty="0"/>
              <a:t>Reason:</a:t>
            </a:r>
            <a:endParaRPr lang="en-US" dirty="0"/>
          </a:p>
          <a:p>
            <a:r>
              <a:rPr lang="en-US" dirty="0"/>
              <a:t>Retains configuration and status information</a:t>
            </a:r>
          </a:p>
          <a:p>
            <a:r>
              <a:rPr lang="en-US" dirty="0"/>
              <a:t>Provides services (display status, receive input)</a:t>
            </a:r>
          </a:p>
          <a:p>
            <a:r>
              <a:rPr lang="en-US" dirty="0"/>
              <a:t>Has multiple attributes (display state, input mode)</a:t>
            </a:r>
          </a:p>
          <a:p>
            <a:r>
              <a:rPr lang="en-US" dirty="0"/>
              <a:t>Common behavior across instances</a:t>
            </a:r>
          </a:p>
          <a:p>
            <a:r>
              <a:rPr lang="en-US" dirty="0"/>
              <a:t>Essential interface to the system</a:t>
            </a:r>
          </a:p>
          <a:p>
            <a:r>
              <a:rPr lang="en-US" dirty="0"/>
              <a:t>➡ Key interaction entity</a:t>
            </a:r>
          </a:p>
          <a:p>
            <a:br>
              <a:rPr lang="en-US" dirty="0"/>
            </a:br>
            <a:endParaRPr lang="en-US" dirty="0"/>
          </a:p>
          <a:p>
            <a:r>
              <a:rPr lang="en-US" b="1" dirty="0"/>
              <a:t>3. System (Security Function)</a:t>
            </a:r>
          </a:p>
          <a:p>
            <a:r>
              <a:rPr lang="en-US" b="1" dirty="0"/>
              <a:t>Status:</a:t>
            </a:r>
            <a:r>
              <a:rPr lang="en-US" dirty="0"/>
              <a:t> Accepted (all characteristics apply)</a:t>
            </a:r>
          </a:p>
          <a:p>
            <a:r>
              <a:rPr lang="en-US" b="1" dirty="0"/>
              <a:t>Reason:</a:t>
            </a:r>
            <a:endParaRPr lang="en-US" dirty="0"/>
          </a:p>
          <a:p>
            <a:r>
              <a:rPr lang="en-US" dirty="0"/>
              <a:t>Central object coordinating all behavior</a:t>
            </a:r>
          </a:p>
          <a:p>
            <a:r>
              <a:rPr lang="en-US" dirty="0"/>
              <a:t>Retains critical configuration data</a:t>
            </a:r>
          </a:p>
          <a:p>
            <a:r>
              <a:rPr lang="en-US" dirty="0"/>
              <a:t>Provides core services (monitoring, alerting)</a:t>
            </a:r>
          </a:p>
          <a:p>
            <a:r>
              <a:rPr lang="en-US" dirty="0"/>
              <a:t>Has multiple attributes and operations</a:t>
            </a:r>
          </a:p>
          <a:p>
            <a:r>
              <a:rPr lang="en-US" dirty="0"/>
              <a:t>Essential for any solution</a:t>
            </a:r>
          </a:p>
          <a:p>
            <a:r>
              <a:rPr lang="en-US" dirty="0"/>
              <a:t>➡ Core control class</a:t>
            </a:r>
          </a:p>
          <a:p>
            <a:br>
              <a:rPr lang="en-US" dirty="0"/>
            </a:br>
            <a:endParaRPr lang="en-US" dirty="0"/>
          </a:p>
          <a:p>
            <a:r>
              <a:rPr lang="en-US" b="1" dirty="0"/>
              <a:t>4. Sensor Event</a:t>
            </a:r>
          </a:p>
          <a:p>
            <a:r>
              <a:rPr lang="en-US" b="1" dirty="0"/>
              <a:t>Status:</a:t>
            </a:r>
            <a:r>
              <a:rPr lang="en-US" dirty="0"/>
              <a:t> Accepted (all characteristics apply)</a:t>
            </a:r>
          </a:p>
          <a:p>
            <a:r>
              <a:rPr lang="en-US" b="1" dirty="0"/>
              <a:t>Reason:</a:t>
            </a:r>
            <a:endParaRPr lang="en-US" dirty="0"/>
          </a:p>
          <a:p>
            <a:r>
              <a:rPr lang="en-US" dirty="0"/>
              <a:t>Represents meaningful occurrences</a:t>
            </a:r>
          </a:p>
          <a:p>
            <a:r>
              <a:rPr lang="en-US" dirty="0"/>
              <a:t>Retains information (time, type, source)</a:t>
            </a:r>
          </a:p>
          <a:p>
            <a:r>
              <a:rPr lang="en-US" dirty="0"/>
              <a:t>Triggers system behavior</a:t>
            </a:r>
          </a:p>
          <a:p>
            <a:r>
              <a:rPr lang="en-US" dirty="0"/>
              <a:t>Common attributes across events</a:t>
            </a:r>
          </a:p>
          <a:p>
            <a:r>
              <a:rPr lang="en-US" dirty="0"/>
              <a:t>Essential for system response logic</a:t>
            </a:r>
          </a:p>
          <a:p>
            <a:r>
              <a:rPr lang="en-US" dirty="0"/>
              <a:t>➡ Behavioral domain entity</a:t>
            </a:r>
          </a:p>
          <a:p>
            <a:br>
              <a:rPr lang="en-US" dirty="0"/>
            </a:br>
            <a:endParaRPr lang="en-US" dirty="0"/>
          </a:p>
          <a:p>
            <a:r>
              <a:rPr lang="en-US" b="1" dirty="0"/>
              <a:t>5. Audible Alarm</a:t>
            </a:r>
          </a:p>
          <a:p>
            <a:r>
              <a:rPr lang="en-US" b="1" dirty="0"/>
              <a:t>Status:</a:t>
            </a:r>
            <a:r>
              <a:rPr lang="en-US" dirty="0"/>
              <a:t> Accepted (characteristics 2, 3, 4, 5, 6 apply)</a:t>
            </a:r>
          </a:p>
          <a:p>
            <a:r>
              <a:rPr lang="en-US" b="1" dirty="0"/>
              <a:t>Reason:</a:t>
            </a:r>
            <a:endParaRPr lang="en-US" dirty="0"/>
          </a:p>
          <a:p>
            <a:r>
              <a:rPr lang="en-US" dirty="0"/>
              <a:t>Provides services (activate, deactivate)</a:t>
            </a:r>
          </a:p>
          <a:p>
            <a:r>
              <a:rPr lang="en-US" dirty="0"/>
              <a:t>Has multiple attributes (volume, state)</a:t>
            </a:r>
          </a:p>
          <a:p>
            <a:r>
              <a:rPr lang="en-US" dirty="0"/>
              <a:t>Operations apply consistently</a:t>
            </a:r>
          </a:p>
          <a:p>
            <a:r>
              <a:rPr lang="en-US" dirty="0"/>
              <a:t>Essential to system response</a:t>
            </a:r>
          </a:p>
          <a:p>
            <a:r>
              <a:rPr lang="en-US" dirty="0"/>
              <a:t>➡ Output/control device entity</a:t>
            </a:r>
          </a:p>
          <a:p>
            <a:br>
              <a:rPr lang="en-US" dirty="0"/>
            </a:br>
            <a:endParaRPr lang="en-US" dirty="0"/>
          </a:p>
          <a:p>
            <a:r>
              <a:rPr lang="en-US" b="1" dirty="0"/>
              <a:t>❌ REJECTED CLASSES (Not Analysis Classes)</a:t>
            </a:r>
          </a:p>
          <a:p>
            <a:r>
              <a:rPr lang="en-US" b="1" dirty="0"/>
              <a:t>6. Homeowner</a:t>
            </a:r>
          </a:p>
          <a:p>
            <a:r>
              <a:rPr lang="en-US" b="1" dirty="0"/>
              <a:t>Status:</a:t>
            </a:r>
            <a:r>
              <a:rPr lang="en-US" dirty="0"/>
              <a:t> Rejected (fails characteristics 1 and 2)</a:t>
            </a:r>
          </a:p>
          <a:p>
            <a:r>
              <a:rPr lang="en-US" b="1" dirty="0"/>
              <a:t>Reason:</a:t>
            </a:r>
            <a:endParaRPr lang="en-US" dirty="0"/>
          </a:p>
          <a:p>
            <a:r>
              <a:rPr lang="en-US" dirty="0"/>
              <a:t>Does not retain system-managed information</a:t>
            </a:r>
          </a:p>
          <a:p>
            <a:r>
              <a:rPr lang="en-US" dirty="0"/>
              <a:t>Does not provide system operations</a:t>
            </a:r>
          </a:p>
          <a:p>
            <a:r>
              <a:rPr lang="en-US" dirty="0"/>
              <a:t>Acts as an </a:t>
            </a:r>
            <a:r>
              <a:rPr lang="en-US" b="1" dirty="0"/>
              <a:t>external role</a:t>
            </a:r>
            <a:r>
              <a:rPr lang="en-US" dirty="0"/>
              <a:t>, not a system object</a:t>
            </a:r>
          </a:p>
          <a:p>
            <a:r>
              <a:rPr lang="en-US" dirty="0"/>
              <a:t>➡ Modeled as an </a:t>
            </a:r>
            <a:r>
              <a:rPr lang="en-US" b="1" dirty="0"/>
              <a:t>actor</a:t>
            </a:r>
            <a:r>
              <a:rPr lang="en-US" dirty="0"/>
              <a:t>, not a class</a:t>
            </a:r>
            <a:br>
              <a:rPr lang="en-US" dirty="0"/>
            </a:br>
            <a:r>
              <a:rPr lang="en-US" i="1" dirty="0"/>
              <a:t>(Could change if system manages individual credentials)</a:t>
            </a:r>
            <a:endParaRPr lang="en-US" dirty="0"/>
          </a:p>
          <a:p>
            <a:br>
              <a:rPr lang="en-US" dirty="0"/>
            </a:br>
            <a:endParaRPr lang="en-US" dirty="0"/>
          </a:p>
          <a:p>
            <a:r>
              <a:rPr lang="en-US" b="1" dirty="0"/>
              <a:t>7. Installation</a:t>
            </a:r>
          </a:p>
          <a:p>
            <a:r>
              <a:rPr lang="en-US" b="1" dirty="0"/>
              <a:t>Status:</a:t>
            </a:r>
            <a:r>
              <a:rPr lang="en-US" dirty="0"/>
              <a:t> Rejected</a:t>
            </a:r>
          </a:p>
          <a:p>
            <a:r>
              <a:rPr lang="en-US" b="1" dirty="0"/>
              <a:t>Reason:</a:t>
            </a:r>
            <a:endParaRPr lang="en-US" dirty="0"/>
          </a:p>
          <a:p>
            <a:r>
              <a:rPr lang="en-US" dirty="0"/>
              <a:t>Represents a </a:t>
            </a:r>
            <a:r>
              <a:rPr lang="en-US" b="1" dirty="0"/>
              <a:t>process</a:t>
            </a:r>
            <a:r>
              <a:rPr lang="en-US" dirty="0"/>
              <a:t>, not a persistent object</a:t>
            </a:r>
          </a:p>
          <a:p>
            <a:r>
              <a:rPr lang="en-US" dirty="0"/>
              <a:t>No retained information across system operation</a:t>
            </a:r>
          </a:p>
          <a:p>
            <a:r>
              <a:rPr lang="en-US" dirty="0"/>
              <a:t>No reusable attributes or operations</a:t>
            </a:r>
          </a:p>
          <a:p>
            <a:r>
              <a:rPr lang="en-US" dirty="0"/>
              <a:t>➡ Better represented as an activity, not a class</a:t>
            </a:r>
          </a:p>
          <a:p>
            <a:br>
              <a:rPr lang="en-US" dirty="0"/>
            </a:br>
            <a:endParaRPr lang="en-US" dirty="0"/>
          </a:p>
          <a:p>
            <a:r>
              <a:rPr lang="en-US" b="1" dirty="0"/>
              <a:t>8. Number, Type</a:t>
            </a:r>
          </a:p>
          <a:p>
            <a:r>
              <a:rPr lang="en-US" b="1" dirty="0"/>
              <a:t>Status:</a:t>
            </a:r>
            <a:r>
              <a:rPr lang="en-US" dirty="0"/>
              <a:t> Rejected (fails characteristic 3)</a:t>
            </a:r>
          </a:p>
          <a:p>
            <a:r>
              <a:rPr lang="en-US" b="1" dirty="0"/>
              <a:t>Reason:</a:t>
            </a:r>
            <a:endParaRPr lang="en-US" dirty="0"/>
          </a:p>
          <a:p>
            <a:r>
              <a:rPr lang="en-US" dirty="0"/>
              <a:t>Single-value concepts</a:t>
            </a:r>
          </a:p>
          <a:p>
            <a:r>
              <a:rPr lang="en-US" dirty="0"/>
              <a:t>No independent behavior</a:t>
            </a:r>
          </a:p>
          <a:p>
            <a:r>
              <a:rPr lang="en-US" dirty="0"/>
              <a:t>Apply only as properties of another class</a:t>
            </a:r>
          </a:p>
          <a:p>
            <a:r>
              <a:rPr lang="en-US" dirty="0"/>
              <a:t>➡ Become </a:t>
            </a:r>
            <a:r>
              <a:rPr lang="en-US" b="1" dirty="0"/>
              <a:t>attributes of Sensor</a:t>
            </a:r>
            <a:endParaRPr lang="en-US" dirty="0"/>
          </a:p>
          <a:p>
            <a:br>
              <a:rPr lang="en-US" dirty="0"/>
            </a:br>
            <a:endParaRPr lang="en-US" dirty="0"/>
          </a:p>
          <a:p>
            <a:r>
              <a:rPr lang="en-US" b="1" dirty="0"/>
              <a:t>9. Master Password</a:t>
            </a:r>
          </a:p>
          <a:p>
            <a:r>
              <a:rPr lang="en-US" b="1" dirty="0"/>
              <a:t>Status:</a:t>
            </a:r>
            <a:r>
              <a:rPr lang="en-US" dirty="0"/>
              <a:t> Rejected (fails characteristic 3)</a:t>
            </a:r>
          </a:p>
          <a:p>
            <a:r>
              <a:rPr lang="en-US" b="1" dirty="0"/>
              <a:t>Reason:</a:t>
            </a:r>
            <a:endParaRPr lang="en-US" dirty="0"/>
          </a:p>
          <a:p>
            <a:r>
              <a:rPr lang="en-US" dirty="0"/>
              <a:t>Single data item</a:t>
            </a:r>
          </a:p>
          <a:p>
            <a:r>
              <a:rPr lang="en-US" dirty="0"/>
              <a:t>No independent operations</a:t>
            </a:r>
          </a:p>
          <a:p>
            <a:r>
              <a:rPr lang="en-US" dirty="0"/>
              <a:t>Not meaningful as a standalone class</a:t>
            </a:r>
          </a:p>
          <a:p>
            <a:r>
              <a:rPr lang="en-US" dirty="0"/>
              <a:t>➡ Becomes an </a:t>
            </a:r>
            <a:r>
              <a:rPr lang="en-US" b="1" dirty="0"/>
              <a:t>attribute of System</a:t>
            </a:r>
            <a:endParaRPr lang="en-US" dirty="0"/>
          </a:p>
          <a:p>
            <a:br>
              <a:rPr lang="en-US" dirty="0"/>
            </a:br>
            <a:endParaRPr lang="en-US" dirty="0"/>
          </a:p>
          <a:p>
            <a:r>
              <a:rPr lang="en-US" b="1" dirty="0"/>
              <a:t>10. Telephone Number</a:t>
            </a:r>
          </a:p>
          <a:p>
            <a:r>
              <a:rPr lang="en-US" b="1" dirty="0"/>
              <a:t>Status:</a:t>
            </a:r>
            <a:r>
              <a:rPr lang="en-US" dirty="0"/>
              <a:t> Rejected (fails characteristic 3)</a:t>
            </a:r>
          </a:p>
          <a:p>
            <a:r>
              <a:rPr lang="en-US" b="1" dirty="0"/>
              <a:t>Reason:</a:t>
            </a:r>
            <a:endParaRPr lang="en-US" dirty="0"/>
          </a:p>
          <a:p>
            <a:r>
              <a:rPr lang="en-US" dirty="0"/>
              <a:t>Simple data element</a:t>
            </a:r>
          </a:p>
          <a:p>
            <a:r>
              <a:rPr lang="en-US" dirty="0"/>
              <a:t>No behavior</a:t>
            </a:r>
          </a:p>
          <a:p>
            <a:r>
              <a:rPr lang="en-US" dirty="0"/>
              <a:t>Used only as part of system configuration</a:t>
            </a:r>
          </a:p>
          <a:p>
            <a:r>
              <a:rPr lang="en-US" dirty="0"/>
              <a:t>➡ Becomes an </a:t>
            </a:r>
            <a:r>
              <a:rPr lang="en-US" b="1" dirty="0"/>
              <a:t>attribute of System</a:t>
            </a:r>
            <a:endParaRPr lang="en-US" dirty="0"/>
          </a:p>
          <a:p>
            <a:br>
              <a:rPr lang="en-US" dirty="0"/>
            </a:br>
            <a:endParaRPr lang="en-US" dirty="0"/>
          </a:p>
          <a:p>
            <a:r>
              <a:rPr lang="en-US" b="1" dirty="0"/>
              <a:t>11. Monitoring Service</a:t>
            </a:r>
          </a:p>
          <a:p>
            <a:r>
              <a:rPr lang="en-US" b="1" dirty="0"/>
              <a:t>Status:</a:t>
            </a:r>
            <a:r>
              <a:rPr lang="en-US" dirty="0"/>
              <a:t> Rejected (fails characteristics 1 and 2)</a:t>
            </a:r>
          </a:p>
          <a:p>
            <a:r>
              <a:rPr lang="en-US" b="1" dirty="0"/>
              <a:t>Reason:</a:t>
            </a:r>
            <a:endParaRPr lang="en-US" dirty="0"/>
          </a:p>
          <a:p>
            <a:r>
              <a:rPr lang="en-US" dirty="0"/>
              <a:t>External organizational entity</a:t>
            </a:r>
          </a:p>
          <a:p>
            <a:r>
              <a:rPr lang="en-US" dirty="0"/>
              <a:t>Does not retain system state</a:t>
            </a:r>
          </a:p>
          <a:p>
            <a:r>
              <a:rPr lang="en-US" dirty="0"/>
              <a:t>Does not provide internal system services</a:t>
            </a:r>
          </a:p>
          <a:p>
            <a:r>
              <a:rPr lang="en-US" dirty="0"/>
              <a:t>➡ Modeled as an </a:t>
            </a:r>
            <a:r>
              <a:rPr lang="en-US" b="1" dirty="0"/>
              <a:t>external actor/system</a:t>
            </a:r>
            <a:r>
              <a:rPr lang="en-US" dirty="0"/>
              <a:t>, not a class</a:t>
            </a:r>
          </a:p>
          <a:p>
            <a:pPr lvl="2"/>
            <a:endParaRPr lang="en-US" dirty="0"/>
          </a:p>
          <a:p>
            <a:endParaRPr lang="en-ID" dirty="0"/>
          </a:p>
        </p:txBody>
      </p:sp>
    </p:spTree>
    <p:extLst>
      <p:ext uri="{BB962C8B-B14F-4D97-AF65-F5344CB8AC3E}">
        <p14:creationId xmlns:p14="http://schemas.microsoft.com/office/powerpoint/2010/main" val="3028888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5FFB3-1186-E41A-43D0-72C8B9869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6AA89-D0A1-CE35-99CA-D29D268C0A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F7AFF4D-2767-8379-9331-C616E4C6C4D6}"/>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044990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4DFE-55F9-2338-9FD2-58E7B5274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729B9-E3BD-280F-7EE5-E6113078A79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4F0529-5F20-1B48-30B8-55101BB25F75}"/>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307336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3275-4630-D4F5-CEDD-F5CB6DC1A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4BA4C-5932-E3D1-0059-56A971FB3C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A09310B-77A9-9F3E-F125-6E02BBC4E2DD}"/>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202571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F19C-F7C4-3A75-04E9-21A2F120A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87705-3F3C-3716-915F-1FE1E2CA86F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14877EF-808D-EF5D-FAC2-E2BB2C9DBD7F}"/>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978359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B39C-D7C1-56F0-1FBD-2B4FCACE9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54E0F-A690-2065-8062-682DBE170BC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EC2CEE7-C63C-62A2-2C5B-F98F74C1866A}"/>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742994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493CE-2BD6-AB81-E790-EA25579EE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5BE7D-4FAE-4335-7848-92517470727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7ADD7CE-D68B-FA1C-2083-B14A6E92AACE}"/>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436196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44423-AD8E-8A9C-18DD-944DBC639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C86DB-61A8-264F-ADA2-AC008B2E4D9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2E99E5D-55C5-35B2-B07A-AE32E4EF03DE}"/>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913887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28B-0D4A-937A-5C3E-268BF8175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36388-DCB3-35EC-624E-F043DDC024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25DC18-D2BC-7E30-E02F-E9CD8E01E7B6}"/>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507169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3123-2B0D-B15D-E4D7-951E1B7C4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E2E69-D8CA-9544-43DB-373ECB064B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48DCBE-3B7B-6E1E-11DF-6B82477D6C9B}"/>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987619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70066-444B-0B7D-1AFE-77C714B62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1F5FF-3C69-2381-48FF-6ADA5060DCE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FCD8277-FDD6-8E51-EC54-3775CA1C0887}"/>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49356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3612-D52F-9F2F-37E7-801F6B091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6855A-E168-2ECD-3B4E-CC9D311014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2BBA9A7-B77E-D949-E5DD-FF4F64EF2F36}"/>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523718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B5992-0C5F-3183-4040-E8E355BDD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DBB70-E63B-CC3B-B9E5-0B27A508A4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69F2769-1026-1B6F-87A5-7C282CF22F40}"/>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566179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9C356-3772-140A-6E47-09029EF10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81702-BC85-BA95-36B0-E9E50F2DDA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5B2DEF5-C47C-4C2A-48AD-1831A2BCC940}"/>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602010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85B9-3761-4AC2-1351-689AD5A9F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7158D-2A7A-161C-6A47-8DCB89DF066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EB7B52-C02A-1A47-1344-544B3BEBCF32}"/>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8259087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3" name="Picture 1" descr="Background 02.jpg">
            <a:extLst>
              <a:ext uri="{FF2B5EF4-FFF2-40B4-BE49-F238E27FC236}">
                <a16:creationId xmlns:a16="http://schemas.microsoft.com/office/drawing/2014/main" id="{5E9439D9-58CE-C438-5024-900918FA24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8575"/>
            <a:ext cx="24384000" cy="12928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9">
            <a:extLst>
              <a:ext uri="{FF2B5EF4-FFF2-40B4-BE49-F238E27FC236}">
                <a16:creationId xmlns:a16="http://schemas.microsoft.com/office/drawing/2014/main" id="{7A8C25BD-F319-4C45-1231-698E123EA6A3}"/>
              </a:ext>
            </a:extLst>
          </p:cNvPr>
          <p:cNvSpPr/>
          <p:nvPr userDrawn="1"/>
        </p:nvSpPr>
        <p:spPr>
          <a:xfrm>
            <a:off x="0" y="10315576"/>
            <a:ext cx="24384000" cy="340042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en-US" sz="4800" b="0" i="0" dirty="0">
              <a:solidFill>
                <a:srgbClr val="FFFFFF"/>
              </a:solidFill>
              <a:latin typeface="Open Sans" panose="020B0606030504020204" pitchFamily="34" charset="0"/>
              <a:ea typeface="Open Sans" panose="020B0606030504020204" pitchFamily="34" charset="0"/>
              <a:cs typeface="Arial" pitchFamily="34" charset="0"/>
            </a:endParaRPr>
          </a:p>
        </p:txBody>
      </p:sp>
      <p:sp>
        <p:nvSpPr>
          <p:cNvPr id="2" name="Title 1"/>
          <p:cNvSpPr>
            <a:spLocks noGrp="1"/>
          </p:cNvSpPr>
          <p:nvPr>
            <p:ph type="title"/>
          </p:nvPr>
        </p:nvSpPr>
        <p:spPr>
          <a:xfrm>
            <a:off x="5096933" y="4121696"/>
            <a:ext cx="18232304" cy="1584176"/>
          </a:xfrm>
        </p:spPr>
        <p:txBody>
          <a:bodyPr>
            <a:normAutofit/>
          </a:bodyPr>
          <a:lstStyle>
            <a:lvl1pPr algn="l">
              <a:defRPr sz="6000" b="1">
                <a:solidFill>
                  <a:srgbClr val="0079B8"/>
                </a:solidFill>
                <a:latin typeface="Open Sans"/>
              </a:defRPr>
            </a:lvl1pPr>
          </a:lstStyle>
          <a:p>
            <a:r>
              <a:rPr lang="en-US"/>
              <a:t>Click to edit Master title style</a:t>
            </a:r>
            <a:endParaRPr lang="id-ID" dirty="0"/>
          </a:p>
        </p:txBody>
      </p:sp>
      <p:sp>
        <p:nvSpPr>
          <p:cNvPr id="14" name="Content Placeholder 2"/>
          <p:cNvSpPr>
            <a:spLocks noGrp="1"/>
          </p:cNvSpPr>
          <p:nvPr>
            <p:ph idx="1"/>
          </p:nvPr>
        </p:nvSpPr>
        <p:spPr>
          <a:xfrm>
            <a:off x="5096933" y="6858002"/>
            <a:ext cx="18232304" cy="6080844"/>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5087211" y="5705872"/>
            <a:ext cx="18242027" cy="1008112"/>
          </a:xfrm>
        </p:spPr>
        <p:txBody>
          <a:bodyPr rtlCol="0" anchor="ctr">
            <a:normAutofit/>
          </a:bodyPr>
          <a:lstStyle>
            <a:lvl1pPr>
              <a:defRPr lang="id-ID" sz="4400" b="0" i="0" dirty="0">
                <a:solidFill>
                  <a:srgbClr val="0079B8"/>
                </a:solidFill>
                <a:latin typeface="Open Sans"/>
                <a:ea typeface="Open Sans" panose="020B0606030504020204" pitchFamily="34" charset="0"/>
                <a:cs typeface="Open Sans" panose="020B0606030504020204" pitchFamily="34" charset="0"/>
              </a:defRPr>
            </a:lvl1pPr>
          </a:lstStyle>
          <a:p>
            <a:pPr lvl="0"/>
            <a:r>
              <a:rPr lang="en-US" dirty="0"/>
              <a:t>Click to edit Master subtitle style</a:t>
            </a:r>
            <a:endParaRPr lang="id-ID" dirty="0"/>
          </a:p>
        </p:txBody>
      </p:sp>
      <p:sp>
        <p:nvSpPr>
          <p:cNvPr id="5" name="Date Placeholder 3">
            <a:extLst>
              <a:ext uri="{FF2B5EF4-FFF2-40B4-BE49-F238E27FC236}">
                <a16:creationId xmlns:a16="http://schemas.microsoft.com/office/drawing/2014/main" id="{3844FF92-AFAA-0F6A-9AEF-114DE9CF2866}"/>
              </a:ext>
            </a:extLst>
          </p:cNvPr>
          <p:cNvSpPr>
            <a:spLocks noGrp="1"/>
          </p:cNvSpPr>
          <p:nvPr>
            <p:ph type="dt" sz="half" idx="14"/>
          </p:nvPr>
        </p:nvSpPr>
        <p:spPr/>
        <p:txBody>
          <a:bodyPr/>
          <a:lstStyle>
            <a:lvl1pPr>
              <a:defRPr b="0" i="0">
                <a:latin typeface="Open Sans" panose="020B0606030504020204" pitchFamily="34" charset="0"/>
                <a:ea typeface="Open Sans" panose="020B0606030504020204" pitchFamily="34" charset="0"/>
                <a:cs typeface="Open Sans" panose="020B0606030504020204" pitchFamily="34" charset="0"/>
              </a:defRPr>
            </a:lvl1pPr>
          </a:lstStyle>
          <a:p>
            <a:pPr>
              <a:defRPr/>
            </a:pPr>
            <a:fld id="{B314F4A9-3917-40E8-BD28-C0DD49686833}" type="datetimeFigureOut">
              <a:rPr lang="id-ID" altLang="en-US" smtClean="0"/>
              <a:pPr>
                <a:defRPr/>
              </a:pPr>
              <a:t>26/12/2025</a:t>
            </a:fld>
            <a:endParaRPr lang="id-ID" altLang="en-US"/>
          </a:p>
        </p:txBody>
      </p:sp>
      <p:sp>
        <p:nvSpPr>
          <p:cNvPr id="6" name="Footer Placeholder 4">
            <a:extLst>
              <a:ext uri="{FF2B5EF4-FFF2-40B4-BE49-F238E27FC236}">
                <a16:creationId xmlns:a16="http://schemas.microsoft.com/office/drawing/2014/main" id="{AF5E07CC-C0C3-C8A2-0275-D753706EAE2E}"/>
              </a:ext>
            </a:extLst>
          </p:cNvPr>
          <p:cNvSpPr>
            <a:spLocks noGrp="1"/>
          </p:cNvSpPr>
          <p:nvPr>
            <p:ph type="ftr" sz="quarter" idx="15"/>
          </p:nvPr>
        </p:nvSpPr>
        <p:spPr/>
        <p:txBody>
          <a:bodyPr/>
          <a:lstStyle>
            <a:lvl1pPr>
              <a:defRPr b="0" i="0">
                <a:latin typeface="Open Sans" panose="020B0606030504020204" pitchFamily="34" charset="0"/>
                <a:ea typeface="Open Sans" panose="020B0606030504020204" pitchFamily="34" charset="0"/>
                <a:cs typeface="Open Sans" panose="020B0606030504020204" pitchFamily="34" charset="0"/>
              </a:defRPr>
            </a:lvl1pPr>
          </a:lstStyle>
          <a:p>
            <a:pPr>
              <a:defRPr/>
            </a:pPr>
            <a:endParaRPr lang="en-US" altLang="en-US"/>
          </a:p>
        </p:txBody>
      </p:sp>
      <p:sp>
        <p:nvSpPr>
          <p:cNvPr id="7" name="Slide Number Placeholder 5">
            <a:extLst>
              <a:ext uri="{FF2B5EF4-FFF2-40B4-BE49-F238E27FC236}">
                <a16:creationId xmlns:a16="http://schemas.microsoft.com/office/drawing/2014/main" id="{7B7828D9-9E07-C21B-8C4E-ECBFDA05A34C}"/>
              </a:ext>
            </a:extLst>
          </p:cNvPr>
          <p:cNvSpPr>
            <a:spLocks noGrp="1"/>
          </p:cNvSpPr>
          <p:nvPr>
            <p:ph type="sldNum" sz="quarter" idx="16"/>
          </p:nvPr>
        </p:nvSpPr>
        <p:spPr>
          <a:xfrm>
            <a:off x="12000605" y="13076008"/>
            <a:ext cx="370294" cy="379591"/>
          </a:xfrm>
        </p:spPr>
        <p:txBody>
          <a:bodyPr/>
          <a:lstStyle>
            <a:lvl1pPr>
              <a:defRPr/>
            </a:lvl1pPr>
          </a:lstStyle>
          <a:p>
            <a:pPr>
              <a:defRPr/>
            </a:pPr>
            <a:fld id="{3EB5C4D3-5B9B-4333-A046-65E8E2318A8F}" type="slidenum">
              <a:rPr lang="id-ID" altLang="en-US"/>
              <a:pPr>
                <a:defRPr/>
              </a:pPr>
              <a:t>‹#›</a:t>
            </a:fld>
            <a:endParaRPr lang="id-ID" altLang="en-US"/>
          </a:p>
        </p:txBody>
      </p:sp>
    </p:spTree>
    <p:extLst>
      <p:ext uri="{BB962C8B-B14F-4D97-AF65-F5344CB8AC3E}">
        <p14:creationId xmlns:p14="http://schemas.microsoft.com/office/powerpoint/2010/main" val="64564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07</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lstStyle/>
          <a:p>
            <a:r>
              <a:rPr lang="en-US" dirty="0"/>
              <a:t>Requirements Modeling and UML Diagrams</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Maulin Nasari S.T., </a:t>
            </a:r>
            <a:r>
              <a:rPr lang="en-US" dirty="0" err="1"/>
              <a:t>M.Kom</a:t>
            </a:r>
            <a:r>
              <a:rPr lang="en-US" dirty="0"/>
              <a: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07 – Requirements Modeling and UML Diagrams</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260663"/>
            <a:ext cx="20711673" cy="10455337"/>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Understand the Purpose and Importance of System Modeling in Software Design</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Describe Key UML Diagram Types and Their Components</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Apply UML to Model Software Systems</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07 – Requirements Modeling and UML Diagrams</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474044" y="5334432"/>
            <a:ext cx="20711673" cy="4522264"/>
          </a:xfrm>
        </p:spPr>
        <p:txBody>
          <a:bodyPr>
            <a:normAutofit/>
          </a:bodyPr>
          <a:lstStyle/>
          <a:p>
            <a:pPr marL="1625600" indent="10160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Requirements Analysis</a:t>
            </a:r>
          </a:p>
          <a:p>
            <a:pPr marL="1625600" indent="10160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Scenario-Based Modeling</a:t>
            </a:r>
          </a:p>
          <a:p>
            <a:pPr marL="1625600" indent="10160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Class-Based Modeling</a:t>
            </a:r>
          </a:p>
          <a:p>
            <a:pPr marL="1625600" indent="10160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Functional Modeling</a:t>
            </a:r>
          </a:p>
          <a:p>
            <a:pPr marL="1625600" indent="10160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Behavioral Modeling</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1252A-3808-DDD6-7B19-91A7C8A1A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B87DF-7ECD-11AB-6CF5-04313655FCD2}"/>
              </a:ext>
            </a:extLst>
          </p:cNvPr>
          <p:cNvSpPr>
            <a:spLocks noGrp="1"/>
          </p:cNvSpPr>
          <p:nvPr>
            <p:ph type="title"/>
          </p:nvPr>
        </p:nvSpPr>
        <p:spPr/>
        <p:txBody>
          <a:bodyPr>
            <a:normAutofit fontScale="90000"/>
          </a:bodyPr>
          <a:lstStyle/>
          <a:p>
            <a:r>
              <a:rPr lang="en-US" dirty="0"/>
              <a:t>Introduction to Requirements Modeling</a:t>
            </a:r>
          </a:p>
        </p:txBody>
      </p:sp>
      <p:sp>
        <p:nvSpPr>
          <p:cNvPr id="4" name="Content Placeholder 3">
            <a:extLst>
              <a:ext uri="{FF2B5EF4-FFF2-40B4-BE49-F238E27FC236}">
                <a16:creationId xmlns:a16="http://schemas.microsoft.com/office/drawing/2014/main" id="{74F76D7F-37DB-9BAF-661D-D4F20827454A}"/>
              </a:ext>
            </a:extLst>
          </p:cNvPr>
          <p:cNvSpPr>
            <a:spLocks noGrp="1"/>
          </p:cNvSpPr>
          <p:nvPr>
            <p:ph sz="quarter" idx="11"/>
          </p:nvPr>
        </p:nvSpPr>
        <p:spPr>
          <a:xfrm>
            <a:off x="2167377" y="3701143"/>
            <a:ext cx="20711673" cy="9666513"/>
          </a:xfrm>
        </p:spPr>
        <p:txBody>
          <a:bodyPr>
            <a:normAutofit/>
          </a:bodyPr>
          <a:lstStyle/>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Requirements modeling:</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Represents requirements using text and diagrams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Makes requirements easier to:</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Understand</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Review</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Validate</a:t>
            </a:r>
          </a:p>
          <a:p>
            <a:pPr marL="0" indent="0" algn="just">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Why it matters: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Enables early stakeholder feedback</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Helps detect errors before design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Forms the basis for software design</a:t>
            </a:r>
          </a:p>
        </p:txBody>
      </p:sp>
      <p:sp>
        <p:nvSpPr>
          <p:cNvPr id="6" name="Text Placeholder 5">
            <a:extLst>
              <a:ext uri="{FF2B5EF4-FFF2-40B4-BE49-F238E27FC236}">
                <a16:creationId xmlns:a16="http://schemas.microsoft.com/office/drawing/2014/main" id="{346D28E1-F66E-94BA-E096-3EC27612FB2C}"/>
              </a:ext>
            </a:extLst>
          </p:cNvPr>
          <p:cNvSpPr>
            <a:spLocks noGrp="1"/>
          </p:cNvSpPr>
          <p:nvPr>
            <p:ph type="body" sz="quarter" idx="10"/>
          </p:nvPr>
        </p:nvSpPr>
        <p:spPr/>
        <p:txBody>
          <a:bodyPr/>
          <a:lstStyle/>
          <a:p>
            <a:endParaRPr lang="en-ID"/>
          </a:p>
        </p:txBody>
      </p:sp>
    </p:spTree>
    <p:extLst>
      <p:ext uri="{BB962C8B-B14F-4D97-AF65-F5344CB8AC3E}">
        <p14:creationId xmlns:p14="http://schemas.microsoft.com/office/powerpoint/2010/main" val="203088235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5DC8-47B8-995D-2344-8F556CDA8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6C649-D978-6DDD-0A67-1515E8A5D3D1}"/>
              </a:ext>
            </a:extLst>
          </p:cNvPr>
          <p:cNvSpPr>
            <a:spLocks noGrp="1"/>
          </p:cNvSpPr>
          <p:nvPr>
            <p:ph type="title"/>
          </p:nvPr>
        </p:nvSpPr>
        <p:spPr/>
        <p:txBody>
          <a:bodyPr>
            <a:normAutofit fontScale="90000"/>
          </a:bodyPr>
          <a:lstStyle/>
          <a:p>
            <a:r>
              <a:rPr lang="en-US" dirty="0"/>
              <a:t>How Requirements Modeling Is Done</a:t>
            </a:r>
          </a:p>
        </p:txBody>
      </p:sp>
      <p:sp>
        <p:nvSpPr>
          <p:cNvPr id="4" name="Content Placeholder 3">
            <a:extLst>
              <a:ext uri="{FF2B5EF4-FFF2-40B4-BE49-F238E27FC236}">
                <a16:creationId xmlns:a16="http://schemas.microsoft.com/office/drawing/2014/main" id="{3303236D-4733-F35C-DBD9-8F5223DDCEE9}"/>
              </a:ext>
            </a:extLst>
          </p:cNvPr>
          <p:cNvSpPr>
            <a:spLocks noGrp="1"/>
          </p:cNvSpPr>
          <p:nvPr>
            <p:ph sz="quarter" idx="11"/>
          </p:nvPr>
        </p:nvSpPr>
        <p:spPr>
          <a:xfrm>
            <a:off x="2167377" y="3701143"/>
            <a:ext cx="20711673" cy="9666513"/>
          </a:xfrm>
        </p:spPr>
        <p:txBody>
          <a:bodyPr>
            <a:normAutofit/>
          </a:bodyPr>
          <a:lstStyle/>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Who builds the models: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engineers / analysts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Based on elicited stakeholder requirements</a:t>
            </a: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Modeling perspectives: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Scenario-based modeling</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Class-based modeling</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Behavioral modeling</a:t>
            </a: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Work products: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Usage scenarios (use cases)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UML diagrams</a:t>
            </a: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Quality check:</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Correctness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Completeness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Consistency</a:t>
            </a:r>
          </a:p>
        </p:txBody>
      </p:sp>
      <p:sp>
        <p:nvSpPr>
          <p:cNvPr id="6" name="Text Placeholder 5">
            <a:extLst>
              <a:ext uri="{FF2B5EF4-FFF2-40B4-BE49-F238E27FC236}">
                <a16:creationId xmlns:a16="http://schemas.microsoft.com/office/drawing/2014/main" id="{A4658DD6-AD96-36EB-3F8E-A7BEAC372A77}"/>
              </a:ext>
            </a:extLst>
          </p:cNvPr>
          <p:cNvSpPr>
            <a:spLocks noGrp="1"/>
          </p:cNvSpPr>
          <p:nvPr>
            <p:ph type="body" sz="quarter" idx="10"/>
          </p:nvPr>
        </p:nvSpPr>
        <p:spPr/>
        <p:txBody>
          <a:bodyPr/>
          <a:lstStyle/>
          <a:p>
            <a:endParaRPr lang="en-ID"/>
          </a:p>
        </p:txBody>
      </p:sp>
    </p:spTree>
    <p:extLst>
      <p:ext uri="{BB962C8B-B14F-4D97-AF65-F5344CB8AC3E}">
        <p14:creationId xmlns:p14="http://schemas.microsoft.com/office/powerpoint/2010/main" val="25596278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C470-6C5A-3F80-52CA-ED2370252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F8526-5371-9A18-2F90-21C418C4E1B4}"/>
              </a:ext>
            </a:extLst>
          </p:cNvPr>
          <p:cNvSpPr>
            <a:spLocks noGrp="1"/>
          </p:cNvSpPr>
          <p:nvPr>
            <p:ph type="title"/>
          </p:nvPr>
        </p:nvSpPr>
        <p:spPr/>
        <p:txBody>
          <a:bodyPr>
            <a:normAutofit fontScale="90000"/>
          </a:bodyPr>
          <a:lstStyle/>
          <a:p>
            <a:r>
              <a:rPr lang="en-US" dirty="0"/>
              <a:t>Requirements Analysis</a:t>
            </a:r>
          </a:p>
        </p:txBody>
      </p:sp>
      <p:sp>
        <p:nvSpPr>
          <p:cNvPr id="4" name="Content Placeholder 3">
            <a:extLst>
              <a:ext uri="{FF2B5EF4-FFF2-40B4-BE49-F238E27FC236}">
                <a16:creationId xmlns:a16="http://schemas.microsoft.com/office/drawing/2014/main" id="{A16777CD-0001-8514-69DE-2EC96F478071}"/>
              </a:ext>
            </a:extLst>
          </p:cNvPr>
          <p:cNvSpPr>
            <a:spLocks noGrp="1"/>
          </p:cNvSpPr>
          <p:nvPr>
            <p:ph sz="quarter" idx="11"/>
          </p:nvPr>
        </p:nvSpPr>
        <p:spPr>
          <a:xfrm>
            <a:off x="2167377" y="3701143"/>
            <a:ext cx="20711673" cy="9666513"/>
          </a:xfrm>
        </p:spPr>
        <p:txBody>
          <a:bodyPr>
            <a:normAutofit/>
          </a:bodyPr>
          <a:lstStyle/>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Defines the software’s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operational characteristics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Identifies:</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Interfaces with other system elements</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Constraints the software must satisfy</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Elaborates requirements from:</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Inception</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Elicitation</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Negotiation</a:t>
            </a:r>
          </a:p>
          <a:p>
            <a:pPr marL="0" indent="0" algn="just">
              <a:lnSpc>
                <a:spcPct val="120000"/>
              </a:lnSpc>
              <a:spcBef>
                <a:spcPts val="0"/>
              </a:spcBef>
              <a:buNone/>
            </a:pP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Placeholder 5">
            <a:extLst>
              <a:ext uri="{FF2B5EF4-FFF2-40B4-BE49-F238E27FC236}">
                <a16:creationId xmlns:a16="http://schemas.microsoft.com/office/drawing/2014/main" id="{4DE123E0-A085-25EE-1834-F87F8CC5153C}"/>
              </a:ext>
            </a:extLst>
          </p:cNvPr>
          <p:cNvSpPr>
            <a:spLocks noGrp="1"/>
          </p:cNvSpPr>
          <p:nvPr>
            <p:ph type="body" sz="quarter" idx="10"/>
          </p:nvPr>
        </p:nvSpPr>
        <p:spPr/>
        <p:txBody>
          <a:bodyPr/>
          <a:lstStyle/>
          <a:p>
            <a:r>
              <a:rPr lang="en-ID" dirty="0"/>
              <a:t>What Is Requirements Analysis?</a:t>
            </a:r>
          </a:p>
        </p:txBody>
      </p:sp>
    </p:spTree>
    <p:extLst>
      <p:ext uri="{BB962C8B-B14F-4D97-AF65-F5344CB8AC3E}">
        <p14:creationId xmlns:p14="http://schemas.microsoft.com/office/powerpoint/2010/main" val="315821839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9ED43-255E-3BEE-4491-6C77C0BA7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315CD-D665-4135-7ABC-1E1991AA3ADE}"/>
              </a:ext>
            </a:extLst>
          </p:cNvPr>
          <p:cNvSpPr>
            <a:spLocks noGrp="1"/>
          </p:cNvSpPr>
          <p:nvPr>
            <p:ph type="title"/>
          </p:nvPr>
        </p:nvSpPr>
        <p:spPr/>
        <p:txBody>
          <a:bodyPr>
            <a:normAutofit fontScale="90000"/>
          </a:bodyPr>
          <a:lstStyle/>
          <a:p>
            <a:r>
              <a:rPr lang="en-US" dirty="0"/>
              <a:t>Requirements Analysis</a:t>
            </a:r>
          </a:p>
        </p:txBody>
      </p:sp>
      <p:sp>
        <p:nvSpPr>
          <p:cNvPr id="4" name="Content Placeholder 3">
            <a:extLst>
              <a:ext uri="{FF2B5EF4-FFF2-40B4-BE49-F238E27FC236}">
                <a16:creationId xmlns:a16="http://schemas.microsoft.com/office/drawing/2014/main" id="{D9D5393F-A11B-FA62-B6A6-C7018B682473}"/>
              </a:ext>
            </a:extLst>
          </p:cNvPr>
          <p:cNvSpPr>
            <a:spLocks noGrp="1"/>
          </p:cNvSpPr>
          <p:nvPr>
            <p:ph sz="quarter" idx="11"/>
          </p:nvPr>
        </p:nvSpPr>
        <p:spPr>
          <a:xfrm>
            <a:off x="2167377" y="3701143"/>
            <a:ext cx="20711673" cy="9666513"/>
          </a:xfrm>
        </p:spPr>
        <p:txBody>
          <a:bodyPr>
            <a:normAutofit/>
          </a:bodyPr>
          <a:lstStyle/>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Requirements analysis aims to:</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Describe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the customer needs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Provide a basis for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design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Define requirements that can be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validated</a:t>
            </a:r>
          </a:p>
          <a:p>
            <a:pPr marL="0" indent="0" algn="just">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Outcome:</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Clear input for architecture, interface, and component design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reference for assessing quality after implementation</a:t>
            </a: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Placeholder 5">
            <a:extLst>
              <a:ext uri="{FF2B5EF4-FFF2-40B4-BE49-F238E27FC236}">
                <a16:creationId xmlns:a16="http://schemas.microsoft.com/office/drawing/2014/main" id="{13E0E0E4-5BBE-7A94-FCFA-AA130744D6CA}"/>
              </a:ext>
            </a:extLst>
          </p:cNvPr>
          <p:cNvSpPr>
            <a:spLocks noGrp="1"/>
          </p:cNvSpPr>
          <p:nvPr>
            <p:ph type="body" sz="quarter" idx="10"/>
          </p:nvPr>
        </p:nvSpPr>
        <p:spPr/>
        <p:txBody>
          <a:bodyPr/>
          <a:lstStyle/>
          <a:p>
            <a:r>
              <a:rPr lang="en-ID" dirty="0"/>
              <a:t>Purpose of Requirements Analysis</a:t>
            </a:r>
          </a:p>
        </p:txBody>
      </p:sp>
    </p:spTree>
    <p:extLst>
      <p:ext uri="{BB962C8B-B14F-4D97-AF65-F5344CB8AC3E}">
        <p14:creationId xmlns:p14="http://schemas.microsoft.com/office/powerpoint/2010/main" val="210188925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7C7F-8E68-F64A-61BF-AFBC0F417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66F0E-477B-7277-2D26-C2EC47438D74}"/>
              </a:ext>
            </a:extLst>
          </p:cNvPr>
          <p:cNvSpPr>
            <a:spLocks noGrp="1"/>
          </p:cNvSpPr>
          <p:nvPr>
            <p:ph type="title"/>
          </p:nvPr>
        </p:nvSpPr>
        <p:spPr/>
        <p:txBody>
          <a:bodyPr>
            <a:normAutofit fontScale="90000"/>
          </a:bodyPr>
          <a:lstStyle/>
          <a:p>
            <a:r>
              <a:rPr lang="en-US" dirty="0"/>
              <a:t>Requirements Analysis</a:t>
            </a:r>
          </a:p>
        </p:txBody>
      </p:sp>
      <p:sp>
        <p:nvSpPr>
          <p:cNvPr id="4" name="Content Placeholder 3">
            <a:extLst>
              <a:ext uri="{FF2B5EF4-FFF2-40B4-BE49-F238E27FC236}">
                <a16:creationId xmlns:a16="http://schemas.microsoft.com/office/drawing/2014/main" id="{4408BE5F-8097-3877-0CC1-34B4ED3F8A22}"/>
              </a:ext>
            </a:extLst>
          </p:cNvPr>
          <p:cNvSpPr>
            <a:spLocks noGrp="1"/>
          </p:cNvSpPr>
          <p:nvPr>
            <p:ph sz="quarter" idx="11"/>
          </p:nvPr>
        </p:nvSpPr>
        <p:spPr>
          <a:xfrm>
            <a:off x="2167377" y="3701143"/>
            <a:ext cx="20711673" cy="9666513"/>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“Analysis asks what, not how”</a:t>
            </a:r>
          </a:p>
          <a:p>
            <a:pPr marL="0" indent="0" algn="just">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 on:</a:t>
            </a:r>
          </a:p>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interactions occur?</a:t>
            </a:r>
          </a:p>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data is manipulated?</a:t>
            </a:r>
          </a:p>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functions are required?</a:t>
            </a:r>
          </a:p>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behaviors are expected?</a:t>
            </a:r>
          </a:p>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constraints apply?</a:t>
            </a:r>
          </a:p>
          <a:p>
            <a:pPr marL="0" indent="0" algn="just">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Not the focus:</a:t>
            </a:r>
          </a:p>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the system is implemented</a:t>
            </a:r>
          </a:p>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Architectural or technical decisions</a:t>
            </a: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Placeholder 5">
            <a:extLst>
              <a:ext uri="{FF2B5EF4-FFF2-40B4-BE49-F238E27FC236}">
                <a16:creationId xmlns:a16="http://schemas.microsoft.com/office/drawing/2014/main" id="{A2611A50-A526-E8DF-A7E4-28E192350640}"/>
              </a:ext>
            </a:extLst>
          </p:cNvPr>
          <p:cNvSpPr>
            <a:spLocks noGrp="1"/>
          </p:cNvSpPr>
          <p:nvPr>
            <p:ph type="body" sz="quarter" idx="10"/>
          </p:nvPr>
        </p:nvSpPr>
        <p:spPr/>
        <p:txBody>
          <a:bodyPr/>
          <a:lstStyle/>
          <a:p>
            <a:r>
              <a:rPr lang="en-ID" dirty="0"/>
              <a:t>Requirements Analysis Philosophy</a:t>
            </a:r>
          </a:p>
        </p:txBody>
      </p:sp>
    </p:spTree>
    <p:extLst>
      <p:ext uri="{BB962C8B-B14F-4D97-AF65-F5344CB8AC3E}">
        <p14:creationId xmlns:p14="http://schemas.microsoft.com/office/powerpoint/2010/main" val="211819112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B9E27-B12E-0967-8BAE-D68F3722E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80306-7F82-A624-ABBF-4DAD0E9ED539}"/>
              </a:ext>
            </a:extLst>
          </p:cNvPr>
          <p:cNvSpPr>
            <a:spLocks noGrp="1"/>
          </p:cNvSpPr>
          <p:nvPr>
            <p:ph type="title"/>
          </p:nvPr>
        </p:nvSpPr>
        <p:spPr/>
        <p:txBody>
          <a:bodyPr>
            <a:normAutofit fontScale="90000"/>
          </a:bodyPr>
          <a:lstStyle/>
          <a:p>
            <a:r>
              <a:rPr lang="en-US" dirty="0"/>
              <a:t>Requirements Analysis</a:t>
            </a:r>
          </a:p>
        </p:txBody>
      </p:sp>
      <p:sp>
        <p:nvSpPr>
          <p:cNvPr id="4" name="Content Placeholder 3">
            <a:extLst>
              <a:ext uri="{FF2B5EF4-FFF2-40B4-BE49-F238E27FC236}">
                <a16:creationId xmlns:a16="http://schemas.microsoft.com/office/drawing/2014/main" id="{4B8B0BD5-9573-3AC7-1E33-486CA2A6A64E}"/>
              </a:ext>
            </a:extLst>
          </p:cNvPr>
          <p:cNvSpPr>
            <a:spLocks noGrp="1"/>
          </p:cNvSpPr>
          <p:nvPr>
            <p:ph sz="quarter" idx="11"/>
          </p:nvPr>
        </p:nvSpPr>
        <p:spPr>
          <a:xfrm>
            <a:off x="11364686" y="3701143"/>
            <a:ext cx="11514364" cy="8142799"/>
          </a:xfrm>
        </p:spPr>
        <p:txBody>
          <a:bodyPr>
            <a:normAutofit/>
          </a:bodyPr>
          <a:lstStyle/>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analysis model:</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Bridges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description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and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design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Connects business needs to technical solutions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Ensures traceability from requirements to design</a:t>
            </a:r>
          </a:p>
          <a:p>
            <a:pPr marL="0" indent="0" algn="just">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Important note:</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Analysis and design may overlap</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Clear separation is not always possible</a:t>
            </a: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Placeholder 5">
            <a:extLst>
              <a:ext uri="{FF2B5EF4-FFF2-40B4-BE49-F238E27FC236}">
                <a16:creationId xmlns:a16="http://schemas.microsoft.com/office/drawing/2014/main" id="{529ED31D-4E61-2375-0294-439BC5B38C38}"/>
              </a:ext>
            </a:extLst>
          </p:cNvPr>
          <p:cNvSpPr>
            <a:spLocks noGrp="1"/>
          </p:cNvSpPr>
          <p:nvPr>
            <p:ph type="body" sz="quarter" idx="10"/>
          </p:nvPr>
        </p:nvSpPr>
        <p:spPr/>
        <p:txBody>
          <a:bodyPr/>
          <a:lstStyle/>
          <a:p>
            <a:r>
              <a:rPr lang="en-ID" dirty="0"/>
              <a:t>Analysis Model as a Bridge</a:t>
            </a:r>
          </a:p>
        </p:txBody>
      </p:sp>
      <p:pic>
        <p:nvPicPr>
          <p:cNvPr id="7" name="Picture 6">
            <a:extLst>
              <a:ext uri="{FF2B5EF4-FFF2-40B4-BE49-F238E27FC236}">
                <a16:creationId xmlns:a16="http://schemas.microsoft.com/office/drawing/2014/main" id="{BC4E0EE6-F629-95BE-B41B-84BC504DEC3E}"/>
              </a:ext>
            </a:extLst>
          </p:cNvPr>
          <p:cNvPicPr>
            <a:picLocks noChangeAspect="1"/>
          </p:cNvPicPr>
          <p:nvPr/>
        </p:nvPicPr>
        <p:blipFill>
          <a:blip r:embed="rId2"/>
          <a:stretch>
            <a:fillRect/>
          </a:stretch>
        </p:blipFill>
        <p:spPr>
          <a:xfrm>
            <a:off x="2167377" y="3722914"/>
            <a:ext cx="8587709" cy="8267422"/>
          </a:xfrm>
          <a:prstGeom prst="rect">
            <a:avLst/>
          </a:prstGeom>
        </p:spPr>
      </p:pic>
    </p:spTree>
    <p:extLst>
      <p:ext uri="{BB962C8B-B14F-4D97-AF65-F5344CB8AC3E}">
        <p14:creationId xmlns:p14="http://schemas.microsoft.com/office/powerpoint/2010/main" val="324794261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D907F-C50C-1ED3-29E6-F1E0A7903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CDD0C-E29B-0AA1-1552-BE0978C392F7}"/>
              </a:ext>
            </a:extLst>
          </p:cNvPr>
          <p:cNvSpPr>
            <a:spLocks noGrp="1"/>
          </p:cNvSpPr>
          <p:nvPr>
            <p:ph type="title"/>
          </p:nvPr>
        </p:nvSpPr>
        <p:spPr/>
        <p:txBody>
          <a:bodyPr>
            <a:normAutofit fontScale="90000"/>
          </a:bodyPr>
          <a:lstStyle/>
          <a:p>
            <a:r>
              <a:rPr lang="en-US" dirty="0"/>
              <a:t>Requirements Analysis</a:t>
            </a:r>
            <a:endParaRPr lang="en-ID" dirty="0"/>
          </a:p>
        </p:txBody>
      </p:sp>
      <p:sp>
        <p:nvSpPr>
          <p:cNvPr id="4" name="Content Placeholder 3">
            <a:extLst>
              <a:ext uri="{FF2B5EF4-FFF2-40B4-BE49-F238E27FC236}">
                <a16:creationId xmlns:a16="http://schemas.microsoft.com/office/drawing/2014/main" id="{73E1B194-ED1C-D2C9-736C-01F0EE619486}"/>
              </a:ext>
            </a:extLst>
          </p:cNvPr>
          <p:cNvSpPr>
            <a:spLocks noGrp="1"/>
          </p:cNvSpPr>
          <p:nvPr>
            <p:ph sz="quarter" idx="11"/>
          </p:nvPr>
        </p:nvSpPr>
        <p:spPr>
          <a:xfrm>
            <a:off x="2167377" y="3701143"/>
            <a:ext cx="20711673" cy="9666513"/>
          </a:xfrm>
        </p:spPr>
        <p:txBody>
          <a:bodyPr>
            <a:normAutofit/>
          </a:bodyPr>
          <a:lstStyle/>
          <a:p>
            <a:pPr marL="0" indent="0">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Over time, many modeling methods have emerged, but they share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 principles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marL="0" indent="0">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These principles guide:</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we analyze problems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we build useful models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we avoid premature design</a:t>
            </a:r>
          </a:p>
        </p:txBody>
      </p:sp>
      <p:sp>
        <p:nvSpPr>
          <p:cNvPr id="5" name="Text Placeholder 4">
            <a:extLst>
              <a:ext uri="{FF2B5EF4-FFF2-40B4-BE49-F238E27FC236}">
                <a16:creationId xmlns:a16="http://schemas.microsoft.com/office/drawing/2014/main" id="{9ADE4BB8-1E9F-6D54-E81E-C666EE1E7618}"/>
              </a:ext>
            </a:extLst>
          </p:cNvPr>
          <p:cNvSpPr>
            <a:spLocks noGrp="1"/>
          </p:cNvSpPr>
          <p:nvPr>
            <p:ph type="body" sz="quarter" idx="10"/>
          </p:nvPr>
        </p:nvSpPr>
        <p:spPr/>
        <p:txBody>
          <a:bodyPr/>
          <a:lstStyle/>
          <a:p>
            <a:r>
              <a:rPr lang="en-ID" dirty="0"/>
              <a:t>Requirements </a:t>
            </a:r>
            <a:r>
              <a:rPr lang="en-ID" dirty="0" err="1"/>
              <a:t>Modeling</a:t>
            </a:r>
            <a:r>
              <a:rPr lang="en-ID" dirty="0"/>
              <a:t> Principle</a:t>
            </a:r>
          </a:p>
        </p:txBody>
      </p:sp>
    </p:spTree>
    <p:extLst>
      <p:ext uri="{BB962C8B-B14F-4D97-AF65-F5344CB8AC3E}">
        <p14:creationId xmlns:p14="http://schemas.microsoft.com/office/powerpoint/2010/main" val="31201611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FB5E3-42DD-B627-5C79-E265B630D08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429F60E-4DE3-9618-0D48-0C35DE256A62}"/>
              </a:ext>
            </a:extLst>
          </p:cNvPr>
          <p:cNvSpPr>
            <a:spLocks noGrp="1"/>
          </p:cNvSpPr>
          <p:nvPr>
            <p:ph sz="quarter" idx="11"/>
          </p:nvPr>
        </p:nvSpPr>
        <p:spPr>
          <a:xfrm>
            <a:off x="2167377" y="3918857"/>
            <a:ext cx="20711673" cy="9100457"/>
          </a:xfrm>
        </p:spPr>
        <p:txBody>
          <a:bodyPr numCol="2">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Principle 1: Represent the Information Domain</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Identify:</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Data entering the system</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Data leaving the system</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Data stored permanently</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Understand what information the system manages</a:t>
            </a:r>
          </a:p>
          <a:p>
            <a:pPr marL="0" indent="0">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Principle 2: Define Software Functions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Identify functions that:</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Provide value to users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Support internal processing</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Functions may:</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Transform data</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Control system behavior</a:t>
            </a:r>
          </a:p>
          <a:p>
            <a:pPr marL="609600" lvl="1" indent="0">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609600" lvl="1"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Principle 3: Represent Software Behavior</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reacts to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events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Behavior is driven by:</a:t>
            </a:r>
          </a:p>
          <a:p>
            <a:pPr lvl="2">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User input</a:t>
            </a:r>
          </a:p>
          <a:p>
            <a:pPr lvl="2">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systems</a:t>
            </a:r>
          </a:p>
          <a:p>
            <a:pPr lvl="2">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Network or sensor data</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Different events → different system responses</a:t>
            </a:r>
          </a:p>
        </p:txBody>
      </p:sp>
      <p:sp>
        <p:nvSpPr>
          <p:cNvPr id="7" name="Title 1">
            <a:extLst>
              <a:ext uri="{FF2B5EF4-FFF2-40B4-BE49-F238E27FC236}">
                <a16:creationId xmlns:a16="http://schemas.microsoft.com/office/drawing/2014/main" id="{089EDD88-0AD7-09E0-B817-AB5A1E384F6C}"/>
              </a:ext>
            </a:extLst>
          </p:cNvPr>
          <p:cNvSpPr>
            <a:spLocks noGrp="1"/>
          </p:cNvSpPr>
          <p:nvPr>
            <p:ph type="title"/>
          </p:nvPr>
        </p:nvSpPr>
        <p:spPr>
          <a:xfrm>
            <a:off x="2167377" y="1872058"/>
            <a:ext cx="14715569" cy="510281"/>
          </a:xfrm>
        </p:spPr>
        <p:txBody>
          <a:bodyPr>
            <a:normAutofit fontScale="90000"/>
          </a:bodyPr>
          <a:lstStyle/>
          <a:p>
            <a:r>
              <a:rPr lang="en-US" dirty="0"/>
              <a:t>Requirements Analysis</a:t>
            </a:r>
            <a:endParaRPr lang="en-ID" dirty="0"/>
          </a:p>
        </p:txBody>
      </p:sp>
      <p:sp>
        <p:nvSpPr>
          <p:cNvPr id="8" name="Text Placeholder 4">
            <a:extLst>
              <a:ext uri="{FF2B5EF4-FFF2-40B4-BE49-F238E27FC236}">
                <a16:creationId xmlns:a16="http://schemas.microsoft.com/office/drawing/2014/main" id="{C6C222CB-2611-5E37-39C3-2F1D1A7296CE}"/>
              </a:ext>
            </a:extLst>
          </p:cNvPr>
          <p:cNvSpPr>
            <a:spLocks noGrp="1"/>
          </p:cNvSpPr>
          <p:nvPr>
            <p:ph type="body" sz="quarter" idx="10"/>
          </p:nvPr>
        </p:nvSpPr>
        <p:spPr>
          <a:xfrm>
            <a:off x="2167377" y="2419728"/>
            <a:ext cx="9768875" cy="803546"/>
          </a:xfrm>
        </p:spPr>
        <p:txBody>
          <a:bodyPr/>
          <a:lstStyle/>
          <a:p>
            <a:r>
              <a:rPr lang="en-ID" dirty="0"/>
              <a:t>Requirements </a:t>
            </a:r>
            <a:r>
              <a:rPr lang="en-ID" dirty="0" err="1"/>
              <a:t>Modeling</a:t>
            </a:r>
            <a:r>
              <a:rPr lang="en-ID" dirty="0"/>
              <a:t> Principle</a:t>
            </a:r>
          </a:p>
        </p:txBody>
      </p:sp>
    </p:spTree>
    <p:extLst>
      <p:ext uri="{BB962C8B-B14F-4D97-AF65-F5344CB8AC3E}">
        <p14:creationId xmlns:p14="http://schemas.microsoft.com/office/powerpoint/2010/main" val="267082532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6009-8B27-594D-342A-54882932FD4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19D6D3E-5C61-26F3-3E4F-29F9B4D5881A}"/>
              </a:ext>
            </a:extLst>
          </p:cNvPr>
          <p:cNvSpPr>
            <a:spLocks noGrp="1"/>
          </p:cNvSpPr>
          <p:nvPr>
            <p:ph sz="quarter" idx="11"/>
          </p:nvPr>
        </p:nvSpPr>
        <p:spPr>
          <a:xfrm>
            <a:off x="2167377" y="3701143"/>
            <a:ext cx="20711673" cy="9666513"/>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Principle 4: Partition the Problem</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Break complex problems into smaller parts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layered or hierarchical models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Apply sep</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aration of concerns</a:t>
            </a:r>
          </a:p>
          <a:p>
            <a:pPr marL="0" indent="0">
              <a:lnSpc>
                <a:spcPct val="120000"/>
              </a:lnSpc>
              <a:spcBef>
                <a:spcPts val="0"/>
              </a:spcBef>
              <a:buNone/>
            </a:pP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Principle 5: Move from Essence to Detail</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Start with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the user needs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Avoid implementation decisions early</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Delay technical choices until design</a:t>
            </a:r>
          </a:p>
        </p:txBody>
      </p:sp>
      <p:sp>
        <p:nvSpPr>
          <p:cNvPr id="7" name="Title 1">
            <a:extLst>
              <a:ext uri="{FF2B5EF4-FFF2-40B4-BE49-F238E27FC236}">
                <a16:creationId xmlns:a16="http://schemas.microsoft.com/office/drawing/2014/main" id="{F7BC7F2F-C25C-A3EE-B5DE-3944617DF8DE}"/>
              </a:ext>
            </a:extLst>
          </p:cNvPr>
          <p:cNvSpPr>
            <a:spLocks noGrp="1"/>
          </p:cNvSpPr>
          <p:nvPr>
            <p:ph type="title"/>
          </p:nvPr>
        </p:nvSpPr>
        <p:spPr>
          <a:xfrm>
            <a:off x="2167377" y="1872058"/>
            <a:ext cx="14715569" cy="510281"/>
          </a:xfrm>
        </p:spPr>
        <p:txBody>
          <a:bodyPr>
            <a:normAutofit fontScale="90000"/>
          </a:bodyPr>
          <a:lstStyle/>
          <a:p>
            <a:r>
              <a:rPr lang="en-US" dirty="0"/>
              <a:t>Requirements Analysis</a:t>
            </a:r>
            <a:endParaRPr lang="en-ID" dirty="0"/>
          </a:p>
        </p:txBody>
      </p:sp>
      <p:sp>
        <p:nvSpPr>
          <p:cNvPr id="8" name="Text Placeholder 4">
            <a:extLst>
              <a:ext uri="{FF2B5EF4-FFF2-40B4-BE49-F238E27FC236}">
                <a16:creationId xmlns:a16="http://schemas.microsoft.com/office/drawing/2014/main" id="{967A7D32-6FE1-B1F9-A7AD-989919A2A09E}"/>
              </a:ext>
            </a:extLst>
          </p:cNvPr>
          <p:cNvSpPr>
            <a:spLocks noGrp="1"/>
          </p:cNvSpPr>
          <p:nvPr>
            <p:ph type="body" sz="quarter" idx="10"/>
          </p:nvPr>
        </p:nvSpPr>
        <p:spPr>
          <a:xfrm>
            <a:off x="2167377" y="2419728"/>
            <a:ext cx="9768875" cy="803546"/>
          </a:xfrm>
        </p:spPr>
        <p:txBody>
          <a:bodyPr/>
          <a:lstStyle/>
          <a:p>
            <a:r>
              <a:rPr lang="en-ID" dirty="0"/>
              <a:t>Requirements </a:t>
            </a:r>
            <a:r>
              <a:rPr lang="en-ID" dirty="0" err="1"/>
              <a:t>Modeling</a:t>
            </a:r>
            <a:r>
              <a:rPr lang="en-ID" dirty="0"/>
              <a:t> Principle</a:t>
            </a:r>
          </a:p>
        </p:txBody>
      </p:sp>
    </p:spTree>
    <p:extLst>
      <p:ext uri="{BB962C8B-B14F-4D97-AF65-F5344CB8AC3E}">
        <p14:creationId xmlns:p14="http://schemas.microsoft.com/office/powerpoint/2010/main" val="309365992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D8D05-FB44-B2E0-DF17-80D73FBEBC7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FE8C4E9-09C8-D57F-D999-054FCC4165B4}"/>
              </a:ext>
            </a:extLst>
          </p:cNvPr>
          <p:cNvSpPr>
            <a:spLocks noGrp="1"/>
          </p:cNvSpPr>
          <p:nvPr>
            <p:ph sz="quarter" idx="11"/>
          </p:nvPr>
        </p:nvSpPr>
        <p:spPr>
          <a:xfrm>
            <a:off x="2167377" y="4615543"/>
            <a:ext cx="20711673" cy="8752113"/>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Why These Principles Matter</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Applying these principles helps engineers: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Understand complex problems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Communicate clearly with stakeholders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Create models that support good design</a:t>
            </a:r>
          </a:p>
        </p:txBody>
      </p:sp>
      <p:sp>
        <p:nvSpPr>
          <p:cNvPr id="7" name="Title 1">
            <a:extLst>
              <a:ext uri="{FF2B5EF4-FFF2-40B4-BE49-F238E27FC236}">
                <a16:creationId xmlns:a16="http://schemas.microsoft.com/office/drawing/2014/main" id="{678236F5-10D3-44F4-96A8-C7429F5403EC}"/>
              </a:ext>
            </a:extLst>
          </p:cNvPr>
          <p:cNvSpPr>
            <a:spLocks noGrp="1"/>
          </p:cNvSpPr>
          <p:nvPr>
            <p:ph type="title"/>
          </p:nvPr>
        </p:nvSpPr>
        <p:spPr>
          <a:xfrm>
            <a:off x="2167377" y="1872058"/>
            <a:ext cx="14715569" cy="510281"/>
          </a:xfrm>
        </p:spPr>
        <p:txBody>
          <a:bodyPr>
            <a:normAutofit fontScale="90000"/>
          </a:bodyPr>
          <a:lstStyle/>
          <a:p>
            <a:r>
              <a:rPr lang="en-US" dirty="0"/>
              <a:t>Requirements Analysis</a:t>
            </a:r>
            <a:endParaRPr lang="en-ID" dirty="0"/>
          </a:p>
        </p:txBody>
      </p:sp>
      <p:sp>
        <p:nvSpPr>
          <p:cNvPr id="8" name="Text Placeholder 4">
            <a:extLst>
              <a:ext uri="{FF2B5EF4-FFF2-40B4-BE49-F238E27FC236}">
                <a16:creationId xmlns:a16="http://schemas.microsoft.com/office/drawing/2014/main" id="{190CBB6C-2645-C157-88AA-4E24572182FA}"/>
              </a:ext>
            </a:extLst>
          </p:cNvPr>
          <p:cNvSpPr>
            <a:spLocks noGrp="1"/>
          </p:cNvSpPr>
          <p:nvPr>
            <p:ph type="body" sz="quarter" idx="10"/>
          </p:nvPr>
        </p:nvSpPr>
        <p:spPr>
          <a:xfrm>
            <a:off x="2167377" y="2419728"/>
            <a:ext cx="9768875" cy="803546"/>
          </a:xfrm>
        </p:spPr>
        <p:txBody>
          <a:bodyPr/>
          <a:lstStyle/>
          <a:p>
            <a:r>
              <a:rPr lang="en-ID" dirty="0"/>
              <a:t>Requirements </a:t>
            </a:r>
            <a:r>
              <a:rPr lang="en-ID" dirty="0" err="1"/>
              <a:t>Modeling</a:t>
            </a:r>
            <a:r>
              <a:rPr lang="en-ID" dirty="0"/>
              <a:t> Principle</a:t>
            </a:r>
          </a:p>
        </p:txBody>
      </p:sp>
    </p:spTree>
    <p:extLst>
      <p:ext uri="{BB962C8B-B14F-4D97-AF65-F5344CB8AC3E}">
        <p14:creationId xmlns:p14="http://schemas.microsoft.com/office/powerpoint/2010/main" val="207075438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8F357-E6E2-6980-442A-D94582585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21EBC-8858-B5F1-FC50-F92DF154AB1D}"/>
              </a:ext>
            </a:extLst>
          </p:cNvPr>
          <p:cNvSpPr>
            <a:spLocks noGrp="1"/>
          </p:cNvSpPr>
          <p:nvPr>
            <p:ph type="title"/>
          </p:nvPr>
        </p:nvSpPr>
        <p:spPr/>
        <p:txBody>
          <a:bodyPr>
            <a:normAutofit fontScale="90000"/>
          </a:bodyPr>
          <a:lstStyle/>
          <a:p>
            <a:r>
              <a:rPr lang="en-US" dirty="0"/>
              <a:t>Requirements Analysis</a:t>
            </a:r>
          </a:p>
        </p:txBody>
      </p:sp>
      <p:sp>
        <p:nvSpPr>
          <p:cNvPr id="4" name="Content Placeholder 3">
            <a:extLst>
              <a:ext uri="{FF2B5EF4-FFF2-40B4-BE49-F238E27FC236}">
                <a16:creationId xmlns:a16="http://schemas.microsoft.com/office/drawing/2014/main" id="{CB2E94AC-132D-2B3C-D3D0-09779C649E4F}"/>
              </a:ext>
            </a:extLst>
          </p:cNvPr>
          <p:cNvSpPr>
            <a:spLocks noGrp="1"/>
          </p:cNvSpPr>
          <p:nvPr>
            <p:ph sz="quarter" idx="11"/>
          </p:nvPr>
        </p:nvSpPr>
        <p:spPr>
          <a:xfrm>
            <a:off x="2167377" y="3701143"/>
            <a:ext cx="20711673" cy="9666513"/>
          </a:xfrm>
        </p:spPr>
        <p:txBody>
          <a:bodyPr>
            <a:normAutofit/>
          </a:bodyPr>
          <a:lstStyle/>
          <a:p>
            <a:pPr marL="0" indent="0">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Requirements analysis produces one or more models: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Scenario-based models: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User interactions and usage</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Class-based models: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Objects, attributes, operations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Behavioral models: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reactions to events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Data models: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Information domain</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Flow-oriented models: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Functional transformations</a:t>
            </a:r>
          </a:p>
        </p:txBody>
      </p:sp>
      <p:sp>
        <p:nvSpPr>
          <p:cNvPr id="6" name="Text Placeholder 5">
            <a:extLst>
              <a:ext uri="{FF2B5EF4-FFF2-40B4-BE49-F238E27FC236}">
                <a16:creationId xmlns:a16="http://schemas.microsoft.com/office/drawing/2014/main" id="{0FEE0EB3-A399-B4E8-0FC9-A4AB64613E58}"/>
              </a:ext>
            </a:extLst>
          </p:cNvPr>
          <p:cNvSpPr>
            <a:spLocks noGrp="1"/>
          </p:cNvSpPr>
          <p:nvPr>
            <p:ph type="body" sz="quarter" idx="10"/>
          </p:nvPr>
        </p:nvSpPr>
        <p:spPr/>
        <p:txBody>
          <a:bodyPr/>
          <a:lstStyle/>
          <a:p>
            <a:r>
              <a:rPr lang="en-ID" dirty="0"/>
              <a:t>Types of Requirements Models</a:t>
            </a:r>
          </a:p>
        </p:txBody>
      </p:sp>
    </p:spTree>
    <p:extLst>
      <p:ext uri="{BB962C8B-B14F-4D97-AF65-F5344CB8AC3E}">
        <p14:creationId xmlns:p14="http://schemas.microsoft.com/office/powerpoint/2010/main" val="299645237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2B40-678F-7D0D-0E47-458039B23717}"/>
              </a:ext>
            </a:extLst>
          </p:cNvPr>
          <p:cNvSpPr>
            <a:spLocks noGrp="1"/>
          </p:cNvSpPr>
          <p:nvPr>
            <p:ph type="title"/>
          </p:nvPr>
        </p:nvSpPr>
        <p:spPr/>
        <p:txBody>
          <a:bodyPr>
            <a:normAutofit fontScale="90000"/>
          </a:bodyPr>
          <a:lstStyle/>
          <a:p>
            <a:r>
              <a:rPr lang="en-ID" dirty="0"/>
              <a:t>SCENARIO-BASED MODELING</a:t>
            </a:r>
            <a:br>
              <a:rPr lang="en-ID" dirty="0"/>
            </a:br>
            <a:endParaRPr lang="en-ID" dirty="0"/>
          </a:p>
        </p:txBody>
      </p:sp>
      <p:sp>
        <p:nvSpPr>
          <p:cNvPr id="5" name="Content Placeholder 3">
            <a:extLst>
              <a:ext uri="{FF2B5EF4-FFF2-40B4-BE49-F238E27FC236}">
                <a16:creationId xmlns:a16="http://schemas.microsoft.com/office/drawing/2014/main" id="{92A66208-9130-424B-4A66-E53C5BAAE60E}"/>
              </a:ext>
            </a:extLst>
          </p:cNvPr>
          <p:cNvSpPr>
            <a:spLocks noGrp="1"/>
          </p:cNvSpPr>
          <p:nvPr>
            <p:ph sz="quarter" idx="11"/>
          </p:nvPr>
        </p:nvSpPr>
        <p:spPr>
          <a:xfrm>
            <a:off x="2167377" y="3701143"/>
            <a:ext cx="20711673" cy="9666513"/>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Why scenario-based modeling?</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User satisfaction is a key measure of system success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Understanding how users interact with a system helps: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Clarify requirements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Reduce misunderstanding</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Build meaningful analysis and design models</a:t>
            </a: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it is modeled (UML):</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 diagrams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Activity diagrams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Sequence diagrams</a:t>
            </a:r>
          </a:p>
          <a:p>
            <a:pPr marL="0" indent="0">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Scenario-based modeling starts by describing how the system is used</a:t>
            </a:r>
          </a:p>
        </p:txBody>
      </p:sp>
      <p:sp>
        <p:nvSpPr>
          <p:cNvPr id="7" name="Text Placeholder 6">
            <a:extLst>
              <a:ext uri="{FF2B5EF4-FFF2-40B4-BE49-F238E27FC236}">
                <a16:creationId xmlns:a16="http://schemas.microsoft.com/office/drawing/2014/main" id="{8C152E4D-846C-B8AD-D746-1767D5509B47}"/>
              </a:ext>
            </a:extLst>
          </p:cNvPr>
          <p:cNvSpPr>
            <a:spLocks noGrp="1"/>
          </p:cNvSpPr>
          <p:nvPr>
            <p:ph type="body" sz="quarter" idx="10"/>
          </p:nvPr>
        </p:nvSpPr>
        <p:spPr/>
        <p:txBody>
          <a:bodyPr/>
          <a:lstStyle/>
          <a:p>
            <a:endParaRPr lang="en-ID"/>
          </a:p>
        </p:txBody>
      </p:sp>
    </p:spTree>
    <p:extLst>
      <p:ext uri="{BB962C8B-B14F-4D97-AF65-F5344CB8AC3E}">
        <p14:creationId xmlns:p14="http://schemas.microsoft.com/office/powerpoint/2010/main" val="55869382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DBE9-36EC-FFEA-C637-6EEFD28651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E8A90-3DCD-F56E-880D-C2457C83CA07}"/>
              </a:ext>
            </a:extLst>
          </p:cNvPr>
          <p:cNvSpPr>
            <a:spLocks noGrp="1"/>
          </p:cNvSpPr>
          <p:nvPr>
            <p:ph type="title"/>
          </p:nvPr>
        </p:nvSpPr>
        <p:spPr/>
        <p:txBody>
          <a:bodyPr>
            <a:normAutofit fontScale="90000"/>
          </a:bodyPr>
          <a:lstStyle/>
          <a:p>
            <a:r>
              <a:rPr lang="en-ID" dirty="0"/>
              <a:t>SCENARIO-BASED MODELING</a:t>
            </a:r>
            <a:br>
              <a:rPr lang="en-ID" dirty="0"/>
            </a:br>
            <a:endParaRPr lang="en-ID" dirty="0"/>
          </a:p>
        </p:txBody>
      </p:sp>
      <p:sp>
        <p:nvSpPr>
          <p:cNvPr id="5" name="Content Placeholder 3">
            <a:extLst>
              <a:ext uri="{FF2B5EF4-FFF2-40B4-BE49-F238E27FC236}">
                <a16:creationId xmlns:a16="http://schemas.microsoft.com/office/drawing/2014/main" id="{D74F2BA3-F846-CD0F-6D70-378062D91D79}"/>
              </a:ext>
            </a:extLst>
          </p:cNvPr>
          <p:cNvSpPr>
            <a:spLocks noGrp="1"/>
          </p:cNvSpPr>
          <p:nvPr>
            <p:ph sz="quarter" idx="11"/>
          </p:nvPr>
        </p:nvSpPr>
        <p:spPr>
          <a:xfrm>
            <a:off x="2167377" y="3223275"/>
            <a:ext cx="20711673" cy="10144382"/>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Actors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Represent roles that interact with the system</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Can be:</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Human users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systems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Hardware devices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One physical person may play multiple actor roles</a:t>
            </a: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User Profiles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Extend models for:</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Different platforms (e.g., web vs mobile)</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Different user viewpoints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administrator vs end user</a:t>
            </a:r>
          </a:p>
          <a:p>
            <a:pPr marL="609600" lvl="1" indent="0">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Actors describe who interacts with the system, not how it is implemented</a:t>
            </a:r>
          </a:p>
        </p:txBody>
      </p:sp>
      <p:sp>
        <p:nvSpPr>
          <p:cNvPr id="7" name="Text Placeholder 6">
            <a:extLst>
              <a:ext uri="{FF2B5EF4-FFF2-40B4-BE49-F238E27FC236}">
                <a16:creationId xmlns:a16="http://schemas.microsoft.com/office/drawing/2014/main" id="{D086875C-790E-A470-28A9-6B63C3A58056}"/>
              </a:ext>
            </a:extLst>
          </p:cNvPr>
          <p:cNvSpPr>
            <a:spLocks noGrp="1"/>
          </p:cNvSpPr>
          <p:nvPr>
            <p:ph type="body" sz="quarter" idx="10"/>
          </p:nvPr>
        </p:nvSpPr>
        <p:spPr/>
        <p:txBody>
          <a:bodyPr/>
          <a:lstStyle/>
          <a:p>
            <a:r>
              <a:rPr lang="en-ID" dirty="0"/>
              <a:t>Actors and User Profiles</a:t>
            </a:r>
          </a:p>
        </p:txBody>
      </p:sp>
    </p:spTree>
    <p:extLst>
      <p:ext uri="{BB962C8B-B14F-4D97-AF65-F5344CB8AC3E}">
        <p14:creationId xmlns:p14="http://schemas.microsoft.com/office/powerpoint/2010/main" val="179013766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34794-6A98-9E7E-165F-04CC5C73C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FB52D-441E-725F-6CEC-F520D133851B}"/>
              </a:ext>
            </a:extLst>
          </p:cNvPr>
          <p:cNvSpPr>
            <a:spLocks noGrp="1"/>
          </p:cNvSpPr>
          <p:nvPr>
            <p:ph type="title"/>
          </p:nvPr>
        </p:nvSpPr>
        <p:spPr/>
        <p:txBody>
          <a:bodyPr>
            <a:normAutofit fontScale="90000"/>
          </a:bodyPr>
          <a:lstStyle/>
          <a:p>
            <a:r>
              <a:rPr lang="en-ID" dirty="0"/>
              <a:t>SCENARIO-BASED MODELING</a:t>
            </a:r>
            <a:br>
              <a:rPr lang="en-ID" dirty="0"/>
            </a:br>
            <a:endParaRPr lang="en-ID" dirty="0"/>
          </a:p>
        </p:txBody>
      </p:sp>
      <p:sp>
        <p:nvSpPr>
          <p:cNvPr id="5" name="Content Placeholder 3">
            <a:extLst>
              <a:ext uri="{FF2B5EF4-FFF2-40B4-BE49-F238E27FC236}">
                <a16:creationId xmlns:a16="http://schemas.microsoft.com/office/drawing/2014/main" id="{47C7D5E6-5186-EEF2-0529-E0129873325C}"/>
              </a:ext>
            </a:extLst>
          </p:cNvPr>
          <p:cNvSpPr>
            <a:spLocks noGrp="1"/>
          </p:cNvSpPr>
          <p:nvPr>
            <p:ph sz="quarter" idx="11"/>
          </p:nvPr>
        </p:nvSpPr>
        <p:spPr>
          <a:xfrm>
            <a:off x="2167377" y="3223275"/>
            <a:ext cx="20711673" cy="10144382"/>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From user stories to use cases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User stories: informal, stakeholder language</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cases: precise, structured descriptions</a:t>
            </a: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 definition</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use case is a “contract for behavior”</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Describes how an actor uses the system to achieve a goal</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Captures interactions between:</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Actor</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a:t>
            </a: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Key questions when writing use cases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should be written?</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much detail is needed?</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should it be organized?</a:t>
            </a:r>
          </a:p>
        </p:txBody>
      </p:sp>
      <p:sp>
        <p:nvSpPr>
          <p:cNvPr id="7" name="Text Placeholder 6">
            <a:extLst>
              <a:ext uri="{FF2B5EF4-FFF2-40B4-BE49-F238E27FC236}">
                <a16:creationId xmlns:a16="http://schemas.microsoft.com/office/drawing/2014/main" id="{F0DABC8E-8757-642F-8E78-681922AF1964}"/>
              </a:ext>
            </a:extLst>
          </p:cNvPr>
          <p:cNvSpPr>
            <a:spLocks noGrp="1"/>
          </p:cNvSpPr>
          <p:nvPr>
            <p:ph type="body" sz="quarter" idx="10"/>
          </p:nvPr>
        </p:nvSpPr>
        <p:spPr/>
        <p:txBody>
          <a:bodyPr/>
          <a:lstStyle/>
          <a:p>
            <a:r>
              <a:rPr lang="en-ID" dirty="0"/>
              <a:t>Creating Use Cases</a:t>
            </a:r>
          </a:p>
        </p:txBody>
      </p:sp>
    </p:spTree>
    <p:extLst>
      <p:ext uri="{BB962C8B-B14F-4D97-AF65-F5344CB8AC3E}">
        <p14:creationId xmlns:p14="http://schemas.microsoft.com/office/powerpoint/2010/main" val="213387471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ACA90-0CB6-C737-B0F2-0CBA64FD8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05C24-E0E9-5D58-DAF7-A3CF0E651EF3}"/>
              </a:ext>
            </a:extLst>
          </p:cNvPr>
          <p:cNvSpPr>
            <a:spLocks noGrp="1"/>
          </p:cNvSpPr>
          <p:nvPr>
            <p:ph type="title"/>
          </p:nvPr>
        </p:nvSpPr>
        <p:spPr/>
        <p:txBody>
          <a:bodyPr>
            <a:normAutofit fontScale="90000"/>
          </a:bodyPr>
          <a:lstStyle/>
          <a:p>
            <a:r>
              <a:rPr lang="en-ID" dirty="0"/>
              <a:t>SCENARIO-BASED MODELING</a:t>
            </a:r>
            <a:br>
              <a:rPr lang="en-ID" dirty="0"/>
            </a:br>
            <a:endParaRPr lang="en-ID" dirty="0"/>
          </a:p>
        </p:txBody>
      </p:sp>
      <p:sp>
        <p:nvSpPr>
          <p:cNvPr id="5" name="Content Placeholder 3">
            <a:extLst>
              <a:ext uri="{FF2B5EF4-FFF2-40B4-BE49-F238E27FC236}">
                <a16:creationId xmlns:a16="http://schemas.microsoft.com/office/drawing/2014/main" id="{F05ADEE2-A5D6-5B95-6BA8-41273B6EA903}"/>
              </a:ext>
            </a:extLst>
          </p:cNvPr>
          <p:cNvSpPr>
            <a:spLocks noGrp="1"/>
          </p:cNvSpPr>
          <p:nvPr>
            <p:ph sz="quarter" idx="11"/>
          </p:nvPr>
        </p:nvSpPr>
        <p:spPr>
          <a:xfrm>
            <a:off x="2167377" y="3223275"/>
            <a:ext cx="20711673" cy="10144382"/>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cases are derived from:</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Inception and elicitation activities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Stakeholder discussions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Defined system goals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Identified functional requirements</a:t>
            </a: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to start</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Choose an actor</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List the activities the actor performs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 on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the system does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not how</a:t>
            </a:r>
          </a:p>
        </p:txBody>
      </p:sp>
      <p:sp>
        <p:nvSpPr>
          <p:cNvPr id="7" name="Text Placeholder 6">
            <a:extLst>
              <a:ext uri="{FF2B5EF4-FFF2-40B4-BE49-F238E27FC236}">
                <a16:creationId xmlns:a16="http://schemas.microsoft.com/office/drawing/2014/main" id="{175FF495-1414-A930-5F7E-B693EB25D573}"/>
              </a:ext>
            </a:extLst>
          </p:cNvPr>
          <p:cNvSpPr>
            <a:spLocks noGrp="1"/>
          </p:cNvSpPr>
          <p:nvPr>
            <p:ph type="body" sz="quarter" idx="10"/>
          </p:nvPr>
        </p:nvSpPr>
        <p:spPr/>
        <p:txBody>
          <a:bodyPr/>
          <a:lstStyle/>
          <a:p>
            <a:r>
              <a:rPr lang="en-US" dirty="0"/>
              <a:t>Where Use Cases Come From</a:t>
            </a:r>
            <a:endParaRPr lang="en-ID" dirty="0"/>
          </a:p>
        </p:txBody>
      </p:sp>
    </p:spTree>
    <p:extLst>
      <p:ext uri="{BB962C8B-B14F-4D97-AF65-F5344CB8AC3E}">
        <p14:creationId xmlns:p14="http://schemas.microsoft.com/office/powerpoint/2010/main" val="265252653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70E85-81F3-C87E-4DA7-4E4614136211}"/>
              </a:ext>
            </a:extLst>
          </p:cNvPr>
          <p:cNvSpPr>
            <a:spLocks noGrp="1"/>
          </p:cNvSpPr>
          <p:nvPr>
            <p:ph type="title"/>
          </p:nvPr>
        </p:nvSpPr>
        <p:spPr/>
        <p:txBody>
          <a:bodyPr>
            <a:normAutofit fontScale="90000"/>
          </a:bodyPr>
          <a:lstStyle/>
          <a:p>
            <a:r>
              <a:rPr lang="en-US" dirty="0"/>
              <a:t>Case Study </a:t>
            </a:r>
            <a:r>
              <a:rPr lang="en-ID" dirty="0"/>
              <a:t>SCENARIO-BASED MODELING</a:t>
            </a:r>
          </a:p>
        </p:txBody>
      </p:sp>
      <p:sp>
        <p:nvSpPr>
          <p:cNvPr id="3" name="Text Placeholder 2">
            <a:extLst>
              <a:ext uri="{FF2B5EF4-FFF2-40B4-BE49-F238E27FC236}">
                <a16:creationId xmlns:a16="http://schemas.microsoft.com/office/drawing/2014/main" id="{79308F57-9C42-40C5-9136-A8FA6471F437}"/>
              </a:ext>
            </a:extLst>
          </p:cNvPr>
          <p:cNvSpPr>
            <a:spLocks noGrp="1"/>
          </p:cNvSpPr>
          <p:nvPr>
            <p:ph type="body" sz="quarter" idx="10"/>
          </p:nvPr>
        </p:nvSpPr>
        <p:spPr>
          <a:xfrm>
            <a:off x="2167377" y="2419728"/>
            <a:ext cx="19299252" cy="510281"/>
          </a:xfrm>
        </p:spPr>
        <p:txBody>
          <a:bodyPr>
            <a:normAutofit lnSpcReduction="10000"/>
          </a:bodyPr>
          <a:lstStyle/>
          <a:p>
            <a:r>
              <a:rPr lang="en-US" b="0" dirty="0"/>
              <a:t>Developing Another Preliminary Use Case: </a:t>
            </a:r>
            <a:r>
              <a:rPr lang="en-US" b="0" dirty="0" err="1"/>
              <a:t>Safehome</a:t>
            </a:r>
            <a:endParaRPr lang="en-ID" dirty="0"/>
          </a:p>
        </p:txBody>
      </p:sp>
      <p:sp>
        <p:nvSpPr>
          <p:cNvPr id="6" name="TextBox 5">
            <a:extLst>
              <a:ext uri="{FF2B5EF4-FFF2-40B4-BE49-F238E27FC236}">
                <a16:creationId xmlns:a16="http://schemas.microsoft.com/office/drawing/2014/main" id="{9FFB7091-1361-C4CB-74DA-8BE1A2D573C8}"/>
              </a:ext>
            </a:extLst>
          </p:cNvPr>
          <p:cNvSpPr txBox="1"/>
          <p:nvPr/>
        </p:nvSpPr>
        <p:spPr>
          <a:xfrm>
            <a:off x="2167377" y="3303180"/>
            <a:ext cx="20155926" cy="95102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The scene: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A meeting room, during the second requirements gathering meeting. </a:t>
            </a:r>
          </a:p>
          <a:p>
            <a:pPr algn="just"/>
            <a:endPar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endParaRP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The players: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Jamie Lazar, software team member; Ed Robbins, software team member; Doug Miller, software engineering manager; three members of marketing; a product engineering representative; and a facilitator. </a:t>
            </a:r>
          </a:p>
          <a:p>
            <a:pPr algn="just"/>
            <a:endPar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endParaRP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The conversation: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Facilitator: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It’s time that we begin talking about the </a:t>
            </a:r>
            <a:r>
              <a:rPr lang="en-ID" sz="3600" dirty="0" err="1">
                <a:solidFill>
                  <a:srgbClr val="151515"/>
                </a:solidFill>
                <a:latin typeface="Open Sans" panose="020B0606030504020204" pitchFamily="34" charset="0"/>
                <a:ea typeface="Open Sans" panose="020B0606030504020204" pitchFamily="34" charset="0"/>
                <a:cs typeface="Open Sans" panose="020B0606030504020204" pitchFamily="34" charset="0"/>
              </a:rPr>
              <a:t>SafeHome</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 surveillance function. Let’s develop a user scenario for access to the surveillance function.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Jamie: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Who plays the role of the actor on this?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Facilitator: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I think Meredith (a marketing person) has been working on that functionality. Why don’t you play the role?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Meredith: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You want to do it the same way we did it last time, right?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Facilitator: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Right . . . same way.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Meredith: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Well, obviously the reason for surveillance is to allow the homeowner to check out the house while he or she is away, to record and play back video that is captured . . . that sort of thing. </a:t>
            </a:r>
          </a:p>
        </p:txBody>
      </p:sp>
    </p:spTree>
    <p:extLst>
      <p:ext uri="{BB962C8B-B14F-4D97-AF65-F5344CB8AC3E}">
        <p14:creationId xmlns:p14="http://schemas.microsoft.com/office/powerpoint/2010/main" val="111517711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9B218-7CC9-0A9F-2AEA-CFF3E7130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C40F2-9B85-59B7-CF62-EA485A5CA814}"/>
              </a:ext>
            </a:extLst>
          </p:cNvPr>
          <p:cNvSpPr>
            <a:spLocks noGrp="1"/>
          </p:cNvSpPr>
          <p:nvPr>
            <p:ph type="title"/>
          </p:nvPr>
        </p:nvSpPr>
        <p:spPr/>
        <p:txBody>
          <a:bodyPr>
            <a:normAutofit fontScale="90000"/>
          </a:bodyPr>
          <a:lstStyle/>
          <a:p>
            <a:r>
              <a:rPr lang="en-US" dirty="0"/>
              <a:t>Case Study </a:t>
            </a:r>
            <a:r>
              <a:rPr lang="en-ID" dirty="0"/>
              <a:t>SCENARIO-BASED MODELING</a:t>
            </a:r>
          </a:p>
        </p:txBody>
      </p:sp>
      <p:sp>
        <p:nvSpPr>
          <p:cNvPr id="3" name="Text Placeholder 2">
            <a:extLst>
              <a:ext uri="{FF2B5EF4-FFF2-40B4-BE49-F238E27FC236}">
                <a16:creationId xmlns:a16="http://schemas.microsoft.com/office/drawing/2014/main" id="{3256873F-1A63-2ABC-CB11-93747B5C6A4C}"/>
              </a:ext>
            </a:extLst>
          </p:cNvPr>
          <p:cNvSpPr>
            <a:spLocks noGrp="1"/>
          </p:cNvSpPr>
          <p:nvPr>
            <p:ph type="body" sz="quarter" idx="10"/>
          </p:nvPr>
        </p:nvSpPr>
        <p:spPr>
          <a:xfrm>
            <a:off x="2167377" y="2419728"/>
            <a:ext cx="19299252" cy="510281"/>
          </a:xfrm>
        </p:spPr>
        <p:txBody>
          <a:bodyPr>
            <a:normAutofit lnSpcReduction="10000"/>
          </a:bodyPr>
          <a:lstStyle/>
          <a:p>
            <a:r>
              <a:rPr lang="en-US" b="0" dirty="0"/>
              <a:t>Developing Another Preliminary Use Case : </a:t>
            </a:r>
            <a:r>
              <a:rPr lang="en-US" b="0" dirty="0" err="1"/>
              <a:t>Safehome</a:t>
            </a:r>
            <a:endParaRPr lang="en-ID" dirty="0"/>
          </a:p>
        </p:txBody>
      </p:sp>
      <p:sp>
        <p:nvSpPr>
          <p:cNvPr id="6" name="TextBox 5">
            <a:extLst>
              <a:ext uri="{FF2B5EF4-FFF2-40B4-BE49-F238E27FC236}">
                <a16:creationId xmlns:a16="http://schemas.microsoft.com/office/drawing/2014/main" id="{041866E8-D7C0-24E2-FD1C-8116AAF5EFF4}"/>
              </a:ext>
            </a:extLst>
          </p:cNvPr>
          <p:cNvSpPr txBox="1"/>
          <p:nvPr/>
        </p:nvSpPr>
        <p:spPr>
          <a:xfrm>
            <a:off x="2167377" y="3303180"/>
            <a:ext cx="20155926" cy="84023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Ed: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Will we use compression to store the video?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Facilitator: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Good question, Ed, but let’s postpone implementation issues for now. Meredith?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Meredith: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Okay, so basically there are two parts to the surveillance function . . . the first configures the system including laying out a floor plan—we need to have the AR/VR tools to help the homeowner do this—and the second part is the actual surveillance function itself. Since the layout is part of the configuration activity, I’ll focus on the surveillance function.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Facilitator (smiling):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Took the words right out of my mouth. </a:t>
            </a:r>
          </a:p>
          <a:p>
            <a:pPr algn="just"/>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Meredith: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Um . . . I want to gain access to the surveillance function either via a mobile device or via the Internet. My feeling is that the Internet access would be more frequently used. Anyway, I want to be able to display camera views on a mobile device or PC and control pan and zoom for a specific camera. I specify the camera by selecting it from the house floor plan. I want to selectively record camera output and replay camera output. I also want to be able to block access to one or more cameras with a specific password. I also want the option of seeing small windows that show views from all cameras and then be able to pick the one I want enlarged. </a:t>
            </a:r>
          </a:p>
        </p:txBody>
      </p:sp>
    </p:spTree>
    <p:extLst>
      <p:ext uri="{BB962C8B-B14F-4D97-AF65-F5344CB8AC3E}">
        <p14:creationId xmlns:p14="http://schemas.microsoft.com/office/powerpoint/2010/main" val="81426000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7C69-396E-813D-3DF7-8E6D5DA4A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461C7-1453-2B2A-9724-F0476BC6A1B8}"/>
              </a:ext>
            </a:extLst>
          </p:cNvPr>
          <p:cNvSpPr>
            <a:spLocks noGrp="1"/>
          </p:cNvSpPr>
          <p:nvPr>
            <p:ph type="title"/>
          </p:nvPr>
        </p:nvSpPr>
        <p:spPr/>
        <p:txBody>
          <a:bodyPr>
            <a:normAutofit fontScale="90000"/>
          </a:bodyPr>
          <a:lstStyle/>
          <a:p>
            <a:r>
              <a:rPr lang="en-US" dirty="0"/>
              <a:t>Case Study </a:t>
            </a:r>
            <a:r>
              <a:rPr lang="en-ID" dirty="0"/>
              <a:t>SCENARIO-BASED MODELING</a:t>
            </a:r>
          </a:p>
        </p:txBody>
      </p:sp>
      <p:sp>
        <p:nvSpPr>
          <p:cNvPr id="3" name="Text Placeholder 2">
            <a:extLst>
              <a:ext uri="{FF2B5EF4-FFF2-40B4-BE49-F238E27FC236}">
                <a16:creationId xmlns:a16="http://schemas.microsoft.com/office/drawing/2014/main" id="{CBA69672-F874-5510-73E8-B5F594AC8067}"/>
              </a:ext>
            </a:extLst>
          </p:cNvPr>
          <p:cNvSpPr>
            <a:spLocks noGrp="1"/>
          </p:cNvSpPr>
          <p:nvPr>
            <p:ph type="body" sz="quarter" idx="10"/>
          </p:nvPr>
        </p:nvSpPr>
        <p:spPr>
          <a:xfrm>
            <a:off x="2167377" y="2419728"/>
            <a:ext cx="19299252" cy="510281"/>
          </a:xfrm>
        </p:spPr>
        <p:txBody>
          <a:bodyPr>
            <a:normAutofit lnSpcReduction="10000"/>
          </a:bodyPr>
          <a:lstStyle/>
          <a:p>
            <a:r>
              <a:rPr lang="en-US" b="0" dirty="0"/>
              <a:t>Developing Another Preliminary Use Case : </a:t>
            </a:r>
            <a:r>
              <a:rPr lang="en-US" b="0" dirty="0" err="1"/>
              <a:t>Safehome</a:t>
            </a:r>
            <a:endParaRPr lang="en-ID" dirty="0"/>
          </a:p>
        </p:txBody>
      </p:sp>
      <p:sp>
        <p:nvSpPr>
          <p:cNvPr id="6" name="TextBox 5">
            <a:extLst>
              <a:ext uri="{FF2B5EF4-FFF2-40B4-BE49-F238E27FC236}">
                <a16:creationId xmlns:a16="http://schemas.microsoft.com/office/drawing/2014/main" id="{968BD2B4-72C9-7099-3693-D23E15799083}"/>
              </a:ext>
            </a:extLst>
          </p:cNvPr>
          <p:cNvSpPr txBox="1"/>
          <p:nvPr/>
        </p:nvSpPr>
        <p:spPr>
          <a:xfrm>
            <a:off x="2274057" y="3303180"/>
            <a:ext cx="20049246"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Jamie: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Those are called thumbnail views. </a:t>
            </a:r>
          </a:p>
          <a:p>
            <a:pPr algn="l"/>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Meredith: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Okay, then I want thumbnail views of all the cameras. I also want the interface for the surveillance function to have the same look and feel as all other </a:t>
            </a:r>
            <a:r>
              <a:rPr lang="en-ID" sz="3600" dirty="0" err="1">
                <a:solidFill>
                  <a:srgbClr val="151515"/>
                </a:solidFill>
                <a:latin typeface="Open Sans" panose="020B0606030504020204" pitchFamily="34" charset="0"/>
                <a:ea typeface="Open Sans" panose="020B0606030504020204" pitchFamily="34" charset="0"/>
                <a:cs typeface="Open Sans" panose="020B0606030504020204" pitchFamily="34" charset="0"/>
              </a:rPr>
              <a:t>SafeHome</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 interfaces. I want it to be intuitive, meaning I don’t want to have to read a manual to use it. </a:t>
            </a:r>
          </a:p>
          <a:p>
            <a:pPr algn="l"/>
            <a:r>
              <a:rPr lang="en-ID" sz="36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Facilitator: </a:t>
            </a:r>
            <a:r>
              <a:rPr lang="en-ID" sz="3600" dirty="0">
                <a:solidFill>
                  <a:srgbClr val="151515"/>
                </a:solidFill>
                <a:latin typeface="Open Sans" panose="020B0606030504020204" pitchFamily="34" charset="0"/>
                <a:ea typeface="Open Sans" panose="020B0606030504020204" pitchFamily="34" charset="0"/>
                <a:cs typeface="Open Sans" panose="020B0606030504020204" pitchFamily="34" charset="0"/>
              </a:rPr>
              <a:t>Good job. Now, let’s go into this function in a bit more detail . . .</a:t>
            </a:r>
          </a:p>
        </p:txBody>
      </p:sp>
    </p:spTree>
    <p:extLst>
      <p:ext uri="{BB962C8B-B14F-4D97-AF65-F5344CB8AC3E}">
        <p14:creationId xmlns:p14="http://schemas.microsoft.com/office/powerpoint/2010/main" val="171350529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FE717-2879-BCEB-CE4B-FB0111A82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D65B8-CE70-2E95-1F2B-5C2A4CA8F9E0}"/>
              </a:ext>
            </a:extLst>
          </p:cNvPr>
          <p:cNvSpPr>
            <a:spLocks noGrp="1"/>
          </p:cNvSpPr>
          <p:nvPr>
            <p:ph type="title"/>
          </p:nvPr>
        </p:nvSpPr>
        <p:spPr/>
        <p:txBody>
          <a:bodyPr>
            <a:normAutofit fontScale="90000"/>
          </a:bodyPr>
          <a:lstStyle/>
          <a:p>
            <a:r>
              <a:rPr lang="en-US" dirty="0"/>
              <a:t>Case Study </a:t>
            </a:r>
            <a:r>
              <a:rPr lang="en-ID" dirty="0"/>
              <a:t>SCENARIO-BASED MODELING</a:t>
            </a:r>
          </a:p>
        </p:txBody>
      </p:sp>
      <p:sp>
        <p:nvSpPr>
          <p:cNvPr id="5" name="Content Placeholder 3">
            <a:extLst>
              <a:ext uri="{FF2B5EF4-FFF2-40B4-BE49-F238E27FC236}">
                <a16:creationId xmlns:a16="http://schemas.microsoft.com/office/drawing/2014/main" id="{00D6D44E-E708-D1A1-22DB-C64B54BEC3B1}"/>
              </a:ext>
            </a:extLst>
          </p:cNvPr>
          <p:cNvSpPr>
            <a:spLocks noGrp="1"/>
          </p:cNvSpPr>
          <p:nvPr>
            <p:ph sz="quarter" idx="11"/>
          </p:nvPr>
        </p:nvSpPr>
        <p:spPr>
          <a:xfrm>
            <a:off x="2167377" y="3223275"/>
            <a:ext cx="20711673" cy="10144382"/>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From Informal to Formal Use Cases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Informal use cases are often sufficient</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Formal use cases are needed when:</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functionality is critical</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interaction is complex</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Many exceptions exist</a:t>
            </a:r>
          </a:p>
          <a:p>
            <a:pPr>
              <a:lnSpc>
                <a:spcPct val="120000"/>
              </a:lnSpc>
              <a:spcBef>
                <a:spcPts val="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Why formalize?</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Clarity</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Precision</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Reviewability</a:t>
            </a:r>
          </a:p>
        </p:txBody>
      </p:sp>
      <p:sp>
        <p:nvSpPr>
          <p:cNvPr id="7" name="Text Placeholder 6">
            <a:extLst>
              <a:ext uri="{FF2B5EF4-FFF2-40B4-BE49-F238E27FC236}">
                <a16:creationId xmlns:a16="http://schemas.microsoft.com/office/drawing/2014/main" id="{EE8824DA-384D-0BF3-6F55-57B771F7D726}"/>
              </a:ext>
            </a:extLst>
          </p:cNvPr>
          <p:cNvSpPr>
            <a:spLocks noGrp="1"/>
          </p:cNvSpPr>
          <p:nvPr>
            <p:ph type="body" sz="quarter" idx="10"/>
          </p:nvPr>
        </p:nvSpPr>
        <p:spPr/>
        <p:txBody>
          <a:bodyPr/>
          <a:lstStyle/>
          <a:p>
            <a:r>
              <a:rPr lang="en-US" dirty="0"/>
              <a:t>Documenting Use Case</a:t>
            </a:r>
            <a:endParaRPr lang="en-ID" dirty="0"/>
          </a:p>
        </p:txBody>
      </p:sp>
    </p:spTree>
    <p:extLst>
      <p:ext uri="{BB962C8B-B14F-4D97-AF65-F5344CB8AC3E}">
        <p14:creationId xmlns:p14="http://schemas.microsoft.com/office/powerpoint/2010/main" val="373920959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F018B-56EA-F70D-35AD-AA6C3EC0E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CA25A-96A4-5B2C-E54F-5D60D31D16C9}"/>
              </a:ext>
            </a:extLst>
          </p:cNvPr>
          <p:cNvSpPr>
            <a:spLocks noGrp="1"/>
          </p:cNvSpPr>
          <p:nvPr>
            <p:ph type="title"/>
          </p:nvPr>
        </p:nvSpPr>
        <p:spPr/>
        <p:txBody>
          <a:bodyPr>
            <a:normAutofit fontScale="90000"/>
          </a:bodyPr>
          <a:lstStyle/>
          <a:p>
            <a:r>
              <a:rPr lang="en-US" dirty="0"/>
              <a:t>Case Study </a:t>
            </a:r>
            <a:r>
              <a:rPr lang="en-ID" dirty="0"/>
              <a:t>SCENARIO-BASED MODELING</a:t>
            </a:r>
          </a:p>
        </p:txBody>
      </p:sp>
      <p:sp>
        <p:nvSpPr>
          <p:cNvPr id="5" name="Content Placeholder 3">
            <a:extLst>
              <a:ext uri="{FF2B5EF4-FFF2-40B4-BE49-F238E27FC236}">
                <a16:creationId xmlns:a16="http://schemas.microsoft.com/office/drawing/2014/main" id="{EAA16259-C161-BDA7-F5BF-F058C8B0636F}"/>
              </a:ext>
            </a:extLst>
          </p:cNvPr>
          <p:cNvSpPr>
            <a:spLocks noGrp="1"/>
          </p:cNvSpPr>
          <p:nvPr>
            <p:ph sz="quarter" idx="11"/>
          </p:nvPr>
        </p:nvSpPr>
        <p:spPr>
          <a:xfrm>
            <a:off x="2167377" y="4026821"/>
            <a:ext cx="20711673" cy="8072997"/>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formal use case typically includes: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Goal in context: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overall purpose</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Precondition: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must be true before starting</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Trigger: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initiates the use case</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Main scenario:</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normal interaction steps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Exceptions: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alternative or error paths</a:t>
            </a:r>
          </a:p>
          <a:p>
            <a:pPr marL="0" indent="0">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Purpose</a:t>
            </a:r>
          </a:p>
          <a:p>
            <a:pPr marL="0" indent="0">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Refines informal scenarios into precise behavior descriptions</a:t>
            </a:r>
          </a:p>
          <a:p>
            <a:pPr marL="0" indent="0">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This structure turns conversations into something engineers can work with.</a:t>
            </a:r>
          </a:p>
        </p:txBody>
      </p:sp>
      <p:sp>
        <p:nvSpPr>
          <p:cNvPr id="7" name="Text Placeholder 6">
            <a:extLst>
              <a:ext uri="{FF2B5EF4-FFF2-40B4-BE49-F238E27FC236}">
                <a16:creationId xmlns:a16="http://schemas.microsoft.com/office/drawing/2014/main" id="{3E82D961-8328-A150-27EB-D741A628E120}"/>
              </a:ext>
            </a:extLst>
          </p:cNvPr>
          <p:cNvSpPr>
            <a:spLocks noGrp="1"/>
          </p:cNvSpPr>
          <p:nvPr>
            <p:ph type="body" sz="quarter" idx="10"/>
          </p:nvPr>
        </p:nvSpPr>
        <p:spPr/>
        <p:txBody>
          <a:bodyPr/>
          <a:lstStyle/>
          <a:p>
            <a:r>
              <a:rPr lang="en-US" dirty="0"/>
              <a:t>Documenting Use Case</a:t>
            </a:r>
            <a:endParaRPr lang="en-ID" dirty="0"/>
          </a:p>
        </p:txBody>
      </p:sp>
    </p:spTree>
    <p:extLst>
      <p:ext uri="{BB962C8B-B14F-4D97-AF65-F5344CB8AC3E}">
        <p14:creationId xmlns:p14="http://schemas.microsoft.com/office/powerpoint/2010/main" val="261289098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D41EE-BC1B-A80B-FF53-D46FC0F5F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FD59D-2FA3-1BA3-E252-6EF5A7B9480E}"/>
              </a:ext>
            </a:extLst>
          </p:cNvPr>
          <p:cNvSpPr>
            <a:spLocks noGrp="1"/>
          </p:cNvSpPr>
          <p:nvPr>
            <p:ph type="title"/>
          </p:nvPr>
        </p:nvSpPr>
        <p:spPr/>
        <p:txBody>
          <a:bodyPr>
            <a:normAutofit fontScale="90000"/>
          </a:bodyPr>
          <a:lstStyle/>
          <a:p>
            <a:r>
              <a:rPr lang="en-US" dirty="0"/>
              <a:t>Case Study </a:t>
            </a:r>
            <a:r>
              <a:rPr lang="en-ID" dirty="0"/>
              <a:t>SCENARIO-BASED MODELING</a:t>
            </a:r>
          </a:p>
        </p:txBody>
      </p:sp>
      <p:sp>
        <p:nvSpPr>
          <p:cNvPr id="5" name="Content Placeholder 3">
            <a:extLst>
              <a:ext uri="{FF2B5EF4-FFF2-40B4-BE49-F238E27FC236}">
                <a16:creationId xmlns:a16="http://schemas.microsoft.com/office/drawing/2014/main" id="{B69A5D45-74AC-AD57-9660-015BD11FDB50}"/>
              </a:ext>
            </a:extLst>
          </p:cNvPr>
          <p:cNvSpPr>
            <a:spLocks noGrp="1"/>
          </p:cNvSpPr>
          <p:nvPr>
            <p:ph sz="quarter" idx="11"/>
          </p:nvPr>
        </p:nvSpPr>
        <p:spPr>
          <a:xfrm>
            <a:off x="12828305" y="3938639"/>
            <a:ext cx="10687050" cy="9018619"/>
          </a:xfrm>
        </p:spPr>
        <p:txBody>
          <a:bodyPr>
            <a:normAutofit lnSpcReduction="10000"/>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the diagram shows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Actor: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Homeowner</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boundary: </a:t>
            </a:r>
            <a:r>
              <a:rPr lang="en-US" sz="36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SafeHome</a:t>
            </a: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Access camera surveillance</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Configure system parameters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Set alarm</a:t>
            </a: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it does NOT show</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Internal logic</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Sequence of steps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Non-functional requirements</a:t>
            </a:r>
          </a:p>
          <a:p>
            <a:pPr marL="0" indent="0">
              <a:lnSpc>
                <a:spcPct val="120000"/>
              </a:lnSpc>
              <a:spcBef>
                <a:spcPts val="0"/>
              </a:spcBef>
              <a:buNone/>
            </a:pP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Diagrams summarize what the system offers, not how it works</a:t>
            </a:r>
          </a:p>
        </p:txBody>
      </p:sp>
      <p:sp>
        <p:nvSpPr>
          <p:cNvPr id="7" name="Text Placeholder 6">
            <a:extLst>
              <a:ext uri="{FF2B5EF4-FFF2-40B4-BE49-F238E27FC236}">
                <a16:creationId xmlns:a16="http://schemas.microsoft.com/office/drawing/2014/main" id="{1F1B0803-B7D3-0EBF-2DEF-5FF892356389}"/>
              </a:ext>
            </a:extLst>
          </p:cNvPr>
          <p:cNvSpPr>
            <a:spLocks noGrp="1"/>
          </p:cNvSpPr>
          <p:nvPr>
            <p:ph type="body" sz="quarter" idx="10"/>
          </p:nvPr>
        </p:nvSpPr>
        <p:spPr/>
        <p:txBody>
          <a:bodyPr/>
          <a:lstStyle/>
          <a:p>
            <a:r>
              <a:rPr lang="en-ID" dirty="0"/>
              <a:t>Use Case Diagram: </a:t>
            </a:r>
            <a:r>
              <a:rPr lang="en-ID" dirty="0" err="1"/>
              <a:t>SafeHome</a:t>
            </a:r>
            <a:endParaRPr lang="en-ID" dirty="0"/>
          </a:p>
        </p:txBody>
      </p:sp>
      <p:pic>
        <p:nvPicPr>
          <p:cNvPr id="3" name="Picture 2">
            <a:extLst>
              <a:ext uri="{FF2B5EF4-FFF2-40B4-BE49-F238E27FC236}">
                <a16:creationId xmlns:a16="http://schemas.microsoft.com/office/drawing/2014/main" id="{9B5EB2FD-4BF6-DBA1-3717-F3607C0941ED}"/>
              </a:ext>
            </a:extLst>
          </p:cNvPr>
          <p:cNvPicPr>
            <a:picLocks noChangeAspect="1"/>
          </p:cNvPicPr>
          <p:nvPr/>
        </p:nvPicPr>
        <p:blipFill>
          <a:blip r:embed="rId2"/>
          <a:stretch>
            <a:fillRect/>
          </a:stretch>
        </p:blipFill>
        <p:spPr>
          <a:xfrm>
            <a:off x="1249202" y="3999598"/>
            <a:ext cx="10687050" cy="7296674"/>
          </a:xfrm>
          <a:prstGeom prst="rect">
            <a:avLst/>
          </a:prstGeom>
        </p:spPr>
      </p:pic>
    </p:spTree>
    <p:extLst>
      <p:ext uri="{BB962C8B-B14F-4D97-AF65-F5344CB8AC3E}">
        <p14:creationId xmlns:p14="http://schemas.microsoft.com/office/powerpoint/2010/main" val="87357604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7F46-DC87-9F64-F0E7-05B3A3E18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5A362-6E39-F9C0-F0D7-B41ED56031D7}"/>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EDE64BAE-4AA1-9652-F0EE-7F431FDCE6E0}"/>
              </a:ext>
            </a:extLst>
          </p:cNvPr>
          <p:cNvSpPr>
            <a:spLocks noGrp="1"/>
          </p:cNvSpPr>
          <p:nvPr>
            <p:ph sz="quarter" idx="11"/>
          </p:nvPr>
        </p:nvSpPr>
        <p:spPr>
          <a:xfrm>
            <a:off x="2167377" y="4030133"/>
            <a:ext cx="20711673" cy="8974667"/>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to identify analysis classes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Start from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usage scenarios / use cases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Perform a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grammatical parse:</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Underline nouns / noun phrases</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Record them in a table</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Note synonyms</a:t>
            </a:r>
          </a:p>
          <a:p>
            <a:pPr marL="609600" lvl="1" indent="0">
              <a:lnSpc>
                <a:spcPct val="120000"/>
              </a:lnSpc>
              <a:spcBef>
                <a:spcPts val="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Class relevance</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Solution space: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required to implement the system</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Problem space: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helps describe the problem only</a:t>
            </a:r>
          </a:p>
        </p:txBody>
      </p:sp>
      <p:sp>
        <p:nvSpPr>
          <p:cNvPr id="7" name="Text Placeholder 6">
            <a:extLst>
              <a:ext uri="{FF2B5EF4-FFF2-40B4-BE49-F238E27FC236}">
                <a16:creationId xmlns:a16="http://schemas.microsoft.com/office/drawing/2014/main" id="{88ED1AA7-D826-3E1F-3876-4AFEACAB0328}"/>
              </a:ext>
            </a:extLst>
          </p:cNvPr>
          <p:cNvSpPr>
            <a:spLocks noGrp="1"/>
          </p:cNvSpPr>
          <p:nvPr>
            <p:ph type="body" sz="quarter" idx="10"/>
          </p:nvPr>
        </p:nvSpPr>
        <p:spPr/>
        <p:txBody>
          <a:bodyPr/>
          <a:lstStyle/>
          <a:p>
            <a:r>
              <a:rPr lang="en-ID" dirty="0"/>
              <a:t>Identifying Analysis Classes</a:t>
            </a:r>
          </a:p>
        </p:txBody>
      </p:sp>
    </p:spTree>
    <p:extLst>
      <p:ext uri="{BB962C8B-B14F-4D97-AF65-F5344CB8AC3E}">
        <p14:creationId xmlns:p14="http://schemas.microsoft.com/office/powerpoint/2010/main" val="240163647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4EB9-55A8-290D-FB12-A9385E10F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37D15-149A-B683-DB96-2FD8AAD42B4C}"/>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7C4F83E6-D605-B24E-8FA4-25F71EF7C310}"/>
              </a:ext>
            </a:extLst>
          </p:cNvPr>
          <p:cNvSpPr>
            <a:spLocks noGrp="1"/>
          </p:cNvSpPr>
          <p:nvPr>
            <p:ph sz="quarter" idx="11"/>
          </p:nvPr>
        </p:nvSpPr>
        <p:spPr>
          <a:xfrm>
            <a:off x="2167377" y="4107119"/>
            <a:ext cx="20828090" cy="8195733"/>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 forms of analysis classes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entities (people, devices, other systems)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Things in the information domain (reports, displays, signals)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Events or occurrences during system operation</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Roles played by users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Organizational units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Places relevant to the system context</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Physical or logical structures (sensors, devices, computers)</a:t>
            </a:r>
          </a:p>
        </p:txBody>
      </p:sp>
      <p:sp>
        <p:nvSpPr>
          <p:cNvPr id="7" name="Text Placeholder 6">
            <a:extLst>
              <a:ext uri="{FF2B5EF4-FFF2-40B4-BE49-F238E27FC236}">
                <a16:creationId xmlns:a16="http://schemas.microsoft.com/office/drawing/2014/main" id="{394F096B-5EE4-525D-6337-6EB030782B47}"/>
              </a:ext>
            </a:extLst>
          </p:cNvPr>
          <p:cNvSpPr>
            <a:spLocks noGrp="1"/>
          </p:cNvSpPr>
          <p:nvPr>
            <p:ph type="body" sz="quarter" idx="10"/>
          </p:nvPr>
        </p:nvSpPr>
        <p:spPr/>
        <p:txBody>
          <a:bodyPr/>
          <a:lstStyle/>
          <a:p>
            <a:r>
              <a:rPr lang="en-ID" dirty="0"/>
              <a:t>Identifying Analysis Classes</a:t>
            </a:r>
          </a:p>
        </p:txBody>
      </p:sp>
    </p:spTree>
    <p:extLst>
      <p:ext uri="{BB962C8B-B14F-4D97-AF65-F5344CB8AC3E}">
        <p14:creationId xmlns:p14="http://schemas.microsoft.com/office/powerpoint/2010/main" val="227017192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2CEC9-7956-C322-CCFC-5449EC050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19A7C-7471-FB83-D18A-7C06C0E57361}"/>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43420548-CB23-89A6-7F4A-1C5343E5B90A}"/>
              </a:ext>
            </a:extLst>
          </p:cNvPr>
          <p:cNvSpPr>
            <a:spLocks noGrp="1"/>
          </p:cNvSpPr>
          <p:nvPr>
            <p:ph sz="quarter" idx="11"/>
          </p:nvPr>
        </p:nvSpPr>
        <p:spPr>
          <a:xfrm>
            <a:off x="2167377" y="4064000"/>
            <a:ext cx="20711673" cy="8940800"/>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Refining Potential Analysis Classes</a:t>
            </a:r>
          </a:p>
          <a:p>
            <a:pPr marL="0" indent="0">
              <a:lnSpc>
                <a:spcPct val="120000"/>
              </a:lnSpc>
              <a:spcBef>
                <a:spcPts val="0"/>
              </a:spcBef>
              <a:buNone/>
            </a:pP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From nouns to potential classes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All nouns from the narrative are listed as potential classes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Each potential class must be evaluated</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Not all potential classes will become analysis classes</a:t>
            </a:r>
          </a:p>
        </p:txBody>
      </p:sp>
      <p:sp>
        <p:nvSpPr>
          <p:cNvPr id="7" name="Text Placeholder 6">
            <a:extLst>
              <a:ext uri="{FF2B5EF4-FFF2-40B4-BE49-F238E27FC236}">
                <a16:creationId xmlns:a16="http://schemas.microsoft.com/office/drawing/2014/main" id="{839E802F-0E71-E2F6-4BAC-07930C567E02}"/>
              </a:ext>
            </a:extLst>
          </p:cNvPr>
          <p:cNvSpPr>
            <a:spLocks noGrp="1"/>
          </p:cNvSpPr>
          <p:nvPr>
            <p:ph type="body" sz="quarter" idx="10"/>
          </p:nvPr>
        </p:nvSpPr>
        <p:spPr/>
        <p:txBody>
          <a:bodyPr/>
          <a:lstStyle/>
          <a:p>
            <a:r>
              <a:rPr lang="en-ID" dirty="0"/>
              <a:t>Identifying Analysis Classes</a:t>
            </a:r>
          </a:p>
        </p:txBody>
      </p:sp>
    </p:spTree>
    <p:extLst>
      <p:ext uri="{BB962C8B-B14F-4D97-AF65-F5344CB8AC3E}">
        <p14:creationId xmlns:p14="http://schemas.microsoft.com/office/powerpoint/2010/main" val="299339344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AF878-5879-1200-11C7-EFF645371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A9DF0-6E29-D2F6-1F65-7C9CD32BA681}"/>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C0DD3798-4ECC-1D15-AB79-7D93F78AD414}"/>
              </a:ext>
            </a:extLst>
          </p:cNvPr>
          <p:cNvSpPr>
            <a:spLocks noGrp="1"/>
          </p:cNvSpPr>
          <p:nvPr>
            <p:ph sz="quarter" idx="11"/>
          </p:nvPr>
        </p:nvSpPr>
        <p:spPr>
          <a:xfrm>
            <a:off x="2167377" y="4064000"/>
            <a:ext cx="20711673" cy="8940800"/>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Selection criteria for analysis classes (Coad &amp; Yourdon)</a:t>
            </a:r>
          </a:p>
          <a:p>
            <a:pPr marL="0" indent="0">
              <a:lnSpc>
                <a:spcPct val="120000"/>
              </a:lnSpc>
              <a:spcBef>
                <a:spcPts val="0"/>
              </a:spcBef>
              <a:buNone/>
            </a:pP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potential class should be included if it has: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Retained information: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system must remember information about it</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Needed services: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It has meaningful operations that change its state</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Multiple attributes: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More than a single simple attribute</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 attributes: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Attributes apply to all instances of the class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 operations: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Operations apply consistently to all instances</a:t>
            </a:r>
          </a:p>
          <a:p>
            <a:pPr>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Essential requirements: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entities that produce or consume essential information</a:t>
            </a:r>
          </a:p>
        </p:txBody>
      </p:sp>
      <p:sp>
        <p:nvSpPr>
          <p:cNvPr id="7" name="Text Placeholder 6">
            <a:extLst>
              <a:ext uri="{FF2B5EF4-FFF2-40B4-BE49-F238E27FC236}">
                <a16:creationId xmlns:a16="http://schemas.microsoft.com/office/drawing/2014/main" id="{721DA3B9-7B84-7B5F-08B6-5736E9352BBF}"/>
              </a:ext>
            </a:extLst>
          </p:cNvPr>
          <p:cNvSpPr>
            <a:spLocks noGrp="1"/>
          </p:cNvSpPr>
          <p:nvPr>
            <p:ph type="body" sz="quarter" idx="10"/>
          </p:nvPr>
        </p:nvSpPr>
        <p:spPr/>
        <p:txBody>
          <a:bodyPr/>
          <a:lstStyle/>
          <a:p>
            <a:r>
              <a:rPr lang="en-ID" dirty="0"/>
              <a:t>Identifying Analysis Classes</a:t>
            </a:r>
          </a:p>
        </p:txBody>
      </p:sp>
    </p:spTree>
    <p:extLst>
      <p:ext uri="{BB962C8B-B14F-4D97-AF65-F5344CB8AC3E}">
        <p14:creationId xmlns:p14="http://schemas.microsoft.com/office/powerpoint/2010/main" val="1241781063"/>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27696-D52D-6277-DFC2-38BB2286D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51C03-E36B-9972-1B82-9A8140880D50}"/>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0EAC25B9-D705-ACA5-8804-BA47D0881439}"/>
              </a:ext>
            </a:extLst>
          </p:cNvPr>
          <p:cNvSpPr>
            <a:spLocks noGrp="1"/>
          </p:cNvSpPr>
          <p:nvPr>
            <p:ph sz="quarter" idx="11"/>
          </p:nvPr>
        </p:nvSpPr>
        <p:spPr>
          <a:xfrm>
            <a:off x="2167377" y="3706661"/>
            <a:ext cx="20711673" cy="1136272"/>
          </a:xfrm>
        </p:spPr>
        <p:txBody>
          <a:bodyPr>
            <a:normAutofit/>
          </a:bodyPr>
          <a:lstStyle/>
          <a:p>
            <a:pPr marL="0" indent="0">
              <a:lnSpc>
                <a:spcPct val="120000"/>
              </a:lnSpc>
              <a:spcBef>
                <a:spcPts val="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Extracting the nouns, we can propose several potential classes:</a:t>
            </a: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 Placeholder 6">
            <a:extLst>
              <a:ext uri="{FF2B5EF4-FFF2-40B4-BE49-F238E27FC236}">
                <a16:creationId xmlns:a16="http://schemas.microsoft.com/office/drawing/2014/main" id="{CE23D2E5-3D57-0619-03C5-68A9A309DFB4}"/>
              </a:ext>
            </a:extLst>
          </p:cNvPr>
          <p:cNvSpPr>
            <a:spLocks noGrp="1"/>
          </p:cNvSpPr>
          <p:nvPr>
            <p:ph type="body" sz="quarter" idx="10"/>
          </p:nvPr>
        </p:nvSpPr>
        <p:spPr>
          <a:xfrm>
            <a:off x="2167377" y="2419728"/>
            <a:ext cx="16120623" cy="1136272"/>
          </a:xfrm>
        </p:spPr>
        <p:txBody>
          <a:bodyPr>
            <a:normAutofit/>
          </a:bodyPr>
          <a:lstStyle/>
          <a:p>
            <a:r>
              <a:rPr lang="en-ID" dirty="0"/>
              <a:t>Identifying Analysis Classes: Case Study </a:t>
            </a:r>
            <a:r>
              <a:rPr lang="en-ID" dirty="0" err="1"/>
              <a:t>SafeHome</a:t>
            </a:r>
            <a:endParaRPr lang="en-ID" dirty="0"/>
          </a:p>
        </p:txBody>
      </p:sp>
      <p:pic>
        <p:nvPicPr>
          <p:cNvPr id="4" name="Picture 3">
            <a:extLst>
              <a:ext uri="{FF2B5EF4-FFF2-40B4-BE49-F238E27FC236}">
                <a16:creationId xmlns:a16="http://schemas.microsoft.com/office/drawing/2014/main" id="{0BD5384C-10F9-26B0-FD14-B35503213493}"/>
              </a:ext>
            </a:extLst>
          </p:cNvPr>
          <p:cNvPicPr>
            <a:picLocks noChangeAspect="1"/>
          </p:cNvPicPr>
          <p:nvPr/>
        </p:nvPicPr>
        <p:blipFill>
          <a:blip r:embed="rId2"/>
          <a:stretch>
            <a:fillRect/>
          </a:stretch>
        </p:blipFill>
        <p:spPr>
          <a:xfrm>
            <a:off x="6647176" y="4993594"/>
            <a:ext cx="11752073" cy="7620483"/>
          </a:xfrm>
          <a:prstGeom prst="rect">
            <a:avLst/>
          </a:prstGeom>
        </p:spPr>
      </p:pic>
    </p:spTree>
    <p:extLst>
      <p:ext uri="{BB962C8B-B14F-4D97-AF65-F5344CB8AC3E}">
        <p14:creationId xmlns:p14="http://schemas.microsoft.com/office/powerpoint/2010/main" val="304236199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BBD5-E668-667A-C494-9BE01DF40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C7320-BC1C-BB60-25BF-BE45A497A756}"/>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FC09A512-284A-4299-9A6C-3D4050EA4D32}"/>
              </a:ext>
            </a:extLst>
          </p:cNvPr>
          <p:cNvSpPr>
            <a:spLocks noGrp="1"/>
          </p:cNvSpPr>
          <p:nvPr>
            <p:ph sz="quarter" idx="11"/>
          </p:nvPr>
        </p:nvSpPr>
        <p:spPr>
          <a:xfrm>
            <a:off x="1523911" y="3706661"/>
            <a:ext cx="8568356" cy="9230406"/>
          </a:xfrm>
        </p:spPr>
        <p:txBody>
          <a:bodyPr>
            <a:normAutofit/>
          </a:bodyPr>
          <a:lstStyle/>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Each potential class is evaluated against the selection characteristics.</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Rejection does not mean “unimportant”</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Some rejected classes become:</a:t>
            </a:r>
          </a:p>
          <a:p>
            <a:pPr lvl="1">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Attributes of accepted classes</a:t>
            </a:r>
          </a:p>
          <a:p>
            <a:pPr lvl="2">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number, type → attributes of Sensor</a:t>
            </a:r>
          </a:p>
          <a:p>
            <a:pPr lvl="2">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master password, telephone number → attributes of System</a:t>
            </a:r>
          </a:p>
          <a:p>
            <a:pPr>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Decisions are not final: Classes may be revised later as understanding improves</a:t>
            </a:r>
          </a:p>
        </p:txBody>
      </p:sp>
      <p:sp>
        <p:nvSpPr>
          <p:cNvPr id="7" name="Text Placeholder 6">
            <a:extLst>
              <a:ext uri="{FF2B5EF4-FFF2-40B4-BE49-F238E27FC236}">
                <a16:creationId xmlns:a16="http://schemas.microsoft.com/office/drawing/2014/main" id="{D8905205-43C2-3697-4CA5-9BBF2151FAF9}"/>
              </a:ext>
            </a:extLst>
          </p:cNvPr>
          <p:cNvSpPr>
            <a:spLocks noGrp="1"/>
          </p:cNvSpPr>
          <p:nvPr>
            <p:ph type="body" sz="quarter" idx="10"/>
          </p:nvPr>
        </p:nvSpPr>
        <p:spPr>
          <a:xfrm>
            <a:off x="2167377" y="2419728"/>
            <a:ext cx="20711673" cy="1136272"/>
          </a:xfrm>
        </p:spPr>
        <p:txBody>
          <a:bodyPr>
            <a:normAutofit/>
          </a:bodyPr>
          <a:lstStyle/>
          <a:p>
            <a:r>
              <a:rPr lang="en-ID" dirty="0"/>
              <a:t>Identifying Analysis Classes: </a:t>
            </a:r>
            <a:r>
              <a:rPr lang="en-US" dirty="0"/>
              <a:t>Evaluating Potential Classes (</a:t>
            </a:r>
            <a:r>
              <a:rPr lang="en-US" dirty="0" err="1"/>
              <a:t>SafeHome</a:t>
            </a:r>
            <a:r>
              <a:rPr lang="en-US" dirty="0"/>
              <a:t> Example)</a:t>
            </a:r>
            <a:endParaRPr lang="en-ID" dirty="0"/>
          </a:p>
        </p:txBody>
      </p:sp>
      <p:pic>
        <p:nvPicPr>
          <p:cNvPr id="6" name="Picture 5">
            <a:extLst>
              <a:ext uri="{FF2B5EF4-FFF2-40B4-BE49-F238E27FC236}">
                <a16:creationId xmlns:a16="http://schemas.microsoft.com/office/drawing/2014/main" id="{9E7D3F32-2F27-E534-D15F-CFD3683B2534}"/>
              </a:ext>
            </a:extLst>
          </p:cNvPr>
          <p:cNvPicPr>
            <a:picLocks noChangeAspect="1"/>
          </p:cNvPicPr>
          <p:nvPr/>
        </p:nvPicPr>
        <p:blipFill>
          <a:blip r:embed="rId3"/>
          <a:stretch>
            <a:fillRect/>
          </a:stretch>
        </p:blipFill>
        <p:spPr>
          <a:xfrm>
            <a:off x="10399350" y="3704784"/>
            <a:ext cx="12545450" cy="7591488"/>
          </a:xfrm>
          <a:prstGeom prst="rect">
            <a:avLst/>
          </a:prstGeom>
        </p:spPr>
      </p:pic>
    </p:spTree>
    <p:extLst>
      <p:ext uri="{BB962C8B-B14F-4D97-AF65-F5344CB8AC3E}">
        <p14:creationId xmlns:p14="http://schemas.microsoft.com/office/powerpoint/2010/main" val="293753927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AB1CA-78EE-17D2-F38A-CA2D84112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EABA5-285A-4BE1-DEAD-AFD21E5B14C5}"/>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42A4443C-D9F1-1850-5E79-266C354A3B40}"/>
              </a:ext>
            </a:extLst>
          </p:cNvPr>
          <p:cNvSpPr>
            <a:spLocks noGrp="1"/>
          </p:cNvSpPr>
          <p:nvPr>
            <p:ph sz="quarter" idx="11"/>
          </p:nvPr>
        </p:nvSpPr>
        <p:spPr>
          <a:xfrm>
            <a:off x="2167377" y="3237738"/>
            <a:ext cx="12395290" cy="10478262"/>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are attributes?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Attributes describe the state of a class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They clarify what the class means in the problem </a:t>
            </a: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 System class (</a:t>
            </a: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SafeHome</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marL="0" indent="0">
              <a:lnSpc>
                <a:spcPct val="120000"/>
              </a:lnSpc>
              <a:spcBef>
                <a:spcPts val="0"/>
              </a:spcBef>
              <a:buNone/>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Composite attributes: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Identification information</a:t>
            </a: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systemId</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verificationPhoneNumber</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systemStatus</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Alarm response information</a:t>
            </a: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delayTime</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telephoneNumber</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Activation / deactivation information</a:t>
            </a: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masterPassword</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temporaryPassword</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lvl="1">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numberTries</a:t>
            </a: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Design note: </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Items associated multiple times (e.g., Sensors) are modeled as separate classes, not attributes</a:t>
            </a:r>
          </a:p>
        </p:txBody>
      </p:sp>
      <p:sp>
        <p:nvSpPr>
          <p:cNvPr id="7" name="Text Placeholder 6">
            <a:extLst>
              <a:ext uri="{FF2B5EF4-FFF2-40B4-BE49-F238E27FC236}">
                <a16:creationId xmlns:a16="http://schemas.microsoft.com/office/drawing/2014/main" id="{FE44A33C-3E0F-29BD-5589-204942242C23}"/>
              </a:ext>
            </a:extLst>
          </p:cNvPr>
          <p:cNvSpPr>
            <a:spLocks noGrp="1"/>
          </p:cNvSpPr>
          <p:nvPr>
            <p:ph type="body" sz="quarter" idx="10"/>
          </p:nvPr>
        </p:nvSpPr>
        <p:spPr>
          <a:xfrm>
            <a:off x="2167377" y="2419728"/>
            <a:ext cx="20711673" cy="1136272"/>
          </a:xfrm>
        </p:spPr>
        <p:txBody>
          <a:bodyPr>
            <a:normAutofit/>
          </a:bodyPr>
          <a:lstStyle/>
          <a:p>
            <a:r>
              <a:rPr lang="en-ID" dirty="0"/>
              <a:t>Defining Class Attributes</a:t>
            </a:r>
          </a:p>
        </p:txBody>
      </p:sp>
      <p:pic>
        <p:nvPicPr>
          <p:cNvPr id="4" name="Picture 3">
            <a:extLst>
              <a:ext uri="{FF2B5EF4-FFF2-40B4-BE49-F238E27FC236}">
                <a16:creationId xmlns:a16="http://schemas.microsoft.com/office/drawing/2014/main" id="{AB3F7848-68BB-D223-C299-F4427175B2EA}"/>
              </a:ext>
            </a:extLst>
          </p:cNvPr>
          <p:cNvPicPr>
            <a:picLocks noChangeAspect="1"/>
          </p:cNvPicPr>
          <p:nvPr/>
        </p:nvPicPr>
        <p:blipFill>
          <a:blip r:embed="rId3"/>
          <a:srcRect l="1511"/>
          <a:stretch>
            <a:fillRect/>
          </a:stretch>
        </p:blipFill>
        <p:spPr>
          <a:xfrm>
            <a:off x="15067279" y="3237738"/>
            <a:ext cx="6404277" cy="9753734"/>
          </a:xfrm>
          <a:prstGeom prst="rect">
            <a:avLst/>
          </a:prstGeom>
          <a:ln>
            <a:solidFill>
              <a:schemeClr val="bg2">
                <a:lumMod val="10000"/>
              </a:schemeClr>
            </a:solidFill>
          </a:ln>
        </p:spPr>
      </p:pic>
    </p:spTree>
    <p:extLst>
      <p:ext uri="{BB962C8B-B14F-4D97-AF65-F5344CB8AC3E}">
        <p14:creationId xmlns:p14="http://schemas.microsoft.com/office/powerpoint/2010/main" val="233983439"/>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7ACCF-4537-7753-C12D-153CB6FCD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67D8F-8868-C6D5-0328-FD2A8F7F38A0}"/>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5" name="Content Placeholder 3">
            <a:extLst>
              <a:ext uri="{FF2B5EF4-FFF2-40B4-BE49-F238E27FC236}">
                <a16:creationId xmlns:a16="http://schemas.microsoft.com/office/drawing/2014/main" id="{6C1F2CE7-03FA-E7AD-2C15-F9E18387BAFB}"/>
              </a:ext>
            </a:extLst>
          </p:cNvPr>
          <p:cNvSpPr>
            <a:spLocks noGrp="1"/>
          </p:cNvSpPr>
          <p:nvPr>
            <p:ph sz="quarter" idx="11"/>
          </p:nvPr>
        </p:nvSpPr>
        <p:spPr>
          <a:xfrm>
            <a:off x="2167377" y="3237738"/>
            <a:ext cx="12395290" cy="10478262"/>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are operations?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Operations define the behavior of a class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They act on:</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Attributes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Associations with other classes</a:t>
            </a: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 operation categories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Data manipulation (add, delete, update)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Computation</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State inquiry</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 monitoring</a:t>
            </a: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 System class operations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program()</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display()</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reset()</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query()</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arm()</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disarm()</a:t>
            </a:r>
          </a:p>
        </p:txBody>
      </p:sp>
      <p:sp>
        <p:nvSpPr>
          <p:cNvPr id="7" name="Text Placeholder 6">
            <a:extLst>
              <a:ext uri="{FF2B5EF4-FFF2-40B4-BE49-F238E27FC236}">
                <a16:creationId xmlns:a16="http://schemas.microsoft.com/office/drawing/2014/main" id="{8149A84B-E943-6C33-9033-ED2A6DA93A90}"/>
              </a:ext>
            </a:extLst>
          </p:cNvPr>
          <p:cNvSpPr>
            <a:spLocks noGrp="1"/>
          </p:cNvSpPr>
          <p:nvPr>
            <p:ph type="body" sz="quarter" idx="10"/>
          </p:nvPr>
        </p:nvSpPr>
        <p:spPr>
          <a:xfrm>
            <a:off x="2167377" y="2419728"/>
            <a:ext cx="20711673" cy="1136272"/>
          </a:xfrm>
        </p:spPr>
        <p:txBody>
          <a:bodyPr>
            <a:normAutofit/>
          </a:bodyPr>
          <a:lstStyle/>
          <a:p>
            <a:r>
              <a:rPr lang="en-ID" dirty="0"/>
              <a:t>Defining Class Attributes</a:t>
            </a:r>
          </a:p>
        </p:txBody>
      </p:sp>
      <p:pic>
        <p:nvPicPr>
          <p:cNvPr id="4" name="Picture 3">
            <a:extLst>
              <a:ext uri="{FF2B5EF4-FFF2-40B4-BE49-F238E27FC236}">
                <a16:creationId xmlns:a16="http://schemas.microsoft.com/office/drawing/2014/main" id="{C9DB578A-DA4A-FE09-058C-1911DE5515A8}"/>
              </a:ext>
            </a:extLst>
          </p:cNvPr>
          <p:cNvPicPr>
            <a:picLocks noChangeAspect="1"/>
          </p:cNvPicPr>
          <p:nvPr/>
        </p:nvPicPr>
        <p:blipFill>
          <a:blip r:embed="rId3"/>
          <a:srcRect l="1511"/>
          <a:stretch>
            <a:fillRect/>
          </a:stretch>
        </p:blipFill>
        <p:spPr>
          <a:xfrm>
            <a:off x="15067279" y="3237738"/>
            <a:ext cx="6404277" cy="9753734"/>
          </a:xfrm>
          <a:prstGeom prst="rect">
            <a:avLst/>
          </a:prstGeom>
          <a:ln>
            <a:solidFill>
              <a:schemeClr val="bg2">
                <a:lumMod val="10000"/>
              </a:schemeClr>
            </a:solidFill>
          </a:ln>
        </p:spPr>
      </p:pic>
    </p:spTree>
    <p:extLst>
      <p:ext uri="{BB962C8B-B14F-4D97-AF65-F5344CB8AC3E}">
        <p14:creationId xmlns:p14="http://schemas.microsoft.com/office/powerpoint/2010/main" val="160819276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16F71-B0E1-6236-8728-186C27E7A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AE87F-031B-DC28-87F6-1368B53C1955}"/>
              </a:ext>
            </a:extLst>
          </p:cNvPr>
          <p:cNvSpPr>
            <a:spLocks noGrp="1"/>
          </p:cNvSpPr>
          <p:nvPr>
            <p:ph type="title"/>
          </p:nvPr>
        </p:nvSpPr>
        <p:spPr/>
        <p:txBody>
          <a:bodyPr>
            <a:normAutofit fontScale="90000"/>
          </a:bodyPr>
          <a:lstStyle/>
          <a:p>
            <a:r>
              <a:rPr lang="en-ID" b="0" dirty="0"/>
              <a:t>Class-Based </a:t>
            </a:r>
            <a:r>
              <a:rPr lang="en-ID" b="0" dirty="0" err="1"/>
              <a:t>Modeling</a:t>
            </a:r>
            <a:endParaRPr lang="en-ID" dirty="0"/>
          </a:p>
        </p:txBody>
      </p:sp>
      <p:sp>
        <p:nvSpPr>
          <p:cNvPr id="7" name="Text Placeholder 6">
            <a:extLst>
              <a:ext uri="{FF2B5EF4-FFF2-40B4-BE49-F238E27FC236}">
                <a16:creationId xmlns:a16="http://schemas.microsoft.com/office/drawing/2014/main" id="{BD2AE84A-4CFA-2FB4-7A66-5AE144BDA97F}"/>
              </a:ext>
            </a:extLst>
          </p:cNvPr>
          <p:cNvSpPr>
            <a:spLocks noGrp="1"/>
          </p:cNvSpPr>
          <p:nvPr>
            <p:ph type="body" sz="quarter" idx="10"/>
          </p:nvPr>
        </p:nvSpPr>
        <p:spPr>
          <a:xfrm>
            <a:off x="2167377" y="2419728"/>
            <a:ext cx="20711673" cy="1136272"/>
          </a:xfrm>
        </p:spPr>
        <p:txBody>
          <a:bodyPr>
            <a:normAutofit/>
          </a:bodyPr>
          <a:lstStyle/>
          <a:p>
            <a:r>
              <a:rPr lang="en-ID" dirty="0"/>
              <a:t>UML Class Model</a:t>
            </a:r>
          </a:p>
        </p:txBody>
      </p:sp>
      <p:pic>
        <p:nvPicPr>
          <p:cNvPr id="9" name="Picture 8">
            <a:extLst>
              <a:ext uri="{FF2B5EF4-FFF2-40B4-BE49-F238E27FC236}">
                <a16:creationId xmlns:a16="http://schemas.microsoft.com/office/drawing/2014/main" id="{F31F80F7-F0C2-52D1-BEF1-7CB23A54B05F}"/>
              </a:ext>
            </a:extLst>
          </p:cNvPr>
          <p:cNvPicPr>
            <a:picLocks noChangeAspect="1"/>
          </p:cNvPicPr>
          <p:nvPr/>
        </p:nvPicPr>
        <p:blipFill>
          <a:blip r:embed="rId3"/>
          <a:stretch>
            <a:fillRect/>
          </a:stretch>
        </p:blipFill>
        <p:spPr>
          <a:xfrm>
            <a:off x="11775525" y="537567"/>
            <a:ext cx="10214841" cy="12640866"/>
          </a:xfrm>
          <a:prstGeom prst="rect">
            <a:avLst/>
          </a:prstGeom>
        </p:spPr>
      </p:pic>
      <p:sp>
        <p:nvSpPr>
          <p:cNvPr id="10" name="Content Placeholder 3">
            <a:extLst>
              <a:ext uri="{FF2B5EF4-FFF2-40B4-BE49-F238E27FC236}">
                <a16:creationId xmlns:a16="http://schemas.microsoft.com/office/drawing/2014/main" id="{9AAD58E6-A213-4537-26CB-F7B1B7E7B0F5}"/>
              </a:ext>
            </a:extLst>
          </p:cNvPr>
          <p:cNvSpPr>
            <a:spLocks noGrp="1"/>
          </p:cNvSpPr>
          <p:nvPr>
            <p:ph sz="quarter" idx="11"/>
          </p:nvPr>
        </p:nvSpPr>
        <p:spPr>
          <a:xfrm>
            <a:off x="2167377" y="3237738"/>
            <a:ext cx="9018783" cy="10478262"/>
          </a:xfrm>
        </p:spPr>
        <p:txBody>
          <a:bodyPr>
            <a:noAutofit/>
          </a:bodyPr>
          <a:lstStyle/>
          <a:p>
            <a:pPr marL="0" indent="0" algn="just">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Purpose: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Represents the structural relationships among classes in the </a:t>
            </a: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SafeHome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floor-plan and camera subsystem.</a:t>
            </a:r>
          </a:p>
          <a:p>
            <a:pPr marL="0" indent="0" algn="just">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Key Relationship to Notice</a:t>
            </a:r>
          </a:p>
          <a:p>
            <a:pPr marL="0" indent="0" algn="just">
              <a:lnSpc>
                <a:spcPct val="120000"/>
              </a:lnSpc>
              <a:spcBef>
                <a:spcPts val="0"/>
              </a:spcBef>
              <a:buNone/>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a:t>
            </a: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FloorPlan</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class is defined by identifying a set of associations between </a:t>
            </a: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FloorPlan</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and two other classes, Camera and Wall. The class Wall is associated with three classes that allow a wall to be constructed, </a:t>
            </a: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WallSegment</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Window, and Door.</a:t>
            </a:r>
          </a:p>
          <a:p>
            <a:pPr marL="0" indent="0" algn="just">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Design Decisions Reflected in the Model</a:t>
            </a:r>
          </a:p>
          <a:p>
            <a:pPr algn="just">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Physical objects are modeled as classes</a:t>
            </a:r>
          </a:p>
          <a:p>
            <a:pPr algn="just">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Repeated structures are separated into reusable components</a:t>
            </a:r>
          </a:p>
          <a:p>
            <a:pPr algn="just">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Geometry and display behavior are encapsulated in each class</a:t>
            </a:r>
          </a:p>
          <a:p>
            <a:pPr algn="just">
              <a:lnSpc>
                <a:spcPct val="120000"/>
              </a:lnSpc>
              <a:spcBef>
                <a:spcPts val="0"/>
              </a:spcBef>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lnSpc>
                <a:spcPct val="120000"/>
              </a:lnSpc>
              <a:spcBef>
                <a:spcPts val="0"/>
              </a:spcBef>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lnSpc>
                <a:spcPct val="120000"/>
              </a:lnSpc>
              <a:spcBef>
                <a:spcPts val="0"/>
              </a:spcBef>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lnSpc>
                <a:spcPct val="120000"/>
              </a:lnSpc>
              <a:spcBef>
                <a:spcPts val="0"/>
              </a:spcBef>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15774990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75F2D-D7F9-28E7-19E9-915960D27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25B46-98FA-2D38-A8C9-82D2FA5FFA2C}"/>
              </a:ext>
            </a:extLst>
          </p:cNvPr>
          <p:cNvSpPr>
            <a:spLocks noGrp="1"/>
          </p:cNvSpPr>
          <p:nvPr>
            <p:ph type="title"/>
          </p:nvPr>
        </p:nvSpPr>
        <p:spPr/>
        <p:txBody>
          <a:bodyPr>
            <a:normAutofit fontScale="90000"/>
          </a:bodyPr>
          <a:lstStyle/>
          <a:p>
            <a:r>
              <a:rPr lang="en-ID" b="0" dirty="0"/>
              <a:t>Functional </a:t>
            </a:r>
            <a:r>
              <a:rPr lang="en-ID" b="0" dirty="0" err="1"/>
              <a:t>Modeling</a:t>
            </a:r>
            <a:endParaRPr lang="en-ID" dirty="0"/>
          </a:p>
        </p:txBody>
      </p:sp>
      <p:sp>
        <p:nvSpPr>
          <p:cNvPr id="6" name="Text Placeholder 5">
            <a:extLst>
              <a:ext uri="{FF2B5EF4-FFF2-40B4-BE49-F238E27FC236}">
                <a16:creationId xmlns:a16="http://schemas.microsoft.com/office/drawing/2014/main" id="{BD9A3B90-9C11-6968-ECDE-3788065E11B5}"/>
              </a:ext>
            </a:extLst>
          </p:cNvPr>
          <p:cNvSpPr>
            <a:spLocks noGrp="1"/>
          </p:cNvSpPr>
          <p:nvPr>
            <p:ph type="body" sz="quarter" idx="10"/>
          </p:nvPr>
        </p:nvSpPr>
        <p:spPr/>
        <p:txBody>
          <a:bodyPr/>
          <a:lstStyle/>
          <a:p>
            <a:endParaRPr lang="en-ID"/>
          </a:p>
        </p:txBody>
      </p:sp>
      <p:sp>
        <p:nvSpPr>
          <p:cNvPr id="9" name="TextBox 8">
            <a:extLst>
              <a:ext uri="{FF2B5EF4-FFF2-40B4-BE49-F238E27FC236}">
                <a16:creationId xmlns:a16="http://schemas.microsoft.com/office/drawing/2014/main" id="{78060087-2168-3B06-CD23-1EA070671AF7}"/>
              </a:ext>
            </a:extLst>
          </p:cNvPr>
          <p:cNvSpPr txBox="1"/>
          <p:nvPr/>
        </p:nvSpPr>
        <p:spPr>
          <a:xfrm>
            <a:off x="2167376" y="3814861"/>
            <a:ext cx="20022064" cy="74789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l">
              <a:buNone/>
            </a:pPr>
            <a:r>
              <a:rPr lang="en-US" sz="32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What functional modeling addresses</a:t>
            </a:r>
          </a:p>
          <a:p>
            <a:pPr marL="457200"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Describes what processing the system performs</a:t>
            </a:r>
          </a:p>
          <a:p>
            <a:pPr marL="457200"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Focuses on behavior, not structure</a:t>
            </a:r>
          </a:p>
          <a:p>
            <a:pPr marL="0" indent="0" algn="l">
              <a:buNone/>
            </a:pPr>
            <a:endParaRPr lang="en-US" sz="3200" b="1" dirty="0">
              <a:solidFill>
                <a:srgbClr val="151515"/>
              </a:solidFill>
              <a:latin typeface="Open Sans" panose="020B0606030504020204" pitchFamily="34" charset="0"/>
              <a:ea typeface="Open Sans" panose="020B0606030504020204" pitchFamily="34" charset="0"/>
              <a:cs typeface="Open Sans" panose="020B0606030504020204" pitchFamily="34" charset="0"/>
            </a:endParaRPr>
          </a:p>
          <a:p>
            <a:pPr marL="0" indent="0" algn="l">
              <a:buNone/>
            </a:pPr>
            <a:r>
              <a:rPr lang="en-US" sz="32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Two levels of functional abstraction</a:t>
            </a:r>
          </a:p>
          <a:p>
            <a:pPr marL="514350" indent="-514350" algn="l">
              <a:buFont typeface="+mj-lt"/>
              <a:buAutoNum type="arabicPeriod"/>
            </a:pPr>
            <a:r>
              <a:rPr lang="en-US" sz="32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User-observable functionality</a:t>
            </a:r>
          </a:p>
          <a:p>
            <a:pPr marL="457200" lvl="2"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Functions initiated directly by users</a:t>
            </a:r>
          </a:p>
          <a:p>
            <a:pPr marL="457200" lvl="2"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What the user sees as system behavior</a:t>
            </a:r>
          </a:p>
          <a:p>
            <a:pPr marL="457200" lvl="2"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Example: calculating a mortgage payment</a:t>
            </a:r>
          </a:p>
          <a:p>
            <a:pPr marL="514350" indent="-514350" algn="l">
              <a:buFont typeface="+mj-lt"/>
              <a:buAutoNum type="arabicPeriod"/>
            </a:pPr>
            <a:r>
              <a:rPr lang="en-US" sz="32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Class-level operations</a:t>
            </a:r>
          </a:p>
          <a:p>
            <a:pPr marL="457200"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Operations inside analysis classes</a:t>
            </a:r>
          </a:p>
          <a:p>
            <a:pPr marL="457200"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Manipulate attributes and support collaboration between classes</a:t>
            </a:r>
          </a:p>
          <a:p>
            <a:pPr marL="457200" indent="-457200" algn="l">
              <a:buFont typeface="Arial" panose="020B0604020202020204" pitchFamily="34" charset="0"/>
              <a:buChar char="•"/>
            </a:pPr>
            <a:r>
              <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rPr>
              <a:t>Implement user-visible functions internally</a:t>
            </a:r>
          </a:p>
          <a:p>
            <a:pPr algn="l"/>
            <a:endParaRPr lang="en-US" sz="3200" dirty="0">
              <a:solidFill>
                <a:srgbClr val="151515"/>
              </a:solidFill>
              <a:latin typeface="Open Sans" panose="020B0606030504020204" pitchFamily="34" charset="0"/>
              <a:ea typeface="Open Sans" panose="020B0606030504020204" pitchFamily="34" charset="0"/>
              <a:cs typeface="Open Sans" panose="020B0606030504020204" pitchFamily="34" charset="0"/>
            </a:endParaRPr>
          </a:p>
          <a:p>
            <a:pPr algn="l"/>
            <a:r>
              <a:rPr lang="en-US" sz="3200" b="1" dirty="0">
                <a:solidFill>
                  <a:srgbClr val="151515"/>
                </a:solidFill>
                <a:latin typeface="Open Sans" panose="020B0606030504020204" pitchFamily="34" charset="0"/>
                <a:ea typeface="Open Sans" panose="020B0606030504020204" pitchFamily="34" charset="0"/>
                <a:cs typeface="Open Sans" panose="020B0606030504020204" pitchFamily="34" charset="0"/>
              </a:rPr>
              <a:t>Functional modeling connects what users experience with how the system performs it internally.</a:t>
            </a:r>
          </a:p>
        </p:txBody>
      </p:sp>
    </p:spTree>
    <p:extLst>
      <p:ext uri="{BB962C8B-B14F-4D97-AF65-F5344CB8AC3E}">
        <p14:creationId xmlns:p14="http://schemas.microsoft.com/office/powerpoint/2010/main" val="121089098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FFCD-CFC5-E0A6-6A16-EC696DE8A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6434A-0C61-C684-81F5-C303AF15EA34}"/>
              </a:ext>
            </a:extLst>
          </p:cNvPr>
          <p:cNvSpPr>
            <a:spLocks noGrp="1"/>
          </p:cNvSpPr>
          <p:nvPr>
            <p:ph type="title"/>
          </p:nvPr>
        </p:nvSpPr>
        <p:spPr/>
        <p:txBody>
          <a:bodyPr>
            <a:normAutofit fontScale="90000"/>
          </a:bodyPr>
          <a:lstStyle/>
          <a:p>
            <a:r>
              <a:rPr lang="en-ID" b="0" dirty="0"/>
              <a:t>Functional </a:t>
            </a:r>
            <a:r>
              <a:rPr lang="en-ID" b="0" dirty="0" err="1"/>
              <a:t>Modeling</a:t>
            </a:r>
            <a:endParaRPr lang="en-ID" dirty="0"/>
          </a:p>
        </p:txBody>
      </p:sp>
      <p:sp>
        <p:nvSpPr>
          <p:cNvPr id="5" name="Content Placeholder 3">
            <a:extLst>
              <a:ext uri="{FF2B5EF4-FFF2-40B4-BE49-F238E27FC236}">
                <a16:creationId xmlns:a16="http://schemas.microsoft.com/office/drawing/2014/main" id="{D45041CA-C565-173F-5EE0-79B0634C8958}"/>
              </a:ext>
            </a:extLst>
          </p:cNvPr>
          <p:cNvSpPr>
            <a:spLocks noGrp="1"/>
          </p:cNvSpPr>
          <p:nvPr>
            <p:ph sz="quarter" idx="11"/>
          </p:nvPr>
        </p:nvSpPr>
        <p:spPr>
          <a:xfrm>
            <a:off x="2167377" y="3237738"/>
            <a:ext cx="12395290" cy="10478262"/>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Procedural view of functionality</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Describes how processing flows inside the system</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Focuses on steps, decisions, and parallel activities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Independent of implementation details</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UML Activity Diagram</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Used to represent processing logic graphically</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Supplements use cases by showing:</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Flow of actions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Decision points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Possible parallel behavior</a:t>
            </a:r>
          </a:p>
          <a:p>
            <a:pPr marL="0" indent="0">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Analysis-level guideline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activity diagrams only when functionality is complex</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Avoid over-modeling simple interactions</a:t>
            </a:r>
          </a:p>
        </p:txBody>
      </p:sp>
      <p:sp>
        <p:nvSpPr>
          <p:cNvPr id="7" name="Text Placeholder 6">
            <a:extLst>
              <a:ext uri="{FF2B5EF4-FFF2-40B4-BE49-F238E27FC236}">
                <a16:creationId xmlns:a16="http://schemas.microsoft.com/office/drawing/2014/main" id="{F2B28F1C-AA16-22ED-3A28-25D19244EC7E}"/>
              </a:ext>
            </a:extLst>
          </p:cNvPr>
          <p:cNvSpPr>
            <a:spLocks noGrp="1"/>
          </p:cNvSpPr>
          <p:nvPr>
            <p:ph type="body" sz="quarter" idx="10"/>
          </p:nvPr>
        </p:nvSpPr>
        <p:spPr>
          <a:xfrm>
            <a:off x="2167377" y="2419728"/>
            <a:ext cx="20711673" cy="1136272"/>
          </a:xfrm>
        </p:spPr>
        <p:txBody>
          <a:bodyPr>
            <a:normAutofit/>
          </a:bodyPr>
          <a:lstStyle/>
          <a:p>
            <a:r>
              <a:rPr lang="en-ID" dirty="0"/>
              <a:t>A Procedural View</a:t>
            </a:r>
          </a:p>
        </p:txBody>
      </p:sp>
    </p:spTree>
    <p:extLst>
      <p:ext uri="{BB962C8B-B14F-4D97-AF65-F5344CB8AC3E}">
        <p14:creationId xmlns:p14="http://schemas.microsoft.com/office/powerpoint/2010/main" val="4147388630"/>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B08B-1898-15D6-E756-5D7888C49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EB1B1-70A4-7122-9957-1C988ECB7B0C}"/>
              </a:ext>
            </a:extLst>
          </p:cNvPr>
          <p:cNvSpPr>
            <a:spLocks noGrp="1"/>
          </p:cNvSpPr>
          <p:nvPr>
            <p:ph type="title"/>
          </p:nvPr>
        </p:nvSpPr>
        <p:spPr/>
        <p:txBody>
          <a:bodyPr>
            <a:normAutofit fontScale="90000"/>
          </a:bodyPr>
          <a:lstStyle/>
          <a:p>
            <a:r>
              <a:rPr lang="en-ID" b="0" dirty="0"/>
              <a:t>Functional </a:t>
            </a:r>
            <a:r>
              <a:rPr lang="en-ID" b="0" dirty="0" err="1"/>
              <a:t>Modeling</a:t>
            </a:r>
            <a:endParaRPr lang="en-ID" dirty="0"/>
          </a:p>
        </p:txBody>
      </p:sp>
      <p:sp>
        <p:nvSpPr>
          <p:cNvPr id="5" name="Content Placeholder 3">
            <a:extLst>
              <a:ext uri="{FF2B5EF4-FFF2-40B4-BE49-F238E27FC236}">
                <a16:creationId xmlns:a16="http://schemas.microsoft.com/office/drawing/2014/main" id="{13F74496-64CD-5C0B-2170-044FFFC4D3BF}"/>
              </a:ext>
            </a:extLst>
          </p:cNvPr>
          <p:cNvSpPr>
            <a:spLocks noGrp="1"/>
          </p:cNvSpPr>
          <p:nvPr>
            <p:ph sz="quarter" idx="11"/>
          </p:nvPr>
        </p:nvSpPr>
        <p:spPr>
          <a:xfrm>
            <a:off x="2167377" y="3237738"/>
            <a:ext cx="12395290" cy="10478262"/>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 </a:t>
            </a: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takeControlOfCamera</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operation</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the diagram shows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Start and end of processing</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Decision: camera in use or not</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Conditional logic:</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Request camera lock</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Handle lock availability</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Report current camera user if locked</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Supporting operations</a:t>
            </a:r>
          </a:p>
          <a:p>
            <a:pPr>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requestCameraLock</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nSpc>
                <a:spcPct val="120000"/>
              </a:lnSpc>
              <a:spcBef>
                <a:spcPts val="0"/>
              </a:spcBef>
            </a:pP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getCurrentCameraUser</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is intentionally excluded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Communication protocols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Interface details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Implementation logic</a:t>
            </a:r>
          </a:p>
        </p:txBody>
      </p:sp>
      <p:sp>
        <p:nvSpPr>
          <p:cNvPr id="7" name="Text Placeholder 6">
            <a:extLst>
              <a:ext uri="{FF2B5EF4-FFF2-40B4-BE49-F238E27FC236}">
                <a16:creationId xmlns:a16="http://schemas.microsoft.com/office/drawing/2014/main" id="{2C3B99F7-4269-7694-22AF-F3681A1F812B}"/>
              </a:ext>
            </a:extLst>
          </p:cNvPr>
          <p:cNvSpPr>
            <a:spLocks noGrp="1"/>
          </p:cNvSpPr>
          <p:nvPr>
            <p:ph type="body" sz="quarter" idx="10"/>
          </p:nvPr>
        </p:nvSpPr>
        <p:spPr>
          <a:xfrm>
            <a:off x="2167377" y="2419728"/>
            <a:ext cx="20711673" cy="1136272"/>
          </a:xfrm>
        </p:spPr>
        <p:txBody>
          <a:bodyPr>
            <a:normAutofit/>
          </a:bodyPr>
          <a:lstStyle/>
          <a:p>
            <a:r>
              <a:rPr lang="en-ID" dirty="0"/>
              <a:t>A Procedural View</a:t>
            </a:r>
          </a:p>
        </p:txBody>
      </p:sp>
      <p:pic>
        <p:nvPicPr>
          <p:cNvPr id="4" name="Picture 3">
            <a:extLst>
              <a:ext uri="{FF2B5EF4-FFF2-40B4-BE49-F238E27FC236}">
                <a16:creationId xmlns:a16="http://schemas.microsoft.com/office/drawing/2014/main" id="{23815BC6-7CF1-A392-E00C-B59A665D0D36}"/>
              </a:ext>
            </a:extLst>
          </p:cNvPr>
          <p:cNvPicPr>
            <a:picLocks noChangeAspect="1"/>
          </p:cNvPicPr>
          <p:nvPr/>
        </p:nvPicPr>
        <p:blipFill>
          <a:blip r:embed="rId3"/>
          <a:stretch>
            <a:fillRect/>
          </a:stretch>
        </p:blipFill>
        <p:spPr>
          <a:xfrm>
            <a:off x="9525161" y="4374010"/>
            <a:ext cx="13127282" cy="7773485"/>
          </a:xfrm>
          <a:prstGeom prst="rect">
            <a:avLst/>
          </a:prstGeom>
        </p:spPr>
      </p:pic>
    </p:spTree>
    <p:extLst>
      <p:ext uri="{BB962C8B-B14F-4D97-AF65-F5344CB8AC3E}">
        <p14:creationId xmlns:p14="http://schemas.microsoft.com/office/powerpoint/2010/main" val="322479369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1A030-F6E1-C9AB-09F8-150055DC5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A6BF0-BC44-AEF2-E117-9979FB14FCE7}"/>
              </a:ext>
            </a:extLst>
          </p:cNvPr>
          <p:cNvSpPr>
            <a:spLocks noGrp="1"/>
          </p:cNvSpPr>
          <p:nvPr>
            <p:ph type="title"/>
          </p:nvPr>
        </p:nvSpPr>
        <p:spPr/>
        <p:txBody>
          <a:bodyPr>
            <a:normAutofit fontScale="90000"/>
          </a:bodyPr>
          <a:lstStyle/>
          <a:p>
            <a:r>
              <a:rPr lang="en-ID" b="0" dirty="0"/>
              <a:t>Functional </a:t>
            </a:r>
            <a:r>
              <a:rPr lang="en-ID" b="0" dirty="0" err="1"/>
              <a:t>Modeling</a:t>
            </a:r>
            <a:endParaRPr lang="en-ID" dirty="0"/>
          </a:p>
        </p:txBody>
      </p:sp>
      <p:sp>
        <p:nvSpPr>
          <p:cNvPr id="5" name="Content Placeholder 3">
            <a:extLst>
              <a:ext uri="{FF2B5EF4-FFF2-40B4-BE49-F238E27FC236}">
                <a16:creationId xmlns:a16="http://schemas.microsoft.com/office/drawing/2014/main" id="{1623F840-CB6F-F763-57A1-344FB6B70FE7}"/>
              </a:ext>
            </a:extLst>
          </p:cNvPr>
          <p:cNvSpPr>
            <a:spLocks noGrp="1"/>
          </p:cNvSpPr>
          <p:nvPr>
            <p:ph sz="quarter" idx="11"/>
          </p:nvPr>
        </p:nvSpPr>
        <p:spPr>
          <a:xfrm>
            <a:off x="2167377" y="4778756"/>
            <a:ext cx="12395290" cy="6517515"/>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Purpose of sequence diagrams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Used for behavioral modeling</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Show how events trigger interactions between objects over time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Derived directly from use cases</a:t>
            </a:r>
          </a:p>
          <a:p>
            <a:pPr marL="0" indent="0">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a sequence diagram represents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Objects involved in a scenario</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Events/messages exchanged between objects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Order of interactions as time progresses</a:t>
            </a:r>
          </a:p>
          <a:p>
            <a:pPr marL="0" indent="0">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sequence diagram is a behavioral view of a use case.</a:t>
            </a:r>
          </a:p>
        </p:txBody>
      </p:sp>
      <p:sp>
        <p:nvSpPr>
          <p:cNvPr id="7" name="Text Placeholder 6">
            <a:extLst>
              <a:ext uri="{FF2B5EF4-FFF2-40B4-BE49-F238E27FC236}">
                <a16:creationId xmlns:a16="http://schemas.microsoft.com/office/drawing/2014/main" id="{72528A43-FB2B-D1A2-5BA4-B62DB6D4B2F5}"/>
              </a:ext>
            </a:extLst>
          </p:cNvPr>
          <p:cNvSpPr>
            <a:spLocks noGrp="1"/>
          </p:cNvSpPr>
          <p:nvPr>
            <p:ph type="body" sz="quarter" idx="10"/>
          </p:nvPr>
        </p:nvSpPr>
        <p:spPr>
          <a:xfrm>
            <a:off x="2167377" y="2419728"/>
            <a:ext cx="20711673" cy="1136272"/>
          </a:xfrm>
        </p:spPr>
        <p:txBody>
          <a:bodyPr>
            <a:normAutofit/>
          </a:bodyPr>
          <a:lstStyle/>
          <a:p>
            <a:r>
              <a:rPr lang="en-ID" b="0" dirty="0"/>
              <a:t>UML Sequence Diagrams</a:t>
            </a:r>
            <a:endParaRPr lang="en-ID" dirty="0"/>
          </a:p>
        </p:txBody>
      </p:sp>
    </p:spTree>
    <p:extLst>
      <p:ext uri="{BB962C8B-B14F-4D97-AF65-F5344CB8AC3E}">
        <p14:creationId xmlns:p14="http://schemas.microsoft.com/office/powerpoint/2010/main" val="951808612"/>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68D6C-5E9E-88FD-A732-8A996E352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78435-BC70-74DB-579C-DE17618AB4CA}"/>
              </a:ext>
            </a:extLst>
          </p:cNvPr>
          <p:cNvSpPr>
            <a:spLocks noGrp="1"/>
          </p:cNvSpPr>
          <p:nvPr>
            <p:ph type="title"/>
          </p:nvPr>
        </p:nvSpPr>
        <p:spPr/>
        <p:txBody>
          <a:bodyPr>
            <a:normAutofit fontScale="90000"/>
          </a:bodyPr>
          <a:lstStyle/>
          <a:p>
            <a:r>
              <a:rPr lang="en-ID" b="0" dirty="0"/>
              <a:t>Functional </a:t>
            </a:r>
            <a:r>
              <a:rPr lang="en-ID" b="0" dirty="0" err="1"/>
              <a:t>Modeling</a:t>
            </a:r>
            <a:endParaRPr lang="en-ID" dirty="0"/>
          </a:p>
        </p:txBody>
      </p:sp>
      <p:sp>
        <p:nvSpPr>
          <p:cNvPr id="7" name="Text Placeholder 6">
            <a:extLst>
              <a:ext uri="{FF2B5EF4-FFF2-40B4-BE49-F238E27FC236}">
                <a16:creationId xmlns:a16="http://schemas.microsoft.com/office/drawing/2014/main" id="{8B14CDF1-AC64-DAB4-E0FB-D70C54B269B4}"/>
              </a:ext>
            </a:extLst>
          </p:cNvPr>
          <p:cNvSpPr>
            <a:spLocks noGrp="1"/>
          </p:cNvSpPr>
          <p:nvPr>
            <p:ph type="body" sz="quarter" idx="10"/>
          </p:nvPr>
        </p:nvSpPr>
        <p:spPr>
          <a:xfrm>
            <a:off x="2167377" y="2419728"/>
            <a:ext cx="20711673" cy="1136272"/>
          </a:xfrm>
        </p:spPr>
        <p:txBody>
          <a:bodyPr>
            <a:normAutofit/>
          </a:bodyPr>
          <a:lstStyle/>
          <a:p>
            <a:r>
              <a:rPr lang="en-ID" b="0" dirty="0"/>
              <a:t>UML Sequence Diagrams</a:t>
            </a:r>
            <a:endParaRPr lang="en-ID" dirty="0"/>
          </a:p>
        </p:txBody>
      </p:sp>
      <p:sp>
        <p:nvSpPr>
          <p:cNvPr id="8" name="Content Placeholder 3">
            <a:extLst>
              <a:ext uri="{FF2B5EF4-FFF2-40B4-BE49-F238E27FC236}">
                <a16:creationId xmlns:a16="http://schemas.microsoft.com/office/drawing/2014/main" id="{C48CCC0D-AB45-58C7-7A86-086201362BDC}"/>
              </a:ext>
            </a:extLst>
          </p:cNvPr>
          <p:cNvSpPr>
            <a:spLocks noGrp="1"/>
          </p:cNvSpPr>
          <p:nvPr>
            <p:ph sz="quarter" idx="11"/>
          </p:nvPr>
        </p:nvSpPr>
        <p:spPr>
          <a:xfrm>
            <a:off x="1019295" y="3627018"/>
            <a:ext cx="12395290" cy="10109302"/>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to read the diagram</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Vertical axis: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time flows downward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Horizontal axis: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objects / classes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Arrows: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events or messages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Narrow vertical rectangles: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processing activity</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States may appear along the timeline</a:t>
            </a:r>
          </a:p>
          <a:p>
            <a:pPr marL="0" indent="0">
              <a:lnSpc>
                <a:spcPct val="120000"/>
              </a:lnSpc>
              <a:spcBef>
                <a:spcPts val="0"/>
              </a:spcBef>
              <a:buNone/>
            </a:pP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SafeHome</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example (partial)</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event: system ready</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Homeowner enters password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Control panel requests password lookup</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validates password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Sensors are activated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Success is reported back to the homeowner</a:t>
            </a: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Modeling focus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Shows how behavior flows between objects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Omits: </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Implementation details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Database structure</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Communication protocols</a:t>
            </a:r>
          </a:p>
        </p:txBody>
      </p:sp>
      <p:pic>
        <p:nvPicPr>
          <p:cNvPr id="10" name="Picture 9">
            <a:extLst>
              <a:ext uri="{FF2B5EF4-FFF2-40B4-BE49-F238E27FC236}">
                <a16:creationId xmlns:a16="http://schemas.microsoft.com/office/drawing/2014/main" id="{EBCCA751-B708-78E8-C374-BC2D0377835B}"/>
              </a:ext>
            </a:extLst>
          </p:cNvPr>
          <p:cNvPicPr>
            <a:picLocks noChangeAspect="1"/>
          </p:cNvPicPr>
          <p:nvPr/>
        </p:nvPicPr>
        <p:blipFill>
          <a:blip r:embed="rId3"/>
          <a:stretch>
            <a:fillRect/>
          </a:stretch>
        </p:blipFill>
        <p:spPr>
          <a:xfrm>
            <a:off x="9456613" y="3593389"/>
            <a:ext cx="14080718" cy="8631089"/>
          </a:xfrm>
          <a:prstGeom prst="rect">
            <a:avLst/>
          </a:prstGeom>
        </p:spPr>
      </p:pic>
    </p:spTree>
    <p:extLst>
      <p:ext uri="{BB962C8B-B14F-4D97-AF65-F5344CB8AC3E}">
        <p14:creationId xmlns:p14="http://schemas.microsoft.com/office/powerpoint/2010/main" val="407067465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F6968-2ED5-763D-2DE6-D42A75E7B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7CF09-D83F-323E-9D19-048468BCE273}"/>
              </a:ext>
            </a:extLst>
          </p:cNvPr>
          <p:cNvSpPr>
            <a:spLocks noGrp="1"/>
          </p:cNvSpPr>
          <p:nvPr>
            <p:ph type="title"/>
          </p:nvPr>
        </p:nvSpPr>
        <p:spPr/>
        <p:txBody>
          <a:bodyPr>
            <a:normAutofit fontScale="90000"/>
          </a:bodyPr>
          <a:lstStyle/>
          <a:p>
            <a:r>
              <a:rPr lang="en-ID" b="0" dirty="0" err="1"/>
              <a:t>Behavioral</a:t>
            </a:r>
            <a:r>
              <a:rPr lang="en-ID" b="0" dirty="0"/>
              <a:t> </a:t>
            </a:r>
            <a:r>
              <a:rPr lang="en-ID" b="0" dirty="0" err="1"/>
              <a:t>Modeling</a:t>
            </a:r>
            <a:endParaRPr lang="en-ID" dirty="0"/>
          </a:p>
        </p:txBody>
      </p:sp>
      <p:sp>
        <p:nvSpPr>
          <p:cNvPr id="5" name="Content Placeholder 3">
            <a:extLst>
              <a:ext uri="{FF2B5EF4-FFF2-40B4-BE49-F238E27FC236}">
                <a16:creationId xmlns:a16="http://schemas.microsoft.com/office/drawing/2014/main" id="{5D732DCC-7E37-8706-C5AE-B2C742FB1600}"/>
              </a:ext>
            </a:extLst>
          </p:cNvPr>
          <p:cNvSpPr>
            <a:spLocks noGrp="1"/>
          </p:cNvSpPr>
          <p:nvPr>
            <p:ph sz="quarter" idx="11"/>
          </p:nvPr>
        </p:nvSpPr>
        <p:spPr>
          <a:xfrm>
            <a:off x="2167377" y="4270756"/>
            <a:ext cx="12395290" cy="7573186"/>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behavioral modeling describes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software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responds to events or stimuli</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Focuses on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behavior over time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Useful for validating system logic before design</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UML diagrams used</a:t>
            </a:r>
          </a:p>
          <a:p>
            <a:pPr>
              <a:lnSpc>
                <a:spcPct val="120000"/>
              </a:lnSpc>
              <a:spcBef>
                <a:spcPts val="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Activity diagrams </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response to internal events</a:t>
            </a:r>
          </a:p>
          <a:p>
            <a:pPr>
              <a:lnSpc>
                <a:spcPct val="120000"/>
              </a:lnSpc>
              <a:spcBef>
                <a:spcPts val="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State diagrams </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response to external events</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the behavioral model is created</a:t>
            </a:r>
          </a:p>
          <a:p>
            <a:pPr marL="514350" indent="-514350">
              <a:lnSpc>
                <a:spcPct val="120000"/>
              </a:lnSpc>
              <a:spcBef>
                <a:spcPts val="0"/>
              </a:spcBef>
              <a:buFont typeface="+mj-lt"/>
              <a:buAutoNum type="arabicPeriod"/>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Review all use cases to understand interaction sequences</a:t>
            </a:r>
          </a:p>
          <a:p>
            <a:pPr marL="514350" indent="-514350">
              <a:lnSpc>
                <a:spcPct val="120000"/>
              </a:lnSpc>
              <a:spcBef>
                <a:spcPts val="0"/>
              </a:spcBef>
              <a:buFont typeface="+mj-lt"/>
              <a:buAutoNum type="arabicPeriod"/>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Identify events that drive system behavior</a:t>
            </a:r>
          </a:p>
          <a:p>
            <a:pPr marL="514350" indent="-514350">
              <a:lnSpc>
                <a:spcPct val="120000"/>
              </a:lnSpc>
              <a:spcBef>
                <a:spcPts val="0"/>
              </a:spcBef>
              <a:buFont typeface="+mj-lt"/>
              <a:buAutoNum type="arabicPeriod"/>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Define event sequences for each use case</a:t>
            </a:r>
          </a:p>
          <a:p>
            <a:pPr marL="514350" indent="-514350">
              <a:lnSpc>
                <a:spcPct val="120000"/>
              </a:lnSpc>
              <a:spcBef>
                <a:spcPts val="0"/>
              </a:spcBef>
              <a:buFont typeface="+mj-lt"/>
              <a:buAutoNum type="arabicPeriod"/>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Build state diagrams for the system</a:t>
            </a:r>
          </a:p>
          <a:p>
            <a:pPr marL="514350" indent="-514350">
              <a:lnSpc>
                <a:spcPct val="120000"/>
              </a:lnSpc>
              <a:spcBef>
                <a:spcPts val="0"/>
              </a:spcBef>
              <a:buFont typeface="+mj-lt"/>
              <a:buAutoNum type="arabicPeriod"/>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Review the model for accuracy and consistency</a:t>
            </a:r>
          </a:p>
        </p:txBody>
      </p:sp>
      <p:sp>
        <p:nvSpPr>
          <p:cNvPr id="4" name="Text Placeholder 3">
            <a:extLst>
              <a:ext uri="{FF2B5EF4-FFF2-40B4-BE49-F238E27FC236}">
                <a16:creationId xmlns:a16="http://schemas.microsoft.com/office/drawing/2014/main" id="{A6637F30-46F8-3F3B-F59C-FC5A05DF25E1}"/>
              </a:ext>
            </a:extLst>
          </p:cNvPr>
          <p:cNvSpPr>
            <a:spLocks noGrp="1"/>
          </p:cNvSpPr>
          <p:nvPr>
            <p:ph type="body" sz="quarter" idx="10"/>
          </p:nvPr>
        </p:nvSpPr>
        <p:spPr/>
        <p:txBody>
          <a:bodyPr/>
          <a:lstStyle/>
          <a:p>
            <a:endParaRPr lang="en-ID"/>
          </a:p>
        </p:txBody>
      </p:sp>
    </p:spTree>
    <p:extLst>
      <p:ext uri="{BB962C8B-B14F-4D97-AF65-F5344CB8AC3E}">
        <p14:creationId xmlns:p14="http://schemas.microsoft.com/office/powerpoint/2010/main" val="141229309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34DDC-89EE-0ABF-A850-10FC25CA9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AB8EC-E41A-FB55-60F3-B2E54AD04D32}"/>
              </a:ext>
            </a:extLst>
          </p:cNvPr>
          <p:cNvSpPr>
            <a:spLocks noGrp="1"/>
          </p:cNvSpPr>
          <p:nvPr>
            <p:ph type="title"/>
          </p:nvPr>
        </p:nvSpPr>
        <p:spPr/>
        <p:txBody>
          <a:bodyPr>
            <a:normAutofit fontScale="90000"/>
          </a:bodyPr>
          <a:lstStyle/>
          <a:p>
            <a:r>
              <a:rPr lang="en-ID" b="0" dirty="0" err="1"/>
              <a:t>Behavioral</a:t>
            </a:r>
            <a:r>
              <a:rPr lang="en-ID" b="0" dirty="0"/>
              <a:t> </a:t>
            </a:r>
            <a:r>
              <a:rPr lang="en-ID" b="0" dirty="0" err="1"/>
              <a:t>Modeling</a:t>
            </a:r>
            <a:endParaRPr lang="en-ID" dirty="0"/>
          </a:p>
        </p:txBody>
      </p:sp>
      <p:sp>
        <p:nvSpPr>
          <p:cNvPr id="5" name="Content Placeholder 3">
            <a:extLst>
              <a:ext uri="{FF2B5EF4-FFF2-40B4-BE49-F238E27FC236}">
                <a16:creationId xmlns:a16="http://schemas.microsoft.com/office/drawing/2014/main" id="{904A1781-D0AB-3335-344A-7A64B8A481E4}"/>
              </a:ext>
            </a:extLst>
          </p:cNvPr>
          <p:cNvSpPr>
            <a:spLocks noGrp="1"/>
          </p:cNvSpPr>
          <p:nvPr>
            <p:ph sz="quarter" idx="11"/>
          </p:nvPr>
        </p:nvSpPr>
        <p:spPr>
          <a:xfrm>
            <a:off x="2167376" y="3555999"/>
            <a:ext cx="19575023" cy="9719733"/>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is an event?</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 occurs when an actor and the system exchange information</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event is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exchange itself</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not the data value</a:t>
            </a: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to identify events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Examine use cases for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points of interaction</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Look for moments where:</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 actor sends information to the system</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system responds or changes behavior</a:t>
            </a: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 </a:t>
            </a: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SafeHome</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security use case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Homeowner enters password →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 password entered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compares password →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 password compared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Results of comparison affect control flow</a:t>
            </a: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Important distinctions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Some events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trigger control flow changes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Others only provide information</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Events are assigned to responsible objects: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Actors may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generate </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events</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objects may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recognize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events</a:t>
            </a:r>
          </a:p>
        </p:txBody>
      </p:sp>
      <p:sp>
        <p:nvSpPr>
          <p:cNvPr id="7" name="Text Placeholder 6">
            <a:extLst>
              <a:ext uri="{FF2B5EF4-FFF2-40B4-BE49-F238E27FC236}">
                <a16:creationId xmlns:a16="http://schemas.microsoft.com/office/drawing/2014/main" id="{C2EF6D68-F8CF-5015-F97D-6AC2BA8C3389}"/>
              </a:ext>
            </a:extLst>
          </p:cNvPr>
          <p:cNvSpPr>
            <a:spLocks noGrp="1"/>
          </p:cNvSpPr>
          <p:nvPr>
            <p:ph type="body" sz="quarter" idx="10"/>
          </p:nvPr>
        </p:nvSpPr>
        <p:spPr>
          <a:xfrm>
            <a:off x="2167377" y="2419728"/>
            <a:ext cx="20711673" cy="1136272"/>
          </a:xfrm>
        </p:spPr>
        <p:txBody>
          <a:bodyPr>
            <a:normAutofit/>
          </a:bodyPr>
          <a:lstStyle/>
          <a:p>
            <a:r>
              <a:rPr lang="en-US" dirty="0"/>
              <a:t>Identifying Events from Use Cases</a:t>
            </a:r>
            <a:endParaRPr lang="en-ID" dirty="0"/>
          </a:p>
        </p:txBody>
      </p:sp>
    </p:spTree>
    <p:extLst>
      <p:ext uri="{BB962C8B-B14F-4D97-AF65-F5344CB8AC3E}">
        <p14:creationId xmlns:p14="http://schemas.microsoft.com/office/powerpoint/2010/main" val="2617911573"/>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DA76F-D6FD-B9F1-6BA8-8133E312F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D42E7-37D3-CB4E-3AB6-06A02F18D1F4}"/>
              </a:ext>
            </a:extLst>
          </p:cNvPr>
          <p:cNvSpPr>
            <a:spLocks noGrp="1"/>
          </p:cNvSpPr>
          <p:nvPr>
            <p:ph type="title"/>
          </p:nvPr>
        </p:nvSpPr>
        <p:spPr/>
        <p:txBody>
          <a:bodyPr>
            <a:normAutofit fontScale="90000"/>
          </a:bodyPr>
          <a:lstStyle/>
          <a:p>
            <a:r>
              <a:rPr lang="en-ID" b="0" dirty="0" err="1"/>
              <a:t>Behavioral</a:t>
            </a:r>
            <a:r>
              <a:rPr lang="en-ID" b="0" dirty="0"/>
              <a:t> </a:t>
            </a:r>
            <a:r>
              <a:rPr lang="en-ID" b="0" dirty="0" err="1"/>
              <a:t>Modeling</a:t>
            </a:r>
            <a:endParaRPr lang="en-ID" dirty="0"/>
          </a:p>
        </p:txBody>
      </p:sp>
      <p:sp>
        <p:nvSpPr>
          <p:cNvPr id="7" name="Text Placeholder 6">
            <a:extLst>
              <a:ext uri="{FF2B5EF4-FFF2-40B4-BE49-F238E27FC236}">
                <a16:creationId xmlns:a16="http://schemas.microsoft.com/office/drawing/2014/main" id="{7A02F2B2-374A-2CDC-012B-768C3D001029}"/>
              </a:ext>
            </a:extLst>
          </p:cNvPr>
          <p:cNvSpPr>
            <a:spLocks noGrp="1"/>
          </p:cNvSpPr>
          <p:nvPr>
            <p:ph type="body" sz="quarter" idx="10"/>
          </p:nvPr>
        </p:nvSpPr>
        <p:spPr>
          <a:xfrm>
            <a:off x="2167377" y="2419728"/>
            <a:ext cx="20711673" cy="1136272"/>
          </a:xfrm>
        </p:spPr>
        <p:txBody>
          <a:bodyPr>
            <a:normAutofit/>
          </a:bodyPr>
          <a:lstStyle/>
          <a:p>
            <a:r>
              <a:rPr lang="en-ID" dirty="0"/>
              <a:t>UML State Diagrams</a:t>
            </a:r>
          </a:p>
        </p:txBody>
      </p:sp>
      <p:sp>
        <p:nvSpPr>
          <p:cNvPr id="10" name="Content Placeholder 3">
            <a:extLst>
              <a:ext uri="{FF2B5EF4-FFF2-40B4-BE49-F238E27FC236}">
                <a16:creationId xmlns:a16="http://schemas.microsoft.com/office/drawing/2014/main" id="{F9F263B9-8A8B-EAF7-9554-A61C26C71470}"/>
              </a:ext>
            </a:extLst>
          </p:cNvPr>
          <p:cNvSpPr>
            <a:spLocks noGrp="1"/>
          </p:cNvSpPr>
          <p:nvPr>
            <p:ph sz="quarter" idx="11"/>
          </p:nvPr>
        </p:nvSpPr>
        <p:spPr>
          <a:xfrm>
            <a:off x="2167377" y="3898219"/>
            <a:ext cx="12395290" cy="9445244"/>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a state diagram models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an object changes state in response to events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Focuses on behavior over time</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Two views of state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Passive state</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Current values of object attributes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Active state</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object’s current mode of operation</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Indicates ongoing processing or activity</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State transitions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Triggered by events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Events cause objects to move from one active state to another</a:t>
            </a:r>
          </a:p>
          <a:p>
            <a:pPr>
              <a:lnSpc>
                <a:spcPct val="120000"/>
              </a:lnSpc>
              <a:spcBef>
                <a:spcPts val="0"/>
              </a:spcBef>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State diagrams describe the life history of an object.</a:t>
            </a:r>
          </a:p>
        </p:txBody>
      </p:sp>
    </p:spTree>
    <p:extLst>
      <p:ext uri="{BB962C8B-B14F-4D97-AF65-F5344CB8AC3E}">
        <p14:creationId xmlns:p14="http://schemas.microsoft.com/office/powerpoint/2010/main" val="211297358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316FA-0C3B-656A-4ECA-55AFF0A11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F5FF8-9830-9C53-492B-8F609D47229D}"/>
              </a:ext>
            </a:extLst>
          </p:cNvPr>
          <p:cNvSpPr>
            <a:spLocks noGrp="1"/>
          </p:cNvSpPr>
          <p:nvPr>
            <p:ph type="title"/>
          </p:nvPr>
        </p:nvSpPr>
        <p:spPr/>
        <p:txBody>
          <a:bodyPr>
            <a:normAutofit fontScale="90000"/>
          </a:bodyPr>
          <a:lstStyle/>
          <a:p>
            <a:r>
              <a:rPr lang="en-ID" b="0" dirty="0" err="1"/>
              <a:t>Behavioral</a:t>
            </a:r>
            <a:r>
              <a:rPr lang="en-ID" b="0" dirty="0"/>
              <a:t> </a:t>
            </a:r>
            <a:r>
              <a:rPr lang="en-ID" b="0" dirty="0" err="1"/>
              <a:t>Modeling</a:t>
            </a:r>
            <a:endParaRPr lang="en-ID" dirty="0"/>
          </a:p>
        </p:txBody>
      </p:sp>
      <p:sp>
        <p:nvSpPr>
          <p:cNvPr id="5" name="Content Placeholder 3">
            <a:extLst>
              <a:ext uri="{FF2B5EF4-FFF2-40B4-BE49-F238E27FC236}">
                <a16:creationId xmlns:a16="http://schemas.microsoft.com/office/drawing/2014/main" id="{DE8AB64A-7A19-05FB-CC3F-4E68577978E8}"/>
              </a:ext>
            </a:extLst>
          </p:cNvPr>
          <p:cNvSpPr>
            <a:spLocks noGrp="1"/>
          </p:cNvSpPr>
          <p:nvPr>
            <p:ph sz="quarter" idx="11"/>
          </p:nvPr>
        </p:nvSpPr>
        <p:spPr>
          <a:xfrm>
            <a:off x="2167377" y="3217332"/>
            <a:ext cx="8585950" cy="9719733"/>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 </a:t>
            </a: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ControlPanel</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class (</a:t>
            </a: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SafeHome</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marL="0" indent="0">
              <a:lnSpc>
                <a:spcPct val="120000"/>
              </a:lnSpc>
              <a:spcBef>
                <a:spcPts val="0"/>
              </a:spcBef>
              <a:buNone/>
            </a:pPr>
            <a:endPar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the diagram shows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Active states: Reading, Comparing, Locked and Selecting</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Transitions between states driven by events</a:t>
            </a:r>
          </a:p>
          <a:p>
            <a:pPr marL="0" indent="0">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Transition elements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Event (trigger)</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e.g., password entered</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Guard condition</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Boolean expression controlling the transition</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 if (password input = 4 digits)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Action</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Operation executed during the transition</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 </a:t>
            </a:r>
            <a:r>
              <a:rPr lang="en-US" sz="28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validatePassword</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nSpc>
                <a:spcPct val="120000"/>
              </a:lnSpc>
              <a:spcBef>
                <a:spcPts val="0"/>
              </a:spcBef>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Important modeling rule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Guards depend on attribute values (passive state)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Actions invoke class operations</a:t>
            </a:r>
          </a:p>
        </p:txBody>
      </p:sp>
      <p:sp>
        <p:nvSpPr>
          <p:cNvPr id="7" name="Text Placeholder 6">
            <a:extLst>
              <a:ext uri="{FF2B5EF4-FFF2-40B4-BE49-F238E27FC236}">
                <a16:creationId xmlns:a16="http://schemas.microsoft.com/office/drawing/2014/main" id="{841A9135-CFAD-C297-780E-C19BA73C83ED}"/>
              </a:ext>
            </a:extLst>
          </p:cNvPr>
          <p:cNvSpPr>
            <a:spLocks noGrp="1"/>
          </p:cNvSpPr>
          <p:nvPr>
            <p:ph type="body" sz="quarter" idx="10"/>
          </p:nvPr>
        </p:nvSpPr>
        <p:spPr>
          <a:xfrm>
            <a:off x="2167377" y="2419728"/>
            <a:ext cx="20711673" cy="1136272"/>
          </a:xfrm>
        </p:spPr>
        <p:txBody>
          <a:bodyPr>
            <a:normAutofit/>
          </a:bodyPr>
          <a:lstStyle/>
          <a:p>
            <a:r>
              <a:rPr lang="en-ID" dirty="0"/>
              <a:t>UML State Diagrams</a:t>
            </a:r>
          </a:p>
        </p:txBody>
      </p:sp>
      <p:pic>
        <p:nvPicPr>
          <p:cNvPr id="8" name="Picture 7">
            <a:extLst>
              <a:ext uri="{FF2B5EF4-FFF2-40B4-BE49-F238E27FC236}">
                <a16:creationId xmlns:a16="http://schemas.microsoft.com/office/drawing/2014/main" id="{18C27F22-BC45-5002-EE2F-D86B4A86FF31}"/>
              </a:ext>
            </a:extLst>
          </p:cNvPr>
          <p:cNvPicPr>
            <a:picLocks noChangeAspect="1"/>
          </p:cNvPicPr>
          <p:nvPr/>
        </p:nvPicPr>
        <p:blipFill>
          <a:blip r:embed="rId3"/>
          <a:stretch>
            <a:fillRect/>
          </a:stretch>
        </p:blipFill>
        <p:spPr>
          <a:xfrm>
            <a:off x="10753327" y="4166640"/>
            <a:ext cx="13308282" cy="7821116"/>
          </a:xfrm>
          <a:prstGeom prst="rect">
            <a:avLst/>
          </a:prstGeom>
        </p:spPr>
      </p:pic>
    </p:spTree>
    <p:extLst>
      <p:ext uri="{BB962C8B-B14F-4D97-AF65-F5344CB8AC3E}">
        <p14:creationId xmlns:p14="http://schemas.microsoft.com/office/powerpoint/2010/main" val="3397199424"/>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A76B7-D5DB-A001-A228-F96082222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B4821-2229-48A7-0433-E9971A09B9DD}"/>
              </a:ext>
            </a:extLst>
          </p:cNvPr>
          <p:cNvSpPr>
            <a:spLocks noGrp="1"/>
          </p:cNvSpPr>
          <p:nvPr>
            <p:ph type="title"/>
          </p:nvPr>
        </p:nvSpPr>
        <p:spPr/>
        <p:txBody>
          <a:bodyPr>
            <a:normAutofit fontScale="90000"/>
          </a:bodyPr>
          <a:lstStyle/>
          <a:p>
            <a:r>
              <a:rPr lang="en-ID" b="0" dirty="0" err="1"/>
              <a:t>Behavioral</a:t>
            </a:r>
            <a:r>
              <a:rPr lang="en-ID" b="0" dirty="0"/>
              <a:t> </a:t>
            </a:r>
            <a:r>
              <a:rPr lang="en-ID" b="0" dirty="0" err="1"/>
              <a:t>Modeling</a:t>
            </a:r>
            <a:endParaRPr lang="en-ID" dirty="0"/>
          </a:p>
        </p:txBody>
      </p:sp>
      <p:sp>
        <p:nvSpPr>
          <p:cNvPr id="5" name="Content Placeholder 3">
            <a:extLst>
              <a:ext uri="{FF2B5EF4-FFF2-40B4-BE49-F238E27FC236}">
                <a16:creationId xmlns:a16="http://schemas.microsoft.com/office/drawing/2014/main" id="{078E15DC-D9A6-5CD8-DA6A-6591B7533D96}"/>
              </a:ext>
            </a:extLst>
          </p:cNvPr>
          <p:cNvSpPr>
            <a:spLocks noGrp="1"/>
          </p:cNvSpPr>
          <p:nvPr>
            <p:ph sz="quarter" idx="11"/>
          </p:nvPr>
        </p:nvSpPr>
        <p:spPr>
          <a:xfrm>
            <a:off x="2167377" y="3217332"/>
            <a:ext cx="12022756" cy="9719733"/>
          </a:xfrm>
        </p:spPr>
        <p:txBody>
          <a:bodyPr>
            <a:noAutofit/>
          </a:bodyPr>
          <a:lstStyle/>
          <a:p>
            <a:pPr marL="0" indent="0">
              <a:lnSpc>
                <a:spcPct val="120000"/>
              </a:lnSpc>
              <a:spcBef>
                <a:spcPts val="0"/>
              </a:spcBef>
              <a:buNone/>
            </a:pP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Purpose of an activity diagram</a:t>
            </a:r>
          </a:p>
          <a:p>
            <a:pPr>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Supplements a use case with a visual flow of actions</a:t>
            </a:r>
          </a:p>
          <a:p>
            <a:pPr>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Shows how the system </a:t>
            </a: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reacts to internal events</a:t>
            </a:r>
          </a:p>
          <a:p>
            <a:pPr>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Highlights:</a:t>
            </a:r>
          </a:p>
          <a:p>
            <a:pPr lvl="1">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Activities</a:t>
            </a:r>
          </a:p>
          <a:p>
            <a:pPr lvl="1">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Decisions</a:t>
            </a:r>
          </a:p>
          <a:p>
            <a:pPr lvl="1">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Alternative paths</a:t>
            </a:r>
          </a:p>
          <a:p>
            <a:pPr marL="0" indent="0">
              <a:lnSpc>
                <a:spcPct val="120000"/>
              </a:lnSpc>
              <a:spcBef>
                <a:spcPts val="0"/>
              </a:spcBef>
              <a:buNone/>
            </a:pPr>
            <a:endPar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Key characteristics</a:t>
            </a:r>
          </a:p>
          <a:p>
            <a:pPr>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Rounded rectangles → activities</a:t>
            </a:r>
          </a:p>
          <a:p>
            <a:pPr>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Diamonds → decisions</a:t>
            </a:r>
          </a:p>
          <a:p>
            <a:pPr>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Arrows → control flow</a:t>
            </a:r>
          </a:p>
          <a:p>
            <a:pPr>
              <a:lnSpc>
                <a:spcPct val="120000"/>
              </a:lnSpc>
              <a:spcBef>
                <a:spcPts val="0"/>
              </a:spcBef>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May include details implied by the use case(e.g., limited password attempts)</a:t>
            </a:r>
          </a:p>
        </p:txBody>
      </p:sp>
      <p:sp>
        <p:nvSpPr>
          <p:cNvPr id="7" name="Text Placeholder 6">
            <a:extLst>
              <a:ext uri="{FF2B5EF4-FFF2-40B4-BE49-F238E27FC236}">
                <a16:creationId xmlns:a16="http://schemas.microsoft.com/office/drawing/2014/main" id="{8D5AEA90-22DF-B7BE-FC35-9464EC9158C8}"/>
              </a:ext>
            </a:extLst>
          </p:cNvPr>
          <p:cNvSpPr>
            <a:spLocks noGrp="1"/>
          </p:cNvSpPr>
          <p:nvPr>
            <p:ph type="body" sz="quarter" idx="10"/>
          </p:nvPr>
        </p:nvSpPr>
        <p:spPr>
          <a:xfrm>
            <a:off x="2167377" y="2419728"/>
            <a:ext cx="20711673" cy="1136272"/>
          </a:xfrm>
        </p:spPr>
        <p:txBody>
          <a:bodyPr>
            <a:normAutofit/>
          </a:bodyPr>
          <a:lstStyle/>
          <a:p>
            <a:r>
              <a:rPr lang="en-ID" dirty="0"/>
              <a:t>UML Activity Diagrams</a:t>
            </a:r>
          </a:p>
        </p:txBody>
      </p:sp>
      <p:pic>
        <p:nvPicPr>
          <p:cNvPr id="4" name="Picture 3">
            <a:extLst>
              <a:ext uri="{FF2B5EF4-FFF2-40B4-BE49-F238E27FC236}">
                <a16:creationId xmlns:a16="http://schemas.microsoft.com/office/drawing/2014/main" id="{B5FEF524-232D-83CF-2BFA-52A8876198CE}"/>
              </a:ext>
            </a:extLst>
          </p:cNvPr>
          <p:cNvPicPr>
            <a:picLocks noChangeAspect="1"/>
          </p:cNvPicPr>
          <p:nvPr/>
        </p:nvPicPr>
        <p:blipFill>
          <a:blip r:embed="rId3"/>
          <a:stretch>
            <a:fillRect/>
          </a:stretch>
        </p:blipFill>
        <p:spPr>
          <a:xfrm>
            <a:off x="14104416" y="518021"/>
            <a:ext cx="8112207" cy="12679958"/>
          </a:xfrm>
          <a:prstGeom prst="rect">
            <a:avLst/>
          </a:prstGeom>
        </p:spPr>
      </p:pic>
    </p:spTree>
    <p:extLst>
      <p:ext uri="{BB962C8B-B14F-4D97-AF65-F5344CB8AC3E}">
        <p14:creationId xmlns:p14="http://schemas.microsoft.com/office/powerpoint/2010/main" val="167251413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AC74E-AF65-C2C5-183A-83EB96123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36267-533F-ECDB-7257-021917F0EA24}"/>
              </a:ext>
            </a:extLst>
          </p:cNvPr>
          <p:cNvSpPr>
            <a:spLocks noGrp="1"/>
          </p:cNvSpPr>
          <p:nvPr>
            <p:ph type="title"/>
          </p:nvPr>
        </p:nvSpPr>
        <p:spPr/>
        <p:txBody>
          <a:bodyPr>
            <a:normAutofit fontScale="90000"/>
          </a:bodyPr>
          <a:lstStyle/>
          <a:p>
            <a:r>
              <a:rPr lang="en-ID" b="0" dirty="0" err="1"/>
              <a:t>Behavioral</a:t>
            </a:r>
            <a:r>
              <a:rPr lang="en-ID" b="0" dirty="0"/>
              <a:t> </a:t>
            </a:r>
            <a:r>
              <a:rPr lang="en-ID" b="0" dirty="0" err="1"/>
              <a:t>Modeling</a:t>
            </a:r>
            <a:endParaRPr lang="en-ID" dirty="0"/>
          </a:p>
        </p:txBody>
      </p:sp>
      <p:sp>
        <p:nvSpPr>
          <p:cNvPr id="5" name="Content Placeholder 3">
            <a:extLst>
              <a:ext uri="{FF2B5EF4-FFF2-40B4-BE49-F238E27FC236}">
                <a16:creationId xmlns:a16="http://schemas.microsoft.com/office/drawing/2014/main" id="{A3817077-82BD-A00A-53C2-2767A98C397A}"/>
              </a:ext>
            </a:extLst>
          </p:cNvPr>
          <p:cNvSpPr>
            <a:spLocks noGrp="1"/>
          </p:cNvSpPr>
          <p:nvPr>
            <p:ph sz="quarter" idx="11"/>
          </p:nvPr>
        </p:nvSpPr>
        <p:spPr>
          <a:xfrm>
            <a:off x="2167377" y="3217332"/>
            <a:ext cx="10024623" cy="9719733"/>
          </a:xfrm>
        </p:spPr>
        <p:txBody>
          <a:bodyPr>
            <a:noAutofit/>
          </a:bodyPr>
          <a:lstStyle/>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is a </a:t>
            </a: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swimlane</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diagram?</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variation of the activity diagram</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Shows </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who is responsible </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 each activity</a:t>
            </a:r>
          </a:p>
          <a:p>
            <a:pPr marL="0" indent="0">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a:t>
            </a: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swimlanes</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work</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Vertical lanes represent:</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Actors, or</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Analysis classes</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Activities are placed in the lane of the responsible entity</a:t>
            </a:r>
          </a:p>
          <a:p>
            <a:pPr marL="0" indent="0">
              <a:lnSpc>
                <a:spcPct val="120000"/>
              </a:lnSpc>
              <a:spcBef>
                <a:spcPts val="0"/>
              </a:spcBef>
              <a:buNone/>
            </a:pPr>
            <a:endPar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28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SafeHome</a:t>
            </a: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example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Lanes represent:</a:t>
            </a:r>
          </a:p>
          <a:p>
            <a:pPr lvl="1">
              <a:lnSpc>
                <a:spcPct val="120000"/>
              </a:lnSpc>
              <a:spcBef>
                <a:spcPts val="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Homeowner</a:t>
            </a:r>
          </a:p>
          <a:p>
            <a:pPr lvl="1">
              <a:lnSpc>
                <a:spcPct val="120000"/>
              </a:lnSpc>
              <a:spcBef>
                <a:spcPts val="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Camera</a:t>
            </a:r>
          </a:p>
          <a:p>
            <a:pPr lvl="1">
              <a:lnSpc>
                <a:spcPct val="120000"/>
              </a:lnSpc>
              <a:spcBef>
                <a:spcPts val="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Interface</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Interface responsibilities include:</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Prompt for reentry</a:t>
            </a:r>
          </a:p>
          <a:p>
            <a:pPr lvl="1">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Prompt for another view</a:t>
            </a:r>
          </a:p>
          <a:p>
            <a:pPr>
              <a:lnSpc>
                <a:spcPct val="120000"/>
              </a:lnSpc>
              <a:spcBef>
                <a:spcPts val="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Control flows across lanes to show collaboration</a:t>
            </a:r>
          </a:p>
        </p:txBody>
      </p:sp>
      <p:sp>
        <p:nvSpPr>
          <p:cNvPr id="7" name="Text Placeholder 6">
            <a:extLst>
              <a:ext uri="{FF2B5EF4-FFF2-40B4-BE49-F238E27FC236}">
                <a16:creationId xmlns:a16="http://schemas.microsoft.com/office/drawing/2014/main" id="{4982BA19-BA99-2486-0E2C-25413615E300}"/>
              </a:ext>
            </a:extLst>
          </p:cNvPr>
          <p:cNvSpPr>
            <a:spLocks noGrp="1"/>
          </p:cNvSpPr>
          <p:nvPr>
            <p:ph type="body" sz="quarter" idx="10"/>
          </p:nvPr>
        </p:nvSpPr>
        <p:spPr>
          <a:xfrm>
            <a:off x="2167377" y="2419728"/>
            <a:ext cx="20711673" cy="1136272"/>
          </a:xfrm>
        </p:spPr>
        <p:txBody>
          <a:bodyPr>
            <a:normAutofit/>
          </a:bodyPr>
          <a:lstStyle/>
          <a:p>
            <a:r>
              <a:rPr lang="en-ID" dirty="0"/>
              <a:t>Swimlane Activity Diagrams</a:t>
            </a:r>
          </a:p>
        </p:txBody>
      </p:sp>
      <p:pic>
        <p:nvPicPr>
          <p:cNvPr id="6" name="Picture 5">
            <a:extLst>
              <a:ext uri="{FF2B5EF4-FFF2-40B4-BE49-F238E27FC236}">
                <a16:creationId xmlns:a16="http://schemas.microsoft.com/office/drawing/2014/main" id="{9714AC4E-5A23-DE55-314E-CBF9C4C45D83}"/>
              </a:ext>
            </a:extLst>
          </p:cNvPr>
          <p:cNvPicPr>
            <a:picLocks noChangeAspect="1"/>
          </p:cNvPicPr>
          <p:nvPr/>
        </p:nvPicPr>
        <p:blipFill>
          <a:blip r:embed="rId3"/>
          <a:stretch>
            <a:fillRect/>
          </a:stretch>
        </p:blipFill>
        <p:spPr>
          <a:xfrm>
            <a:off x="11819467" y="1358620"/>
            <a:ext cx="12056533" cy="12028199"/>
          </a:xfrm>
          <a:prstGeom prst="rect">
            <a:avLst/>
          </a:prstGeom>
        </p:spPr>
      </p:pic>
    </p:spTree>
    <p:extLst>
      <p:ext uri="{BB962C8B-B14F-4D97-AF65-F5344CB8AC3E}">
        <p14:creationId xmlns:p14="http://schemas.microsoft.com/office/powerpoint/2010/main" val="2547939810"/>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p:txBody>
          <a:bodyPr>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Roger Pressman and Bruce Maxim. (2020). Software Engineering: A Practitioner's Approach. 9th. McGraw Hill. New York. ISBN: 978-1259872976.</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Props1.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2.xml><?xml version="1.0" encoding="utf-8"?>
<ds:datastoreItem xmlns:ds="http://schemas.openxmlformats.org/officeDocument/2006/customXml" ds:itemID="{2E0FE671-25D8-4116-9472-BF9297986CC6}">
  <ds:schemaRefs>
    <ds:schemaRef ds:uri="http://schemas.microsoft.com/sharepoint/v3/contenttype/forms"/>
  </ds:schemaRefs>
</ds:datastoreItem>
</file>

<file path=customXml/itemProps3.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3336</TotalTime>
  <Words>3560</Words>
  <Application>Microsoft Office PowerPoint</Application>
  <PresentationFormat>Custom</PresentationFormat>
  <Paragraphs>679</Paragraphs>
  <Slides>45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Open Sans ExtraBold</vt:lpstr>
      <vt:lpstr>Arial</vt:lpstr>
      <vt:lpstr>Open Sans Semibold</vt:lpstr>
      <vt:lpstr>OCRB</vt:lpstr>
      <vt:lpstr>Open Sans Light</vt:lpstr>
      <vt:lpstr>Open Sans</vt:lpstr>
      <vt:lpstr>21_BasicWhite</vt:lpstr>
      <vt:lpstr>Requirements Modeling and UML Diagrams</vt:lpstr>
      <vt:lpstr>Session 07 – Requirements Modeling and UML Diagrams</vt:lpstr>
      <vt:lpstr>Session 07 – Requirements Modeling and UML Diagrams</vt:lpstr>
      <vt:lpstr>Introduction to Requirements Modeling</vt:lpstr>
      <vt:lpstr>How Requirements Modeling Is Done</vt:lpstr>
      <vt:lpstr>Requirements Analysis</vt:lpstr>
      <vt:lpstr>Requirements Analysis</vt:lpstr>
      <vt:lpstr>Requirements Analysis</vt:lpstr>
      <vt:lpstr>Requirements Analysis</vt:lpstr>
      <vt:lpstr>Requirements Analysis</vt:lpstr>
      <vt:lpstr>Requirements Analysis</vt:lpstr>
      <vt:lpstr>Requirements Analysis</vt:lpstr>
      <vt:lpstr>Requirements Analysis</vt:lpstr>
      <vt:lpstr>Requirements Analysis</vt:lpstr>
      <vt:lpstr>SCENARIO-BASED MODELING </vt:lpstr>
      <vt:lpstr>SCENARIO-BASED MODELING </vt:lpstr>
      <vt:lpstr>SCENARIO-BASED MODELING </vt:lpstr>
      <vt:lpstr>SCENARIO-BASED MODELING </vt:lpstr>
      <vt:lpstr>Case Study SCENARIO-BASED MODELING</vt:lpstr>
      <vt:lpstr>Case Study SCENARIO-BASED MODELING</vt:lpstr>
      <vt:lpstr>Case Study SCENARIO-BASED MODELING</vt:lpstr>
      <vt:lpstr>Case Study SCENARIO-BASED MODELING</vt:lpstr>
      <vt:lpstr>Case Study SCENARIO-BASED MODELING</vt:lpstr>
      <vt:lpstr>Case Study SCENARIO-BASED MODELING</vt:lpstr>
      <vt:lpstr>Class-Based Modeling</vt:lpstr>
      <vt:lpstr>Class-Based Modeling</vt:lpstr>
      <vt:lpstr>Class-Based Modeling</vt:lpstr>
      <vt:lpstr>Class-Based Modeling</vt:lpstr>
      <vt:lpstr>Class-Based Modeling</vt:lpstr>
      <vt:lpstr>Class-Based Modeling</vt:lpstr>
      <vt:lpstr>Class-Based Modeling</vt:lpstr>
      <vt:lpstr>Class-Based Modeling</vt:lpstr>
      <vt:lpstr>Class-Based Modeling</vt:lpstr>
      <vt:lpstr>Functional Modeling</vt:lpstr>
      <vt:lpstr>Functional Modeling</vt:lpstr>
      <vt:lpstr>Functional Modeling</vt:lpstr>
      <vt:lpstr>Functional Modeling</vt:lpstr>
      <vt:lpstr>Functional Modeling</vt:lpstr>
      <vt:lpstr>Behavioral Modeling</vt:lpstr>
      <vt:lpstr>Behavioral Modeling</vt:lpstr>
      <vt:lpstr>Behavioral Modeling</vt:lpstr>
      <vt:lpstr>Behavioral Modeling</vt:lpstr>
      <vt:lpstr>Behavioral Modeling</vt:lpstr>
      <vt:lpstr>Behavioral Modeling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52</cp:revision>
  <dcterms:created xsi:type="dcterms:W3CDTF">2023-04-06T08:40:27Z</dcterms:created>
  <dcterms:modified xsi:type="dcterms:W3CDTF">2025-12-26T03:34:06Z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