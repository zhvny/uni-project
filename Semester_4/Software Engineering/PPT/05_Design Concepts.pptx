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30"/>
  </p:notesMasterIdLst>
  <p:sldIdLst>
    <p:sldId id="256" r:id="rId6"/>
    <p:sldId id="257" r:id="rId7"/>
    <p:sldId id="258" r:id="rId8"/>
    <p:sldId id="330" r:id="rId9"/>
    <p:sldId id="332" r:id="rId10"/>
    <p:sldId id="331" r:id="rId11"/>
    <p:sldId id="333" r:id="rId12"/>
    <p:sldId id="334" r:id="rId13"/>
    <p:sldId id="335" r:id="rId14"/>
    <p:sldId id="336" r:id="rId15"/>
    <p:sldId id="338" r:id="rId16"/>
    <p:sldId id="337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284" r:id="rId29"/>
  </p:sldIdLst>
  <p:sldSz cx="24384000" cy="13716000"/>
  <p:notesSz cx="6858000" cy="9144000"/>
  <p:embeddedFontLst>
    <p:embeddedFont>
      <p:font typeface="OCRB" panose="020B0609020202020204" pitchFamily="49" charset="0"/>
      <p:regular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  <p:embeddedFont>
      <p:font typeface="Open Sans ExtraBold" panose="020B0906030804020204" pitchFamily="34" charset="0"/>
      <p:bold r:id="rId36"/>
      <p:italic r:id="rId37"/>
      <p:boldItalic r:id="rId38"/>
    </p:embeddedFont>
    <p:embeddedFont>
      <p:font typeface="Open Sans Light" panose="020B0306030504020204" pitchFamily="34" charset="0"/>
      <p:regular r:id="rId39"/>
      <p:italic r:id="rId40"/>
    </p:embeddedFont>
    <p:embeddedFont>
      <p:font typeface="Open Sans Semibold" panose="020B0706030804020204" pitchFamily="34" charset="0"/>
      <p:regular r:id="rId41"/>
      <p:bold r:id="rId42"/>
      <p:italic r:id="rId43"/>
      <p:boldItalic r:id="rId44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5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DC1AC9-3BEC-40A1-8601-3C60E5CC1769}" v="172" dt="2025-12-25T22:20:38.72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65" autoAdjust="0"/>
    <p:restoredTop sz="96197"/>
  </p:normalViewPr>
  <p:slideViewPr>
    <p:cSldViewPr snapToGrid="0" snapToObjects="1">
      <p:cViewPr varScale="1">
        <p:scale>
          <a:sx n="38" d="100"/>
          <a:sy n="38" d="100"/>
        </p:scale>
        <p:origin x="581" y="53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9.fntdata"/><Relationship Id="rId21" Type="http://schemas.openxmlformats.org/officeDocument/2006/relationships/slide" Target="slides/slide16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6.fntdata"/><Relationship Id="rId49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lin Nasari" userId="2c02bce8-14a6-4f73-b14a-299518f8dfce" providerId="ADAL" clId="{973AE700-8634-4AC6-A10B-DFA7AFECB9DA}"/>
    <pc:docChg chg="undo redo custSel addSld delSld modSld sldOrd">
      <pc:chgData name="Maulin Nasari" userId="2c02bce8-14a6-4f73-b14a-299518f8dfce" providerId="ADAL" clId="{973AE700-8634-4AC6-A10B-DFA7AFECB9DA}" dt="2025-12-26T03:32:48.266" v="1000" actId="20577"/>
      <pc:docMkLst>
        <pc:docMk/>
      </pc:docMkLst>
      <pc:sldChg chg="modSp mod">
        <pc:chgData name="Maulin Nasari" userId="2c02bce8-14a6-4f73-b14a-299518f8dfce" providerId="ADAL" clId="{973AE700-8634-4AC6-A10B-DFA7AFECB9DA}" dt="2025-12-26T03:32:34.299" v="996" actId="20577"/>
        <pc:sldMkLst>
          <pc:docMk/>
          <pc:sldMk cId="3487223446" sldId="256"/>
        </pc:sldMkLst>
        <pc:spChg chg="mod">
          <ac:chgData name="Maulin Nasari" userId="2c02bce8-14a6-4f73-b14a-299518f8dfce" providerId="ADAL" clId="{973AE700-8634-4AC6-A10B-DFA7AFECB9DA}" dt="2025-12-26T03:32:34.299" v="996" actId="20577"/>
          <ac:spMkLst>
            <pc:docMk/>
            <pc:sldMk cId="3487223446" sldId="256"/>
            <ac:spMk id="2" creationId="{CA264C53-F38A-3CAD-0C8A-2BF46116F396}"/>
          </ac:spMkLst>
        </pc:spChg>
        <pc:spChg chg="mod">
          <ac:chgData name="Maulin Nasari" userId="2c02bce8-14a6-4f73-b14a-299518f8dfce" providerId="ADAL" clId="{973AE700-8634-4AC6-A10B-DFA7AFECB9DA}" dt="2025-12-25T18:52:02.669" v="14" actId="20577"/>
          <ac:spMkLst>
            <pc:docMk/>
            <pc:sldMk cId="3487223446" sldId="256"/>
            <ac:spMk id="3" creationId="{1220BAB2-790F-F74A-024A-FC22D1A3E6EA}"/>
          </ac:spMkLst>
        </pc:spChg>
        <pc:spChg chg="mod">
          <ac:chgData name="Maulin Nasari" userId="2c02bce8-14a6-4f73-b14a-299518f8dfce" providerId="ADAL" clId="{973AE700-8634-4AC6-A10B-DFA7AFECB9DA}" dt="2025-12-25T18:52:15.744" v="41" actId="20577"/>
          <ac:spMkLst>
            <pc:docMk/>
            <pc:sldMk cId="3487223446" sldId="256"/>
            <ac:spMk id="4" creationId="{9E9B89E2-412C-8945-F692-CD51460D9806}"/>
          </ac:spMkLst>
        </pc:spChg>
      </pc:sldChg>
      <pc:sldChg chg="addSp delSp modSp mod">
        <pc:chgData name="Maulin Nasari" userId="2c02bce8-14a6-4f73-b14a-299518f8dfce" providerId="ADAL" clId="{973AE700-8634-4AC6-A10B-DFA7AFECB9DA}" dt="2025-12-26T03:32:43.008" v="998" actId="20577"/>
        <pc:sldMkLst>
          <pc:docMk/>
          <pc:sldMk cId="3855785854" sldId="257"/>
        </pc:sldMkLst>
        <pc:spChg chg="mod">
          <ac:chgData name="Maulin Nasari" userId="2c02bce8-14a6-4f73-b14a-299518f8dfce" providerId="ADAL" clId="{973AE700-8634-4AC6-A10B-DFA7AFECB9DA}" dt="2025-12-26T03:32:43.008" v="998" actId="20577"/>
          <ac:spMkLst>
            <pc:docMk/>
            <pc:sldMk cId="3855785854" sldId="257"/>
            <ac:spMk id="2" creationId="{F1BF52CD-EA76-003A-7192-0E9167BA3901}"/>
          </ac:spMkLst>
        </pc:spChg>
        <pc:spChg chg="del mod">
          <ac:chgData name="Maulin Nasari" userId="2c02bce8-14a6-4f73-b14a-299518f8dfce" providerId="ADAL" clId="{973AE700-8634-4AC6-A10B-DFA7AFECB9DA}" dt="2025-12-25T20:27:14.624" v="987" actId="478"/>
          <ac:spMkLst>
            <pc:docMk/>
            <pc:sldMk cId="3855785854" sldId="257"/>
            <ac:spMk id="4" creationId="{76E358E3-B24E-F7A5-ECF8-12101774A9ED}"/>
          </ac:spMkLst>
        </pc:spChg>
        <pc:spChg chg="add del mod">
          <ac:chgData name="Maulin Nasari" userId="2c02bce8-14a6-4f73-b14a-299518f8dfce" providerId="ADAL" clId="{973AE700-8634-4AC6-A10B-DFA7AFECB9DA}" dt="2025-12-25T20:26:39.084" v="974"/>
          <ac:spMkLst>
            <pc:docMk/>
            <pc:sldMk cId="3855785854" sldId="257"/>
            <ac:spMk id="5" creationId="{C4413767-4A2C-DD81-9C8A-9D58450DD3AD}"/>
          </ac:spMkLst>
        </pc:spChg>
        <pc:spChg chg="add mod">
          <ac:chgData name="Maulin Nasari" userId="2c02bce8-14a6-4f73-b14a-299518f8dfce" providerId="ADAL" clId="{973AE700-8634-4AC6-A10B-DFA7AFECB9DA}" dt="2025-12-25T22:20:38.729" v="994"/>
          <ac:spMkLst>
            <pc:docMk/>
            <pc:sldMk cId="3855785854" sldId="257"/>
            <ac:spMk id="7" creationId="{F040DC81-9A6D-3A29-3A24-03ADDFA1DF30}"/>
          </ac:spMkLst>
        </pc:spChg>
      </pc:sldChg>
      <pc:sldChg chg="modSp mod">
        <pc:chgData name="Maulin Nasari" userId="2c02bce8-14a6-4f73-b14a-299518f8dfce" providerId="ADAL" clId="{973AE700-8634-4AC6-A10B-DFA7AFECB9DA}" dt="2025-12-26T03:32:48.266" v="1000" actId="20577"/>
        <pc:sldMkLst>
          <pc:docMk/>
          <pc:sldMk cId="481981883" sldId="258"/>
        </pc:sldMkLst>
        <pc:spChg chg="mod">
          <ac:chgData name="Maulin Nasari" userId="2c02bce8-14a6-4f73-b14a-299518f8dfce" providerId="ADAL" clId="{973AE700-8634-4AC6-A10B-DFA7AFECB9DA}" dt="2025-12-26T03:32:48.266" v="1000" actId="20577"/>
          <ac:spMkLst>
            <pc:docMk/>
            <pc:sldMk cId="481981883" sldId="258"/>
            <ac:spMk id="2" creationId="{F1BF52CD-EA76-003A-7192-0E9167BA3901}"/>
          </ac:spMkLst>
        </pc:spChg>
        <pc:spChg chg="mod">
          <ac:chgData name="Maulin Nasari" userId="2c02bce8-14a6-4f73-b14a-299518f8dfce" providerId="ADAL" clId="{973AE700-8634-4AC6-A10B-DFA7AFECB9DA}" dt="2025-12-25T18:53:47.925" v="120"/>
          <ac:spMkLst>
            <pc:docMk/>
            <pc:sldMk cId="481981883" sldId="258"/>
            <ac:spMk id="4" creationId="{76E358E3-B24E-F7A5-ECF8-12101774A9ED}"/>
          </ac:spMkLst>
        </pc:spChg>
      </pc:sldChg>
      <pc:sldChg chg="del">
        <pc:chgData name="Maulin Nasari" userId="2c02bce8-14a6-4f73-b14a-299518f8dfce" providerId="ADAL" clId="{973AE700-8634-4AC6-A10B-DFA7AFECB9DA}" dt="2025-12-25T18:56:54.134" v="123" actId="47"/>
        <pc:sldMkLst>
          <pc:docMk/>
          <pc:sldMk cId="1752649704" sldId="290"/>
        </pc:sldMkLst>
      </pc:sldChg>
      <pc:sldChg chg="del">
        <pc:chgData name="Maulin Nasari" userId="2c02bce8-14a6-4f73-b14a-299518f8dfce" providerId="ADAL" clId="{973AE700-8634-4AC6-A10B-DFA7AFECB9DA}" dt="2025-12-25T18:56:55.182" v="127" actId="47"/>
        <pc:sldMkLst>
          <pc:docMk/>
          <pc:sldMk cId="1482051322" sldId="295"/>
        </pc:sldMkLst>
      </pc:sldChg>
      <pc:sldChg chg="del">
        <pc:chgData name="Maulin Nasari" userId="2c02bce8-14a6-4f73-b14a-299518f8dfce" providerId="ADAL" clId="{973AE700-8634-4AC6-A10B-DFA7AFECB9DA}" dt="2025-12-25T18:56:55.504" v="128" actId="47"/>
        <pc:sldMkLst>
          <pc:docMk/>
          <pc:sldMk cId="2130406641" sldId="296"/>
        </pc:sldMkLst>
      </pc:sldChg>
      <pc:sldChg chg="del">
        <pc:chgData name="Maulin Nasari" userId="2c02bce8-14a6-4f73-b14a-299518f8dfce" providerId="ADAL" clId="{973AE700-8634-4AC6-A10B-DFA7AFECB9DA}" dt="2025-12-25T18:56:55.833" v="129" actId="47"/>
        <pc:sldMkLst>
          <pc:docMk/>
          <pc:sldMk cId="1228065822" sldId="299"/>
        </pc:sldMkLst>
      </pc:sldChg>
      <pc:sldChg chg="del">
        <pc:chgData name="Maulin Nasari" userId="2c02bce8-14a6-4f73-b14a-299518f8dfce" providerId="ADAL" clId="{973AE700-8634-4AC6-A10B-DFA7AFECB9DA}" dt="2025-12-25T18:56:56.193" v="130" actId="47"/>
        <pc:sldMkLst>
          <pc:docMk/>
          <pc:sldMk cId="1152524372" sldId="300"/>
        </pc:sldMkLst>
      </pc:sldChg>
      <pc:sldChg chg="del">
        <pc:chgData name="Maulin Nasari" userId="2c02bce8-14a6-4f73-b14a-299518f8dfce" providerId="ADAL" clId="{973AE700-8634-4AC6-A10B-DFA7AFECB9DA}" dt="2025-12-25T18:56:54.464" v="124" actId="47"/>
        <pc:sldMkLst>
          <pc:docMk/>
          <pc:sldMk cId="1548936690" sldId="317"/>
        </pc:sldMkLst>
      </pc:sldChg>
      <pc:sldChg chg="del">
        <pc:chgData name="Maulin Nasari" userId="2c02bce8-14a6-4f73-b14a-299518f8dfce" providerId="ADAL" clId="{973AE700-8634-4AC6-A10B-DFA7AFECB9DA}" dt="2025-12-25T18:56:54.696" v="125" actId="47"/>
        <pc:sldMkLst>
          <pc:docMk/>
          <pc:sldMk cId="1015796417" sldId="318"/>
        </pc:sldMkLst>
      </pc:sldChg>
      <pc:sldChg chg="del">
        <pc:chgData name="Maulin Nasari" userId="2c02bce8-14a6-4f73-b14a-299518f8dfce" providerId="ADAL" clId="{973AE700-8634-4AC6-A10B-DFA7AFECB9DA}" dt="2025-12-25T18:56:56.518" v="131" actId="47"/>
        <pc:sldMkLst>
          <pc:docMk/>
          <pc:sldMk cId="3656980829" sldId="319"/>
        </pc:sldMkLst>
      </pc:sldChg>
      <pc:sldChg chg="del">
        <pc:chgData name="Maulin Nasari" userId="2c02bce8-14a6-4f73-b14a-299518f8dfce" providerId="ADAL" clId="{973AE700-8634-4AC6-A10B-DFA7AFECB9DA}" dt="2025-12-25T18:56:56.829" v="132" actId="47"/>
        <pc:sldMkLst>
          <pc:docMk/>
          <pc:sldMk cId="1713055960" sldId="320"/>
        </pc:sldMkLst>
      </pc:sldChg>
      <pc:sldChg chg="del">
        <pc:chgData name="Maulin Nasari" userId="2c02bce8-14a6-4f73-b14a-299518f8dfce" providerId="ADAL" clId="{973AE700-8634-4AC6-A10B-DFA7AFECB9DA}" dt="2025-12-25T18:56:57.138" v="133" actId="47"/>
        <pc:sldMkLst>
          <pc:docMk/>
          <pc:sldMk cId="3597525335" sldId="321"/>
        </pc:sldMkLst>
      </pc:sldChg>
      <pc:sldChg chg="del">
        <pc:chgData name="Maulin Nasari" userId="2c02bce8-14a6-4f73-b14a-299518f8dfce" providerId="ADAL" clId="{973AE700-8634-4AC6-A10B-DFA7AFECB9DA}" dt="2025-12-25T18:56:54.976" v="126" actId="47"/>
        <pc:sldMkLst>
          <pc:docMk/>
          <pc:sldMk cId="1346880665" sldId="322"/>
        </pc:sldMkLst>
      </pc:sldChg>
      <pc:sldChg chg="del">
        <pc:chgData name="Maulin Nasari" userId="2c02bce8-14a6-4f73-b14a-299518f8dfce" providerId="ADAL" clId="{973AE700-8634-4AC6-A10B-DFA7AFECB9DA}" dt="2025-12-25T18:56:57.506" v="134" actId="47"/>
        <pc:sldMkLst>
          <pc:docMk/>
          <pc:sldMk cId="156358063" sldId="323"/>
        </pc:sldMkLst>
      </pc:sldChg>
      <pc:sldChg chg="del">
        <pc:chgData name="Maulin Nasari" userId="2c02bce8-14a6-4f73-b14a-299518f8dfce" providerId="ADAL" clId="{973AE700-8634-4AC6-A10B-DFA7AFECB9DA}" dt="2025-12-25T18:56:57.814" v="135" actId="47"/>
        <pc:sldMkLst>
          <pc:docMk/>
          <pc:sldMk cId="501001159" sldId="324"/>
        </pc:sldMkLst>
      </pc:sldChg>
      <pc:sldChg chg="del">
        <pc:chgData name="Maulin Nasari" userId="2c02bce8-14a6-4f73-b14a-299518f8dfce" providerId="ADAL" clId="{973AE700-8634-4AC6-A10B-DFA7AFECB9DA}" dt="2025-12-25T18:56:58.169" v="136" actId="47"/>
        <pc:sldMkLst>
          <pc:docMk/>
          <pc:sldMk cId="1059471447" sldId="325"/>
        </pc:sldMkLst>
      </pc:sldChg>
      <pc:sldChg chg="del">
        <pc:chgData name="Maulin Nasari" userId="2c02bce8-14a6-4f73-b14a-299518f8dfce" providerId="ADAL" clId="{973AE700-8634-4AC6-A10B-DFA7AFECB9DA}" dt="2025-12-25T18:56:58.482" v="137" actId="47"/>
        <pc:sldMkLst>
          <pc:docMk/>
          <pc:sldMk cId="1635911283" sldId="326"/>
        </pc:sldMkLst>
      </pc:sldChg>
      <pc:sldChg chg="del">
        <pc:chgData name="Maulin Nasari" userId="2c02bce8-14a6-4f73-b14a-299518f8dfce" providerId="ADAL" clId="{973AE700-8634-4AC6-A10B-DFA7AFECB9DA}" dt="2025-12-25T18:56:58.747" v="138" actId="47"/>
        <pc:sldMkLst>
          <pc:docMk/>
          <pc:sldMk cId="3747798483" sldId="327"/>
        </pc:sldMkLst>
      </pc:sldChg>
      <pc:sldChg chg="del">
        <pc:chgData name="Maulin Nasari" userId="2c02bce8-14a6-4f73-b14a-299518f8dfce" providerId="ADAL" clId="{973AE700-8634-4AC6-A10B-DFA7AFECB9DA}" dt="2025-12-25T18:56:59.431" v="139" actId="47"/>
        <pc:sldMkLst>
          <pc:docMk/>
          <pc:sldMk cId="978130537" sldId="328"/>
        </pc:sldMkLst>
      </pc:sldChg>
      <pc:sldChg chg="del">
        <pc:chgData name="Maulin Nasari" userId="2c02bce8-14a6-4f73-b14a-299518f8dfce" providerId="ADAL" clId="{973AE700-8634-4AC6-A10B-DFA7AFECB9DA}" dt="2025-12-25T18:56:59.881" v="140" actId="47"/>
        <pc:sldMkLst>
          <pc:docMk/>
          <pc:sldMk cId="1950389896" sldId="329"/>
        </pc:sldMkLst>
      </pc:sldChg>
      <pc:sldChg chg="addSp delSp modSp new mod">
        <pc:chgData name="Maulin Nasari" userId="2c02bce8-14a6-4f73-b14a-299518f8dfce" providerId="ADAL" clId="{973AE700-8634-4AC6-A10B-DFA7AFECB9DA}" dt="2025-12-25T19:03:59.286" v="216" actId="113"/>
        <pc:sldMkLst>
          <pc:docMk/>
          <pc:sldMk cId="3788328236" sldId="330"/>
        </pc:sldMkLst>
        <pc:spChg chg="mod">
          <ac:chgData name="Maulin Nasari" userId="2c02bce8-14a6-4f73-b14a-299518f8dfce" providerId="ADAL" clId="{973AE700-8634-4AC6-A10B-DFA7AFECB9DA}" dt="2025-12-25T18:57:27.371" v="142" actId="27636"/>
          <ac:spMkLst>
            <pc:docMk/>
            <pc:sldMk cId="3788328236" sldId="330"/>
            <ac:spMk id="2" creationId="{C1FF1958-526F-C6C0-2ABD-1D9A8F603FCE}"/>
          </ac:spMkLst>
        </pc:spChg>
        <pc:spChg chg="del mod">
          <ac:chgData name="Maulin Nasari" userId="2c02bce8-14a6-4f73-b14a-299518f8dfce" providerId="ADAL" clId="{973AE700-8634-4AC6-A10B-DFA7AFECB9DA}" dt="2025-12-25T19:02:06.074" v="181" actId="478"/>
          <ac:spMkLst>
            <pc:docMk/>
            <pc:sldMk cId="3788328236" sldId="330"/>
            <ac:spMk id="4" creationId="{917F1F5F-D3F3-AB73-3B16-D4A8045E39D4}"/>
          </ac:spMkLst>
        </pc:spChg>
        <pc:spChg chg="add del mod">
          <ac:chgData name="Maulin Nasari" userId="2c02bce8-14a6-4f73-b14a-299518f8dfce" providerId="ADAL" clId="{973AE700-8634-4AC6-A10B-DFA7AFECB9DA}" dt="2025-12-25T19:02:07.829" v="182" actId="478"/>
          <ac:spMkLst>
            <pc:docMk/>
            <pc:sldMk cId="3788328236" sldId="330"/>
            <ac:spMk id="8" creationId="{F862B730-F204-141C-E6F0-7231204FBE09}"/>
          </ac:spMkLst>
        </pc:spChg>
        <pc:spChg chg="add del">
          <ac:chgData name="Maulin Nasari" userId="2c02bce8-14a6-4f73-b14a-299518f8dfce" providerId="ADAL" clId="{973AE700-8634-4AC6-A10B-DFA7AFECB9DA}" dt="2025-12-25T19:02:13.805" v="186" actId="22"/>
          <ac:spMkLst>
            <pc:docMk/>
            <pc:sldMk cId="3788328236" sldId="330"/>
            <ac:spMk id="10" creationId="{4E761BA1-16F4-9002-5D83-7711015D9B7A}"/>
          </ac:spMkLst>
        </pc:spChg>
        <pc:spChg chg="add mod">
          <ac:chgData name="Maulin Nasari" userId="2c02bce8-14a6-4f73-b14a-299518f8dfce" providerId="ADAL" clId="{973AE700-8634-4AC6-A10B-DFA7AFECB9DA}" dt="2025-12-25T19:03:59.286" v="216" actId="113"/>
          <ac:spMkLst>
            <pc:docMk/>
            <pc:sldMk cId="3788328236" sldId="330"/>
            <ac:spMk id="12" creationId="{667DE150-66DF-8E5D-E0B8-23F3CDCD888A}"/>
          </ac:spMkLst>
        </pc:spChg>
        <pc:picChg chg="add del">
          <ac:chgData name="Maulin Nasari" userId="2c02bce8-14a6-4f73-b14a-299518f8dfce" providerId="ADAL" clId="{973AE700-8634-4AC6-A10B-DFA7AFECB9DA}" dt="2025-12-25T19:01:46.668" v="169" actId="478"/>
          <ac:picMkLst>
            <pc:docMk/>
            <pc:sldMk cId="3788328236" sldId="330"/>
            <ac:picMk id="6" creationId="{75513F6D-F38B-8349-62B9-7B2B7E0F9B47}"/>
          </ac:picMkLst>
        </pc:picChg>
      </pc:sldChg>
      <pc:sldChg chg="addSp delSp modSp add mod">
        <pc:chgData name="Maulin Nasari" userId="2c02bce8-14a6-4f73-b14a-299518f8dfce" providerId="ADAL" clId="{973AE700-8634-4AC6-A10B-DFA7AFECB9DA}" dt="2025-12-25T19:19:06.825" v="372" actId="20577"/>
        <pc:sldMkLst>
          <pc:docMk/>
          <pc:sldMk cId="1906418692" sldId="331"/>
        </pc:sldMkLst>
        <pc:spChg chg="mod">
          <ac:chgData name="Maulin Nasari" userId="2c02bce8-14a6-4f73-b14a-299518f8dfce" providerId="ADAL" clId="{973AE700-8634-4AC6-A10B-DFA7AFECB9DA}" dt="2025-12-25T19:19:06.825" v="372" actId="20577"/>
          <ac:spMkLst>
            <pc:docMk/>
            <pc:sldMk cId="1906418692" sldId="331"/>
            <ac:spMk id="2" creationId="{5619FB66-81E8-C920-6180-C3F8DF058A73}"/>
          </ac:spMkLst>
        </pc:spChg>
        <pc:spChg chg="mod">
          <ac:chgData name="Maulin Nasari" userId="2c02bce8-14a6-4f73-b14a-299518f8dfce" providerId="ADAL" clId="{973AE700-8634-4AC6-A10B-DFA7AFECB9DA}" dt="2025-12-25T19:09:53.800" v="264"/>
          <ac:spMkLst>
            <pc:docMk/>
            <pc:sldMk cId="1906418692" sldId="331"/>
            <ac:spMk id="3" creationId="{CB2E4EAD-36F6-1431-20C2-DB26C4DAC397}"/>
          </ac:spMkLst>
        </pc:spChg>
        <pc:spChg chg="del">
          <ac:chgData name="Maulin Nasari" userId="2c02bce8-14a6-4f73-b14a-299518f8dfce" providerId="ADAL" clId="{973AE700-8634-4AC6-A10B-DFA7AFECB9DA}" dt="2025-12-25T19:04:26.383" v="218" actId="478"/>
          <ac:spMkLst>
            <pc:docMk/>
            <pc:sldMk cId="1906418692" sldId="331"/>
            <ac:spMk id="4" creationId="{EF3F353A-74DC-34C4-A860-978FD88C34B2}"/>
          </ac:spMkLst>
        </pc:spChg>
        <pc:spChg chg="add mod">
          <ac:chgData name="Maulin Nasari" userId="2c02bce8-14a6-4f73-b14a-299518f8dfce" providerId="ADAL" clId="{973AE700-8634-4AC6-A10B-DFA7AFECB9DA}" dt="2025-12-25T19:11:36.973" v="295" actId="14100"/>
          <ac:spMkLst>
            <pc:docMk/>
            <pc:sldMk cId="1906418692" sldId="331"/>
            <ac:spMk id="5" creationId="{3F731BE6-119C-0EB5-9F82-50E7ABC7A92A}"/>
          </ac:spMkLst>
        </pc:spChg>
        <pc:picChg chg="del mod">
          <ac:chgData name="Maulin Nasari" userId="2c02bce8-14a6-4f73-b14a-299518f8dfce" providerId="ADAL" clId="{973AE700-8634-4AC6-A10B-DFA7AFECB9DA}" dt="2025-12-25T19:04:57.668" v="221" actId="21"/>
          <ac:picMkLst>
            <pc:docMk/>
            <pc:sldMk cId="1906418692" sldId="331"/>
            <ac:picMk id="6" creationId="{6DC285B4-DA1B-7E32-7E17-F4B7CF013FE4}"/>
          </ac:picMkLst>
        </pc:picChg>
      </pc:sldChg>
      <pc:sldChg chg="addSp delSp modSp add mod">
        <pc:chgData name="Maulin Nasari" userId="2c02bce8-14a6-4f73-b14a-299518f8dfce" providerId="ADAL" clId="{973AE700-8634-4AC6-A10B-DFA7AFECB9DA}" dt="2025-12-25T19:06:59.842" v="261" actId="1076"/>
        <pc:sldMkLst>
          <pc:docMk/>
          <pc:sldMk cId="3499104600" sldId="332"/>
        </pc:sldMkLst>
        <pc:spChg chg="add del mod">
          <ac:chgData name="Maulin Nasari" userId="2c02bce8-14a6-4f73-b14a-299518f8dfce" providerId="ADAL" clId="{973AE700-8634-4AC6-A10B-DFA7AFECB9DA}" dt="2025-12-25T19:06:35.587" v="259"/>
          <ac:spMkLst>
            <pc:docMk/>
            <pc:sldMk cId="3499104600" sldId="332"/>
            <ac:spMk id="4" creationId="{A65AB49C-1D50-6A72-FBC1-68C34FB225F9}"/>
          </ac:spMkLst>
        </pc:spChg>
        <pc:spChg chg="mod">
          <ac:chgData name="Maulin Nasari" userId="2c02bce8-14a6-4f73-b14a-299518f8dfce" providerId="ADAL" clId="{973AE700-8634-4AC6-A10B-DFA7AFECB9DA}" dt="2025-12-25T19:06:59.842" v="261" actId="1076"/>
          <ac:spMkLst>
            <pc:docMk/>
            <pc:sldMk cId="3499104600" sldId="332"/>
            <ac:spMk id="12" creationId="{05E5E98E-A44E-73D0-074E-74AC448AA4BA}"/>
          </ac:spMkLst>
        </pc:spChg>
        <pc:picChg chg="add mod">
          <ac:chgData name="Maulin Nasari" userId="2c02bce8-14a6-4f73-b14a-299518f8dfce" providerId="ADAL" clId="{973AE700-8634-4AC6-A10B-DFA7AFECB9DA}" dt="2025-12-25T19:06:59.842" v="261" actId="1076"/>
          <ac:picMkLst>
            <pc:docMk/>
            <pc:sldMk cId="3499104600" sldId="332"/>
            <ac:picMk id="6" creationId="{6DC285B4-DA1B-7E32-7E17-F4B7CF013FE4}"/>
          </ac:picMkLst>
        </pc:picChg>
      </pc:sldChg>
      <pc:sldChg chg="modSp add mod">
        <pc:chgData name="Maulin Nasari" userId="2c02bce8-14a6-4f73-b14a-299518f8dfce" providerId="ADAL" clId="{973AE700-8634-4AC6-A10B-DFA7AFECB9DA}" dt="2025-12-25T19:19:26.024" v="392" actId="20577"/>
        <pc:sldMkLst>
          <pc:docMk/>
          <pc:sldMk cId="888732109" sldId="333"/>
        </pc:sldMkLst>
        <pc:spChg chg="mod">
          <ac:chgData name="Maulin Nasari" userId="2c02bce8-14a6-4f73-b14a-299518f8dfce" providerId="ADAL" clId="{973AE700-8634-4AC6-A10B-DFA7AFECB9DA}" dt="2025-12-25T19:19:26.024" v="392" actId="20577"/>
          <ac:spMkLst>
            <pc:docMk/>
            <pc:sldMk cId="888732109" sldId="333"/>
            <ac:spMk id="2" creationId="{ED850FF4-CCA4-4858-A7C5-131D63F91497}"/>
          </ac:spMkLst>
        </pc:spChg>
        <pc:spChg chg="mod">
          <ac:chgData name="Maulin Nasari" userId="2c02bce8-14a6-4f73-b14a-299518f8dfce" providerId="ADAL" clId="{973AE700-8634-4AC6-A10B-DFA7AFECB9DA}" dt="2025-12-25T19:12:06.560" v="296"/>
          <ac:spMkLst>
            <pc:docMk/>
            <pc:sldMk cId="888732109" sldId="333"/>
            <ac:spMk id="3" creationId="{7A63A2A7-73AD-3763-A582-4D7136259AAF}"/>
          </ac:spMkLst>
        </pc:spChg>
        <pc:spChg chg="mod">
          <ac:chgData name="Maulin Nasari" userId="2c02bce8-14a6-4f73-b14a-299518f8dfce" providerId="ADAL" clId="{973AE700-8634-4AC6-A10B-DFA7AFECB9DA}" dt="2025-12-25T19:14:59.522" v="332" actId="20577"/>
          <ac:spMkLst>
            <pc:docMk/>
            <pc:sldMk cId="888732109" sldId="333"/>
            <ac:spMk id="5" creationId="{7C6FC5E8-694A-B147-6D0A-58B3F99FA20F}"/>
          </ac:spMkLst>
        </pc:spChg>
      </pc:sldChg>
      <pc:sldChg chg="modSp add mod">
        <pc:chgData name="Maulin Nasari" userId="2c02bce8-14a6-4f73-b14a-299518f8dfce" providerId="ADAL" clId="{973AE700-8634-4AC6-A10B-DFA7AFECB9DA}" dt="2025-12-25T19:24:37.179" v="412" actId="179"/>
        <pc:sldMkLst>
          <pc:docMk/>
          <pc:sldMk cId="1157817197" sldId="334"/>
        </pc:sldMkLst>
        <pc:spChg chg="mod">
          <ac:chgData name="Maulin Nasari" userId="2c02bce8-14a6-4f73-b14a-299518f8dfce" providerId="ADAL" clId="{973AE700-8634-4AC6-A10B-DFA7AFECB9DA}" dt="2025-12-25T19:18:19.561" v="354" actId="20577"/>
          <ac:spMkLst>
            <pc:docMk/>
            <pc:sldMk cId="1157817197" sldId="334"/>
            <ac:spMk id="2" creationId="{D83200AC-175E-2FF2-6F1C-606C654FF7CF}"/>
          </ac:spMkLst>
        </pc:spChg>
        <pc:spChg chg="mod">
          <ac:chgData name="Maulin Nasari" userId="2c02bce8-14a6-4f73-b14a-299518f8dfce" providerId="ADAL" clId="{973AE700-8634-4AC6-A10B-DFA7AFECB9DA}" dt="2025-12-25T19:23:40.648" v="393"/>
          <ac:spMkLst>
            <pc:docMk/>
            <pc:sldMk cId="1157817197" sldId="334"/>
            <ac:spMk id="3" creationId="{1CDAF308-B8CA-1554-AEDF-6EE902B81C4E}"/>
          </ac:spMkLst>
        </pc:spChg>
        <pc:spChg chg="mod">
          <ac:chgData name="Maulin Nasari" userId="2c02bce8-14a6-4f73-b14a-299518f8dfce" providerId="ADAL" clId="{973AE700-8634-4AC6-A10B-DFA7AFECB9DA}" dt="2025-12-25T19:24:37.179" v="412" actId="179"/>
          <ac:spMkLst>
            <pc:docMk/>
            <pc:sldMk cId="1157817197" sldId="334"/>
            <ac:spMk id="5" creationId="{5DED3557-E4B5-1C1B-4225-01E78547A161}"/>
          </ac:spMkLst>
        </pc:spChg>
      </pc:sldChg>
      <pc:sldChg chg="modSp add mod">
        <pc:chgData name="Maulin Nasari" userId="2c02bce8-14a6-4f73-b14a-299518f8dfce" providerId="ADAL" clId="{973AE700-8634-4AC6-A10B-DFA7AFECB9DA}" dt="2025-12-25T19:26:29.836" v="434" actId="113"/>
        <pc:sldMkLst>
          <pc:docMk/>
          <pc:sldMk cId="262308184" sldId="335"/>
        </pc:sldMkLst>
        <pc:spChg chg="mod">
          <ac:chgData name="Maulin Nasari" userId="2c02bce8-14a6-4f73-b14a-299518f8dfce" providerId="ADAL" clId="{973AE700-8634-4AC6-A10B-DFA7AFECB9DA}" dt="2025-12-25T19:24:54.787" v="414"/>
          <ac:spMkLst>
            <pc:docMk/>
            <pc:sldMk cId="262308184" sldId="335"/>
            <ac:spMk id="3" creationId="{E9CE191E-336E-AE8D-E5BE-C9852238597C}"/>
          </ac:spMkLst>
        </pc:spChg>
        <pc:spChg chg="mod">
          <ac:chgData name="Maulin Nasari" userId="2c02bce8-14a6-4f73-b14a-299518f8dfce" providerId="ADAL" clId="{973AE700-8634-4AC6-A10B-DFA7AFECB9DA}" dt="2025-12-25T19:26:29.836" v="434" actId="113"/>
          <ac:spMkLst>
            <pc:docMk/>
            <pc:sldMk cId="262308184" sldId="335"/>
            <ac:spMk id="5" creationId="{AA4B575F-21D3-5F8C-FFF3-DC4F1F0F9377}"/>
          </ac:spMkLst>
        </pc:spChg>
      </pc:sldChg>
      <pc:sldChg chg="addSp delSp modSp add mod">
        <pc:chgData name="Maulin Nasari" userId="2c02bce8-14a6-4f73-b14a-299518f8dfce" providerId="ADAL" clId="{973AE700-8634-4AC6-A10B-DFA7AFECB9DA}" dt="2025-12-25T19:29:03.677" v="462" actId="478"/>
        <pc:sldMkLst>
          <pc:docMk/>
          <pc:sldMk cId="4110159299" sldId="336"/>
        </pc:sldMkLst>
        <pc:spChg chg="mod">
          <ac:chgData name="Maulin Nasari" userId="2c02bce8-14a6-4f73-b14a-299518f8dfce" providerId="ADAL" clId="{973AE700-8634-4AC6-A10B-DFA7AFECB9DA}" dt="2025-12-25T19:27:10.072" v="436"/>
          <ac:spMkLst>
            <pc:docMk/>
            <pc:sldMk cId="4110159299" sldId="336"/>
            <ac:spMk id="3" creationId="{A02A8125-7A00-86C5-E24F-C431815625F9}"/>
          </ac:spMkLst>
        </pc:spChg>
        <pc:spChg chg="mod">
          <ac:chgData name="Maulin Nasari" userId="2c02bce8-14a6-4f73-b14a-299518f8dfce" providerId="ADAL" clId="{973AE700-8634-4AC6-A10B-DFA7AFECB9DA}" dt="2025-12-25T19:28:34.531" v="460" actId="113"/>
          <ac:spMkLst>
            <pc:docMk/>
            <pc:sldMk cId="4110159299" sldId="336"/>
            <ac:spMk id="5" creationId="{313A09CA-E672-F3B4-8E78-010C496665C0}"/>
          </ac:spMkLst>
        </pc:spChg>
        <pc:spChg chg="add del">
          <ac:chgData name="Maulin Nasari" userId="2c02bce8-14a6-4f73-b14a-299518f8dfce" providerId="ADAL" clId="{973AE700-8634-4AC6-A10B-DFA7AFECB9DA}" dt="2025-12-25T19:29:03.677" v="462" actId="478"/>
          <ac:spMkLst>
            <pc:docMk/>
            <pc:sldMk cId="4110159299" sldId="336"/>
            <ac:spMk id="6" creationId="{DB928039-6C63-C5D3-D026-56D1540DD756}"/>
          </ac:spMkLst>
        </pc:spChg>
      </pc:sldChg>
      <pc:sldChg chg="modSp add mod ord">
        <pc:chgData name="Maulin Nasari" userId="2c02bce8-14a6-4f73-b14a-299518f8dfce" providerId="ADAL" clId="{973AE700-8634-4AC6-A10B-DFA7AFECB9DA}" dt="2025-12-25T19:32:32.311" v="521" actId="113"/>
        <pc:sldMkLst>
          <pc:docMk/>
          <pc:sldMk cId="3745546843" sldId="337"/>
        </pc:sldMkLst>
        <pc:spChg chg="mod">
          <ac:chgData name="Maulin Nasari" userId="2c02bce8-14a6-4f73-b14a-299518f8dfce" providerId="ADAL" clId="{973AE700-8634-4AC6-A10B-DFA7AFECB9DA}" dt="2025-12-25T19:31:26.512" v="501"/>
          <ac:spMkLst>
            <pc:docMk/>
            <pc:sldMk cId="3745546843" sldId="337"/>
            <ac:spMk id="3" creationId="{6521EC27-D1BB-EFF4-686D-57F038B4A54E}"/>
          </ac:spMkLst>
        </pc:spChg>
        <pc:spChg chg="mod">
          <ac:chgData name="Maulin Nasari" userId="2c02bce8-14a6-4f73-b14a-299518f8dfce" providerId="ADAL" clId="{973AE700-8634-4AC6-A10B-DFA7AFECB9DA}" dt="2025-12-25T19:32:32.311" v="521" actId="113"/>
          <ac:spMkLst>
            <pc:docMk/>
            <pc:sldMk cId="3745546843" sldId="337"/>
            <ac:spMk id="5" creationId="{080070A4-5923-3183-5204-3E4ABC738DE4}"/>
          </ac:spMkLst>
        </pc:spChg>
      </pc:sldChg>
      <pc:sldChg chg="modSp add mod">
        <pc:chgData name="Maulin Nasari" userId="2c02bce8-14a6-4f73-b14a-299518f8dfce" providerId="ADAL" clId="{973AE700-8634-4AC6-A10B-DFA7AFECB9DA}" dt="2025-12-25T19:30:52.139" v="498" actId="113"/>
        <pc:sldMkLst>
          <pc:docMk/>
          <pc:sldMk cId="2810494372" sldId="338"/>
        </pc:sldMkLst>
        <pc:spChg chg="mod">
          <ac:chgData name="Maulin Nasari" userId="2c02bce8-14a6-4f73-b14a-299518f8dfce" providerId="ADAL" clId="{973AE700-8634-4AC6-A10B-DFA7AFECB9DA}" dt="2025-12-25T19:29:28.114" v="472" actId="20577"/>
          <ac:spMkLst>
            <pc:docMk/>
            <pc:sldMk cId="2810494372" sldId="338"/>
            <ac:spMk id="3" creationId="{C07DE97D-9CFD-71E3-C97E-3BE94C31C72D}"/>
          </ac:spMkLst>
        </pc:spChg>
        <pc:spChg chg="mod">
          <ac:chgData name="Maulin Nasari" userId="2c02bce8-14a6-4f73-b14a-299518f8dfce" providerId="ADAL" clId="{973AE700-8634-4AC6-A10B-DFA7AFECB9DA}" dt="2025-12-25T19:30:52.139" v="498" actId="113"/>
          <ac:spMkLst>
            <pc:docMk/>
            <pc:sldMk cId="2810494372" sldId="338"/>
            <ac:spMk id="5" creationId="{66EFC238-B7DA-779A-613E-F0A06E515423}"/>
          </ac:spMkLst>
        </pc:spChg>
      </pc:sldChg>
      <pc:sldChg chg="addSp modSp add mod">
        <pc:chgData name="Maulin Nasari" userId="2c02bce8-14a6-4f73-b14a-299518f8dfce" providerId="ADAL" clId="{973AE700-8634-4AC6-A10B-DFA7AFECB9DA}" dt="2025-12-25T19:37:58.257" v="556" actId="1076"/>
        <pc:sldMkLst>
          <pc:docMk/>
          <pc:sldMk cId="427232598" sldId="339"/>
        </pc:sldMkLst>
        <pc:spChg chg="mod">
          <ac:chgData name="Maulin Nasari" userId="2c02bce8-14a6-4f73-b14a-299518f8dfce" providerId="ADAL" clId="{973AE700-8634-4AC6-A10B-DFA7AFECB9DA}" dt="2025-12-25T19:34:26.150" v="532" actId="20577"/>
          <ac:spMkLst>
            <pc:docMk/>
            <pc:sldMk cId="427232598" sldId="339"/>
            <ac:spMk id="3" creationId="{1AB85F41-BC7B-D41E-6509-4C4D0F716B7A}"/>
          </ac:spMkLst>
        </pc:spChg>
        <pc:spChg chg="mod">
          <ac:chgData name="Maulin Nasari" userId="2c02bce8-14a6-4f73-b14a-299518f8dfce" providerId="ADAL" clId="{973AE700-8634-4AC6-A10B-DFA7AFECB9DA}" dt="2025-12-25T19:37:49.741" v="555" actId="1076"/>
          <ac:spMkLst>
            <pc:docMk/>
            <pc:sldMk cId="427232598" sldId="339"/>
            <ac:spMk id="5" creationId="{F7B59CF7-E3BA-5212-BB05-F876E006D270}"/>
          </ac:spMkLst>
        </pc:spChg>
        <pc:picChg chg="add mod">
          <ac:chgData name="Maulin Nasari" userId="2c02bce8-14a6-4f73-b14a-299518f8dfce" providerId="ADAL" clId="{973AE700-8634-4AC6-A10B-DFA7AFECB9DA}" dt="2025-12-25T19:37:58.257" v="556" actId="1076"/>
          <ac:picMkLst>
            <pc:docMk/>
            <pc:sldMk cId="427232598" sldId="339"/>
            <ac:picMk id="6" creationId="{C165C40B-3655-BB3F-D1B9-FB7C81C59C1E}"/>
          </ac:picMkLst>
        </pc:picChg>
      </pc:sldChg>
      <pc:sldChg chg="modSp add mod ord">
        <pc:chgData name="Maulin Nasari" userId="2c02bce8-14a6-4f73-b14a-299518f8dfce" providerId="ADAL" clId="{973AE700-8634-4AC6-A10B-DFA7AFECB9DA}" dt="2025-12-25T19:43:44.270" v="605" actId="1076"/>
        <pc:sldMkLst>
          <pc:docMk/>
          <pc:sldMk cId="796350370" sldId="340"/>
        </pc:sldMkLst>
        <pc:spChg chg="mod">
          <ac:chgData name="Maulin Nasari" userId="2c02bce8-14a6-4f73-b14a-299518f8dfce" providerId="ADAL" clId="{973AE700-8634-4AC6-A10B-DFA7AFECB9DA}" dt="2025-12-25T19:41:17.817" v="563"/>
          <ac:spMkLst>
            <pc:docMk/>
            <pc:sldMk cId="796350370" sldId="340"/>
            <ac:spMk id="3" creationId="{86F29EE9-4389-6DEA-32AF-4A4AFC70C136}"/>
          </ac:spMkLst>
        </pc:spChg>
        <pc:spChg chg="mod">
          <ac:chgData name="Maulin Nasari" userId="2c02bce8-14a6-4f73-b14a-299518f8dfce" providerId="ADAL" clId="{973AE700-8634-4AC6-A10B-DFA7AFECB9DA}" dt="2025-12-25T19:43:44.270" v="605" actId="1076"/>
          <ac:spMkLst>
            <pc:docMk/>
            <pc:sldMk cId="796350370" sldId="340"/>
            <ac:spMk id="5" creationId="{60FD31B8-C3DD-513A-5DA7-3BD9F820B317}"/>
          </ac:spMkLst>
        </pc:spChg>
      </pc:sldChg>
      <pc:sldChg chg="modSp add mod">
        <pc:chgData name="Maulin Nasari" userId="2c02bce8-14a6-4f73-b14a-299518f8dfce" providerId="ADAL" clId="{973AE700-8634-4AC6-A10B-DFA7AFECB9DA}" dt="2025-12-25T19:45:56.860" v="657" actId="1076"/>
        <pc:sldMkLst>
          <pc:docMk/>
          <pc:sldMk cId="3856605979" sldId="341"/>
        </pc:sldMkLst>
        <pc:spChg chg="mod">
          <ac:chgData name="Maulin Nasari" userId="2c02bce8-14a6-4f73-b14a-299518f8dfce" providerId="ADAL" clId="{973AE700-8634-4AC6-A10B-DFA7AFECB9DA}" dt="2025-12-25T19:44:01.685" v="606"/>
          <ac:spMkLst>
            <pc:docMk/>
            <pc:sldMk cId="3856605979" sldId="341"/>
            <ac:spMk id="3" creationId="{721737C5-BD93-C448-02D5-864F7AAE6232}"/>
          </ac:spMkLst>
        </pc:spChg>
        <pc:spChg chg="mod">
          <ac:chgData name="Maulin Nasari" userId="2c02bce8-14a6-4f73-b14a-299518f8dfce" providerId="ADAL" clId="{973AE700-8634-4AC6-A10B-DFA7AFECB9DA}" dt="2025-12-25T19:45:56.860" v="657" actId="1076"/>
          <ac:spMkLst>
            <pc:docMk/>
            <pc:sldMk cId="3856605979" sldId="341"/>
            <ac:spMk id="5" creationId="{75465624-CA13-A84C-7F29-98984CC382AF}"/>
          </ac:spMkLst>
        </pc:spChg>
      </pc:sldChg>
      <pc:sldChg chg="modSp add mod">
        <pc:chgData name="Maulin Nasari" userId="2c02bce8-14a6-4f73-b14a-299518f8dfce" providerId="ADAL" clId="{973AE700-8634-4AC6-A10B-DFA7AFECB9DA}" dt="2025-12-25T19:47:34.908" v="671" actId="12"/>
        <pc:sldMkLst>
          <pc:docMk/>
          <pc:sldMk cId="2344357733" sldId="342"/>
        </pc:sldMkLst>
        <pc:spChg chg="mod">
          <ac:chgData name="Maulin Nasari" userId="2c02bce8-14a6-4f73-b14a-299518f8dfce" providerId="ADAL" clId="{973AE700-8634-4AC6-A10B-DFA7AFECB9DA}" dt="2025-12-25T19:46:24.665" v="658"/>
          <ac:spMkLst>
            <pc:docMk/>
            <pc:sldMk cId="2344357733" sldId="342"/>
            <ac:spMk id="3" creationId="{332482A8-83A0-DB55-0E9A-BB46785745E0}"/>
          </ac:spMkLst>
        </pc:spChg>
        <pc:spChg chg="mod">
          <ac:chgData name="Maulin Nasari" userId="2c02bce8-14a6-4f73-b14a-299518f8dfce" providerId="ADAL" clId="{973AE700-8634-4AC6-A10B-DFA7AFECB9DA}" dt="2025-12-25T19:47:34.908" v="671" actId="12"/>
          <ac:spMkLst>
            <pc:docMk/>
            <pc:sldMk cId="2344357733" sldId="342"/>
            <ac:spMk id="5" creationId="{AA79580F-E4CE-48E2-3CFE-0406D62D92A7}"/>
          </ac:spMkLst>
        </pc:spChg>
      </pc:sldChg>
      <pc:sldChg chg="modSp add mod">
        <pc:chgData name="Maulin Nasari" userId="2c02bce8-14a6-4f73-b14a-299518f8dfce" providerId="ADAL" clId="{973AE700-8634-4AC6-A10B-DFA7AFECB9DA}" dt="2025-12-25T19:49:23.349" v="702" actId="12"/>
        <pc:sldMkLst>
          <pc:docMk/>
          <pc:sldMk cId="3739991752" sldId="343"/>
        </pc:sldMkLst>
        <pc:spChg chg="mod">
          <ac:chgData name="Maulin Nasari" userId="2c02bce8-14a6-4f73-b14a-299518f8dfce" providerId="ADAL" clId="{973AE700-8634-4AC6-A10B-DFA7AFECB9DA}" dt="2025-12-25T19:47:49.058" v="684" actId="20577"/>
          <ac:spMkLst>
            <pc:docMk/>
            <pc:sldMk cId="3739991752" sldId="343"/>
            <ac:spMk id="3" creationId="{CA9C22AA-6BEF-7882-D7A6-97D8E34C67A6}"/>
          </ac:spMkLst>
        </pc:spChg>
        <pc:spChg chg="mod">
          <ac:chgData name="Maulin Nasari" userId="2c02bce8-14a6-4f73-b14a-299518f8dfce" providerId="ADAL" clId="{973AE700-8634-4AC6-A10B-DFA7AFECB9DA}" dt="2025-12-25T19:49:23.349" v="702" actId="12"/>
          <ac:spMkLst>
            <pc:docMk/>
            <pc:sldMk cId="3739991752" sldId="343"/>
            <ac:spMk id="5" creationId="{7487AEF2-A0D1-1B35-91DD-F92A3F3BEF04}"/>
          </ac:spMkLst>
        </pc:spChg>
      </pc:sldChg>
      <pc:sldChg chg="modSp add mod">
        <pc:chgData name="Maulin Nasari" userId="2c02bce8-14a6-4f73-b14a-299518f8dfce" providerId="ADAL" clId="{973AE700-8634-4AC6-A10B-DFA7AFECB9DA}" dt="2025-12-25T19:54:43.387" v="732" actId="1076"/>
        <pc:sldMkLst>
          <pc:docMk/>
          <pc:sldMk cId="2909124302" sldId="344"/>
        </pc:sldMkLst>
        <pc:spChg chg="mod">
          <ac:chgData name="Maulin Nasari" userId="2c02bce8-14a6-4f73-b14a-299518f8dfce" providerId="ADAL" clId="{973AE700-8634-4AC6-A10B-DFA7AFECB9DA}" dt="2025-12-25T19:51:55.849" v="720" actId="20577"/>
          <ac:spMkLst>
            <pc:docMk/>
            <pc:sldMk cId="2909124302" sldId="344"/>
            <ac:spMk id="3" creationId="{B041D0D8-1784-8190-A44B-3EB7E3CFC8D7}"/>
          </ac:spMkLst>
        </pc:spChg>
        <pc:spChg chg="mod">
          <ac:chgData name="Maulin Nasari" userId="2c02bce8-14a6-4f73-b14a-299518f8dfce" providerId="ADAL" clId="{973AE700-8634-4AC6-A10B-DFA7AFECB9DA}" dt="2025-12-25T19:54:43.387" v="732" actId="1076"/>
          <ac:spMkLst>
            <pc:docMk/>
            <pc:sldMk cId="2909124302" sldId="344"/>
            <ac:spMk id="5" creationId="{1F0E4378-58C7-50F8-455A-1180ECE09371}"/>
          </ac:spMkLst>
        </pc:spChg>
      </pc:sldChg>
      <pc:sldChg chg="add del">
        <pc:chgData name="Maulin Nasari" userId="2c02bce8-14a6-4f73-b14a-299518f8dfce" providerId="ADAL" clId="{973AE700-8634-4AC6-A10B-DFA7AFECB9DA}" dt="2025-12-25T19:53:57.461" v="723" actId="47"/>
        <pc:sldMkLst>
          <pc:docMk/>
          <pc:sldMk cId="1065310133" sldId="345"/>
        </pc:sldMkLst>
      </pc:sldChg>
      <pc:sldChg chg="addSp delSp modSp add mod">
        <pc:chgData name="Maulin Nasari" userId="2c02bce8-14a6-4f73-b14a-299518f8dfce" providerId="ADAL" clId="{973AE700-8634-4AC6-A10B-DFA7AFECB9DA}" dt="2025-12-25T19:56:16.628" v="749" actId="478"/>
        <pc:sldMkLst>
          <pc:docMk/>
          <pc:sldMk cId="2492112379" sldId="345"/>
        </pc:sldMkLst>
        <pc:spChg chg="mod">
          <ac:chgData name="Maulin Nasari" userId="2c02bce8-14a6-4f73-b14a-299518f8dfce" providerId="ADAL" clId="{973AE700-8634-4AC6-A10B-DFA7AFECB9DA}" dt="2025-12-25T19:56:01.211" v="747" actId="1076"/>
          <ac:spMkLst>
            <pc:docMk/>
            <pc:sldMk cId="2492112379" sldId="345"/>
            <ac:spMk id="5" creationId="{76852288-2367-966D-D987-B63FE03E02A7}"/>
          </ac:spMkLst>
        </pc:spChg>
        <pc:spChg chg="add del">
          <ac:chgData name="Maulin Nasari" userId="2c02bce8-14a6-4f73-b14a-299518f8dfce" providerId="ADAL" clId="{973AE700-8634-4AC6-A10B-DFA7AFECB9DA}" dt="2025-12-25T19:56:16.628" v="749" actId="478"/>
          <ac:spMkLst>
            <pc:docMk/>
            <pc:sldMk cId="2492112379" sldId="345"/>
            <ac:spMk id="6" creationId="{72FEDDF6-352F-F0EA-8B45-EF61EFE08770}"/>
          </ac:spMkLst>
        </pc:spChg>
      </pc:sldChg>
      <pc:sldChg chg="add del">
        <pc:chgData name="Maulin Nasari" userId="2c02bce8-14a6-4f73-b14a-299518f8dfce" providerId="ADAL" clId="{973AE700-8634-4AC6-A10B-DFA7AFECB9DA}" dt="2025-12-25T19:52:45.691" v="721" actId="47"/>
        <pc:sldMkLst>
          <pc:docMk/>
          <pc:sldMk cId="4092821671" sldId="345"/>
        </pc:sldMkLst>
      </pc:sldChg>
      <pc:sldChg chg="addSp delSp modSp add mod ord">
        <pc:chgData name="Maulin Nasari" userId="2c02bce8-14a6-4f73-b14a-299518f8dfce" providerId="ADAL" clId="{973AE700-8634-4AC6-A10B-DFA7AFECB9DA}" dt="2025-12-25T19:59:07.609" v="779" actId="1076"/>
        <pc:sldMkLst>
          <pc:docMk/>
          <pc:sldMk cId="2507307832" sldId="346"/>
        </pc:sldMkLst>
        <pc:spChg chg="add del mod">
          <ac:chgData name="Maulin Nasari" userId="2c02bce8-14a6-4f73-b14a-299518f8dfce" providerId="ADAL" clId="{973AE700-8634-4AC6-A10B-DFA7AFECB9DA}" dt="2025-12-25T19:57:20.034" v="769"/>
          <ac:spMkLst>
            <pc:docMk/>
            <pc:sldMk cId="2507307832" sldId="346"/>
            <ac:spMk id="4" creationId="{CCE225E3-524F-534B-8883-1110B4CBF81E}"/>
          </ac:spMkLst>
        </pc:spChg>
        <pc:spChg chg="mod">
          <ac:chgData name="Maulin Nasari" userId="2c02bce8-14a6-4f73-b14a-299518f8dfce" providerId="ADAL" clId="{973AE700-8634-4AC6-A10B-DFA7AFECB9DA}" dt="2025-12-25T19:58:38.213" v="777" actId="1076"/>
          <ac:spMkLst>
            <pc:docMk/>
            <pc:sldMk cId="2507307832" sldId="346"/>
            <ac:spMk id="5" creationId="{9EAD7C96-B6A2-B31E-E88B-C0704BC417A3}"/>
          </ac:spMkLst>
        </pc:spChg>
        <pc:picChg chg="add mod">
          <ac:chgData name="Maulin Nasari" userId="2c02bce8-14a6-4f73-b14a-299518f8dfce" providerId="ADAL" clId="{973AE700-8634-4AC6-A10B-DFA7AFECB9DA}" dt="2025-12-25T19:59:07.609" v="779" actId="1076"/>
          <ac:picMkLst>
            <pc:docMk/>
            <pc:sldMk cId="2507307832" sldId="346"/>
            <ac:picMk id="7" creationId="{E78C43BC-9386-97AE-BACD-8F42CF0286EE}"/>
          </ac:picMkLst>
        </pc:picChg>
      </pc:sldChg>
      <pc:sldChg chg="add del">
        <pc:chgData name="Maulin Nasari" userId="2c02bce8-14a6-4f73-b14a-299518f8dfce" providerId="ADAL" clId="{973AE700-8634-4AC6-A10B-DFA7AFECB9DA}" dt="2025-12-25T19:56:24.217" v="751" actId="47"/>
        <pc:sldMkLst>
          <pc:docMk/>
          <pc:sldMk cId="4235824945" sldId="346"/>
        </pc:sldMkLst>
      </pc:sldChg>
      <pc:sldChg chg="addSp modSp add mod ord">
        <pc:chgData name="Maulin Nasari" userId="2c02bce8-14a6-4f73-b14a-299518f8dfce" providerId="ADAL" clId="{973AE700-8634-4AC6-A10B-DFA7AFECB9DA}" dt="2025-12-25T20:10:04.246" v="858"/>
        <pc:sldMkLst>
          <pc:docMk/>
          <pc:sldMk cId="2407014762" sldId="347"/>
        </pc:sldMkLst>
        <pc:spChg chg="mod">
          <ac:chgData name="Maulin Nasari" userId="2c02bce8-14a6-4f73-b14a-299518f8dfce" providerId="ADAL" clId="{973AE700-8634-4AC6-A10B-DFA7AFECB9DA}" dt="2025-12-25T19:59:51.297" v="798" actId="20577"/>
          <ac:spMkLst>
            <pc:docMk/>
            <pc:sldMk cId="2407014762" sldId="347"/>
            <ac:spMk id="2" creationId="{BCAD68DA-3AE3-F37A-31ED-987151E83C1B}"/>
          </ac:spMkLst>
        </pc:spChg>
        <pc:spChg chg="mod">
          <ac:chgData name="Maulin Nasari" userId="2c02bce8-14a6-4f73-b14a-299518f8dfce" providerId="ADAL" clId="{973AE700-8634-4AC6-A10B-DFA7AFECB9DA}" dt="2025-12-25T20:10:04.246" v="858"/>
          <ac:spMkLst>
            <pc:docMk/>
            <pc:sldMk cId="2407014762" sldId="347"/>
            <ac:spMk id="3" creationId="{1DA2FF0F-EEB2-C1B8-48D5-32E48A309B6D}"/>
          </ac:spMkLst>
        </pc:spChg>
        <pc:spChg chg="mod">
          <ac:chgData name="Maulin Nasari" userId="2c02bce8-14a6-4f73-b14a-299518f8dfce" providerId="ADAL" clId="{973AE700-8634-4AC6-A10B-DFA7AFECB9DA}" dt="2025-12-25T20:07:27.826" v="832" actId="123"/>
          <ac:spMkLst>
            <pc:docMk/>
            <pc:sldMk cId="2407014762" sldId="347"/>
            <ac:spMk id="5" creationId="{09FE4E47-BE45-D757-1870-111FABE0E6D9}"/>
          </ac:spMkLst>
        </pc:spChg>
        <pc:picChg chg="add mod">
          <ac:chgData name="Maulin Nasari" userId="2c02bce8-14a6-4f73-b14a-299518f8dfce" providerId="ADAL" clId="{973AE700-8634-4AC6-A10B-DFA7AFECB9DA}" dt="2025-12-25T20:00:54.213" v="804" actId="14100"/>
          <ac:picMkLst>
            <pc:docMk/>
            <pc:sldMk cId="2407014762" sldId="347"/>
            <ac:picMk id="6" creationId="{1011EC1E-7F86-B3B1-590F-CFA5BD09AB5A}"/>
          </ac:picMkLst>
        </pc:picChg>
      </pc:sldChg>
      <pc:sldChg chg="addSp delSp modSp add mod">
        <pc:chgData name="Maulin Nasari" userId="2c02bce8-14a6-4f73-b14a-299518f8dfce" providerId="ADAL" clId="{973AE700-8634-4AC6-A10B-DFA7AFECB9DA}" dt="2025-12-25T20:12:50.371" v="899" actId="12"/>
        <pc:sldMkLst>
          <pc:docMk/>
          <pc:sldMk cId="1573418398" sldId="348"/>
        </pc:sldMkLst>
        <pc:spChg chg="mod">
          <ac:chgData name="Maulin Nasari" userId="2c02bce8-14a6-4f73-b14a-299518f8dfce" providerId="ADAL" clId="{973AE700-8634-4AC6-A10B-DFA7AFECB9DA}" dt="2025-12-25T20:09:43.614" v="857"/>
          <ac:spMkLst>
            <pc:docMk/>
            <pc:sldMk cId="1573418398" sldId="348"/>
            <ac:spMk id="3" creationId="{304EA8E6-25F9-3023-694A-5CCBFCC94250}"/>
          </ac:spMkLst>
        </pc:spChg>
        <pc:spChg chg="add mod">
          <ac:chgData name="Maulin Nasari" userId="2c02bce8-14a6-4f73-b14a-299518f8dfce" providerId="ADAL" clId="{973AE700-8634-4AC6-A10B-DFA7AFECB9DA}" dt="2025-12-25T20:12:50.371" v="899" actId="12"/>
          <ac:spMkLst>
            <pc:docMk/>
            <pc:sldMk cId="1573418398" sldId="348"/>
            <ac:spMk id="4" creationId="{BF2CEB43-659F-4F22-884F-C5B371961750}"/>
          </ac:spMkLst>
        </pc:spChg>
        <pc:spChg chg="mod">
          <ac:chgData name="Maulin Nasari" userId="2c02bce8-14a6-4f73-b14a-299518f8dfce" providerId="ADAL" clId="{973AE700-8634-4AC6-A10B-DFA7AFECB9DA}" dt="2025-12-25T20:11:52.689" v="877" actId="20577"/>
          <ac:spMkLst>
            <pc:docMk/>
            <pc:sldMk cId="1573418398" sldId="348"/>
            <ac:spMk id="5" creationId="{C1A0EC29-6CA8-6CE4-197B-4AA5AFEEE3EE}"/>
          </ac:spMkLst>
        </pc:spChg>
        <pc:picChg chg="del">
          <ac:chgData name="Maulin Nasari" userId="2c02bce8-14a6-4f73-b14a-299518f8dfce" providerId="ADAL" clId="{973AE700-8634-4AC6-A10B-DFA7AFECB9DA}" dt="2025-12-25T20:07:51.479" v="833" actId="478"/>
          <ac:picMkLst>
            <pc:docMk/>
            <pc:sldMk cId="1573418398" sldId="348"/>
            <ac:picMk id="6" creationId="{97D396BC-BACE-22A2-88CE-F2D6B73D0025}"/>
          </ac:picMkLst>
        </pc:picChg>
      </pc:sldChg>
      <pc:sldChg chg="modSp add mod ord">
        <pc:chgData name="Maulin Nasari" userId="2c02bce8-14a6-4f73-b14a-299518f8dfce" providerId="ADAL" clId="{973AE700-8634-4AC6-A10B-DFA7AFECB9DA}" dt="2025-12-25T20:21:45.494" v="958" actId="1076"/>
        <pc:sldMkLst>
          <pc:docMk/>
          <pc:sldMk cId="3823953065" sldId="349"/>
        </pc:sldMkLst>
        <pc:spChg chg="mod">
          <ac:chgData name="Maulin Nasari" userId="2c02bce8-14a6-4f73-b14a-299518f8dfce" providerId="ADAL" clId="{973AE700-8634-4AC6-A10B-DFA7AFECB9DA}" dt="2025-12-25T20:13:33.943" v="918" actId="20577"/>
          <ac:spMkLst>
            <pc:docMk/>
            <pc:sldMk cId="3823953065" sldId="349"/>
            <ac:spMk id="2" creationId="{8A199D09-A8D4-A0F0-DC4D-D94EB551E7CB}"/>
          </ac:spMkLst>
        </pc:spChg>
        <pc:spChg chg="mod">
          <ac:chgData name="Maulin Nasari" userId="2c02bce8-14a6-4f73-b14a-299518f8dfce" providerId="ADAL" clId="{973AE700-8634-4AC6-A10B-DFA7AFECB9DA}" dt="2025-12-25T20:13:47.020" v="919"/>
          <ac:spMkLst>
            <pc:docMk/>
            <pc:sldMk cId="3823953065" sldId="349"/>
            <ac:spMk id="3" creationId="{69A78F70-642A-F990-5497-7F86A68C184E}"/>
          </ac:spMkLst>
        </pc:spChg>
        <pc:spChg chg="mod">
          <ac:chgData name="Maulin Nasari" userId="2c02bce8-14a6-4f73-b14a-299518f8dfce" providerId="ADAL" clId="{973AE700-8634-4AC6-A10B-DFA7AFECB9DA}" dt="2025-12-25T20:21:45.494" v="958" actId="1076"/>
          <ac:spMkLst>
            <pc:docMk/>
            <pc:sldMk cId="3823953065" sldId="349"/>
            <ac:spMk id="5" creationId="{4A090ED4-F954-559F-DA46-E9A7369519D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63380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Background 02.jpg">
            <a:extLst>
              <a:ext uri="{FF2B5EF4-FFF2-40B4-BE49-F238E27FC236}">
                <a16:creationId xmlns:a16="http://schemas.microsoft.com/office/drawing/2014/main" id="{5E9439D9-58CE-C438-5024-900918FA24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575"/>
            <a:ext cx="24384000" cy="12928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9">
            <a:extLst>
              <a:ext uri="{FF2B5EF4-FFF2-40B4-BE49-F238E27FC236}">
                <a16:creationId xmlns:a16="http://schemas.microsoft.com/office/drawing/2014/main" id="{7A8C25BD-F319-4C45-1231-698E123EA6A3}"/>
              </a:ext>
            </a:extLst>
          </p:cNvPr>
          <p:cNvSpPr/>
          <p:nvPr userDrawn="1"/>
        </p:nvSpPr>
        <p:spPr>
          <a:xfrm>
            <a:off x="0" y="10315576"/>
            <a:ext cx="24384000" cy="3400424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sz="4800" b="0" i="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6933" y="4121696"/>
            <a:ext cx="18232304" cy="1584176"/>
          </a:xfrm>
        </p:spPr>
        <p:txBody>
          <a:bodyPr>
            <a:normAutofit/>
          </a:bodyPr>
          <a:lstStyle>
            <a:lvl1pPr algn="l">
              <a:defRPr sz="6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5096933" y="6858002"/>
            <a:ext cx="18232304" cy="6080844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5087211" y="5705872"/>
            <a:ext cx="18242027" cy="1008112"/>
          </a:xfrm>
        </p:spPr>
        <p:txBody>
          <a:bodyPr rtlCol="0" anchor="ctr">
            <a:normAutofit/>
          </a:bodyPr>
          <a:lstStyle>
            <a:lvl1pPr>
              <a:defRPr lang="id-ID" sz="4400" b="0" i="0" dirty="0">
                <a:solidFill>
                  <a:srgbClr val="0079B8"/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subtitle style</a:t>
            </a:r>
            <a:endParaRPr lang="id-ID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844FF92-AFAA-0F6A-9AEF-114DE9CF286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B314F4A9-3917-40E8-BD28-C0DD49686833}" type="datetimeFigureOut">
              <a:rPr lang="id-ID" altLang="en-US" smtClean="0"/>
              <a:pPr>
                <a:defRPr/>
              </a:pPr>
              <a:t>26/12/2025</a:t>
            </a:fld>
            <a:endParaRPr lang="id-ID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F5E07CC-C0C3-C8A2-0275-D753706EAE2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B7828D9-9E07-C21B-8C4E-ECBFDA05A3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000605" y="13076008"/>
            <a:ext cx="370294" cy="37959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5C4D3-5B9B-4333-A046-65E8E2318A8F}" type="slidenum">
              <a:rPr lang="id-ID" altLang="en-US"/>
              <a:pPr>
                <a:defRPr/>
              </a:pPr>
              <a:t>‹#›</a:t>
            </a:fld>
            <a:endParaRPr lang="id-ID" altLang="en-US"/>
          </a:p>
        </p:txBody>
      </p:sp>
    </p:spTree>
    <p:extLst>
      <p:ext uri="{BB962C8B-B14F-4D97-AF65-F5344CB8AC3E}">
        <p14:creationId xmlns:p14="http://schemas.microsoft.com/office/powerpoint/2010/main" val="6456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  <p:sldLayoutId id="2147483689" r:id="rId24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05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Concepts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Maulin Nasari, S.T.,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05 – Design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0DC81-9A6D-3A29-3A24-03ADDFA1DF30}"/>
              </a:ext>
            </a:extLst>
          </p:cNvPr>
          <p:cNvSpPr txBox="1"/>
          <p:nvPr/>
        </p:nvSpPr>
        <p:spPr>
          <a:xfrm>
            <a:off x="2321176" y="4309744"/>
            <a:ext cx="19741647" cy="35394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rgbClr val="15151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457200" algn="just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Explain the role of design in SE</a:t>
            </a:r>
          </a:p>
          <a:p>
            <a:pPr marL="457200" lvl="0" indent="-457200" algn="just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Describe design models and their evolution</a:t>
            </a:r>
          </a:p>
          <a:p>
            <a:pPr marL="457200" lvl="0" indent="-457200" algn="just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Apply core design concepts (abstraction, modularity, etc.)</a:t>
            </a:r>
          </a:p>
          <a:p>
            <a:pPr marL="457200" lvl="0" indent="-457200" algn="just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Analyze designs using cohesion &amp; coupling</a:t>
            </a:r>
          </a:p>
          <a:p>
            <a:pPr marL="457200" lvl="0" indent="-457200" algn="just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Differentiate analysis vs design classes</a:t>
            </a:r>
          </a:p>
          <a:p>
            <a:pPr marL="457200" lvl="0" indent="-457200" algn="just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Interpret design modeling principles (traceability, simplicity, agility)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rgbClr val="151515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05 – Design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1"/>
            <a:ext cx="20711673" cy="5999229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Within the Context of Software Engineering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Design Process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Concepts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Design Model </a:t>
            </a: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F1958-526F-C6C0-2ABD-1D9A8F603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Within the Context of Software Engineering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47417-3F83-73A0-554C-B6FF13FCFC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7DE150-66DF-8E5D-E0B8-23F3CDCD888A}"/>
              </a:ext>
            </a:extLst>
          </p:cNvPr>
          <p:cNvSpPr txBox="1"/>
          <p:nvPr/>
        </p:nvSpPr>
        <p:spPr>
          <a:xfrm>
            <a:off x="2167377" y="4842063"/>
            <a:ext cx="16129767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design is the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technical core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software engineering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Begins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after requirements analysis and modeling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Final activity in the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modeling phase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Sets the foundation for:</a:t>
            </a:r>
          </a:p>
          <a:p>
            <a:pPr marL="914400" lvl="3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Construction (coding &amp; testing)</a:t>
            </a:r>
          </a:p>
          <a:p>
            <a:pPr marL="914400" lvl="3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Maintenance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translates what is needed into how it will be built.</a:t>
            </a:r>
            <a:endParaRPr lang="en-ID" sz="3200" b="1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32823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4112-7F4A-4D35-32E6-ED46A57B5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6F0E-CBF6-83A6-20D4-5208BE67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Within the Context of Software Engineering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E4C3B-D4C5-E577-4EC0-571AEE0372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E5E98E-A44E-73D0-074E-74AC448AA4BA}"/>
              </a:ext>
            </a:extLst>
          </p:cNvPr>
          <p:cNvSpPr txBox="1"/>
          <p:nvPr/>
        </p:nvSpPr>
        <p:spPr>
          <a:xfrm>
            <a:off x="2167377" y="4147119"/>
            <a:ext cx="7561839" cy="79714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 models feed four design models:</a:t>
            </a:r>
          </a:p>
          <a:p>
            <a:pPr marL="914400" lvl="2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/ Class Design</a:t>
            </a:r>
          </a:p>
          <a:p>
            <a:pPr marL="914400" lvl="2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Architectural Design</a:t>
            </a:r>
          </a:p>
          <a:p>
            <a:pPr marL="914400" lvl="2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 Design</a:t>
            </a:r>
          </a:p>
          <a:p>
            <a:pPr marL="914400" lvl="2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Component-Level Design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decisions directly affect:</a:t>
            </a:r>
          </a:p>
          <a:p>
            <a:pPr marL="9144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quality</a:t>
            </a:r>
          </a:p>
          <a:p>
            <a:pPr marL="9144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Stability</a:t>
            </a:r>
          </a:p>
          <a:p>
            <a:pPr marL="9144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Maintainability</a:t>
            </a:r>
          </a:p>
          <a:p>
            <a:pPr marL="914400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14400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is where software quality is created. Poor design leads to fragile, hard-to-maintain systems.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C285B4-DA1B-7E32-7E17-F4B7CF013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6656" y="4147119"/>
            <a:ext cx="12574755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0460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BB931-E98D-67D6-B44E-10962BDE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9FB66-81E8-C920-6180-C3F8DF05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Design Process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E4EAD-36F6-1431-20C2-DB26C4DAC3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US" dirty="0"/>
              <a:t>What Defines a Good Software Design?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31BE6-119C-0EB5-9F82-50E7ABC7A92A}"/>
              </a:ext>
            </a:extLst>
          </p:cNvPr>
          <p:cNvSpPr txBox="1"/>
          <p:nvPr/>
        </p:nvSpPr>
        <p:spPr>
          <a:xfrm>
            <a:off x="2167377" y="4842063"/>
            <a:ext cx="19961103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good design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implements all explicit and implicit requirements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good design is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clear and understandable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developers, testers, and maintainers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good design provides a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view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of:</a:t>
            </a:r>
          </a:p>
          <a:p>
            <a:pPr marL="1060450" lvl="3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</a:t>
            </a:r>
          </a:p>
          <a:p>
            <a:pPr marL="1060450" lvl="3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</a:t>
            </a:r>
          </a:p>
          <a:p>
            <a:pPr marL="1060450" lvl="3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Behavior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quality is not about elegance alone. It’s about correctness, clarity, and completeness.</a:t>
            </a:r>
            <a:endParaRPr lang="en-ID" sz="3200" b="1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41869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B59E8-E988-A7E6-9A07-A36B17A28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50FF4-CCA4-4858-A7C5-131D63F9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Design Process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3A2A7-73AD-3763-A582-4D7136259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Software Design Quality Guidelines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FC5E8-694A-B147-6D0A-58B3F99FA20F}"/>
              </a:ext>
            </a:extLst>
          </p:cNvPr>
          <p:cNvSpPr txBox="1"/>
          <p:nvPr/>
        </p:nvSpPr>
        <p:spPr>
          <a:xfrm>
            <a:off x="2167376" y="4309744"/>
            <a:ext cx="16129767" cy="69865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Architecture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Uses recognizable styles or patterns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Supports incremental and testable implementation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Modularity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Logically partitioned components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Independent functional units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Clarity &amp; Structure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Separate views for data, architecture, interfaces, and components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Clear and simple interfaces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 &amp; Communication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Derived from requirements analysis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Represented using clear and consistent notation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Quality design is intentional, achieved through principles, methods, and review.</a:t>
            </a:r>
            <a:endParaRPr lang="en-ID" sz="3200" b="1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73210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D877E-2325-6401-E932-A4C61D220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00AC-175E-2FF2-6F1C-606C654F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AF308-B8CA-1554-AEDF-6EE902B81C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Fundamental Design Concepts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D3557-E4B5-1C1B-4225-01E78547A161}"/>
              </a:ext>
            </a:extLst>
          </p:cNvPr>
          <p:cNvSpPr txBox="1"/>
          <p:nvPr/>
        </p:nvSpPr>
        <p:spPr>
          <a:xfrm>
            <a:off x="2167377" y="4842063"/>
            <a:ext cx="16129767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concepts provide a foundation for all software design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Help designers: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Partition systems into components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Separate what from how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Evaluate technical design quality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Focus on building the right software, not just working software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concepts guide thinking before tools or code are involved.</a:t>
            </a:r>
            <a:endParaRPr lang="en-ID" sz="3200" b="1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81719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EDCC-A534-AD56-0892-CC36AAE6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D80E9-28EA-6E16-9596-DCFA2AC3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E191E-336E-AE8D-E5BE-C985223859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Abstraction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B575F-21D3-5F8C-FFF3-DC4F1F0F9377}"/>
              </a:ext>
            </a:extLst>
          </p:cNvPr>
          <p:cNvSpPr txBox="1"/>
          <p:nvPr/>
        </p:nvSpPr>
        <p:spPr>
          <a:xfrm>
            <a:off x="2167377" y="4842063"/>
            <a:ext cx="16129767" cy="35394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Abstraction describes a solution at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multiple levels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High-level: problem domain (e.g., user story)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Mid-level: system behavior (e.g., use case)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Low-level: implementable detail (e.g., pseudocode)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Two types of abstraction: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Procedural abstraction: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a function does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abstraction: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data represents</a:t>
            </a:r>
          </a:p>
        </p:txBody>
      </p:sp>
    </p:spTree>
    <p:extLst>
      <p:ext uri="{BB962C8B-B14F-4D97-AF65-F5344CB8AC3E}">
        <p14:creationId xmlns:p14="http://schemas.microsoft.com/office/powerpoint/2010/main" val="26230818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6F7E4-94DB-EEE8-B7E1-28D5256B1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8CB9-8BD5-7584-77A3-F94F5160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A8125-7A00-86C5-E24F-C431815625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A09CA-E672-F3B4-8E78-010C496665C0}"/>
              </a:ext>
            </a:extLst>
          </p:cNvPr>
          <p:cNvSpPr txBox="1"/>
          <p:nvPr/>
        </p:nvSpPr>
        <p:spPr>
          <a:xfrm>
            <a:off x="2167377" y="4842063"/>
            <a:ext cx="16129767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Defines the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overall structure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the system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Describes: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Major components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Interactions between components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Organization of data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Addresses both: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Structural properties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(components &amp; connections)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Extra-functional properties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(performance, security, reliability)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Architecture provides the framework for all detailed design decisions.</a:t>
            </a:r>
          </a:p>
        </p:txBody>
      </p:sp>
    </p:spTree>
    <p:extLst>
      <p:ext uri="{BB962C8B-B14F-4D97-AF65-F5344CB8AC3E}">
        <p14:creationId xmlns:p14="http://schemas.microsoft.com/office/powerpoint/2010/main" val="411015929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761D-0404-E4DA-FE24-E052CB65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6A38-35E2-73C4-B04A-8C7E29A1D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DE97D-9CFD-71E3-C97E-3BE94C31C7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Patterns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FC238-B7DA-779A-613E-F0A06E515423}"/>
              </a:ext>
            </a:extLst>
          </p:cNvPr>
          <p:cNvSpPr txBox="1"/>
          <p:nvPr/>
        </p:nvSpPr>
        <p:spPr>
          <a:xfrm>
            <a:off x="2167377" y="4842063"/>
            <a:ext cx="16129767" cy="60016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design pattern is a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proven solution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a recurring design problem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Captures: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Context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Solution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Constraints (“forces”)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Helps designers:</a:t>
            </a:r>
          </a:p>
          <a:p>
            <a:pPr marL="1169988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Reuse design knowledge</a:t>
            </a:r>
          </a:p>
          <a:p>
            <a:pPr marL="1169988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 design time</a:t>
            </a:r>
          </a:p>
          <a:p>
            <a:pPr marL="1169988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 consistency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Patterns encode experience — not code.</a:t>
            </a:r>
          </a:p>
        </p:txBody>
      </p:sp>
    </p:spTree>
    <p:extLst>
      <p:ext uri="{BB962C8B-B14F-4D97-AF65-F5344CB8AC3E}">
        <p14:creationId xmlns:p14="http://schemas.microsoft.com/office/powerpoint/2010/main" val="281049437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1C41-5EBA-531B-844D-72FC2270A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96EB-4C8A-A798-A219-31E67C20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1EC27-D1BB-EFF4-686D-57F038B4A5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Separation of Concerns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070A4-5923-3183-5204-3E4ABC738DE4}"/>
              </a:ext>
            </a:extLst>
          </p:cNvPr>
          <p:cNvSpPr txBox="1"/>
          <p:nvPr/>
        </p:nvSpPr>
        <p:spPr>
          <a:xfrm>
            <a:off x="2167377" y="4842063"/>
            <a:ext cx="16129767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Complex problems are easier when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divided into smaller concerns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concern: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be designed independently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Reduces overall complexity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Leads to: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Modularity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Functional independence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Refinement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Divide-and-conquer is the basis of scalable software design.</a:t>
            </a:r>
          </a:p>
        </p:txBody>
      </p:sp>
    </p:spTree>
    <p:extLst>
      <p:ext uri="{BB962C8B-B14F-4D97-AF65-F5344CB8AC3E}">
        <p14:creationId xmlns:p14="http://schemas.microsoft.com/office/powerpoint/2010/main" val="374554684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DAA70-B87E-89CB-A085-B71742931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1BE94-2A06-916D-D4D2-7A84AC304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85F41-BC7B-D41E-6509-4C4D0F716B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Modularity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59CF7-E3BA-5212-BB05-F876E006D270}"/>
              </a:ext>
            </a:extLst>
          </p:cNvPr>
          <p:cNvSpPr txBox="1"/>
          <p:nvPr/>
        </p:nvSpPr>
        <p:spPr>
          <a:xfrm>
            <a:off x="2167376" y="4125696"/>
            <a:ext cx="9440593" cy="69865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Modularity divides software into separate, manageable modules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Makes software: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Easier to understand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Easier to build and test</a:t>
            </a:r>
          </a:p>
          <a:p>
            <a:pPr marL="106045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Easier to change and maintain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 few modules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→ complex, hard to understand (monolithic)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 many modules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→ high integration cost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 exists an optimal range of modularity (M) where total cost is minimized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Modularity reduces complexity — but excessive modularization increases integration cost.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65C40B-3655-BB3F-D1B9-FB7C81C59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033" y="4125696"/>
            <a:ext cx="9440592" cy="66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3259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8CE9E-520A-1CA4-877C-1B98F642A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C7C6-8E43-E06B-6918-9C2047BA2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29EE9-4389-6DEA-32AF-4A4AFC70C1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Information Hiding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D31B8-C3DD-513A-5DA7-3BD9F820B317}"/>
              </a:ext>
            </a:extLst>
          </p:cNvPr>
          <p:cNvSpPr txBox="1"/>
          <p:nvPr/>
        </p:nvSpPr>
        <p:spPr>
          <a:xfrm>
            <a:off x="2167377" y="4364972"/>
            <a:ext cx="16129767" cy="7478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Idea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Modules should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hide internal data and algorithms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Only expose what other modules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need to know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Hidden?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Internal data structures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Algorithm details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Local design decisions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It Matters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Reduces ripple effects when changes occur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Prevents accidental misuse of internal logic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Makes maintenance and evolution safer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Change inside a module should not force changes outside it.</a:t>
            </a:r>
          </a:p>
        </p:txBody>
      </p:sp>
    </p:spTree>
    <p:extLst>
      <p:ext uri="{BB962C8B-B14F-4D97-AF65-F5344CB8AC3E}">
        <p14:creationId xmlns:p14="http://schemas.microsoft.com/office/powerpoint/2010/main" val="79635037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5ED87-FF60-FBED-1A1A-624EE395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39C8-2D15-5652-13BB-5326DE4E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737C5-BD93-C448-02D5-864F7AAE62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Functional Independence (Cohesion &amp; Coupling)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65624-CA13-A84C-7F29-98984CC382AF}"/>
              </a:ext>
            </a:extLst>
          </p:cNvPr>
          <p:cNvSpPr txBox="1"/>
          <p:nvPr/>
        </p:nvSpPr>
        <p:spPr>
          <a:xfrm>
            <a:off x="2167376" y="4359893"/>
            <a:ext cx="16129767" cy="7478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Idea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module should do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focused job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Interaction with other modules should be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minimal and simple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Two Quality Indicators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 Cohesion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→ module does one well-defined task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 Coupling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→ minimal dependency on other modules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It Matters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Easier development and team collaboration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Easier testing and debugging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Less error propagation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Better reusability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Modules that do many unrelated things (“schizophrenic modules”)</a:t>
            </a:r>
          </a:p>
        </p:txBody>
      </p:sp>
    </p:spTree>
    <p:extLst>
      <p:ext uri="{BB962C8B-B14F-4D97-AF65-F5344CB8AC3E}">
        <p14:creationId xmlns:p14="http://schemas.microsoft.com/office/powerpoint/2010/main" val="385660597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28C3A-91AA-4688-1710-05AFB646F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5E707-585F-DEE8-B2D6-B4D74C88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482A8-83A0-DB55-0E9A-BB46785745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Stepwise Refinement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79580F-E4CE-48E2-3CFE-0406D62D92A7}"/>
              </a:ext>
            </a:extLst>
          </p:cNvPr>
          <p:cNvSpPr txBox="1"/>
          <p:nvPr/>
        </p:nvSpPr>
        <p:spPr>
          <a:xfrm>
            <a:off x="2167376" y="3854511"/>
            <a:ext cx="16129767" cy="84638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Idea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software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top-down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from abstract to detailed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Gradually refine until implementable logic is reached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It Works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Start with a high-level description of function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Break it into smaller steps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Repeat until code-level detail is clear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Relationship to Abstraction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Abstraction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hides detail</a:t>
            </a:r>
          </a:p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Refinement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reveals detail progressively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It Matters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Controls complexity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Improves clarity of design decisions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Produces a traceable design flow</a:t>
            </a:r>
          </a:p>
        </p:txBody>
      </p:sp>
    </p:spTree>
    <p:extLst>
      <p:ext uri="{BB962C8B-B14F-4D97-AF65-F5344CB8AC3E}">
        <p14:creationId xmlns:p14="http://schemas.microsoft.com/office/powerpoint/2010/main" val="234435773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CE59A-0FC9-1B4E-4028-96237B333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B7CE-CB85-3CEE-08C4-5EFE265A0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C22AA-6BEF-7882-D7A6-97D8E34C67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Refactoring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7AEF2-A0D1-1B35-91DD-F92A3F3BEF04}"/>
              </a:ext>
            </a:extLst>
          </p:cNvPr>
          <p:cNvSpPr txBox="1"/>
          <p:nvPr/>
        </p:nvSpPr>
        <p:spPr>
          <a:xfrm>
            <a:off x="2167376" y="3854511"/>
            <a:ext cx="16129767" cy="89562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Idea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Improve internal design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without changing behavior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Refactoring Fixes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 cohesion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Redundant or unused elements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Poor structure or inefficient logic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It Matters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Keeps design clean as software evolves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Reduces technical debt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Makes future changes easier and safer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Important Note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Refactoring must be supported by testing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Behavior must remain unchanged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Refactoring improves design quality, not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373999175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518DB-452A-0511-14EA-F9CD9A1F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82A0-794C-8315-95E0-8DD05E9B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1D0D8-1784-8190-A44B-3EB7E3CFC8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Design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E4378-58C7-50F8-455A-1180ECE09371}"/>
              </a:ext>
            </a:extLst>
          </p:cNvPr>
          <p:cNvSpPr txBox="1"/>
          <p:nvPr/>
        </p:nvSpPr>
        <p:spPr>
          <a:xfrm>
            <a:off x="2167377" y="4595842"/>
            <a:ext cx="16129767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 Analysis to Design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Analysis classes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describe </a:t>
            </a:r>
            <a:r>
              <a:rPr lang="en-US" sz="3200" i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problem-domain concepts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(what users see)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classes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refine analysis classes with </a:t>
            </a:r>
            <a:r>
              <a:rPr lang="en-US" sz="3200" i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technical detail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implementation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architecture emerges, abstraction is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reduced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classes become code-ready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Purpose of Design Classes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 attributes + methods needed for implementation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Provide a blueprint for developers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 the overall software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0912430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874D2-3F49-9E87-55CA-15C9ECE1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74B82-CC2D-FE47-82D0-F2C2B591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97324-47DB-D9ED-4DA3-AFFE396108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Design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852288-2367-966D-D987-B63FE03E02A7}"/>
              </a:ext>
            </a:extLst>
          </p:cNvPr>
          <p:cNvSpPr txBox="1"/>
          <p:nvPr/>
        </p:nvSpPr>
        <p:spPr>
          <a:xfrm>
            <a:off x="2167376" y="3440089"/>
            <a:ext cx="16129767" cy="89562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Characteristics of a Well-Formed Design Class</a:t>
            </a:r>
          </a:p>
          <a:p>
            <a:pPr algn="l"/>
            <a:endParaRPr lang="en-US" sz="3200" b="1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Complete &amp; Sufficient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Contains </a:t>
            </a:r>
            <a:r>
              <a:rPr lang="en-US" sz="3200" i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attributes and methods reasonably expected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missing responsibilities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unnecessary functionality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Primitive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method does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clear service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 duplicate ways to perform the same action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High Cohesion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Methods and attributes focus on a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single responsibility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Class does one thing well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Low Coupling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Minimal dependency on other classes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Follows the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Law of Demeter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talk only to “neighbor” classes</a:t>
            </a:r>
          </a:p>
        </p:txBody>
      </p:sp>
    </p:spTree>
    <p:extLst>
      <p:ext uri="{BB962C8B-B14F-4D97-AF65-F5344CB8AC3E}">
        <p14:creationId xmlns:p14="http://schemas.microsoft.com/office/powerpoint/2010/main" val="249211237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13970-0700-A358-4108-F75D540E4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1E117-15A9-4A58-4CA3-A5191827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Design Concepts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70B68-B9FF-CEBC-3D6F-FD0E5A2B64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Design Classes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D7C96-B6A2-B31E-E88B-C0704BC417A3}"/>
              </a:ext>
            </a:extLst>
          </p:cNvPr>
          <p:cNvSpPr txBox="1"/>
          <p:nvPr/>
        </p:nvSpPr>
        <p:spPr>
          <a:xfrm>
            <a:off x="2167377" y="5031687"/>
            <a:ext cx="7854447" cy="4031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lvl="0" indent="-457200" algn="l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Shows how an </a:t>
            </a:r>
            <a:r>
              <a:rPr lang="en-US" alt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analysis concept</a:t>
            </a: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becomes a </a:t>
            </a:r>
            <a:r>
              <a:rPr lang="en-US" alt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design-ready class</a:t>
            </a:r>
            <a:endParaRPr lang="en-US" alt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457200" algn="l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Demonstrates:</a:t>
            </a:r>
          </a:p>
          <a:p>
            <a:pPr marL="1060450" lvl="0" indent="-457200" algn="l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Encapsulation of data + behavior</a:t>
            </a:r>
          </a:p>
          <a:p>
            <a:pPr marL="1060450" lvl="0" indent="-457200" algn="l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Composition (</a:t>
            </a:r>
            <a:r>
              <a:rPr lang="en-US" altLang="en-US" sz="3200" dirty="0" err="1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FloorPlan</a:t>
            </a: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→ Segment)</a:t>
            </a:r>
          </a:p>
          <a:p>
            <a:pPr marL="1060450" lvl="0" indent="-457200" algn="l" defTabSz="914400" eaLnBrk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Controlled collaboration with Camera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8C43BC-9386-97AE-BACD-8F42CF028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576" y="3169213"/>
            <a:ext cx="11128047" cy="925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0783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7E723-F56F-4351-1A53-786F51EDC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D68DA-3AE3-F37A-31ED-987151E83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The Design Model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2FF0F-EEB2-C1B8-48D5-32E48A309B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dirty="0"/>
              <a:t>From Analysis to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FE4E47-BE45-D757-1870-111FABE0E6D9}"/>
              </a:ext>
            </a:extLst>
          </p:cNvPr>
          <p:cNvSpPr txBox="1"/>
          <p:nvPr/>
        </p:nvSpPr>
        <p:spPr>
          <a:xfrm>
            <a:off x="2146202" y="4020502"/>
            <a:ext cx="7378959" cy="74789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this diagram shows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transition from analysis model → design model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software design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progressively reduces abstraction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different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views evolve in parallel</a:t>
            </a:r>
          </a:p>
          <a:p>
            <a:pPr algn="l"/>
            <a:endParaRPr lang="en-US" sz="3200" b="1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is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 a single step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but a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systematic refinement 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analysis artifacts into implementable structures across architecture, interface, components, and deployment.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11EC1E-7F86-B3B1-590F-CFA5BD09A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1" y="3169213"/>
            <a:ext cx="13461402" cy="936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1476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54FE1-1B4E-E181-CC17-EB4447A5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7324D-AB83-768D-3388-A3F5C9F9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The Design Model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EA8E6-25F9-3023-694A-5CCBFCC942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Two Key Dimensions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0EC29-6CA8-6CE4-197B-4AA5AFEEE3EE}"/>
              </a:ext>
            </a:extLst>
          </p:cNvPr>
          <p:cNvSpPr txBox="1"/>
          <p:nvPr/>
        </p:nvSpPr>
        <p:spPr>
          <a:xfrm>
            <a:off x="2167376" y="4103400"/>
            <a:ext cx="9597903" cy="60016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Abstraction Dimension (Vertical)</a:t>
            </a:r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Top (High abstraction)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Focus: </a:t>
            </a:r>
            <a:r>
              <a:rPr lang="en-US" sz="3200" i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the system should do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Artifacts: use cases, analysis class diagrams, behavioral models</a:t>
            </a: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Bottom (Low abstraction)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Focus: </a:t>
            </a:r>
            <a:r>
              <a:rPr lang="en-US" sz="3200" i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the system will be built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Artifacts: design classes, components, deployment diagrams</a:t>
            </a:r>
          </a:p>
          <a:p>
            <a:pPr algn="l"/>
            <a:endParaRPr lang="en-US" sz="3200" dirty="0">
              <a:solidFill>
                <a:srgbClr val="151515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gradually moves from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conceptual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technical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detail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CEB43-659F-4F22-884F-C5B371961750}"/>
              </a:ext>
            </a:extLst>
          </p:cNvPr>
          <p:cNvSpPr txBox="1"/>
          <p:nvPr/>
        </p:nvSpPr>
        <p:spPr>
          <a:xfrm>
            <a:off x="12618723" y="4103400"/>
            <a:ext cx="9597903" cy="79714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Process Dimension (Horizontal)</a:t>
            </a:r>
            <a:b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is refined across </a:t>
            </a:r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four complementary views</a:t>
            </a: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Architecture Elements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Subsystems and major structural decisions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Defines the system’s backbone</a:t>
            </a: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Interface Elements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interface and external interfaces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Navigation, interaction, technical interfaces</a:t>
            </a: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Component-Level Elements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Internal logic and component behavior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Design classes, activity and sequence diagrams</a:t>
            </a:r>
          </a:p>
          <a:p>
            <a:pPr algn="l"/>
            <a:r>
              <a:rPr lang="en-US" sz="3200" b="1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Deployment-Level Elements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Physical realization of the system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Nodes, environments, and deployment constraints</a:t>
            </a:r>
          </a:p>
        </p:txBody>
      </p:sp>
    </p:spTree>
    <p:extLst>
      <p:ext uri="{BB962C8B-B14F-4D97-AF65-F5344CB8AC3E}">
        <p14:creationId xmlns:p14="http://schemas.microsoft.com/office/powerpoint/2010/main" val="157341839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1C80A-8364-6A51-7787-A234936CD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9D09-A8D4-A0F0-DC4D-D94EB551E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The Design Model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78F70-642A-F990-5497-7F86A68C18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8900399" cy="749485"/>
          </a:xfrm>
        </p:spPr>
        <p:txBody>
          <a:bodyPr>
            <a:normAutofit/>
          </a:bodyPr>
          <a:lstStyle/>
          <a:p>
            <a:r>
              <a:rPr lang="en-ID" b="0" dirty="0"/>
              <a:t>Design </a:t>
            </a:r>
            <a:r>
              <a:rPr lang="en-ID" b="0" dirty="0" err="1"/>
              <a:t>Modeling</a:t>
            </a:r>
            <a:r>
              <a:rPr lang="en-ID" b="0" dirty="0"/>
              <a:t> Principles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90ED4-F954-559F-DA46-E9A7369519DA}"/>
              </a:ext>
            </a:extLst>
          </p:cNvPr>
          <p:cNvSpPr txBox="1"/>
          <p:nvPr/>
        </p:nvSpPr>
        <p:spPr>
          <a:xfrm>
            <a:off x="2167377" y="4349621"/>
            <a:ext cx="20753584" cy="5016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 1. Design should be traceable to the requirements model.</a:t>
            </a: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 2. Always consider the architecture of the system to be built.</a:t>
            </a: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 3. Design of data is as important as design of processing functions.</a:t>
            </a: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 4. Interfaces (both internal and external) must be designed with care.</a:t>
            </a: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 5. User interface design should be tuned to the needs of the end user.</a:t>
            </a: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 6. Component-level design should be functionally independent.</a:t>
            </a: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 7. Components should be loosely coupled to one another and to the external environment.</a:t>
            </a: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 8. Design representations (models) should be easily understandable.</a:t>
            </a: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 9. The design should be developed iteratively.</a:t>
            </a:r>
          </a:p>
          <a:p>
            <a:pPr algn="l"/>
            <a:r>
              <a:rPr lang="en-US" sz="3200" dirty="0">
                <a:solidFill>
                  <a:srgbClr val="15151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Principle 10. Creation of a design model does not preclude an agile approach.</a:t>
            </a:r>
          </a:p>
        </p:txBody>
      </p:sp>
    </p:spTree>
    <p:extLst>
      <p:ext uri="{BB962C8B-B14F-4D97-AF65-F5344CB8AC3E}">
        <p14:creationId xmlns:p14="http://schemas.microsoft.com/office/powerpoint/2010/main" val="382395306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Roger Pressman and Bruce Maxim. (2020). Software Engineering: A Practitioner's Approach. 9th. McGraw Hill. New York. ISBN: 978-1259872976.</a:t>
            </a: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customXml/itemProps4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2630</TotalTime>
  <Words>1471</Words>
  <Application>Microsoft Office PowerPoint</Application>
  <PresentationFormat>Custom</PresentationFormat>
  <Paragraphs>293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Open Sans Semibold</vt:lpstr>
      <vt:lpstr>OCRB</vt:lpstr>
      <vt:lpstr>Arial</vt:lpstr>
      <vt:lpstr>Open Sans Light</vt:lpstr>
      <vt:lpstr>Open Sans</vt:lpstr>
      <vt:lpstr>Open Sans ExtraBold</vt:lpstr>
      <vt:lpstr>21_BasicWhite</vt:lpstr>
      <vt:lpstr>Design Concepts</vt:lpstr>
      <vt:lpstr>Session 05 – Design Concepts</vt:lpstr>
      <vt:lpstr>Session 05 – Design Concepts</vt:lpstr>
      <vt:lpstr>Design Within the Context of Software Engineering</vt:lpstr>
      <vt:lpstr>Design Within the Context of Software Engineering</vt:lpstr>
      <vt:lpstr>The Design Process</vt:lpstr>
      <vt:lpstr>The Design Process</vt:lpstr>
      <vt:lpstr>Design Concepts</vt:lpstr>
      <vt:lpstr>Design Concepts</vt:lpstr>
      <vt:lpstr>Design Concepts</vt:lpstr>
      <vt:lpstr>Design Concepts</vt:lpstr>
      <vt:lpstr>Design Concepts</vt:lpstr>
      <vt:lpstr>Design Concepts</vt:lpstr>
      <vt:lpstr>Design Concepts</vt:lpstr>
      <vt:lpstr>Design Concepts</vt:lpstr>
      <vt:lpstr>Design Concepts</vt:lpstr>
      <vt:lpstr>Design Concepts</vt:lpstr>
      <vt:lpstr>Design Concepts</vt:lpstr>
      <vt:lpstr>Design Concepts</vt:lpstr>
      <vt:lpstr>Design Concepts</vt:lpstr>
      <vt:lpstr>The Design Model</vt:lpstr>
      <vt:lpstr>The Design Model</vt:lpstr>
      <vt:lpstr>The Design Model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Maulin Nasari</cp:lastModifiedBy>
  <cp:revision>56</cp:revision>
  <dcterms:created xsi:type="dcterms:W3CDTF">2023-04-06T08:40:27Z</dcterms:created>
  <dcterms:modified xsi:type="dcterms:W3CDTF">2025-12-26T03:32:57Z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