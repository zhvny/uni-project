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6"/>
  </p:notesMasterIdLst>
  <p:sldIdLst>
    <p:sldId id="256" r:id="rId2"/>
    <p:sldId id="278" r:id="rId3"/>
    <p:sldId id="257" r:id="rId4"/>
    <p:sldId id="264" r:id="rId5"/>
    <p:sldId id="25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7" r:id="rId24"/>
    <p:sldId id="296" r:id="rId25"/>
  </p:sldIdLst>
  <p:sldSz cx="24384000" cy="13716000"/>
  <p:notesSz cx="6858000" cy="9144000"/>
  <p:embeddedFontLst>
    <p:embeddedFont>
      <p:font typeface="OCRB" panose="020B0609020202020204" pitchFamily="49" charset="77"/>
      <p:regular r:id="rId27"/>
    </p:embeddedFont>
    <p:embeddedFont>
      <p:font typeface="Open Sans" panose="020B0606030504020204" pitchFamily="34" charset="0"/>
      <p:regular r:id="rId28"/>
      <p:bold r:id="rId29"/>
      <p:italic r:id="rId30"/>
      <p:boldItalic r:id="rId31"/>
    </p:embeddedFont>
    <p:embeddedFont>
      <p:font typeface="Open Sans ExtraBold" panose="020B0606030504020204" pitchFamily="34" charset="0"/>
      <p:bold r:id="rId32"/>
      <p:italic r:id="rId33"/>
      <p:boldItalic r:id="rId34"/>
    </p:embeddedFont>
    <p:embeddedFont>
      <p:font typeface="Open Sans Light" panose="020B0306030504020204" pitchFamily="34" charset="0"/>
      <p:regular r:id="rId35"/>
      <p:italic r:id="rId36"/>
    </p:embeddedFont>
    <p:embeddedFont>
      <p:font typeface="Open Sans Semibold" panose="020B0606030504020204" pitchFamily="34" charset="0"/>
      <p:regular r:id="rId37"/>
      <p:bold r:id="rId38"/>
      <p:italic r:id="rId39"/>
      <p:boldItalic r:id="rId40"/>
    </p:embeddedFont>
    <p:embeddedFont>
      <p:font typeface="Tahoma" panose="020B0604030504040204" pitchFamily="34" charset="0"/>
      <p:regular r:id="rId41"/>
      <p:bold r:id="rId4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55" autoAdjust="0"/>
    <p:restoredTop sz="96197"/>
  </p:normalViewPr>
  <p:slideViewPr>
    <p:cSldViewPr snapToGrid="0" snapToObjects="1">
      <p:cViewPr varScale="1">
        <p:scale>
          <a:sx n="55" d="100"/>
          <a:sy n="55" d="100"/>
        </p:scale>
        <p:origin x="592" y="21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SEBASTIAN EDBERT" userId="c68b1978-ff09-4a4d-a9a9-e6791a35da12" providerId="ADAL" clId="{E3FAE995-0F9C-D74A-95D1-DD92ECB55CB7}"/>
    <pc:docChg chg="undo custSel addSld delSld modSld sldOrd">
      <pc:chgData name="IVAN SEBASTIAN EDBERT" userId="c68b1978-ff09-4a4d-a9a9-e6791a35da12" providerId="ADAL" clId="{E3FAE995-0F9C-D74A-95D1-DD92ECB55CB7}" dt="2023-12-07T07:14:50.309" v="745" actId="123"/>
      <pc:docMkLst>
        <pc:docMk/>
      </pc:docMkLst>
      <pc:sldChg chg="addSp delSp modSp mod">
        <pc:chgData name="IVAN SEBASTIAN EDBERT" userId="c68b1978-ff09-4a4d-a9a9-e6791a35da12" providerId="ADAL" clId="{E3FAE995-0F9C-D74A-95D1-DD92ECB55CB7}" dt="2023-12-07T03:15:03.402" v="67" actId="1076"/>
        <pc:sldMkLst>
          <pc:docMk/>
          <pc:sldMk cId="2838539406" sldId="282"/>
        </pc:sldMkLst>
        <pc:spChg chg="mod">
          <ac:chgData name="IVAN SEBASTIAN EDBERT" userId="c68b1978-ff09-4a4d-a9a9-e6791a35da12" providerId="ADAL" clId="{E3FAE995-0F9C-D74A-95D1-DD92ECB55CB7}" dt="2023-12-07T03:10:25.354" v="18" actId="20577"/>
          <ac:spMkLst>
            <pc:docMk/>
            <pc:sldMk cId="2838539406" sldId="282"/>
            <ac:spMk id="2" creationId="{83B188A0-FC53-8DC1-836A-89FF240DC685}"/>
          </ac:spMkLst>
        </pc:spChg>
        <pc:spChg chg="mod">
          <ac:chgData name="IVAN SEBASTIAN EDBERT" userId="c68b1978-ff09-4a4d-a9a9-e6791a35da12" providerId="ADAL" clId="{E3FAE995-0F9C-D74A-95D1-DD92ECB55CB7}" dt="2023-12-07T03:10:30.478" v="32" actId="20577"/>
          <ac:spMkLst>
            <pc:docMk/>
            <pc:sldMk cId="2838539406" sldId="282"/>
            <ac:spMk id="3" creationId="{C2724E80-BC48-8104-BB1A-0E627C65C29B}"/>
          </ac:spMkLst>
        </pc:spChg>
        <pc:spChg chg="del">
          <ac:chgData name="IVAN SEBASTIAN EDBERT" userId="c68b1978-ff09-4a4d-a9a9-e6791a35da12" providerId="ADAL" clId="{E3FAE995-0F9C-D74A-95D1-DD92ECB55CB7}" dt="2023-12-07T03:10:42.037" v="33"/>
          <ac:spMkLst>
            <pc:docMk/>
            <pc:sldMk cId="2838539406" sldId="282"/>
            <ac:spMk id="4" creationId="{201A44E5-9F55-BC30-659C-D39F4598DD5A}"/>
          </ac:spMkLst>
        </pc:spChg>
        <pc:spChg chg="add del mod">
          <ac:chgData name="IVAN SEBASTIAN EDBERT" userId="c68b1978-ff09-4a4d-a9a9-e6791a35da12" providerId="ADAL" clId="{E3FAE995-0F9C-D74A-95D1-DD92ECB55CB7}" dt="2023-12-07T03:12:35.581" v="51" actId="478"/>
          <ac:spMkLst>
            <pc:docMk/>
            <pc:sldMk cId="2838539406" sldId="282"/>
            <ac:spMk id="7" creationId="{37C1904E-F3BE-C33C-F318-6B4C08B255A6}"/>
          </ac:spMkLst>
        </pc:spChg>
        <pc:spChg chg="add mod">
          <ac:chgData name="IVAN SEBASTIAN EDBERT" userId="c68b1978-ff09-4a4d-a9a9-e6791a35da12" providerId="ADAL" clId="{E3FAE995-0F9C-D74A-95D1-DD92ECB55CB7}" dt="2023-12-07T03:14:53.470" v="65"/>
          <ac:spMkLst>
            <pc:docMk/>
            <pc:sldMk cId="2838539406" sldId="282"/>
            <ac:spMk id="8" creationId="{28C34D97-F299-3DAA-CE98-04264B6C7345}"/>
          </ac:spMkLst>
        </pc:spChg>
        <pc:picChg chg="add mod">
          <ac:chgData name="IVAN SEBASTIAN EDBERT" userId="c68b1978-ff09-4a4d-a9a9-e6791a35da12" providerId="ADAL" clId="{E3FAE995-0F9C-D74A-95D1-DD92ECB55CB7}" dt="2023-12-07T03:15:03.402" v="67" actId="1076"/>
          <ac:picMkLst>
            <pc:docMk/>
            <pc:sldMk cId="2838539406" sldId="282"/>
            <ac:picMk id="6" creationId="{40003966-11DB-9CC4-75A8-09DD896874E8}"/>
          </ac:picMkLst>
        </pc:picChg>
      </pc:sldChg>
      <pc:sldChg chg="addSp delSp modSp new mod">
        <pc:chgData name="IVAN SEBASTIAN EDBERT" userId="c68b1978-ff09-4a4d-a9a9-e6791a35da12" providerId="ADAL" clId="{E3FAE995-0F9C-D74A-95D1-DD92ECB55CB7}" dt="2023-12-07T03:44:23.875" v="269" actId="1076"/>
        <pc:sldMkLst>
          <pc:docMk/>
          <pc:sldMk cId="172863735" sldId="283"/>
        </pc:sldMkLst>
        <pc:spChg chg="mod">
          <ac:chgData name="IVAN SEBASTIAN EDBERT" userId="c68b1978-ff09-4a4d-a9a9-e6791a35da12" providerId="ADAL" clId="{E3FAE995-0F9C-D74A-95D1-DD92ECB55CB7}" dt="2023-12-07T03:15:25.522" v="86" actId="20577"/>
          <ac:spMkLst>
            <pc:docMk/>
            <pc:sldMk cId="172863735" sldId="283"/>
            <ac:spMk id="2" creationId="{5550F45E-58DA-3F8F-0FB0-E19383F50DA2}"/>
          </ac:spMkLst>
        </pc:spChg>
        <pc:spChg chg="mod">
          <ac:chgData name="IVAN SEBASTIAN EDBERT" userId="c68b1978-ff09-4a4d-a9a9-e6791a35da12" providerId="ADAL" clId="{E3FAE995-0F9C-D74A-95D1-DD92ECB55CB7}" dt="2023-12-07T03:15:48.928" v="95"/>
          <ac:spMkLst>
            <pc:docMk/>
            <pc:sldMk cId="172863735" sldId="283"/>
            <ac:spMk id="3" creationId="{D05E74DC-98B2-282E-1116-F198F5BAE141}"/>
          </ac:spMkLst>
        </pc:spChg>
        <pc:spChg chg="del">
          <ac:chgData name="IVAN SEBASTIAN EDBERT" userId="c68b1978-ff09-4a4d-a9a9-e6791a35da12" providerId="ADAL" clId="{E3FAE995-0F9C-D74A-95D1-DD92ECB55CB7}" dt="2023-12-07T03:16:01.013" v="96"/>
          <ac:spMkLst>
            <pc:docMk/>
            <pc:sldMk cId="172863735" sldId="283"/>
            <ac:spMk id="4" creationId="{08AF5655-2978-F1A2-1F6E-368844A14F00}"/>
          </ac:spMkLst>
        </pc:spChg>
        <pc:spChg chg="add mod">
          <ac:chgData name="IVAN SEBASTIAN EDBERT" userId="c68b1978-ff09-4a4d-a9a9-e6791a35da12" providerId="ADAL" clId="{E3FAE995-0F9C-D74A-95D1-DD92ECB55CB7}" dt="2023-12-07T03:44:18.673" v="267" actId="255"/>
          <ac:spMkLst>
            <pc:docMk/>
            <pc:sldMk cId="172863735" sldId="283"/>
            <ac:spMk id="7" creationId="{3DCE7DA5-2B59-F557-5A3B-B192A8F61E2F}"/>
          </ac:spMkLst>
        </pc:spChg>
        <pc:picChg chg="add mod">
          <ac:chgData name="IVAN SEBASTIAN EDBERT" userId="c68b1978-ff09-4a4d-a9a9-e6791a35da12" providerId="ADAL" clId="{E3FAE995-0F9C-D74A-95D1-DD92ECB55CB7}" dt="2023-12-07T03:44:23.875" v="269" actId="1076"/>
          <ac:picMkLst>
            <pc:docMk/>
            <pc:sldMk cId="172863735" sldId="283"/>
            <ac:picMk id="6" creationId="{7F88E31D-96D3-32CD-C0ED-7BFFE91950D0}"/>
          </ac:picMkLst>
        </pc:picChg>
      </pc:sldChg>
      <pc:sldChg chg="modSp add mod">
        <pc:chgData name="IVAN SEBASTIAN EDBERT" userId="c68b1978-ff09-4a4d-a9a9-e6791a35da12" providerId="ADAL" clId="{E3FAE995-0F9C-D74A-95D1-DD92ECB55CB7}" dt="2023-12-07T03:44:49.220" v="296" actId="20577"/>
        <pc:sldMkLst>
          <pc:docMk/>
          <pc:sldMk cId="3591277862" sldId="284"/>
        </pc:sldMkLst>
        <pc:spChg chg="mod">
          <ac:chgData name="IVAN SEBASTIAN EDBERT" userId="c68b1978-ff09-4a4d-a9a9-e6791a35da12" providerId="ADAL" clId="{E3FAE995-0F9C-D74A-95D1-DD92ECB55CB7}" dt="2023-12-07T03:44:49.220" v="296" actId="20577"/>
          <ac:spMkLst>
            <pc:docMk/>
            <pc:sldMk cId="3591277862" sldId="284"/>
            <ac:spMk id="5" creationId="{790EE6CE-77CF-BD33-296D-07E6A9E5E56A}"/>
          </ac:spMkLst>
        </pc:spChg>
      </pc:sldChg>
      <pc:sldChg chg="new del">
        <pc:chgData name="IVAN SEBASTIAN EDBERT" userId="c68b1978-ff09-4a4d-a9a9-e6791a35da12" providerId="ADAL" clId="{E3FAE995-0F9C-D74A-95D1-DD92ECB55CB7}" dt="2023-12-07T03:44:55.115" v="298" actId="2696"/>
        <pc:sldMkLst>
          <pc:docMk/>
          <pc:sldMk cId="1639201377" sldId="285"/>
        </pc:sldMkLst>
      </pc:sldChg>
      <pc:sldChg chg="modSp new mod ord">
        <pc:chgData name="IVAN SEBASTIAN EDBERT" userId="c68b1978-ff09-4a4d-a9a9-e6791a35da12" providerId="ADAL" clId="{E3FAE995-0F9C-D74A-95D1-DD92ECB55CB7}" dt="2023-12-07T04:37:08.223" v="409" actId="123"/>
        <pc:sldMkLst>
          <pc:docMk/>
          <pc:sldMk cId="2054567347" sldId="285"/>
        </pc:sldMkLst>
        <pc:spChg chg="mod">
          <ac:chgData name="IVAN SEBASTIAN EDBERT" userId="c68b1978-ff09-4a4d-a9a9-e6791a35da12" providerId="ADAL" clId="{E3FAE995-0F9C-D74A-95D1-DD92ECB55CB7}" dt="2023-12-07T03:52:59.515" v="320" actId="20577"/>
          <ac:spMkLst>
            <pc:docMk/>
            <pc:sldMk cId="2054567347" sldId="285"/>
            <ac:spMk id="2" creationId="{3CDF4A8F-53EE-334F-48A5-51E0E500E99D}"/>
          </ac:spMkLst>
        </pc:spChg>
        <pc:spChg chg="mod">
          <ac:chgData name="IVAN SEBASTIAN EDBERT" userId="c68b1978-ff09-4a4d-a9a9-e6791a35da12" providerId="ADAL" clId="{E3FAE995-0F9C-D74A-95D1-DD92ECB55CB7}" dt="2023-12-07T04:37:08.223" v="409" actId="123"/>
          <ac:spMkLst>
            <pc:docMk/>
            <pc:sldMk cId="2054567347" sldId="285"/>
            <ac:spMk id="4" creationId="{ED8D1131-DC25-A7DD-D044-D4EF1BDF6E3C}"/>
          </ac:spMkLst>
        </pc:spChg>
      </pc:sldChg>
      <pc:sldChg chg="addSp delSp modSp new mod ord">
        <pc:chgData name="IVAN SEBASTIAN EDBERT" userId="c68b1978-ff09-4a4d-a9a9-e6791a35da12" providerId="ADAL" clId="{E3FAE995-0F9C-D74A-95D1-DD92ECB55CB7}" dt="2023-12-07T04:51:44.803" v="434" actId="20578"/>
        <pc:sldMkLst>
          <pc:docMk/>
          <pc:sldMk cId="947672960" sldId="286"/>
        </pc:sldMkLst>
        <pc:spChg chg="mod">
          <ac:chgData name="IVAN SEBASTIAN EDBERT" userId="c68b1978-ff09-4a4d-a9a9-e6791a35da12" providerId="ADAL" clId="{E3FAE995-0F9C-D74A-95D1-DD92ECB55CB7}" dt="2023-12-07T04:37:17.365" v="431" actId="20577"/>
          <ac:spMkLst>
            <pc:docMk/>
            <pc:sldMk cId="947672960" sldId="286"/>
            <ac:spMk id="2" creationId="{CAA7274F-396F-116F-955E-D3BB1A7BA30E}"/>
          </ac:spMkLst>
        </pc:spChg>
        <pc:spChg chg="del">
          <ac:chgData name="IVAN SEBASTIAN EDBERT" userId="c68b1978-ff09-4a4d-a9a9-e6791a35da12" providerId="ADAL" clId="{E3FAE995-0F9C-D74A-95D1-DD92ECB55CB7}" dt="2023-12-07T04:30:04.237" v="378" actId="478"/>
          <ac:spMkLst>
            <pc:docMk/>
            <pc:sldMk cId="947672960" sldId="286"/>
            <ac:spMk id="4" creationId="{AC4BB0C9-972A-08DA-080C-603D2176B6E5}"/>
          </ac:spMkLst>
        </pc:spChg>
        <pc:spChg chg="add mod">
          <ac:chgData name="IVAN SEBASTIAN EDBERT" userId="c68b1978-ff09-4a4d-a9a9-e6791a35da12" providerId="ADAL" clId="{E3FAE995-0F9C-D74A-95D1-DD92ECB55CB7}" dt="2023-12-07T04:37:04.561" v="408" actId="123"/>
          <ac:spMkLst>
            <pc:docMk/>
            <pc:sldMk cId="947672960" sldId="286"/>
            <ac:spMk id="5" creationId="{5A3802E4-2178-F0A3-F773-2ECADFB67182}"/>
          </ac:spMkLst>
        </pc:spChg>
      </pc:sldChg>
      <pc:sldChg chg="modSp new mod ord">
        <pc:chgData name="IVAN SEBASTIAN EDBERT" userId="c68b1978-ff09-4a4d-a9a9-e6791a35da12" providerId="ADAL" clId="{E3FAE995-0F9C-D74A-95D1-DD92ECB55CB7}" dt="2023-12-07T04:52:29.580" v="444"/>
        <pc:sldMkLst>
          <pc:docMk/>
          <pc:sldMk cId="2675480211" sldId="287"/>
        </pc:sldMkLst>
        <pc:spChg chg="mod">
          <ac:chgData name="IVAN SEBASTIAN EDBERT" userId="c68b1978-ff09-4a4d-a9a9-e6791a35da12" providerId="ADAL" clId="{E3FAE995-0F9C-D74A-95D1-DD92ECB55CB7}" dt="2023-12-07T04:52:29.580" v="444"/>
          <ac:spMkLst>
            <pc:docMk/>
            <pc:sldMk cId="2675480211" sldId="287"/>
            <ac:spMk id="2" creationId="{68EFF400-0881-5D95-B023-64A0079FF9D1}"/>
          </ac:spMkLst>
        </pc:spChg>
      </pc:sldChg>
      <pc:sldChg chg="new del">
        <pc:chgData name="IVAN SEBASTIAN EDBERT" userId="c68b1978-ff09-4a4d-a9a9-e6791a35da12" providerId="ADAL" clId="{E3FAE995-0F9C-D74A-95D1-DD92ECB55CB7}" dt="2023-12-07T06:06:14.099" v="446" actId="2696"/>
        <pc:sldMkLst>
          <pc:docMk/>
          <pc:sldMk cId="85172873" sldId="288"/>
        </pc:sldMkLst>
      </pc:sldChg>
      <pc:sldChg chg="addSp delSp modSp add mod modClrScheme chgLayout">
        <pc:chgData name="IVAN SEBASTIAN EDBERT" userId="c68b1978-ff09-4a4d-a9a9-e6791a35da12" providerId="ADAL" clId="{E3FAE995-0F9C-D74A-95D1-DD92ECB55CB7}" dt="2023-12-07T06:13:49.739" v="489" actId="12"/>
        <pc:sldMkLst>
          <pc:docMk/>
          <pc:sldMk cId="2835729624" sldId="288"/>
        </pc:sldMkLst>
        <pc:spChg chg="mod">
          <ac:chgData name="IVAN SEBASTIAN EDBERT" userId="c68b1978-ff09-4a4d-a9a9-e6791a35da12" providerId="ADAL" clId="{E3FAE995-0F9C-D74A-95D1-DD92ECB55CB7}" dt="2023-12-07T06:07:48.017" v="463" actId="26606"/>
          <ac:spMkLst>
            <pc:docMk/>
            <pc:sldMk cId="2835729624" sldId="288"/>
            <ac:spMk id="2" creationId="{ADE1E094-164C-7879-1C18-E98C264A2ABD}"/>
          </ac:spMkLst>
        </pc:spChg>
        <pc:spChg chg="del">
          <ac:chgData name="IVAN SEBASTIAN EDBERT" userId="c68b1978-ff09-4a4d-a9a9-e6791a35da12" providerId="ADAL" clId="{E3FAE995-0F9C-D74A-95D1-DD92ECB55CB7}" dt="2023-12-07T06:07:31.271" v="458" actId="26606"/>
          <ac:spMkLst>
            <pc:docMk/>
            <pc:sldMk cId="2835729624" sldId="288"/>
            <ac:spMk id="3" creationId="{A383559B-BB69-CCB2-989C-7C91927A62BD}"/>
          </ac:spMkLst>
        </pc:spChg>
        <pc:spChg chg="mod">
          <ac:chgData name="IVAN SEBASTIAN EDBERT" userId="c68b1978-ff09-4a4d-a9a9-e6791a35da12" providerId="ADAL" clId="{E3FAE995-0F9C-D74A-95D1-DD92ECB55CB7}" dt="2023-12-07T06:07:48.017" v="463" actId="26606"/>
          <ac:spMkLst>
            <pc:docMk/>
            <pc:sldMk cId="2835729624" sldId="288"/>
            <ac:spMk id="4" creationId="{84B809CF-FB28-D6C5-D30A-7EE58E256266}"/>
          </ac:spMkLst>
        </pc:spChg>
        <pc:spChg chg="add del mod">
          <ac:chgData name="IVAN SEBASTIAN EDBERT" userId="c68b1978-ff09-4a4d-a9a9-e6791a35da12" providerId="ADAL" clId="{E3FAE995-0F9C-D74A-95D1-DD92ECB55CB7}" dt="2023-12-07T06:07:48.017" v="463" actId="26606"/>
          <ac:spMkLst>
            <pc:docMk/>
            <pc:sldMk cId="2835729624" sldId="288"/>
            <ac:spMk id="11" creationId="{66D82520-83B3-C6B1-66FF-91E812D8A020}"/>
          </ac:spMkLst>
        </pc:spChg>
        <pc:spChg chg="add del mod">
          <ac:chgData name="IVAN SEBASTIAN EDBERT" userId="c68b1978-ff09-4a4d-a9a9-e6791a35da12" providerId="ADAL" clId="{E3FAE995-0F9C-D74A-95D1-DD92ECB55CB7}" dt="2023-12-07T06:07:48.017" v="463" actId="26606"/>
          <ac:spMkLst>
            <pc:docMk/>
            <pc:sldMk cId="2835729624" sldId="288"/>
            <ac:spMk id="13" creationId="{411B400D-F92C-C85E-B234-01601E0E19C1}"/>
          </ac:spMkLst>
        </pc:spChg>
        <pc:spChg chg="add del mod">
          <ac:chgData name="IVAN SEBASTIAN EDBERT" userId="c68b1978-ff09-4a4d-a9a9-e6791a35da12" providerId="ADAL" clId="{E3FAE995-0F9C-D74A-95D1-DD92ECB55CB7}" dt="2023-12-07T06:07:48.017" v="463" actId="26606"/>
          <ac:spMkLst>
            <pc:docMk/>
            <pc:sldMk cId="2835729624" sldId="288"/>
            <ac:spMk id="15" creationId="{A2468109-F35A-B1E1-B517-025099ABBB7E}"/>
          </ac:spMkLst>
        </pc:spChg>
        <pc:spChg chg="add mod">
          <ac:chgData name="IVAN SEBASTIAN EDBERT" userId="c68b1978-ff09-4a4d-a9a9-e6791a35da12" providerId="ADAL" clId="{E3FAE995-0F9C-D74A-95D1-DD92ECB55CB7}" dt="2023-12-07T06:13:49.739" v="489" actId="12"/>
          <ac:spMkLst>
            <pc:docMk/>
            <pc:sldMk cId="2835729624" sldId="288"/>
            <ac:spMk id="20" creationId="{881FF589-200D-3BB9-B101-DE4F2899ABBF}"/>
          </ac:spMkLst>
        </pc:spChg>
        <pc:spChg chg="add del mod">
          <ac:chgData name="IVAN SEBASTIAN EDBERT" userId="c68b1978-ff09-4a4d-a9a9-e6791a35da12" providerId="ADAL" clId="{E3FAE995-0F9C-D74A-95D1-DD92ECB55CB7}" dt="2023-12-07T06:08:25.199" v="466" actId="931"/>
          <ac:spMkLst>
            <pc:docMk/>
            <pc:sldMk cId="2835729624" sldId="288"/>
            <ac:spMk id="22" creationId="{231C7814-A424-3DD2-81A1-E37B00953A9E}"/>
          </ac:spMkLst>
        </pc:spChg>
        <pc:spChg chg="add mod">
          <ac:chgData name="IVAN SEBASTIAN EDBERT" userId="c68b1978-ff09-4a4d-a9a9-e6791a35da12" providerId="ADAL" clId="{E3FAE995-0F9C-D74A-95D1-DD92ECB55CB7}" dt="2023-12-07T06:09:11.470" v="482" actId="123"/>
          <ac:spMkLst>
            <pc:docMk/>
            <pc:sldMk cId="2835729624" sldId="288"/>
            <ac:spMk id="24" creationId="{0643D517-C2C9-BF71-1372-11973D039520}"/>
          </ac:spMkLst>
        </pc:spChg>
        <pc:picChg chg="add del mod">
          <ac:chgData name="IVAN SEBASTIAN EDBERT" userId="c68b1978-ff09-4a4d-a9a9-e6791a35da12" providerId="ADAL" clId="{E3FAE995-0F9C-D74A-95D1-DD92ECB55CB7}" dt="2023-12-07T06:07:37.532" v="462"/>
          <ac:picMkLst>
            <pc:docMk/>
            <pc:sldMk cId="2835729624" sldId="288"/>
            <ac:picMk id="6" creationId="{A1D48FC9-C9D3-6A1F-F67E-3868C3CB3EEF}"/>
          </ac:picMkLst>
        </pc:picChg>
        <pc:picChg chg="add mod modCrop">
          <ac:chgData name="IVAN SEBASTIAN EDBERT" userId="c68b1978-ff09-4a4d-a9a9-e6791a35da12" providerId="ADAL" clId="{E3FAE995-0F9C-D74A-95D1-DD92ECB55CB7}" dt="2023-12-07T06:09:06.967" v="481" actId="1076"/>
          <ac:picMkLst>
            <pc:docMk/>
            <pc:sldMk cId="2835729624" sldId="288"/>
            <ac:picMk id="8" creationId="{A8BDA9BE-3E13-50FC-FCE4-EAD55AC50178}"/>
          </ac:picMkLst>
        </pc:picChg>
      </pc:sldChg>
      <pc:sldChg chg="modSp add mod">
        <pc:chgData name="IVAN SEBASTIAN EDBERT" userId="c68b1978-ff09-4a4d-a9a9-e6791a35da12" providerId="ADAL" clId="{E3FAE995-0F9C-D74A-95D1-DD92ECB55CB7}" dt="2023-12-07T06:18:25.927" v="506" actId="20577"/>
        <pc:sldMkLst>
          <pc:docMk/>
          <pc:sldMk cId="1309958510" sldId="289"/>
        </pc:sldMkLst>
        <pc:spChg chg="mod">
          <ac:chgData name="IVAN SEBASTIAN EDBERT" userId="c68b1978-ff09-4a4d-a9a9-e6791a35da12" providerId="ADAL" clId="{E3FAE995-0F9C-D74A-95D1-DD92ECB55CB7}" dt="2023-12-07T06:18:25.927" v="506" actId="20577"/>
          <ac:spMkLst>
            <pc:docMk/>
            <pc:sldMk cId="1309958510" sldId="289"/>
            <ac:spMk id="2" creationId="{68EFF400-0881-5D95-B023-64A0079FF9D1}"/>
          </ac:spMkLst>
        </pc:spChg>
      </pc:sldChg>
      <pc:sldChg chg="add del">
        <pc:chgData name="IVAN SEBASTIAN EDBERT" userId="c68b1978-ff09-4a4d-a9a9-e6791a35da12" providerId="ADAL" clId="{E3FAE995-0F9C-D74A-95D1-DD92ECB55CB7}" dt="2023-12-07T06:18:19.257" v="491" actId="2696"/>
        <pc:sldMkLst>
          <pc:docMk/>
          <pc:sldMk cId="2955320065" sldId="289"/>
        </pc:sldMkLst>
      </pc:sldChg>
      <pc:sldChg chg="addSp delSp modSp new mod ord modClrScheme chgLayout">
        <pc:chgData name="IVAN SEBASTIAN EDBERT" userId="c68b1978-ff09-4a4d-a9a9-e6791a35da12" providerId="ADAL" clId="{E3FAE995-0F9C-D74A-95D1-DD92ECB55CB7}" dt="2023-12-07T06:33:01.582" v="548"/>
        <pc:sldMkLst>
          <pc:docMk/>
          <pc:sldMk cId="1098684956" sldId="290"/>
        </pc:sldMkLst>
        <pc:spChg chg="del mod ord">
          <ac:chgData name="IVAN SEBASTIAN EDBERT" userId="c68b1978-ff09-4a4d-a9a9-e6791a35da12" providerId="ADAL" clId="{E3FAE995-0F9C-D74A-95D1-DD92ECB55CB7}" dt="2023-12-07T06:19:02.593" v="509" actId="700"/>
          <ac:spMkLst>
            <pc:docMk/>
            <pc:sldMk cId="1098684956" sldId="290"/>
            <ac:spMk id="2" creationId="{40AF1BB4-C7DA-0D29-9433-91ADF64879B9}"/>
          </ac:spMkLst>
        </pc:spChg>
        <pc:spChg chg="del mod ord">
          <ac:chgData name="IVAN SEBASTIAN EDBERT" userId="c68b1978-ff09-4a4d-a9a9-e6791a35da12" providerId="ADAL" clId="{E3FAE995-0F9C-D74A-95D1-DD92ECB55CB7}" dt="2023-12-07T06:19:02.593" v="509" actId="700"/>
          <ac:spMkLst>
            <pc:docMk/>
            <pc:sldMk cId="1098684956" sldId="290"/>
            <ac:spMk id="3" creationId="{41A79F02-7B1C-7695-9567-DFE1240E681E}"/>
          </ac:spMkLst>
        </pc:spChg>
        <pc:spChg chg="del">
          <ac:chgData name="IVAN SEBASTIAN EDBERT" userId="c68b1978-ff09-4a4d-a9a9-e6791a35da12" providerId="ADAL" clId="{E3FAE995-0F9C-D74A-95D1-DD92ECB55CB7}" dt="2023-12-07T06:19:02.593" v="509" actId="700"/>
          <ac:spMkLst>
            <pc:docMk/>
            <pc:sldMk cId="1098684956" sldId="290"/>
            <ac:spMk id="4" creationId="{58693927-629C-DFF0-BEAD-F6A29F84CBA2}"/>
          </ac:spMkLst>
        </pc:spChg>
        <pc:spChg chg="del mod ord">
          <ac:chgData name="IVAN SEBASTIAN EDBERT" userId="c68b1978-ff09-4a4d-a9a9-e6791a35da12" providerId="ADAL" clId="{E3FAE995-0F9C-D74A-95D1-DD92ECB55CB7}" dt="2023-12-07T06:19:02.593" v="509" actId="700"/>
          <ac:spMkLst>
            <pc:docMk/>
            <pc:sldMk cId="1098684956" sldId="290"/>
            <ac:spMk id="5" creationId="{60722D97-7293-D1C0-717B-17F6BDE73690}"/>
          </ac:spMkLst>
        </pc:spChg>
        <pc:spChg chg="del">
          <ac:chgData name="IVAN SEBASTIAN EDBERT" userId="c68b1978-ff09-4a4d-a9a9-e6791a35da12" providerId="ADAL" clId="{E3FAE995-0F9C-D74A-95D1-DD92ECB55CB7}" dt="2023-12-07T06:19:02.593" v="509" actId="700"/>
          <ac:spMkLst>
            <pc:docMk/>
            <pc:sldMk cId="1098684956" sldId="290"/>
            <ac:spMk id="6" creationId="{1928F225-8D33-D8C1-8FC9-185A887C2809}"/>
          </ac:spMkLst>
        </pc:spChg>
        <pc:spChg chg="add mod ord">
          <ac:chgData name="IVAN SEBASTIAN EDBERT" userId="c68b1978-ff09-4a4d-a9a9-e6791a35da12" providerId="ADAL" clId="{E3FAE995-0F9C-D74A-95D1-DD92ECB55CB7}" dt="2023-12-07T06:28:51.855" v="517"/>
          <ac:spMkLst>
            <pc:docMk/>
            <pc:sldMk cId="1098684956" sldId="290"/>
            <ac:spMk id="7" creationId="{FB4B2F90-29FB-1BDF-21F9-CF14B4079A0E}"/>
          </ac:spMkLst>
        </pc:spChg>
        <pc:spChg chg="add mod ord">
          <ac:chgData name="IVAN SEBASTIAN EDBERT" userId="c68b1978-ff09-4a4d-a9a9-e6791a35da12" providerId="ADAL" clId="{E3FAE995-0F9C-D74A-95D1-DD92ECB55CB7}" dt="2023-12-07T06:19:02.593" v="509" actId="700"/>
          <ac:spMkLst>
            <pc:docMk/>
            <pc:sldMk cId="1098684956" sldId="290"/>
            <ac:spMk id="8" creationId="{CA316B16-8D13-F402-86CE-19269CC00081}"/>
          </ac:spMkLst>
        </pc:spChg>
        <pc:spChg chg="add mod ord">
          <ac:chgData name="IVAN SEBASTIAN EDBERT" userId="c68b1978-ff09-4a4d-a9a9-e6791a35da12" providerId="ADAL" clId="{E3FAE995-0F9C-D74A-95D1-DD92ECB55CB7}" dt="2023-12-07T06:33:01.582" v="548"/>
          <ac:spMkLst>
            <pc:docMk/>
            <pc:sldMk cId="1098684956" sldId="290"/>
            <ac:spMk id="9" creationId="{52066BF6-A49D-79FD-4DE1-C356066C7D0C}"/>
          </ac:spMkLst>
        </pc:spChg>
        <pc:spChg chg="add del">
          <ac:chgData name="IVAN SEBASTIAN EDBERT" userId="c68b1978-ff09-4a4d-a9a9-e6791a35da12" providerId="ADAL" clId="{E3FAE995-0F9C-D74A-95D1-DD92ECB55CB7}" dt="2023-12-07T06:28:46.546" v="515" actId="22"/>
          <ac:spMkLst>
            <pc:docMk/>
            <pc:sldMk cId="1098684956" sldId="290"/>
            <ac:spMk id="11" creationId="{6D0CE34C-057F-907D-F688-F76A6A19B467}"/>
          </ac:spMkLst>
        </pc:spChg>
      </pc:sldChg>
      <pc:sldChg chg="modSp new mod">
        <pc:chgData name="IVAN SEBASTIAN EDBERT" userId="c68b1978-ff09-4a4d-a9a9-e6791a35da12" providerId="ADAL" clId="{E3FAE995-0F9C-D74A-95D1-DD92ECB55CB7}" dt="2023-12-07T07:03:50.923" v="584" actId="1076"/>
        <pc:sldMkLst>
          <pc:docMk/>
          <pc:sldMk cId="914612551" sldId="291"/>
        </pc:sldMkLst>
        <pc:spChg chg="mod">
          <ac:chgData name="IVAN SEBASTIAN EDBERT" userId="c68b1978-ff09-4a4d-a9a9-e6791a35da12" providerId="ADAL" clId="{E3FAE995-0F9C-D74A-95D1-DD92ECB55CB7}" dt="2023-12-07T06:33:26.446" v="574" actId="20577"/>
          <ac:spMkLst>
            <pc:docMk/>
            <pc:sldMk cId="914612551" sldId="291"/>
            <ac:spMk id="2" creationId="{F6490822-4ADE-1850-1DB0-6E063D900209}"/>
          </ac:spMkLst>
        </pc:spChg>
        <pc:spChg chg="mod">
          <ac:chgData name="IVAN SEBASTIAN EDBERT" userId="c68b1978-ff09-4a4d-a9a9-e6791a35da12" providerId="ADAL" clId="{E3FAE995-0F9C-D74A-95D1-DD92ECB55CB7}" dt="2023-12-07T07:03:23.649" v="580" actId="1076"/>
          <ac:spMkLst>
            <pc:docMk/>
            <pc:sldMk cId="914612551" sldId="291"/>
            <ac:spMk id="3" creationId="{535CC06C-1F7D-2B5E-E863-5FED6AF95F34}"/>
          </ac:spMkLst>
        </pc:spChg>
        <pc:spChg chg="mod">
          <ac:chgData name="IVAN SEBASTIAN EDBERT" userId="c68b1978-ff09-4a4d-a9a9-e6791a35da12" providerId="ADAL" clId="{E3FAE995-0F9C-D74A-95D1-DD92ECB55CB7}" dt="2023-12-07T07:03:50.923" v="584" actId="1076"/>
          <ac:spMkLst>
            <pc:docMk/>
            <pc:sldMk cId="914612551" sldId="291"/>
            <ac:spMk id="4" creationId="{5D46A15F-0D2E-25B8-8ADE-D81D21B7968A}"/>
          </ac:spMkLst>
        </pc:spChg>
      </pc:sldChg>
      <pc:sldChg chg="modSp add mod">
        <pc:chgData name="IVAN SEBASTIAN EDBERT" userId="c68b1978-ff09-4a4d-a9a9-e6791a35da12" providerId="ADAL" clId="{E3FAE995-0F9C-D74A-95D1-DD92ECB55CB7}" dt="2023-12-07T07:04:24.776" v="602"/>
        <pc:sldMkLst>
          <pc:docMk/>
          <pc:sldMk cId="290647537" sldId="292"/>
        </pc:sldMkLst>
        <pc:spChg chg="mod">
          <ac:chgData name="IVAN SEBASTIAN EDBERT" userId="c68b1978-ff09-4a4d-a9a9-e6791a35da12" providerId="ADAL" clId="{E3FAE995-0F9C-D74A-95D1-DD92ECB55CB7}" dt="2023-12-07T07:04:07.025" v="600" actId="20577"/>
          <ac:spMkLst>
            <pc:docMk/>
            <pc:sldMk cId="290647537" sldId="292"/>
            <ac:spMk id="3" creationId="{535CC06C-1F7D-2B5E-E863-5FED6AF95F34}"/>
          </ac:spMkLst>
        </pc:spChg>
        <pc:spChg chg="mod">
          <ac:chgData name="IVAN SEBASTIAN EDBERT" userId="c68b1978-ff09-4a4d-a9a9-e6791a35da12" providerId="ADAL" clId="{E3FAE995-0F9C-D74A-95D1-DD92ECB55CB7}" dt="2023-12-07T07:04:24.776" v="602"/>
          <ac:spMkLst>
            <pc:docMk/>
            <pc:sldMk cId="290647537" sldId="292"/>
            <ac:spMk id="4" creationId="{5D46A15F-0D2E-25B8-8ADE-D81D21B7968A}"/>
          </ac:spMkLst>
        </pc:spChg>
      </pc:sldChg>
      <pc:sldChg chg="modSp add mod">
        <pc:chgData name="IVAN SEBASTIAN EDBERT" userId="c68b1978-ff09-4a4d-a9a9-e6791a35da12" providerId="ADAL" clId="{E3FAE995-0F9C-D74A-95D1-DD92ECB55CB7}" dt="2023-12-07T07:04:51.275" v="620"/>
        <pc:sldMkLst>
          <pc:docMk/>
          <pc:sldMk cId="1002175031" sldId="293"/>
        </pc:sldMkLst>
        <pc:spChg chg="mod">
          <ac:chgData name="IVAN SEBASTIAN EDBERT" userId="c68b1978-ff09-4a4d-a9a9-e6791a35da12" providerId="ADAL" clId="{E3FAE995-0F9C-D74A-95D1-DD92ECB55CB7}" dt="2023-12-07T07:04:38.289" v="618" actId="20577"/>
          <ac:spMkLst>
            <pc:docMk/>
            <pc:sldMk cId="1002175031" sldId="293"/>
            <ac:spMk id="3" creationId="{535CC06C-1F7D-2B5E-E863-5FED6AF95F34}"/>
          </ac:spMkLst>
        </pc:spChg>
        <pc:spChg chg="mod">
          <ac:chgData name="IVAN SEBASTIAN EDBERT" userId="c68b1978-ff09-4a4d-a9a9-e6791a35da12" providerId="ADAL" clId="{E3FAE995-0F9C-D74A-95D1-DD92ECB55CB7}" dt="2023-12-07T07:04:51.275" v="620"/>
          <ac:spMkLst>
            <pc:docMk/>
            <pc:sldMk cId="1002175031" sldId="293"/>
            <ac:spMk id="4" creationId="{5D46A15F-0D2E-25B8-8ADE-D81D21B7968A}"/>
          </ac:spMkLst>
        </pc:spChg>
      </pc:sldChg>
      <pc:sldChg chg="modSp add mod">
        <pc:chgData name="IVAN SEBASTIAN EDBERT" userId="c68b1978-ff09-4a4d-a9a9-e6791a35da12" providerId="ADAL" clId="{E3FAE995-0F9C-D74A-95D1-DD92ECB55CB7}" dt="2023-12-07T07:05:19.356" v="640"/>
        <pc:sldMkLst>
          <pc:docMk/>
          <pc:sldMk cId="1699144903" sldId="294"/>
        </pc:sldMkLst>
        <pc:spChg chg="mod">
          <ac:chgData name="IVAN SEBASTIAN EDBERT" userId="c68b1978-ff09-4a4d-a9a9-e6791a35da12" providerId="ADAL" clId="{E3FAE995-0F9C-D74A-95D1-DD92ECB55CB7}" dt="2023-12-07T07:05:10.001" v="638" actId="20577"/>
          <ac:spMkLst>
            <pc:docMk/>
            <pc:sldMk cId="1699144903" sldId="294"/>
            <ac:spMk id="3" creationId="{535CC06C-1F7D-2B5E-E863-5FED6AF95F34}"/>
          </ac:spMkLst>
        </pc:spChg>
        <pc:spChg chg="mod">
          <ac:chgData name="IVAN SEBASTIAN EDBERT" userId="c68b1978-ff09-4a4d-a9a9-e6791a35da12" providerId="ADAL" clId="{E3FAE995-0F9C-D74A-95D1-DD92ECB55CB7}" dt="2023-12-07T07:05:19.356" v="640"/>
          <ac:spMkLst>
            <pc:docMk/>
            <pc:sldMk cId="1699144903" sldId="294"/>
            <ac:spMk id="4" creationId="{5D46A15F-0D2E-25B8-8ADE-D81D21B7968A}"/>
          </ac:spMkLst>
        </pc:spChg>
      </pc:sldChg>
      <pc:sldChg chg="modSp new mod">
        <pc:chgData name="IVAN SEBASTIAN EDBERT" userId="c68b1978-ff09-4a4d-a9a9-e6791a35da12" providerId="ADAL" clId="{E3FAE995-0F9C-D74A-95D1-DD92ECB55CB7}" dt="2023-12-07T07:06:39.558" v="698" actId="113"/>
        <pc:sldMkLst>
          <pc:docMk/>
          <pc:sldMk cId="282870977" sldId="295"/>
        </pc:sldMkLst>
        <pc:spChg chg="mod">
          <ac:chgData name="IVAN SEBASTIAN EDBERT" userId="c68b1978-ff09-4a4d-a9a9-e6791a35da12" providerId="ADAL" clId="{E3FAE995-0F9C-D74A-95D1-DD92ECB55CB7}" dt="2023-12-07T07:05:37.264" v="656" actId="20577"/>
          <ac:spMkLst>
            <pc:docMk/>
            <pc:sldMk cId="282870977" sldId="295"/>
            <ac:spMk id="2" creationId="{1888E489-F0B5-6BFA-DD5B-74EF2DCD2582}"/>
          </ac:spMkLst>
        </pc:spChg>
        <pc:spChg chg="mod">
          <ac:chgData name="IVAN SEBASTIAN EDBERT" userId="c68b1978-ff09-4a4d-a9a9-e6791a35da12" providerId="ADAL" clId="{E3FAE995-0F9C-D74A-95D1-DD92ECB55CB7}" dt="2023-12-07T07:05:43.132" v="684" actId="20577"/>
          <ac:spMkLst>
            <pc:docMk/>
            <pc:sldMk cId="282870977" sldId="295"/>
            <ac:spMk id="3" creationId="{AB1D674E-857D-E640-32FA-49357615B224}"/>
          </ac:spMkLst>
        </pc:spChg>
        <pc:spChg chg="mod">
          <ac:chgData name="IVAN SEBASTIAN EDBERT" userId="c68b1978-ff09-4a4d-a9a9-e6791a35da12" providerId="ADAL" clId="{E3FAE995-0F9C-D74A-95D1-DD92ECB55CB7}" dt="2023-12-07T07:06:39.558" v="698" actId="113"/>
          <ac:spMkLst>
            <pc:docMk/>
            <pc:sldMk cId="282870977" sldId="295"/>
            <ac:spMk id="4" creationId="{AAB26613-E7EA-5B7E-61E9-3BCBE5C09C15}"/>
          </ac:spMkLst>
        </pc:spChg>
      </pc:sldChg>
      <pc:sldChg chg="addSp delSp modSp new mod modClrScheme chgLayout">
        <pc:chgData name="IVAN SEBASTIAN EDBERT" userId="c68b1978-ff09-4a4d-a9a9-e6791a35da12" providerId="ADAL" clId="{E3FAE995-0F9C-D74A-95D1-DD92ECB55CB7}" dt="2023-12-07T07:07:18.979" v="720" actId="1076"/>
        <pc:sldMkLst>
          <pc:docMk/>
          <pc:sldMk cId="679265943" sldId="296"/>
        </pc:sldMkLst>
        <pc:spChg chg="del mod ord">
          <ac:chgData name="IVAN SEBASTIAN EDBERT" userId="c68b1978-ff09-4a4d-a9a9-e6791a35da12" providerId="ADAL" clId="{E3FAE995-0F9C-D74A-95D1-DD92ECB55CB7}" dt="2023-12-07T07:06:58.582" v="700" actId="700"/>
          <ac:spMkLst>
            <pc:docMk/>
            <pc:sldMk cId="679265943" sldId="296"/>
            <ac:spMk id="2" creationId="{553944B1-4C2F-11DC-E45B-4355A1C82608}"/>
          </ac:spMkLst>
        </pc:spChg>
        <pc:spChg chg="del mod ord">
          <ac:chgData name="IVAN SEBASTIAN EDBERT" userId="c68b1978-ff09-4a4d-a9a9-e6791a35da12" providerId="ADAL" clId="{E3FAE995-0F9C-D74A-95D1-DD92ECB55CB7}" dt="2023-12-07T07:06:58.582" v="700" actId="700"/>
          <ac:spMkLst>
            <pc:docMk/>
            <pc:sldMk cId="679265943" sldId="296"/>
            <ac:spMk id="3" creationId="{7C669C43-228F-96CE-AEB5-D72442F867CB}"/>
          </ac:spMkLst>
        </pc:spChg>
        <pc:spChg chg="del mod ord">
          <ac:chgData name="IVAN SEBASTIAN EDBERT" userId="c68b1978-ff09-4a4d-a9a9-e6791a35da12" providerId="ADAL" clId="{E3FAE995-0F9C-D74A-95D1-DD92ECB55CB7}" dt="2023-12-07T07:06:58.582" v="700" actId="700"/>
          <ac:spMkLst>
            <pc:docMk/>
            <pc:sldMk cId="679265943" sldId="296"/>
            <ac:spMk id="4" creationId="{63A44B73-CEA1-C7AB-3EE5-375CF2D4632C}"/>
          </ac:spMkLst>
        </pc:spChg>
        <pc:spChg chg="add mod ord">
          <ac:chgData name="IVAN SEBASTIAN EDBERT" userId="c68b1978-ff09-4a4d-a9a9-e6791a35da12" providerId="ADAL" clId="{E3FAE995-0F9C-D74A-95D1-DD92ECB55CB7}" dt="2023-12-07T07:07:18.979" v="720" actId="1076"/>
          <ac:spMkLst>
            <pc:docMk/>
            <pc:sldMk cId="679265943" sldId="296"/>
            <ac:spMk id="5" creationId="{D6B9CA93-CCBC-0E81-9FD6-1A448158A5B2}"/>
          </ac:spMkLst>
        </pc:spChg>
        <pc:spChg chg="add del mod ord">
          <ac:chgData name="IVAN SEBASTIAN EDBERT" userId="c68b1978-ff09-4a4d-a9a9-e6791a35da12" providerId="ADAL" clId="{E3FAE995-0F9C-D74A-95D1-DD92ECB55CB7}" dt="2023-12-07T07:07:12.272" v="718" actId="478"/>
          <ac:spMkLst>
            <pc:docMk/>
            <pc:sldMk cId="679265943" sldId="296"/>
            <ac:spMk id="6" creationId="{EF271412-3195-8CB7-AA90-30E327A5280F}"/>
          </ac:spMkLst>
        </pc:spChg>
        <pc:spChg chg="add del mod ord">
          <ac:chgData name="IVAN SEBASTIAN EDBERT" userId="c68b1978-ff09-4a4d-a9a9-e6791a35da12" providerId="ADAL" clId="{E3FAE995-0F9C-D74A-95D1-DD92ECB55CB7}" dt="2023-12-07T07:07:14.928" v="719" actId="478"/>
          <ac:spMkLst>
            <pc:docMk/>
            <pc:sldMk cId="679265943" sldId="296"/>
            <ac:spMk id="7" creationId="{3F95E766-F7A6-FDCB-E456-CD991F46AC63}"/>
          </ac:spMkLst>
        </pc:spChg>
      </pc:sldChg>
      <pc:sldChg chg="modSp new mod">
        <pc:chgData name="IVAN SEBASTIAN EDBERT" userId="c68b1978-ff09-4a4d-a9a9-e6791a35da12" providerId="ADAL" clId="{E3FAE995-0F9C-D74A-95D1-DD92ECB55CB7}" dt="2023-12-07T07:14:50.309" v="745" actId="123"/>
        <pc:sldMkLst>
          <pc:docMk/>
          <pc:sldMk cId="2887389767" sldId="297"/>
        </pc:sldMkLst>
        <pc:spChg chg="mod">
          <ac:chgData name="IVAN SEBASTIAN EDBERT" userId="c68b1978-ff09-4a4d-a9a9-e6791a35da12" providerId="ADAL" clId="{E3FAE995-0F9C-D74A-95D1-DD92ECB55CB7}" dt="2023-12-07T07:07:29.209" v="732" actId="20577"/>
          <ac:spMkLst>
            <pc:docMk/>
            <pc:sldMk cId="2887389767" sldId="297"/>
            <ac:spMk id="2" creationId="{F3D9C294-9DFB-4F93-9B96-A70432466BF7}"/>
          </ac:spMkLst>
        </pc:spChg>
        <pc:spChg chg="mod">
          <ac:chgData name="IVAN SEBASTIAN EDBERT" userId="c68b1978-ff09-4a4d-a9a9-e6791a35da12" providerId="ADAL" clId="{E3FAE995-0F9C-D74A-95D1-DD92ECB55CB7}" dt="2023-12-07T07:14:50.309" v="745" actId="123"/>
          <ac:spMkLst>
            <pc:docMk/>
            <pc:sldMk cId="2887389767" sldId="297"/>
            <ac:spMk id="4" creationId="{DFC3A658-0629-8224-9928-EE85A4D909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hyperlink" Target="https://onlinelearning.binus.ac.id/computer-science/post/tcp-ip-transmission-control-protocol-internet-protocol" TargetMode="External"/><Relationship Id="rId2" Type="http://schemas.openxmlformats.org/officeDocument/2006/relationships/hyperlink" Target="https://www.cisco.com/c/en/us/solutions/automation/network-topology.html#:~:text=Network%20topology%20is%20used%20to,well%20as%20how%20data%20flows" TargetMode="Externa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sz="9800" dirty="0"/>
              <a:t>An Overview of Network Systems</a:t>
            </a:r>
            <a:br>
              <a:rPr lang="en-US" dirty="0"/>
            </a:br>
            <a:br>
              <a:rPr lang="en-US" dirty="0"/>
            </a:br>
            <a:r>
              <a:rPr lang="en-US" sz="6000" dirty="0"/>
              <a:t>Session 01</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Network Topology </a:t>
            </a:r>
          </a:p>
          <a:p>
            <a:endParaRPr lang="en-ID" sz="3200" dirty="0"/>
          </a:p>
          <a:p>
            <a:r>
              <a:rPr lang="en-ID" sz="3200" dirty="0"/>
              <a:t>Understand Bandwidth vs Latency</a:t>
            </a:r>
          </a:p>
          <a:p>
            <a:endParaRPr lang="en-ID" sz="3200" dirty="0"/>
          </a:p>
          <a:p>
            <a:r>
              <a:rPr lang="en-ID" sz="3200" dirty="0"/>
              <a:t>Understand TCP/IP Model</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US" sz="3200" dirty="0"/>
              <a:t>Network Topology </a:t>
            </a:r>
          </a:p>
          <a:p>
            <a:r>
              <a:rPr lang="en-US" sz="3200" dirty="0"/>
              <a:t>Bandwidth vs Latency</a:t>
            </a:r>
          </a:p>
          <a:p>
            <a:r>
              <a:rPr lang="en-US" sz="3200" dirty="0"/>
              <a:t>TCP/IP Model</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Network Topology</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0EA703-8903-D339-5AF7-BFF809C2C6DF}"/>
              </a:ext>
            </a:extLst>
          </p:cNvPr>
          <p:cNvSpPr>
            <a:spLocks noGrp="1"/>
          </p:cNvSpPr>
          <p:nvPr>
            <p:ph type="title"/>
          </p:nvPr>
        </p:nvSpPr>
        <p:spPr/>
        <p:txBody>
          <a:bodyPr>
            <a:normAutofit fontScale="90000"/>
          </a:bodyPr>
          <a:lstStyle/>
          <a:p>
            <a:r>
              <a:rPr lang="en-US" dirty="0"/>
              <a:t>Network topology</a:t>
            </a:r>
          </a:p>
        </p:txBody>
      </p:sp>
      <p:sp>
        <p:nvSpPr>
          <p:cNvPr id="6" name="Text Placeholder 5">
            <a:extLst>
              <a:ext uri="{FF2B5EF4-FFF2-40B4-BE49-F238E27FC236}">
                <a16:creationId xmlns:a16="http://schemas.microsoft.com/office/drawing/2014/main" id="{9B366777-12F8-E412-5E1F-10078FE695D7}"/>
              </a:ext>
            </a:extLst>
          </p:cNvPr>
          <p:cNvSpPr>
            <a:spLocks noGrp="1"/>
          </p:cNvSpPr>
          <p:nvPr>
            <p:ph type="body" sz="quarter" idx="10"/>
          </p:nvPr>
        </p:nvSpPr>
        <p:spPr/>
        <p:txBody>
          <a:bodyPr/>
          <a:lstStyle/>
          <a:p>
            <a:r>
              <a:rPr lang="en-US" dirty="0"/>
              <a:t>Point-to-point</a:t>
            </a:r>
          </a:p>
        </p:txBody>
      </p:sp>
      <p:pic>
        <p:nvPicPr>
          <p:cNvPr id="3" name="Picture 2">
            <a:extLst>
              <a:ext uri="{FF2B5EF4-FFF2-40B4-BE49-F238E27FC236}">
                <a16:creationId xmlns:a16="http://schemas.microsoft.com/office/drawing/2014/main" id="{C5EA9FDA-3155-543F-8CC9-E74D259F3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872" y="4305449"/>
            <a:ext cx="5317881" cy="4196423"/>
          </a:xfrm>
          <a:prstGeom prst="rect">
            <a:avLst/>
          </a:prstGeom>
        </p:spPr>
      </p:pic>
      <p:sp>
        <p:nvSpPr>
          <p:cNvPr id="4" name="TextBox 3">
            <a:extLst>
              <a:ext uri="{FF2B5EF4-FFF2-40B4-BE49-F238E27FC236}">
                <a16:creationId xmlns:a16="http://schemas.microsoft.com/office/drawing/2014/main" id="{60A317DB-5B8C-651E-901C-D91849011F2F}"/>
              </a:ext>
            </a:extLst>
          </p:cNvPr>
          <p:cNvSpPr txBox="1"/>
          <p:nvPr/>
        </p:nvSpPr>
        <p:spPr>
          <a:xfrm>
            <a:off x="2167376" y="9219697"/>
            <a:ext cx="9768875" cy="2072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3200" b="0" i="1" u="none" strike="noStrike" cap="none" spc="0" normalizeH="0" baseline="0" dirty="0">
                <a:ln>
                  <a:noFill/>
                </a:ln>
                <a:solidFill>
                  <a:schemeClr val="bg1"/>
                </a:solidFill>
                <a:effectLst/>
                <a:uFillTx/>
                <a:latin typeface="+mn-lt"/>
                <a:ea typeface="+mn-ea"/>
                <a:cs typeface="+mn-cs"/>
                <a:sym typeface="Helvetica Neue"/>
              </a:rPr>
              <a:t>Point-to-point </a:t>
            </a:r>
            <a:r>
              <a:rPr kumimoji="0" lang="en-US" sz="3200" b="0" u="none" strike="noStrike" cap="none" spc="0" normalizeH="0" baseline="0" dirty="0">
                <a:ln>
                  <a:noFill/>
                </a:ln>
                <a:solidFill>
                  <a:schemeClr val="bg1"/>
                </a:solidFill>
                <a:effectLst/>
                <a:uFillTx/>
                <a:latin typeface="+mn-lt"/>
                <a:ea typeface="+mn-ea"/>
                <a:cs typeface="+mn-cs"/>
                <a:sym typeface="Helvetica Neue"/>
              </a:rPr>
              <a:t>: two nodes share a single connection. This type of network connection is uncommon, though it is useful when direct communication is required between two nodes.</a:t>
            </a:r>
            <a:endParaRPr kumimoji="0" lang="en-US" sz="3200" b="0" i="1" u="none" strike="noStrike" cap="none" spc="0" normalizeH="0" baseline="0" dirty="0">
              <a:ln>
                <a:noFill/>
              </a:ln>
              <a:solidFill>
                <a:schemeClr val="bg1"/>
              </a:solidFill>
              <a:effectLst/>
              <a:uFillTx/>
              <a:latin typeface="+mn-lt"/>
              <a:ea typeface="+mn-ea"/>
              <a:cs typeface="+mn-cs"/>
              <a:sym typeface="Helvetica Neue"/>
            </a:endParaRPr>
          </a:p>
        </p:txBody>
      </p:sp>
      <p:pic>
        <p:nvPicPr>
          <p:cNvPr id="9" name="Picture 8">
            <a:extLst>
              <a:ext uri="{FF2B5EF4-FFF2-40B4-BE49-F238E27FC236}">
                <a16:creationId xmlns:a16="http://schemas.microsoft.com/office/drawing/2014/main" id="{79A59169-FACD-CFA4-C5CC-16B63ABE61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61569" y="4305449"/>
            <a:ext cx="8774339" cy="4196423"/>
          </a:xfrm>
          <a:prstGeom prst="rect">
            <a:avLst/>
          </a:prstGeom>
        </p:spPr>
      </p:pic>
      <p:sp>
        <p:nvSpPr>
          <p:cNvPr id="10" name="TextBox 9">
            <a:extLst>
              <a:ext uri="{FF2B5EF4-FFF2-40B4-BE49-F238E27FC236}">
                <a16:creationId xmlns:a16="http://schemas.microsoft.com/office/drawing/2014/main" id="{2FE735C0-553A-359B-A303-D34B193CB537}"/>
              </a:ext>
            </a:extLst>
          </p:cNvPr>
          <p:cNvSpPr txBox="1"/>
          <p:nvPr/>
        </p:nvSpPr>
        <p:spPr>
          <a:xfrm>
            <a:off x="12447751" y="9219697"/>
            <a:ext cx="10857726" cy="35496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A series of point-to-point connections creates a daisy chain. In the daisy chain in Figure 1-2, traffic from node C, destined for node F, must traverse nodes D and E. Intermediate nodes between an origin node and a </a:t>
            </a:r>
            <a:r>
              <a:rPr kumimoji="0" lang="en-US" sz="3200" b="0" i="0" u="none" strike="noStrike" cap="none" spc="0" normalizeH="0" baseline="0" dirty="0" err="1">
                <a:ln>
                  <a:noFill/>
                </a:ln>
                <a:solidFill>
                  <a:schemeClr val="bg1"/>
                </a:solidFill>
                <a:effectLst/>
                <a:uFillTx/>
                <a:latin typeface="+mn-lt"/>
                <a:ea typeface="+mn-ea"/>
                <a:cs typeface="+mn-cs"/>
                <a:sym typeface="Helvetica Neue"/>
              </a:rPr>
              <a:t>destina</a:t>
            </a:r>
            <a:r>
              <a:rPr kumimoji="0" lang="en-US" sz="3200" b="0" i="0" u="none" strike="noStrike" cap="none" spc="0" normalizeH="0" baseline="0" dirty="0">
                <a:ln>
                  <a:noFill/>
                </a:ln>
                <a:solidFill>
                  <a:schemeClr val="bg1"/>
                </a:solidFill>
                <a:effectLst/>
                <a:uFillTx/>
                <a:latin typeface="+mn-lt"/>
                <a:ea typeface="+mn-ea"/>
                <a:cs typeface="+mn-cs"/>
                <a:sym typeface="Helvetica Neue"/>
              </a:rPr>
              <a:t>- </a:t>
            </a:r>
            <a:r>
              <a:rPr kumimoji="0" lang="en-US" sz="3200" b="0" i="0" u="none" strike="noStrike" cap="none" spc="0" normalizeH="0" baseline="0" dirty="0" err="1">
                <a:ln>
                  <a:noFill/>
                </a:ln>
                <a:solidFill>
                  <a:schemeClr val="bg1"/>
                </a:solidFill>
                <a:effectLst/>
                <a:uFillTx/>
                <a:latin typeface="+mn-lt"/>
                <a:ea typeface="+mn-ea"/>
                <a:cs typeface="+mn-cs"/>
                <a:sym typeface="Helvetica Neue"/>
              </a:rPr>
              <a:t>tion</a:t>
            </a:r>
            <a:r>
              <a:rPr kumimoji="0" lang="en-US" sz="3200" b="0" i="0" u="none" strike="noStrike" cap="none" spc="0" normalizeH="0" baseline="0" dirty="0">
                <a:ln>
                  <a:noFill/>
                </a:ln>
                <a:solidFill>
                  <a:schemeClr val="bg1"/>
                </a:solidFill>
                <a:effectLst/>
                <a:uFillTx/>
                <a:latin typeface="+mn-lt"/>
                <a:ea typeface="+mn-ea"/>
                <a:cs typeface="+mn-cs"/>
                <a:sym typeface="Helvetica Neue"/>
              </a:rPr>
              <a:t> node are commonly known as hops. You are unlikely to encounter this topology in a modern network.</a:t>
            </a:r>
          </a:p>
        </p:txBody>
      </p:sp>
    </p:spTree>
    <p:extLst>
      <p:ext uri="{BB962C8B-B14F-4D97-AF65-F5344CB8AC3E}">
        <p14:creationId xmlns:p14="http://schemas.microsoft.com/office/powerpoint/2010/main" val="156193490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4164E-6FA8-F9BF-4879-50E368530157}"/>
              </a:ext>
            </a:extLst>
          </p:cNvPr>
          <p:cNvSpPr>
            <a:spLocks noGrp="1"/>
          </p:cNvSpPr>
          <p:nvPr>
            <p:ph type="title"/>
          </p:nvPr>
        </p:nvSpPr>
        <p:spPr/>
        <p:txBody>
          <a:bodyPr>
            <a:normAutofit fontScale="90000"/>
          </a:bodyPr>
          <a:lstStyle/>
          <a:p>
            <a:r>
              <a:rPr lang="en-US" dirty="0"/>
              <a:t>Network topology</a:t>
            </a:r>
          </a:p>
        </p:txBody>
      </p:sp>
      <p:sp>
        <p:nvSpPr>
          <p:cNvPr id="3" name="Text Placeholder 2">
            <a:extLst>
              <a:ext uri="{FF2B5EF4-FFF2-40B4-BE49-F238E27FC236}">
                <a16:creationId xmlns:a16="http://schemas.microsoft.com/office/drawing/2014/main" id="{58A9A6A5-86B2-1C60-3A98-CA653376D274}"/>
              </a:ext>
            </a:extLst>
          </p:cNvPr>
          <p:cNvSpPr>
            <a:spLocks noGrp="1"/>
          </p:cNvSpPr>
          <p:nvPr>
            <p:ph type="body" sz="quarter" idx="10"/>
          </p:nvPr>
        </p:nvSpPr>
        <p:spPr/>
        <p:txBody>
          <a:bodyPr/>
          <a:lstStyle/>
          <a:p>
            <a:r>
              <a:rPr lang="en-US" dirty="0"/>
              <a:t>Bus topology</a:t>
            </a:r>
          </a:p>
        </p:txBody>
      </p:sp>
      <p:pic>
        <p:nvPicPr>
          <p:cNvPr id="6" name="Content Placeholder 5">
            <a:extLst>
              <a:ext uri="{FF2B5EF4-FFF2-40B4-BE49-F238E27FC236}">
                <a16:creationId xmlns:a16="http://schemas.microsoft.com/office/drawing/2014/main" id="{81273691-8284-9E67-D6E2-AE7A97BCB316}"/>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8950220" y="3260663"/>
            <a:ext cx="6483557" cy="5429579"/>
          </a:xfrm>
        </p:spPr>
      </p:pic>
      <p:sp>
        <p:nvSpPr>
          <p:cNvPr id="8" name="TextBox 7">
            <a:extLst>
              <a:ext uri="{FF2B5EF4-FFF2-40B4-BE49-F238E27FC236}">
                <a16:creationId xmlns:a16="http://schemas.microsoft.com/office/drawing/2014/main" id="{70DA5826-1A1C-7E35-F7EC-ECB9A37D7279}"/>
              </a:ext>
            </a:extLst>
          </p:cNvPr>
          <p:cNvSpPr txBox="1"/>
          <p:nvPr/>
        </p:nvSpPr>
        <p:spPr>
          <a:xfrm>
            <a:off x="3370545" y="9353123"/>
            <a:ext cx="17642909" cy="35496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Bus Topology nodes shares a common network link</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0" i="0" u="none" strike="noStrike" cap="none" spc="0" normalizeH="0" baseline="0" dirty="0">
              <a:ln>
                <a:noFill/>
              </a:ln>
              <a:solidFill>
                <a:schemeClr val="bg1"/>
              </a:solidFill>
              <a:effectLst/>
              <a:uFillTx/>
              <a:latin typeface="+mn-lt"/>
              <a:ea typeface="+mn-ea"/>
              <a:cs typeface="+mn-cs"/>
              <a:sym typeface="Helvetica Neue"/>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Wired bus networks aren’t common, but this type of topology drives wireless networks.</a:t>
            </a:r>
          </a:p>
          <a:p>
            <a:pPr marR="0" algn="just" defTabSz="2438338" rtl="0" fontAlgn="auto" latinLnBrk="0" hangingPunct="0">
              <a:lnSpc>
                <a:spcPct val="100000"/>
              </a:lnSpc>
              <a:spcBef>
                <a:spcPts val="0"/>
              </a:spcBef>
              <a:spcAft>
                <a:spcPts val="0"/>
              </a:spcAft>
              <a:buClrTx/>
              <a:buSzTx/>
              <a:tabLst/>
            </a:pPr>
            <a:endParaRPr kumimoji="0" lang="en-US" sz="3200" b="0" i="0" u="none" strike="noStrike" cap="none" spc="0" normalizeH="0" baseline="0" dirty="0">
              <a:ln>
                <a:noFill/>
              </a:ln>
              <a:solidFill>
                <a:schemeClr val="bg1"/>
              </a:solidFill>
              <a:effectLst/>
              <a:uFillTx/>
              <a:latin typeface="+mn-lt"/>
              <a:ea typeface="+mn-ea"/>
              <a:cs typeface="+mn-cs"/>
              <a:sym typeface="Helvetica Neue"/>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Nodes on wired network to see all the traffic and selectively ignore or accept it.</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Although wireless clients can see each other’s </a:t>
            </a:r>
            <a:r>
              <a:rPr kumimoji="0" lang="en-US" sz="3200" b="0" i="0" u="none" strike="noStrike" cap="none" spc="0" normalizeH="0" baseline="0" dirty="0" err="1">
                <a:ln>
                  <a:noFill/>
                </a:ln>
                <a:solidFill>
                  <a:schemeClr val="bg1"/>
                </a:solidFill>
                <a:effectLst/>
                <a:uFillTx/>
                <a:latin typeface="+mn-lt"/>
                <a:ea typeface="+mn-ea"/>
                <a:cs typeface="+mn-cs"/>
                <a:sym typeface="Helvetica Neue"/>
              </a:rPr>
              <a:t>traf</a:t>
            </a:r>
            <a:r>
              <a:rPr kumimoji="0" lang="en-US" sz="3200" b="0" i="0" u="none" strike="noStrike" cap="none" spc="0" normalizeH="0" baseline="0" dirty="0">
                <a:ln>
                  <a:noFill/>
                </a:ln>
                <a:solidFill>
                  <a:schemeClr val="bg1"/>
                </a:solidFill>
                <a:effectLst/>
                <a:uFillTx/>
                <a:latin typeface="+mn-lt"/>
                <a:ea typeface="+mn-ea"/>
                <a:cs typeface="+mn-cs"/>
                <a:sym typeface="Helvetica Neue"/>
              </a:rPr>
              <a:t>- fic, traffic is usually encrypted.</a:t>
            </a:r>
          </a:p>
        </p:txBody>
      </p:sp>
    </p:spTree>
    <p:extLst>
      <p:ext uri="{BB962C8B-B14F-4D97-AF65-F5344CB8AC3E}">
        <p14:creationId xmlns:p14="http://schemas.microsoft.com/office/powerpoint/2010/main" val="26247830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31C58-A555-C50D-CEE1-53FDF340BEB3}"/>
              </a:ext>
            </a:extLst>
          </p:cNvPr>
          <p:cNvSpPr>
            <a:spLocks noGrp="1"/>
          </p:cNvSpPr>
          <p:nvPr>
            <p:ph type="title"/>
          </p:nvPr>
        </p:nvSpPr>
        <p:spPr/>
        <p:txBody>
          <a:bodyPr>
            <a:normAutofit fontScale="90000"/>
          </a:bodyPr>
          <a:lstStyle/>
          <a:p>
            <a:r>
              <a:rPr lang="en-US" dirty="0"/>
              <a:t>Network topology	</a:t>
            </a:r>
          </a:p>
        </p:txBody>
      </p:sp>
      <p:sp>
        <p:nvSpPr>
          <p:cNvPr id="3" name="Text Placeholder 2">
            <a:extLst>
              <a:ext uri="{FF2B5EF4-FFF2-40B4-BE49-F238E27FC236}">
                <a16:creationId xmlns:a16="http://schemas.microsoft.com/office/drawing/2014/main" id="{70A3E677-6EF4-AFA9-77F6-F59A3B213D73}"/>
              </a:ext>
            </a:extLst>
          </p:cNvPr>
          <p:cNvSpPr>
            <a:spLocks noGrp="1"/>
          </p:cNvSpPr>
          <p:nvPr>
            <p:ph type="body" sz="quarter" idx="10"/>
          </p:nvPr>
        </p:nvSpPr>
        <p:spPr/>
        <p:txBody>
          <a:bodyPr/>
          <a:lstStyle/>
          <a:p>
            <a:r>
              <a:rPr lang="en-US" dirty="0"/>
              <a:t>Ring topology</a:t>
            </a:r>
          </a:p>
        </p:txBody>
      </p:sp>
      <p:pic>
        <p:nvPicPr>
          <p:cNvPr id="6" name="Content Placeholder 5">
            <a:extLst>
              <a:ext uri="{FF2B5EF4-FFF2-40B4-BE49-F238E27FC236}">
                <a16:creationId xmlns:a16="http://schemas.microsoft.com/office/drawing/2014/main" id="{C5CD112F-2D31-7A3B-0F2B-EDCE29D801A5}"/>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9903389" y="3223274"/>
            <a:ext cx="4577219" cy="4927388"/>
          </a:xfrm>
        </p:spPr>
      </p:pic>
      <p:sp>
        <p:nvSpPr>
          <p:cNvPr id="7" name="TextBox 6">
            <a:extLst>
              <a:ext uri="{FF2B5EF4-FFF2-40B4-BE49-F238E27FC236}">
                <a16:creationId xmlns:a16="http://schemas.microsoft.com/office/drawing/2014/main" id="{720C41FE-2CAF-08B4-EF8B-D304D96D0C1B}"/>
              </a:ext>
            </a:extLst>
          </p:cNvPr>
          <p:cNvSpPr txBox="1"/>
          <p:nvPr/>
        </p:nvSpPr>
        <p:spPr>
          <a:xfrm>
            <a:off x="3370545" y="9028986"/>
            <a:ext cx="17642909" cy="4534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 </a:t>
            </a:r>
            <a:r>
              <a:rPr lang="en-US" sz="3200" dirty="0">
                <a:solidFill>
                  <a:schemeClr val="bg1"/>
                </a:solidFill>
              </a:rPr>
              <a:t>E</a:t>
            </a:r>
            <a:r>
              <a:rPr kumimoji="0" lang="en-US" sz="3200" b="0" i="0" u="none" strike="noStrike" cap="none" spc="0" normalizeH="0" baseline="0" dirty="0">
                <a:ln>
                  <a:noFill/>
                </a:ln>
                <a:solidFill>
                  <a:schemeClr val="bg1"/>
                </a:solidFill>
                <a:effectLst/>
                <a:uFillTx/>
                <a:latin typeface="+mn-lt"/>
                <a:ea typeface="+mn-ea"/>
                <a:cs typeface="+mn-cs"/>
                <a:sym typeface="Helvetica Neue"/>
              </a:rPr>
              <a:t>ach network device is connected to exactly two other devices, forming a circular or ring-like structure.</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In a ring network, data travels in one direction around the ring, passing through each device until it reaches its destination.</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A failure in one part of the ring can disrupt the entire network, and the addition of new devices can be more challenging compared to some other topologies.</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0" i="0" u="none" strike="noStrike" cap="none" spc="0" normalizeH="0" baseline="0" dirty="0">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98562782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0BF6D-913F-91D0-0D22-4C5546CB46FA}"/>
              </a:ext>
            </a:extLst>
          </p:cNvPr>
          <p:cNvSpPr>
            <a:spLocks noGrp="1"/>
          </p:cNvSpPr>
          <p:nvPr>
            <p:ph type="title"/>
          </p:nvPr>
        </p:nvSpPr>
        <p:spPr/>
        <p:txBody>
          <a:bodyPr>
            <a:normAutofit fontScale="90000"/>
          </a:bodyPr>
          <a:lstStyle/>
          <a:p>
            <a:r>
              <a:rPr lang="en-US" dirty="0"/>
              <a:t>Network topology</a:t>
            </a:r>
          </a:p>
        </p:txBody>
      </p:sp>
      <p:sp>
        <p:nvSpPr>
          <p:cNvPr id="3" name="Text Placeholder 2">
            <a:extLst>
              <a:ext uri="{FF2B5EF4-FFF2-40B4-BE49-F238E27FC236}">
                <a16:creationId xmlns:a16="http://schemas.microsoft.com/office/drawing/2014/main" id="{D6556AAB-4944-B5E4-264D-37FF0F0F9D2A}"/>
              </a:ext>
            </a:extLst>
          </p:cNvPr>
          <p:cNvSpPr>
            <a:spLocks noGrp="1"/>
          </p:cNvSpPr>
          <p:nvPr>
            <p:ph type="body" sz="quarter" idx="10"/>
          </p:nvPr>
        </p:nvSpPr>
        <p:spPr/>
        <p:txBody>
          <a:bodyPr/>
          <a:lstStyle/>
          <a:p>
            <a:r>
              <a:rPr lang="en-US" dirty="0"/>
              <a:t>star topology</a:t>
            </a:r>
          </a:p>
        </p:txBody>
      </p:sp>
      <p:pic>
        <p:nvPicPr>
          <p:cNvPr id="6" name="Content Placeholder 5">
            <a:extLst>
              <a:ext uri="{FF2B5EF4-FFF2-40B4-BE49-F238E27FC236}">
                <a16:creationId xmlns:a16="http://schemas.microsoft.com/office/drawing/2014/main" id="{F8283EC2-57C9-EF52-E397-F010356B53C6}"/>
              </a:ext>
            </a:extLst>
          </p:cNvPr>
          <p:cNvPicPr>
            <a:picLocks noGrp="1" noChangeAspect="1"/>
          </p:cNvPicPr>
          <p:nvPr>
            <p:ph sz="quarter" idx="11"/>
          </p:nvPr>
        </p:nvPicPr>
        <p:blipFill rotWithShape="1">
          <a:blip r:embed="rId2">
            <a:extLst>
              <a:ext uri="{28A0092B-C50C-407E-A947-70E740481C1C}">
                <a14:useLocalDpi xmlns:a14="http://schemas.microsoft.com/office/drawing/2010/main" val="0"/>
              </a:ext>
            </a:extLst>
          </a:blip>
          <a:srcRect t="4266"/>
          <a:stretch/>
        </p:blipFill>
        <p:spPr>
          <a:xfrm>
            <a:off x="10012350" y="3260663"/>
            <a:ext cx="4359300" cy="4094942"/>
          </a:xfrm>
        </p:spPr>
      </p:pic>
      <p:sp>
        <p:nvSpPr>
          <p:cNvPr id="8" name="TextBox 7">
            <a:extLst>
              <a:ext uri="{FF2B5EF4-FFF2-40B4-BE49-F238E27FC236}">
                <a16:creationId xmlns:a16="http://schemas.microsoft.com/office/drawing/2014/main" id="{09A61B1C-14C6-C929-3020-C1BB3371CFB2}"/>
              </a:ext>
            </a:extLst>
          </p:cNvPr>
          <p:cNvSpPr txBox="1"/>
          <p:nvPr/>
        </p:nvSpPr>
        <p:spPr>
          <a:xfrm>
            <a:off x="3370545" y="7695607"/>
            <a:ext cx="17642909" cy="5519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 </a:t>
            </a:r>
            <a:r>
              <a:rPr lang="en-US" sz="3200" dirty="0">
                <a:solidFill>
                  <a:schemeClr val="bg1"/>
                </a:solidFill>
              </a:rPr>
              <a:t>A star topology is a type of network topology in which each device in the network is connected to a central hub or switch</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A</a:t>
            </a:r>
            <a:r>
              <a:rPr kumimoji="0" lang="en-US" sz="3200" b="0" i="0" u="none" strike="noStrike" cap="none" spc="0" normalizeH="0" baseline="0" dirty="0">
                <a:ln>
                  <a:noFill/>
                </a:ln>
                <a:solidFill>
                  <a:schemeClr val="bg1"/>
                </a:solidFill>
                <a:effectLst/>
                <a:uFillTx/>
                <a:latin typeface="+mn-lt"/>
                <a:ea typeface="+mn-ea"/>
                <a:cs typeface="+mn-cs"/>
                <a:sym typeface="Helvetica Neue"/>
              </a:rPr>
              <a:t>ll communication between devices passes through the central hub, where this hub can be an actual physical device or a logical point in a network switch.</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0" i="0" u="none" strike="noStrike" cap="none" spc="0" normalizeH="0" baseline="0" dirty="0">
              <a:ln>
                <a:noFill/>
              </a:ln>
              <a:solidFill>
                <a:schemeClr val="bg1"/>
              </a:solidFill>
              <a:effectLst/>
              <a:uFillTx/>
              <a:latin typeface="+mn-lt"/>
              <a:ea typeface="+mn-ea"/>
              <a:cs typeface="+mn-cs"/>
              <a:sym typeface="Helvetica Neue"/>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This topology has a negative impact when the central hub fails, the entire network can be affected. In some cases, this limitation is addressed by using redundant hubs or switches for increased fault tolerance.</a:t>
            </a:r>
          </a:p>
        </p:txBody>
      </p:sp>
    </p:spTree>
    <p:extLst>
      <p:ext uri="{BB962C8B-B14F-4D97-AF65-F5344CB8AC3E}">
        <p14:creationId xmlns:p14="http://schemas.microsoft.com/office/powerpoint/2010/main" val="28496066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188A0-FC53-8DC1-836A-89FF240DC685}"/>
              </a:ext>
            </a:extLst>
          </p:cNvPr>
          <p:cNvSpPr>
            <a:spLocks noGrp="1"/>
          </p:cNvSpPr>
          <p:nvPr>
            <p:ph type="title"/>
          </p:nvPr>
        </p:nvSpPr>
        <p:spPr/>
        <p:txBody>
          <a:bodyPr>
            <a:normAutofit fontScale="90000"/>
          </a:bodyPr>
          <a:lstStyle/>
          <a:p>
            <a:r>
              <a:rPr lang="en-US" dirty="0"/>
              <a:t>Network topology	</a:t>
            </a:r>
          </a:p>
        </p:txBody>
      </p:sp>
      <p:sp>
        <p:nvSpPr>
          <p:cNvPr id="3" name="Text Placeholder 2">
            <a:extLst>
              <a:ext uri="{FF2B5EF4-FFF2-40B4-BE49-F238E27FC236}">
                <a16:creationId xmlns:a16="http://schemas.microsoft.com/office/drawing/2014/main" id="{C2724E80-BC48-8104-BB1A-0E627C65C29B}"/>
              </a:ext>
            </a:extLst>
          </p:cNvPr>
          <p:cNvSpPr>
            <a:spLocks noGrp="1"/>
          </p:cNvSpPr>
          <p:nvPr>
            <p:ph type="body" sz="quarter" idx="10"/>
          </p:nvPr>
        </p:nvSpPr>
        <p:spPr/>
        <p:txBody>
          <a:bodyPr/>
          <a:lstStyle/>
          <a:p>
            <a:r>
              <a:rPr lang="en-US" dirty="0"/>
              <a:t>Mesh topology</a:t>
            </a:r>
          </a:p>
        </p:txBody>
      </p:sp>
      <p:pic>
        <p:nvPicPr>
          <p:cNvPr id="6" name="Content Placeholder 5" descr="A diagram of a network&#10;&#10;Description automatically generated">
            <a:extLst>
              <a:ext uri="{FF2B5EF4-FFF2-40B4-BE49-F238E27FC236}">
                <a16:creationId xmlns:a16="http://schemas.microsoft.com/office/drawing/2014/main" id="{40003966-11DB-9CC4-75A8-09DD896874E8}"/>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10103683" y="3260663"/>
            <a:ext cx="3665138" cy="3982466"/>
          </a:xfrm>
        </p:spPr>
      </p:pic>
      <p:sp>
        <p:nvSpPr>
          <p:cNvPr id="8" name="TextBox 7">
            <a:extLst>
              <a:ext uri="{FF2B5EF4-FFF2-40B4-BE49-F238E27FC236}">
                <a16:creationId xmlns:a16="http://schemas.microsoft.com/office/drawing/2014/main" id="{28C34D97-F299-3DAA-CE98-04264B6C7345}"/>
              </a:ext>
            </a:extLst>
          </p:cNvPr>
          <p:cNvSpPr txBox="1"/>
          <p:nvPr/>
        </p:nvSpPr>
        <p:spPr>
          <a:xfrm>
            <a:off x="3370545" y="7695609"/>
            <a:ext cx="17642909" cy="5519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Mesh topology is a type of network topology in which each node (device or computer) is connected to every other node in the network. </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In a mesh network, the devices are interconnected to provide multiple paths for data transmission. </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This topology eliminates single points of failure because the failure of a single node doesn’t affect traffic between any other nodes on the network.</a:t>
            </a: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200" dirty="0">
              <a:solidFill>
                <a:schemeClr val="bg1"/>
              </a:solidFill>
            </a:endParaRPr>
          </a:p>
          <a:p>
            <a:pPr marL="342900" marR="0" indent="-3429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solidFill>
                  <a:schemeClr val="bg1"/>
                </a:solidFill>
              </a:rPr>
              <a:t>On the other hand, costs and complexity increase as the number of nodes increases, making this topology untenable for large-scale networks</a:t>
            </a:r>
          </a:p>
        </p:txBody>
      </p:sp>
    </p:spTree>
    <p:extLst>
      <p:ext uri="{BB962C8B-B14F-4D97-AF65-F5344CB8AC3E}">
        <p14:creationId xmlns:p14="http://schemas.microsoft.com/office/powerpoint/2010/main" val="283853940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F45E-58DA-3F8F-0FB0-E19383F50DA2}"/>
              </a:ext>
            </a:extLst>
          </p:cNvPr>
          <p:cNvSpPr>
            <a:spLocks noGrp="1"/>
          </p:cNvSpPr>
          <p:nvPr>
            <p:ph type="title"/>
          </p:nvPr>
        </p:nvSpPr>
        <p:spPr/>
        <p:txBody>
          <a:bodyPr>
            <a:normAutofit fontScale="90000"/>
          </a:bodyPr>
          <a:lstStyle/>
          <a:p>
            <a:r>
              <a:rPr lang="en-US" dirty="0"/>
              <a:t>Network topology</a:t>
            </a:r>
          </a:p>
        </p:txBody>
      </p:sp>
      <p:sp>
        <p:nvSpPr>
          <p:cNvPr id="3" name="Text Placeholder 2">
            <a:extLst>
              <a:ext uri="{FF2B5EF4-FFF2-40B4-BE49-F238E27FC236}">
                <a16:creationId xmlns:a16="http://schemas.microsoft.com/office/drawing/2014/main" id="{D05E74DC-98B2-282E-1116-F198F5BAE141}"/>
              </a:ext>
            </a:extLst>
          </p:cNvPr>
          <p:cNvSpPr>
            <a:spLocks noGrp="1"/>
          </p:cNvSpPr>
          <p:nvPr>
            <p:ph type="body" sz="quarter" idx="10"/>
          </p:nvPr>
        </p:nvSpPr>
        <p:spPr/>
        <p:txBody>
          <a:bodyPr/>
          <a:lstStyle/>
          <a:p>
            <a:r>
              <a:rPr lang="en-US" dirty="0"/>
              <a:t>Star-ring hybrid &amp; Star-bus hybrid</a:t>
            </a:r>
          </a:p>
        </p:txBody>
      </p:sp>
      <p:pic>
        <p:nvPicPr>
          <p:cNvPr id="6" name="Content Placeholder 5" descr="A diagram of different types of circles&#10;&#10;Description automatically generated">
            <a:extLst>
              <a:ext uri="{FF2B5EF4-FFF2-40B4-BE49-F238E27FC236}">
                <a16:creationId xmlns:a16="http://schemas.microsoft.com/office/drawing/2014/main" id="{7F88E31D-96D3-32CD-C0ED-7BFFE91950D0}"/>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7632909" y="3260663"/>
            <a:ext cx="8606686" cy="3843912"/>
          </a:xfrm>
        </p:spPr>
      </p:pic>
      <p:sp>
        <p:nvSpPr>
          <p:cNvPr id="7" name="TextBox 6">
            <a:extLst>
              <a:ext uri="{FF2B5EF4-FFF2-40B4-BE49-F238E27FC236}">
                <a16:creationId xmlns:a16="http://schemas.microsoft.com/office/drawing/2014/main" id="{3DCE7DA5-2B59-F557-5A3B-B192A8F61E2F}"/>
              </a:ext>
            </a:extLst>
          </p:cNvPr>
          <p:cNvSpPr txBox="1"/>
          <p:nvPr/>
        </p:nvSpPr>
        <p:spPr>
          <a:xfrm>
            <a:off x="3370545" y="7634051"/>
            <a:ext cx="17642909" cy="5642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marR="0" indent="-4572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000" dirty="0">
                <a:solidFill>
                  <a:schemeClr val="bg1"/>
                </a:solidFill>
              </a:rPr>
              <a:t>Hybrid topologies are meant to improve reliability, scalability, and flex- </a:t>
            </a:r>
            <a:r>
              <a:rPr lang="en-US" sz="3000" dirty="0" err="1">
                <a:solidFill>
                  <a:schemeClr val="bg1"/>
                </a:solidFill>
              </a:rPr>
              <a:t>ibility</a:t>
            </a:r>
            <a:r>
              <a:rPr lang="en-US" sz="3000" dirty="0">
                <a:solidFill>
                  <a:schemeClr val="bg1"/>
                </a:solidFill>
              </a:rPr>
              <a:t> by taking advantage of each topology’s strengths and by limiting the disadvantages of each topology to individual network segments. </a:t>
            </a:r>
          </a:p>
          <a:p>
            <a:pPr marL="457200" marR="0" indent="-4572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000" dirty="0">
              <a:solidFill>
                <a:schemeClr val="bg1"/>
              </a:solidFill>
            </a:endParaRPr>
          </a:p>
          <a:p>
            <a:pPr marL="457200" marR="0" indent="-4572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000" dirty="0">
                <a:solidFill>
                  <a:schemeClr val="bg1"/>
                </a:solidFill>
              </a:rPr>
              <a:t>Hybrid topologies often combine elements of bus, star, ring, and mesh topologies. The choice of topologies depends on the specific requirements and characteristics of the network.</a:t>
            </a:r>
          </a:p>
          <a:p>
            <a:pPr marL="457200" marR="0" indent="-457200" algn="just" defTabSz="2438338" rtl="0" fontAlgn="auto" latinLnBrk="0" hangingPunct="0">
              <a:lnSpc>
                <a:spcPct val="100000"/>
              </a:lnSpc>
              <a:spcBef>
                <a:spcPts val="0"/>
              </a:spcBef>
              <a:spcAft>
                <a:spcPts val="0"/>
              </a:spcAft>
              <a:buClrTx/>
              <a:buSzTx/>
              <a:buFont typeface="Arial" panose="020B0604020202020204" pitchFamily="34" charset="0"/>
              <a:buChar char="•"/>
              <a:tabLst/>
            </a:pPr>
            <a:endParaRPr lang="en-US" sz="3000" dirty="0">
              <a:solidFill>
                <a:schemeClr val="bg1"/>
              </a:solidFill>
            </a:endParaRPr>
          </a:p>
          <a:p>
            <a:pPr marL="457200" marR="0" indent="-457200" algn="just"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000" dirty="0">
                <a:solidFill>
                  <a:schemeClr val="bg1"/>
                </a:solidFill>
              </a:rPr>
              <a:t>Example: </a:t>
            </a:r>
          </a:p>
          <a:p>
            <a:pPr marL="457200" lvl="2" indent="-457200" algn="just">
              <a:buFont typeface="Wingdings" pitchFamily="2" charset="2"/>
              <a:buChar char="Ø"/>
            </a:pPr>
            <a:r>
              <a:rPr lang="en-US" sz="3000" dirty="0">
                <a:solidFill>
                  <a:schemeClr val="bg1"/>
                </a:solidFill>
              </a:rPr>
              <a:t>Star-Ring topology</a:t>
            </a:r>
          </a:p>
          <a:p>
            <a:pPr marL="457200" lvl="2" indent="-457200" algn="just">
              <a:buFont typeface="Wingdings" pitchFamily="2" charset="2"/>
              <a:buChar char="Ø"/>
            </a:pPr>
            <a:r>
              <a:rPr lang="en-US" sz="3000" dirty="0">
                <a:solidFill>
                  <a:schemeClr val="bg1"/>
                </a:solidFill>
              </a:rPr>
              <a:t>Star-Bus topology</a:t>
            </a:r>
          </a:p>
          <a:p>
            <a:pPr marL="457200" lvl="2" indent="-457200" algn="just">
              <a:buFont typeface="Wingdings" pitchFamily="2" charset="2"/>
              <a:buChar char="Ø"/>
            </a:pPr>
            <a:r>
              <a:rPr lang="en-US" sz="3000" dirty="0">
                <a:solidFill>
                  <a:schemeClr val="bg1"/>
                </a:solidFill>
              </a:rPr>
              <a:t>Mesh-Tree topology</a:t>
            </a:r>
          </a:p>
          <a:p>
            <a:pPr marL="457200" lvl="2" indent="-457200" algn="just">
              <a:buFont typeface="Wingdings" pitchFamily="2" charset="2"/>
              <a:buChar char="Ø"/>
            </a:pPr>
            <a:r>
              <a:rPr lang="en-US" sz="3000" dirty="0">
                <a:solidFill>
                  <a:schemeClr val="bg1"/>
                </a:solidFill>
              </a:rPr>
              <a:t>Mesh-Star topology</a:t>
            </a:r>
          </a:p>
        </p:txBody>
      </p:sp>
    </p:spTree>
    <p:extLst>
      <p:ext uri="{BB962C8B-B14F-4D97-AF65-F5344CB8AC3E}">
        <p14:creationId xmlns:p14="http://schemas.microsoft.com/office/powerpoint/2010/main" val="17286373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Bandwidth vs latency</a:t>
            </a:r>
          </a:p>
        </p:txBody>
      </p:sp>
    </p:spTree>
    <p:extLst>
      <p:ext uri="{BB962C8B-B14F-4D97-AF65-F5344CB8AC3E}">
        <p14:creationId xmlns:p14="http://schemas.microsoft.com/office/powerpoint/2010/main" val="359127786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F4A8F-53EE-334F-48A5-51E0E500E99D}"/>
              </a:ext>
            </a:extLst>
          </p:cNvPr>
          <p:cNvSpPr>
            <a:spLocks noGrp="1"/>
          </p:cNvSpPr>
          <p:nvPr>
            <p:ph type="title"/>
          </p:nvPr>
        </p:nvSpPr>
        <p:spPr/>
        <p:txBody>
          <a:bodyPr>
            <a:normAutofit fontScale="90000"/>
          </a:bodyPr>
          <a:lstStyle/>
          <a:p>
            <a:r>
              <a:rPr lang="en-US" dirty="0"/>
              <a:t>Network Bandwidth</a:t>
            </a:r>
          </a:p>
        </p:txBody>
      </p:sp>
      <p:sp>
        <p:nvSpPr>
          <p:cNvPr id="3" name="Text Placeholder 2">
            <a:extLst>
              <a:ext uri="{FF2B5EF4-FFF2-40B4-BE49-F238E27FC236}">
                <a16:creationId xmlns:a16="http://schemas.microsoft.com/office/drawing/2014/main" id="{6431E140-0DD0-2E33-36B2-7051176EE81F}"/>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D8D1131-DC25-A7DD-D044-D4EF1BDF6E3C}"/>
              </a:ext>
            </a:extLst>
          </p:cNvPr>
          <p:cNvSpPr>
            <a:spLocks noGrp="1"/>
          </p:cNvSpPr>
          <p:nvPr>
            <p:ph sz="quarter" idx="11"/>
          </p:nvPr>
        </p:nvSpPr>
        <p:spPr>
          <a:xfrm>
            <a:off x="2167377" y="3287988"/>
            <a:ext cx="13714940" cy="9459823"/>
          </a:xfrm>
        </p:spPr>
        <p:txBody>
          <a:bodyPr>
            <a:normAutofit/>
          </a:bodyPr>
          <a:lstStyle/>
          <a:p>
            <a:pPr algn="just"/>
            <a:r>
              <a:rPr lang="en-US" sz="3200" dirty="0"/>
              <a:t>Network bandwidth is the amount of data we can send over a network connection in an interval of time.</a:t>
            </a:r>
          </a:p>
          <a:p>
            <a:pPr algn="just"/>
            <a:r>
              <a:rPr lang="en-US" sz="3200" dirty="0"/>
              <a:t>Bandwidth is a crucial metric in networking and telecommunications as it determines how much information can be transmitted over a network within a specific time frame.</a:t>
            </a:r>
          </a:p>
          <a:p>
            <a:pPr algn="just"/>
            <a:r>
              <a:rPr lang="en-US" sz="3200" dirty="0"/>
              <a:t>For example, 1 Kbps is equal to 1,000 bits per second, and 1 Mbps is equal to 1 million bits per second.</a:t>
            </a:r>
          </a:p>
          <a:p>
            <a:pPr algn="just"/>
            <a:r>
              <a:rPr lang="en-US" sz="3200" dirty="0"/>
              <a:t>However, faster doesn’t always mean greater performance. It may seem counterintuitive, but a lower-bandwidth network connection may seem to have better performance than a higher- bandwidth network connection because of one characteristic: </a:t>
            </a:r>
            <a:r>
              <a:rPr lang="en-US" sz="3200" b="1" dirty="0"/>
              <a:t>latency</a:t>
            </a:r>
            <a:r>
              <a:rPr lang="en-US" sz="3200" dirty="0"/>
              <a:t>.</a:t>
            </a:r>
          </a:p>
        </p:txBody>
      </p:sp>
    </p:spTree>
    <p:extLst>
      <p:ext uri="{BB962C8B-B14F-4D97-AF65-F5344CB8AC3E}">
        <p14:creationId xmlns:p14="http://schemas.microsoft.com/office/powerpoint/2010/main" val="205456734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7274F-396F-116F-955E-D3BB1A7BA30E}"/>
              </a:ext>
            </a:extLst>
          </p:cNvPr>
          <p:cNvSpPr>
            <a:spLocks noGrp="1"/>
          </p:cNvSpPr>
          <p:nvPr>
            <p:ph type="title"/>
          </p:nvPr>
        </p:nvSpPr>
        <p:spPr/>
        <p:txBody>
          <a:bodyPr>
            <a:normAutofit fontScale="90000"/>
          </a:bodyPr>
          <a:lstStyle/>
          <a:p>
            <a:r>
              <a:rPr lang="en-US" dirty="0"/>
              <a:t>Network Latency</a:t>
            </a:r>
          </a:p>
        </p:txBody>
      </p:sp>
      <p:sp>
        <p:nvSpPr>
          <p:cNvPr id="3" name="Text Placeholder 2">
            <a:extLst>
              <a:ext uri="{FF2B5EF4-FFF2-40B4-BE49-F238E27FC236}">
                <a16:creationId xmlns:a16="http://schemas.microsoft.com/office/drawing/2014/main" id="{AD7016E9-C1FB-B2E7-F1B4-36B298C00C31}"/>
              </a:ext>
            </a:extLst>
          </p:cNvPr>
          <p:cNvSpPr>
            <a:spLocks noGrp="1"/>
          </p:cNvSpPr>
          <p:nvPr>
            <p:ph type="body" sz="quarter" idx="10"/>
          </p:nvPr>
        </p:nvSpPr>
        <p:spPr/>
        <p:txBody>
          <a:bodyPr/>
          <a:lstStyle/>
          <a:p>
            <a:endParaRPr lang="en-US"/>
          </a:p>
        </p:txBody>
      </p:sp>
      <p:sp>
        <p:nvSpPr>
          <p:cNvPr id="5" name="Content Placeholder 3">
            <a:extLst>
              <a:ext uri="{FF2B5EF4-FFF2-40B4-BE49-F238E27FC236}">
                <a16:creationId xmlns:a16="http://schemas.microsoft.com/office/drawing/2014/main" id="{5A3802E4-2178-F0A3-F773-2ECADFB67182}"/>
              </a:ext>
            </a:extLst>
          </p:cNvPr>
          <p:cNvSpPr txBox="1">
            <a:spLocks/>
          </p:cNvSpPr>
          <p:nvPr/>
        </p:nvSpPr>
        <p:spPr>
          <a:xfrm>
            <a:off x="2167377" y="3287988"/>
            <a:ext cx="13714940" cy="94598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r>
              <a:rPr lang="en-ID" sz="3200" dirty="0"/>
              <a:t>Network latency is a measure of the time that passes between sending a network resource request and receiving a response.</a:t>
            </a:r>
          </a:p>
          <a:p>
            <a:pPr algn="just"/>
            <a:r>
              <a:rPr lang="en-ID" sz="3200" dirty="0"/>
              <a:t>An example of latency is the delay that occurs between clicking a link on a website and the site’s rendering the resulting page.</a:t>
            </a:r>
          </a:p>
          <a:p>
            <a:pPr algn="just"/>
            <a:r>
              <a:rPr lang="en-ID" sz="3200" dirty="0"/>
              <a:t>A website’s latency comes from several sources: the network latency between the client and server: </a:t>
            </a:r>
          </a:p>
          <a:p>
            <a:pPr algn="just">
              <a:buFont typeface="Wingdings" pitchFamily="2" charset="2"/>
              <a:buChar char="Ø"/>
            </a:pPr>
            <a:r>
              <a:rPr lang="en-ID" sz="3200" dirty="0"/>
              <a:t>The time it takes to retrieve data from a data store</a:t>
            </a:r>
          </a:p>
          <a:p>
            <a:pPr algn="just">
              <a:buFont typeface="Wingdings" pitchFamily="2" charset="2"/>
              <a:buChar char="Ø"/>
            </a:pPr>
            <a:r>
              <a:rPr lang="en-ID" sz="3200" dirty="0"/>
              <a:t>The time it takes to compile dynamic content on the server side</a:t>
            </a:r>
          </a:p>
          <a:p>
            <a:pPr algn="just">
              <a:buFont typeface="Wingdings" pitchFamily="2" charset="2"/>
              <a:buChar char="Ø"/>
            </a:pPr>
            <a:r>
              <a:rPr lang="en-ID" sz="3200" dirty="0"/>
              <a:t>The time it takes for the web browser to render the page</a:t>
            </a:r>
          </a:p>
        </p:txBody>
      </p:sp>
    </p:spTree>
    <p:extLst>
      <p:ext uri="{BB962C8B-B14F-4D97-AF65-F5344CB8AC3E}">
        <p14:creationId xmlns:p14="http://schemas.microsoft.com/office/powerpoint/2010/main" val="94767296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FF400-0881-5D95-B023-64A0079FF9D1}"/>
              </a:ext>
            </a:extLst>
          </p:cNvPr>
          <p:cNvSpPr>
            <a:spLocks noGrp="1"/>
          </p:cNvSpPr>
          <p:nvPr>
            <p:ph type="title"/>
          </p:nvPr>
        </p:nvSpPr>
        <p:spPr/>
        <p:txBody>
          <a:bodyPr/>
          <a:lstStyle/>
          <a:p>
            <a:r>
              <a:rPr lang="en-US" dirty="0"/>
              <a:t>Open Systems Interconnection (OSI)</a:t>
            </a:r>
          </a:p>
        </p:txBody>
      </p:sp>
    </p:spTree>
    <p:extLst>
      <p:ext uri="{BB962C8B-B14F-4D97-AF65-F5344CB8AC3E}">
        <p14:creationId xmlns:p14="http://schemas.microsoft.com/office/powerpoint/2010/main" val="267548021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E094-164C-7879-1C18-E98C264A2ABD}"/>
              </a:ext>
            </a:extLst>
          </p:cNvPr>
          <p:cNvSpPr>
            <a:spLocks noGrp="1"/>
          </p:cNvSpPr>
          <p:nvPr>
            <p:ph type="title"/>
          </p:nvPr>
        </p:nvSpPr>
        <p:spPr>
          <a:xfrm>
            <a:off x="2167377" y="1871164"/>
            <a:ext cx="14715569" cy="511175"/>
          </a:xfrm>
        </p:spPr>
        <p:txBody>
          <a:bodyPr>
            <a:normAutofit/>
          </a:bodyPr>
          <a:lstStyle/>
          <a:p>
            <a:r>
              <a:rPr lang="en-US" sz="3200"/>
              <a:t>Open Systems Interconnection (OSI)</a:t>
            </a:r>
          </a:p>
        </p:txBody>
      </p:sp>
      <p:sp>
        <p:nvSpPr>
          <p:cNvPr id="4" name="Content Placeholder 3">
            <a:extLst>
              <a:ext uri="{FF2B5EF4-FFF2-40B4-BE49-F238E27FC236}">
                <a16:creationId xmlns:a16="http://schemas.microsoft.com/office/drawing/2014/main" id="{84B809CF-FB28-D6C5-D30A-7EE58E256266}"/>
              </a:ext>
            </a:extLst>
          </p:cNvPr>
          <p:cNvSpPr>
            <a:spLocks noGrp="1"/>
          </p:cNvSpPr>
          <p:nvPr>
            <p:ph type="body" sz="quarter" idx="10"/>
          </p:nvPr>
        </p:nvSpPr>
        <p:spPr>
          <a:xfrm>
            <a:off x="2167377" y="2419728"/>
            <a:ext cx="9768875" cy="803546"/>
          </a:xfrm>
        </p:spPr>
        <p:txBody>
          <a:bodyPr>
            <a:normAutofit/>
          </a:bodyPr>
          <a:lstStyle/>
          <a:p>
            <a:r>
              <a:rPr lang="en-US" sz="1500" dirty="0"/>
              <a:t>The Open Systems Interconnection (OSI) model is a conceptual framework that standardizes the functions of a telecommunication or computing system into seven abstraction layers. </a:t>
            </a:r>
          </a:p>
        </p:txBody>
      </p:sp>
      <p:sp>
        <p:nvSpPr>
          <p:cNvPr id="20" name="Text Placeholder 3">
            <a:extLst>
              <a:ext uri="{FF2B5EF4-FFF2-40B4-BE49-F238E27FC236}">
                <a16:creationId xmlns:a16="http://schemas.microsoft.com/office/drawing/2014/main" id="{881FF589-200D-3BB9-B101-DE4F2899ABBF}"/>
              </a:ext>
            </a:extLst>
          </p:cNvPr>
          <p:cNvSpPr>
            <a:spLocks noGrp="1"/>
          </p:cNvSpPr>
          <p:nvPr>
            <p:ph type="body" sz="quarter" idx="16"/>
          </p:nvPr>
        </p:nvSpPr>
        <p:spPr>
          <a:xfrm>
            <a:off x="2167377" y="6556917"/>
            <a:ext cx="9768906" cy="5575610"/>
          </a:xfrm>
        </p:spPr>
        <p:txBody>
          <a:bodyPr/>
          <a:lstStyle/>
          <a:p>
            <a:pPr marL="457200" indent="-457200" algn="just">
              <a:buFont typeface="Arial" panose="020B0604020202020204" pitchFamily="34" charset="0"/>
              <a:buChar char="•"/>
            </a:pPr>
            <a:r>
              <a:rPr lang="en-US" sz="3200" dirty="0"/>
              <a:t>Protocols are rules and procedures that determine the format and order of data sent over a network. </a:t>
            </a:r>
          </a:p>
          <a:p>
            <a:pPr marL="457200" indent="-457200" algn="just">
              <a:buFont typeface="Arial" panose="020B0604020202020204" pitchFamily="34" charset="0"/>
              <a:buChar char="•"/>
            </a:pPr>
            <a:r>
              <a:rPr lang="en-US" sz="3200" dirty="0"/>
              <a:t>For example, communication using the Transmission Control Protocol (TCP) requires the recipient of a message to reply with an acknowledgment of receipt. Otherwise, TCP may retransmit the message.</a:t>
            </a:r>
          </a:p>
        </p:txBody>
      </p:sp>
      <p:pic>
        <p:nvPicPr>
          <p:cNvPr id="8" name="Picture Placeholder 7" descr="A diagram of software application&#10;&#10;Description automatically generated">
            <a:extLst>
              <a:ext uri="{FF2B5EF4-FFF2-40B4-BE49-F238E27FC236}">
                <a16:creationId xmlns:a16="http://schemas.microsoft.com/office/drawing/2014/main" id="{A8BDA9BE-3E13-50FC-FCE4-EAD55AC50178}"/>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94" b="1141"/>
          <a:stretch/>
        </p:blipFill>
        <p:spPr>
          <a:xfrm>
            <a:off x="14010963" y="3481336"/>
            <a:ext cx="8205660" cy="9227568"/>
          </a:xfrm>
        </p:spPr>
      </p:pic>
      <p:sp>
        <p:nvSpPr>
          <p:cNvPr id="24" name="Text Placeholder 5">
            <a:extLst>
              <a:ext uri="{FF2B5EF4-FFF2-40B4-BE49-F238E27FC236}">
                <a16:creationId xmlns:a16="http://schemas.microsoft.com/office/drawing/2014/main" id="{0643D517-C2C9-BF71-1372-11973D039520}"/>
              </a:ext>
            </a:extLst>
          </p:cNvPr>
          <p:cNvSpPr>
            <a:spLocks noGrp="1"/>
          </p:cNvSpPr>
          <p:nvPr>
            <p:ph type="body" sz="quarter" idx="17"/>
          </p:nvPr>
        </p:nvSpPr>
        <p:spPr>
          <a:xfrm>
            <a:off x="2166938" y="4210049"/>
            <a:ext cx="9768874" cy="2039112"/>
          </a:xfrm>
        </p:spPr>
        <p:txBody>
          <a:bodyPr>
            <a:normAutofit fontScale="77500" lnSpcReduction="20000"/>
          </a:bodyPr>
          <a:lstStyle/>
          <a:p>
            <a:pPr algn="just"/>
            <a:r>
              <a:rPr lang="en-US" sz="4400" dirty="0"/>
              <a:t>The Open Systems Interconnection (OSI) model is a conceptual framework that standardizes the functions of a telecommunication or computing system into seven abstraction layers. </a:t>
            </a:r>
          </a:p>
          <a:p>
            <a:pPr algn="just"/>
            <a:endParaRPr lang="en-US" dirty="0"/>
          </a:p>
        </p:txBody>
      </p:sp>
    </p:spTree>
    <p:extLst>
      <p:ext uri="{BB962C8B-B14F-4D97-AF65-F5344CB8AC3E}">
        <p14:creationId xmlns:p14="http://schemas.microsoft.com/office/powerpoint/2010/main" val="283572962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FF400-0881-5D95-B023-64A0079FF9D1}"/>
              </a:ext>
            </a:extLst>
          </p:cNvPr>
          <p:cNvSpPr>
            <a:spLocks noGrp="1"/>
          </p:cNvSpPr>
          <p:nvPr>
            <p:ph type="title"/>
          </p:nvPr>
        </p:nvSpPr>
        <p:spPr/>
        <p:txBody>
          <a:bodyPr/>
          <a:lstStyle/>
          <a:p>
            <a:r>
              <a:rPr lang="en-US" dirty="0" err="1"/>
              <a:t>TCp</a:t>
            </a:r>
            <a:r>
              <a:rPr lang="en-US" dirty="0"/>
              <a:t>/</a:t>
            </a:r>
            <a:r>
              <a:rPr lang="en-US" dirty="0" err="1"/>
              <a:t>ip</a:t>
            </a:r>
            <a:r>
              <a:rPr lang="en-US" dirty="0"/>
              <a:t> model</a:t>
            </a:r>
          </a:p>
        </p:txBody>
      </p:sp>
    </p:spTree>
    <p:extLst>
      <p:ext uri="{BB962C8B-B14F-4D97-AF65-F5344CB8AC3E}">
        <p14:creationId xmlns:p14="http://schemas.microsoft.com/office/powerpoint/2010/main" val="130995851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4B2F90-29FB-1BDF-21F9-CF14B4079A0E}"/>
              </a:ext>
            </a:extLst>
          </p:cNvPr>
          <p:cNvSpPr>
            <a:spLocks noGrp="1"/>
          </p:cNvSpPr>
          <p:nvPr>
            <p:ph type="title"/>
          </p:nvPr>
        </p:nvSpPr>
        <p:spPr/>
        <p:txBody>
          <a:bodyPr>
            <a:normAutofit fontScale="90000"/>
          </a:bodyPr>
          <a:lstStyle/>
          <a:p>
            <a:r>
              <a:rPr lang="en-US" dirty="0"/>
              <a:t>TCP/IP Model</a:t>
            </a:r>
          </a:p>
        </p:txBody>
      </p:sp>
      <p:sp>
        <p:nvSpPr>
          <p:cNvPr id="8" name="Text Placeholder 7">
            <a:extLst>
              <a:ext uri="{FF2B5EF4-FFF2-40B4-BE49-F238E27FC236}">
                <a16:creationId xmlns:a16="http://schemas.microsoft.com/office/drawing/2014/main" id="{CA316B16-8D13-F402-86CE-19269CC00081}"/>
              </a:ext>
            </a:extLst>
          </p:cNvPr>
          <p:cNvSpPr>
            <a:spLocks noGrp="1"/>
          </p:cNvSpPr>
          <p:nvPr>
            <p:ph type="body" sz="quarter" idx="10"/>
          </p:nvPr>
        </p:nvSpPr>
        <p:spPr/>
        <p:txBody>
          <a:bodyPr/>
          <a:lstStyle/>
          <a:p>
            <a:endParaRPr lang="en-US"/>
          </a:p>
        </p:txBody>
      </p:sp>
      <p:sp>
        <p:nvSpPr>
          <p:cNvPr id="9" name="Content Placeholder 8">
            <a:extLst>
              <a:ext uri="{FF2B5EF4-FFF2-40B4-BE49-F238E27FC236}">
                <a16:creationId xmlns:a16="http://schemas.microsoft.com/office/drawing/2014/main" id="{52066BF6-A49D-79FD-4DE1-C356066C7D0C}"/>
              </a:ext>
            </a:extLst>
          </p:cNvPr>
          <p:cNvSpPr>
            <a:spLocks noGrp="1"/>
          </p:cNvSpPr>
          <p:nvPr>
            <p:ph sz="quarter" idx="11"/>
          </p:nvPr>
        </p:nvSpPr>
        <p:spPr>
          <a:xfrm>
            <a:off x="2167377" y="3296263"/>
            <a:ext cx="13714940" cy="8731613"/>
          </a:xfrm>
        </p:spPr>
        <p:txBody>
          <a:bodyPr>
            <a:normAutofit/>
          </a:bodyPr>
          <a:lstStyle/>
          <a:p>
            <a:pPr algn="just"/>
            <a:r>
              <a:rPr lang="en-US" sz="3200" dirty="0"/>
              <a:t>TCP/IP—named for the Transmission Control Protocol and the Internet Protocol—facilitated networks designed using the end-to-end principle, whereby each network segment includes only enough functionality to properly transmit and route bits</a:t>
            </a:r>
          </a:p>
          <a:p>
            <a:pPr algn="just"/>
            <a:r>
              <a:rPr lang="en-US" sz="3200" dirty="0"/>
              <a:t>The TCP/IP model consists of four layers, each with its specific set of protocols.</a:t>
            </a:r>
          </a:p>
          <a:p>
            <a:pPr algn="just">
              <a:buFont typeface="Wingdings" pitchFamily="2" charset="2"/>
              <a:buChar char="Ø"/>
            </a:pPr>
            <a:r>
              <a:rPr lang="en-US" sz="3200" dirty="0"/>
              <a:t>Link Layer (or Network Interface Layer)</a:t>
            </a:r>
          </a:p>
          <a:p>
            <a:pPr algn="just">
              <a:buFont typeface="Wingdings" pitchFamily="2" charset="2"/>
              <a:buChar char="Ø"/>
            </a:pPr>
            <a:r>
              <a:rPr lang="en-US" sz="3200" dirty="0"/>
              <a:t>Internet Layer</a:t>
            </a:r>
          </a:p>
          <a:p>
            <a:pPr algn="just">
              <a:buFont typeface="Wingdings" pitchFamily="2" charset="2"/>
              <a:buChar char="Ø"/>
            </a:pPr>
            <a:r>
              <a:rPr lang="en-US" sz="3200" dirty="0"/>
              <a:t>Transport Layer</a:t>
            </a:r>
          </a:p>
          <a:p>
            <a:pPr algn="just">
              <a:buFont typeface="Wingdings" pitchFamily="2" charset="2"/>
              <a:buChar char="Ø"/>
            </a:pPr>
            <a:r>
              <a:rPr lang="en-US" sz="3200" dirty="0"/>
              <a:t>Application Layer</a:t>
            </a:r>
          </a:p>
        </p:txBody>
      </p:sp>
    </p:spTree>
    <p:extLst>
      <p:ext uri="{BB962C8B-B14F-4D97-AF65-F5344CB8AC3E}">
        <p14:creationId xmlns:p14="http://schemas.microsoft.com/office/powerpoint/2010/main" val="109868495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0822-4ADE-1850-1DB0-6E063D900209}"/>
              </a:ext>
            </a:extLst>
          </p:cNvPr>
          <p:cNvSpPr>
            <a:spLocks noGrp="1"/>
          </p:cNvSpPr>
          <p:nvPr>
            <p:ph type="title"/>
          </p:nvPr>
        </p:nvSpPr>
        <p:spPr/>
        <p:txBody>
          <a:bodyPr>
            <a:normAutofit fontScale="90000"/>
          </a:bodyPr>
          <a:lstStyle/>
          <a:p>
            <a:r>
              <a:rPr lang="en-US" dirty="0" err="1"/>
              <a:t>Tcp</a:t>
            </a:r>
            <a:r>
              <a:rPr lang="en-US" dirty="0"/>
              <a:t>/</a:t>
            </a:r>
            <a:r>
              <a:rPr lang="en-US" dirty="0" err="1"/>
              <a:t>ip</a:t>
            </a:r>
            <a:r>
              <a:rPr lang="en-US" dirty="0"/>
              <a:t> model</a:t>
            </a:r>
          </a:p>
        </p:txBody>
      </p:sp>
      <p:sp>
        <p:nvSpPr>
          <p:cNvPr id="3" name="Text Placeholder 2">
            <a:extLst>
              <a:ext uri="{FF2B5EF4-FFF2-40B4-BE49-F238E27FC236}">
                <a16:creationId xmlns:a16="http://schemas.microsoft.com/office/drawing/2014/main" id="{535CC06C-1F7D-2B5E-E863-5FED6AF95F34}"/>
              </a:ext>
            </a:extLst>
          </p:cNvPr>
          <p:cNvSpPr>
            <a:spLocks noGrp="1"/>
          </p:cNvSpPr>
          <p:nvPr>
            <p:ph type="body" sz="quarter" idx="10"/>
          </p:nvPr>
        </p:nvSpPr>
        <p:spPr/>
        <p:txBody>
          <a:bodyPr/>
          <a:lstStyle/>
          <a:p>
            <a:r>
              <a:rPr lang="en-US" sz="3200" dirty="0"/>
              <a:t>Link Layer (or Network Interface Layer)</a:t>
            </a:r>
          </a:p>
          <a:p>
            <a:endParaRPr lang="en-US" dirty="0"/>
          </a:p>
        </p:txBody>
      </p:sp>
      <p:sp>
        <p:nvSpPr>
          <p:cNvPr id="4" name="Content Placeholder 3">
            <a:extLst>
              <a:ext uri="{FF2B5EF4-FFF2-40B4-BE49-F238E27FC236}">
                <a16:creationId xmlns:a16="http://schemas.microsoft.com/office/drawing/2014/main" id="{5D46A15F-0D2E-25B8-8ADE-D81D21B7968A}"/>
              </a:ext>
            </a:extLst>
          </p:cNvPr>
          <p:cNvSpPr>
            <a:spLocks noGrp="1"/>
          </p:cNvSpPr>
          <p:nvPr>
            <p:ph sz="quarter" idx="11"/>
          </p:nvPr>
        </p:nvSpPr>
        <p:spPr>
          <a:xfrm>
            <a:off x="2167377" y="4596868"/>
            <a:ext cx="13714940" cy="4522264"/>
          </a:xfrm>
        </p:spPr>
        <p:txBody>
          <a:bodyPr>
            <a:normAutofit/>
          </a:bodyPr>
          <a:lstStyle/>
          <a:p>
            <a:r>
              <a:rPr lang="en-US" sz="3200" dirty="0"/>
              <a:t>Corresponding to the combination of the OSI model's Physical and Data Link layers, the Link Layer deals with the physical connection to the network and the framing of data into frames.</a:t>
            </a:r>
          </a:p>
          <a:p>
            <a:r>
              <a:rPr lang="en-US" sz="3200" dirty="0"/>
              <a:t>Protocols associated with this layer include Ethernet, Wi-Fi (802.11), and Point-to-Point Protocol (PPP).</a:t>
            </a:r>
          </a:p>
        </p:txBody>
      </p:sp>
    </p:spTree>
    <p:extLst>
      <p:ext uri="{BB962C8B-B14F-4D97-AF65-F5344CB8AC3E}">
        <p14:creationId xmlns:p14="http://schemas.microsoft.com/office/powerpoint/2010/main" val="91461255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0822-4ADE-1850-1DB0-6E063D900209}"/>
              </a:ext>
            </a:extLst>
          </p:cNvPr>
          <p:cNvSpPr>
            <a:spLocks noGrp="1"/>
          </p:cNvSpPr>
          <p:nvPr>
            <p:ph type="title"/>
          </p:nvPr>
        </p:nvSpPr>
        <p:spPr/>
        <p:txBody>
          <a:bodyPr>
            <a:normAutofit fontScale="90000"/>
          </a:bodyPr>
          <a:lstStyle/>
          <a:p>
            <a:r>
              <a:rPr lang="en-US" dirty="0" err="1"/>
              <a:t>Tcp</a:t>
            </a:r>
            <a:r>
              <a:rPr lang="en-US" dirty="0"/>
              <a:t>/</a:t>
            </a:r>
            <a:r>
              <a:rPr lang="en-US" dirty="0" err="1"/>
              <a:t>ip</a:t>
            </a:r>
            <a:r>
              <a:rPr lang="en-US" dirty="0"/>
              <a:t> model</a:t>
            </a:r>
          </a:p>
        </p:txBody>
      </p:sp>
      <p:sp>
        <p:nvSpPr>
          <p:cNvPr id="3" name="Text Placeholder 2">
            <a:extLst>
              <a:ext uri="{FF2B5EF4-FFF2-40B4-BE49-F238E27FC236}">
                <a16:creationId xmlns:a16="http://schemas.microsoft.com/office/drawing/2014/main" id="{535CC06C-1F7D-2B5E-E863-5FED6AF95F34}"/>
              </a:ext>
            </a:extLst>
          </p:cNvPr>
          <p:cNvSpPr>
            <a:spLocks noGrp="1"/>
          </p:cNvSpPr>
          <p:nvPr>
            <p:ph type="body" sz="quarter" idx="10"/>
          </p:nvPr>
        </p:nvSpPr>
        <p:spPr/>
        <p:txBody>
          <a:bodyPr/>
          <a:lstStyle/>
          <a:p>
            <a:r>
              <a:rPr lang="en-US" sz="3200" dirty="0"/>
              <a:t>Internet layer</a:t>
            </a:r>
            <a:endParaRPr lang="en-US" dirty="0"/>
          </a:p>
        </p:txBody>
      </p:sp>
      <p:sp>
        <p:nvSpPr>
          <p:cNvPr id="4" name="Content Placeholder 3">
            <a:extLst>
              <a:ext uri="{FF2B5EF4-FFF2-40B4-BE49-F238E27FC236}">
                <a16:creationId xmlns:a16="http://schemas.microsoft.com/office/drawing/2014/main" id="{5D46A15F-0D2E-25B8-8ADE-D81D21B7968A}"/>
              </a:ext>
            </a:extLst>
          </p:cNvPr>
          <p:cNvSpPr>
            <a:spLocks noGrp="1"/>
          </p:cNvSpPr>
          <p:nvPr>
            <p:ph sz="quarter" idx="11"/>
          </p:nvPr>
        </p:nvSpPr>
        <p:spPr>
          <a:xfrm>
            <a:off x="2167377" y="4596868"/>
            <a:ext cx="13714940" cy="4522264"/>
          </a:xfrm>
        </p:spPr>
        <p:txBody>
          <a:bodyPr>
            <a:normAutofit/>
          </a:bodyPr>
          <a:lstStyle/>
          <a:p>
            <a:r>
              <a:rPr lang="en-US" sz="3200" dirty="0"/>
              <a:t>The Internet Layer is equivalent to the OSI model's Network Layer. It is responsible for logical addressing, routing, and the fragmentation and reassembly of packets.</a:t>
            </a:r>
          </a:p>
          <a:p>
            <a:r>
              <a:rPr lang="en-US" sz="3200" dirty="0"/>
              <a:t>The Internet Protocol (IP) is the primary protocol of this layer, and it provides the addressing and routing functions. Internet Control Message Protocol (ICMP) is also part of this layer, used for network diagnostics and error reporting.</a:t>
            </a:r>
          </a:p>
        </p:txBody>
      </p:sp>
    </p:spTree>
    <p:extLst>
      <p:ext uri="{BB962C8B-B14F-4D97-AF65-F5344CB8AC3E}">
        <p14:creationId xmlns:p14="http://schemas.microsoft.com/office/powerpoint/2010/main" val="29064753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0822-4ADE-1850-1DB0-6E063D900209}"/>
              </a:ext>
            </a:extLst>
          </p:cNvPr>
          <p:cNvSpPr>
            <a:spLocks noGrp="1"/>
          </p:cNvSpPr>
          <p:nvPr>
            <p:ph type="title"/>
          </p:nvPr>
        </p:nvSpPr>
        <p:spPr/>
        <p:txBody>
          <a:bodyPr>
            <a:normAutofit fontScale="90000"/>
          </a:bodyPr>
          <a:lstStyle/>
          <a:p>
            <a:r>
              <a:rPr lang="en-US" dirty="0" err="1"/>
              <a:t>Tcp</a:t>
            </a:r>
            <a:r>
              <a:rPr lang="en-US" dirty="0"/>
              <a:t>/</a:t>
            </a:r>
            <a:r>
              <a:rPr lang="en-US" dirty="0" err="1"/>
              <a:t>ip</a:t>
            </a:r>
            <a:r>
              <a:rPr lang="en-US" dirty="0"/>
              <a:t> model</a:t>
            </a:r>
          </a:p>
        </p:txBody>
      </p:sp>
      <p:sp>
        <p:nvSpPr>
          <p:cNvPr id="3" name="Text Placeholder 2">
            <a:extLst>
              <a:ext uri="{FF2B5EF4-FFF2-40B4-BE49-F238E27FC236}">
                <a16:creationId xmlns:a16="http://schemas.microsoft.com/office/drawing/2014/main" id="{535CC06C-1F7D-2B5E-E863-5FED6AF95F34}"/>
              </a:ext>
            </a:extLst>
          </p:cNvPr>
          <p:cNvSpPr>
            <a:spLocks noGrp="1"/>
          </p:cNvSpPr>
          <p:nvPr>
            <p:ph type="body" sz="quarter" idx="10"/>
          </p:nvPr>
        </p:nvSpPr>
        <p:spPr/>
        <p:txBody>
          <a:bodyPr/>
          <a:lstStyle/>
          <a:p>
            <a:r>
              <a:rPr lang="en-US" sz="3200" dirty="0"/>
              <a:t>Transport layer</a:t>
            </a:r>
            <a:endParaRPr lang="en-US" dirty="0"/>
          </a:p>
        </p:txBody>
      </p:sp>
      <p:sp>
        <p:nvSpPr>
          <p:cNvPr id="4" name="Content Placeholder 3">
            <a:extLst>
              <a:ext uri="{FF2B5EF4-FFF2-40B4-BE49-F238E27FC236}">
                <a16:creationId xmlns:a16="http://schemas.microsoft.com/office/drawing/2014/main" id="{5D46A15F-0D2E-25B8-8ADE-D81D21B7968A}"/>
              </a:ext>
            </a:extLst>
          </p:cNvPr>
          <p:cNvSpPr>
            <a:spLocks noGrp="1"/>
          </p:cNvSpPr>
          <p:nvPr>
            <p:ph sz="quarter" idx="11"/>
          </p:nvPr>
        </p:nvSpPr>
        <p:spPr>
          <a:xfrm>
            <a:off x="2167377" y="4596868"/>
            <a:ext cx="13714940" cy="4522264"/>
          </a:xfrm>
        </p:spPr>
        <p:txBody>
          <a:bodyPr>
            <a:normAutofit/>
          </a:bodyPr>
          <a:lstStyle/>
          <a:p>
            <a:r>
              <a:rPr lang="en-US" sz="3200" dirty="0"/>
              <a:t>Similar to the OSI model's Transport Layer, the TCP/IP Transport Layer manages end-to-end communication, including error detection and correction, flow control, and segmentation and reassembly of data.</a:t>
            </a:r>
          </a:p>
          <a:p>
            <a:r>
              <a:rPr lang="en-US" sz="3200" dirty="0"/>
              <a:t>Two main transport layer protocols are Transmission Control Protocol (TCP), which provides reliable, connection-oriented communication, and User Datagram Protocol (UDP), which is a simpler, connectionless protocol often used for real-time applications.</a:t>
            </a:r>
          </a:p>
        </p:txBody>
      </p:sp>
    </p:spTree>
    <p:extLst>
      <p:ext uri="{BB962C8B-B14F-4D97-AF65-F5344CB8AC3E}">
        <p14:creationId xmlns:p14="http://schemas.microsoft.com/office/powerpoint/2010/main" val="100217503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0822-4ADE-1850-1DB0-6E063D900209}"/>
              </a:ext>
            </a:extLst>
          </p:cNvPr>
          <p:cNvSpPr>
            <a:spLocks noGrp="1"/>
          </p:cNvSpPr>
          <p:nvPr>
            <p:ph type="title"/>
          </p:nvPr>
        </p:nvSpPr>
        <p:spPr/>
        <p:txBody>
          <a:bodyPr>
            <a:normAutofit fontScale="90000"/>
          </a:bodyPr>
          <a:lstStyle/>
          <a:p>
            <a:r>
              <a:rPr lang="en-US" dirty="0" err="1"/>
              <a:t>Tcp</a:t>
            </a:r>
            <a:r>
              <a:rPr lang="en-US" dirty="0"/>
              <a:t>/</a:t>
            </a:r>
            <a:r>
              <a:rPr lang="en-US" dirty="0" err="1"/>
              <a:t>ip</a:t>
            </a:r>
            <a:r>
              <a:rPr lang="en-US" dirty="0"/>
              <a:t> model</a:t>
            </a:r>
          </a:p>
        </p:txBody>
      </p:sp>
      <p:sp>
        <p:nvSpPr>
          <p:cNvPr id="3" name="Text Placeholder 2">
            <a:extLst>
              <a:ext uri="{FF2B5EF4-FFF2-40B4-BE49-F238E27FC236}">
                <a16:creationId xmlns:a16="http://schemas.microsoft.com/office/drawing/2014/main" id="{535CC06C-1F7D-2B5E-E863-5FED6AF95F34}"/>
              </a:ext>
            </a:extLst>
          </p:cNvPr>
          <p:cNvSpPr>
            <a:spLocks noGrp="1"/>
          </p:cNvSpPr>
          <p:nvPr>
            <p:ph type="body" sz="quarter" idx="10"/>
          </p:nvPr>
        </p:nvSpPr>
        <p:spPr/>
        <p:txBody>
          <a:bodyPr/>
          <a:lstStyle/>
          <a:p>
            <a:r>
              <a:rPr lang="en-US" sz="3200" dirty="0"/>
              <a:t>Application layer</a:t>
            </a:r>
            <a:endParaRPr lang="en-US" dirty="0"/>
          </a:p>
        </p:txBody>
      </p:sp>
      <p:sp>
        <p:nvSpPr>
          <p:cNvPr id="4" name="Content Placeholder 3">
            <a:extLst>
              <a:ext uri="{FF2B5EF4-FFF2-40B4-BE49-F238E27FC236}">
                <a16:creationId xmlns:a16="http://schemas.microsoft.com/office/drawing/2014/main" id="{5D46A15F-0D2E-25B8-8ADE-D81D21B7968A}"/>
              </a:ext>
            </a:extLst>
          </p:cNvPr>
          <p:cNvSpPr>
            <a:spLocks noGrp="1"/>
          </p:cNvSpPr>
          <p:nvPr>
            <p:ph sz="quarter" idx="11"/>
          </p:nvPr>
        </p:nvSpPr>
        <p:spPr>
          <a:xfrm>
            <a:off x="2167377" y="4596868"/>
            <a:ext cx="13714940" cy="4522264"/>
          </a:xfrm>
        </p:spPr>
        <p:txBody>
          <a:bodyPr>
            <a:normAutofit/>
          </a:bodyPr>
          <a:lstStyle/>
          <a:p>
            <a:r>
              <a:rPr lang="en-US" sz="3200" dirty="0"/>
              <a:t>The Application Layer corresponds to the combination of the OSI model's Session, Presentation, and Application Layers. It provides network services directly to end-users and application processes.</a:t>
            </a:r>
          </a:p>
          <a:p>
            <a:r>
              <a:rPr lang="en-US" sz="3200" dirty="0"/>
              <a:t>Various protocols operate at this layer, including Hypertext Transfer Protocol (HTTP) for web communication, File Transfer Protocol (FTP) for file transfers, Simple Mail Transfer Protocol (SMTP) for email, and many others.</a:t>
            </a:r>
          </a:p>
        </p:txBody>
      </p:sp>
    </p:spTree>
    <p:extLst>
      <p:ext uri="{BB962C8B-B14F-4D97-AF65-F5344CB8AC3E}">
        <p14:creationId xmlns:p14="http://schemas.microsoft.com/office/powerpoint/2010/main" val="169914490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8E489-F0B5-6BFA-DD5B-74EF2DCD2582}"/>
              </a:ext>
            </a:extLst>
          </p:cNvPr>
          <p:cNvSpPr>
            <a:spLocks noGrp="1"/>
          </p:cNvSpPr>
          <p:nvPr>
            <p:ph type="title"/>
          </p:nvPr>
        </p:nvSpPr>
        <p:spPr/>
        <p:txBody>
          <a:bodyPr>
            <a:normAutofit fontScale="90000"/>
          </a:bodyPr>
          <a:lstStyle/>
          <a:p>
            <a:r>
              <a:rPr lang="en-US" dirty="0" err="1"/>
              <a:t>Tcp</a:t>
            </a:r>
            <a:r>
              <a:rPr lang="en-US" dirty="0"/>
              <a:t>/</a:t>
            </a:r>
            <a:r>
              <a:rPr lang="en-US" dirty="0" err="1"/>
              <a:t>ip</a:t>
            </a:r>
            <a:r>
              <a:rPr lang="en-US" dirty="0"/>
              <a:t> model </a:t>
            </a:r>
          </a:p>
        </p:txBody>
      </p:sp>
      <p:sp>
        <p:nvSpPr>
          <p:cNvPr id="3" name="Text Placeholder 2">
            <a:extLst>
              <a:ext uri="{FF2B5EF4-FFF2-40B4-BE49-F238E27FC236}">
                <a16:creationId xmlns:a16="http://schemas.microsoft.com/office/drawing/2014/main" id="{AB1D674E-857D-E640-32FA-49357615B224}"/>
              </a:ext>
            </a:extLst>
          </p:cNvPr>
          <p:cNvSpPr>
            <a:spLocks noGrp="1"/>
          </p:cNvSpPr>
          <p:nvPr>
            <p:ph type="body" sz="quarter" idx="10"/>
          </p:nvPr>
        </p:nvSpPr>
        <p:spPr/>
        <p:txBody>
          <a:bodyPr/>
          <a:lstStyle/>
          <a:p>
            <a:r>
              <a:rPr lang="en-US" dirty="0"/>
              <a:t>Key characteristics</a:t>
            </a:r>
          </a:p>
        </p:txBody>
      </p:sp>
      <p:sp>
        <p:nvSpPr>
          <p:cNvPr id="4" name="Content Placeholder 3">
            <a:extLst>
              <a:ext uri="{FF2B5EF4-FFF2-40B4-BE49-F238E27FC236}">
                <a16:creationId xmlns:a16="http://schemas.microsoft.com/office/drawing/2014/main" id="{AAB26613-E7EA-5B7E-61E9-3BCBE5C09C15}"/>
              </a:ext>
            </a:extLst>
          </p:cNvPr>
          <p:cNvSpPr>
            <a:spLocks noGrp="1"/>
          </p:cNvSpPr>
          <p:nvPr>
            <p:ph sz="quarter" idx="11"/>
          </p:nvPr>
        </p:nvSpPr>
        <p:spPr>
          <a:xfrm>
            <a:off x="2167377" y="3009069"/>
            <a:ext cx="20856746" cy="10894499"/>
          </a:xfrm>
        </p:spPr>
        <p:txBody>
          <a:bodyPr>
            <a:noAutofit/>
          </a:bodyPr>
          <a:lstStyle/>
          <a:p>
            <a:pPr algn="just"/>
            <a:r>
              <a:rPr lang="en-US" sz="3000" b="1" dirty="0"/>
              <a:t>Decentralized Development</a:t>
            </a:r>
            <a:r>
              <a:rPr lang="en-US" sz="3000" dirty="0"/>
              <a:t>: The TCP/IP model was developed based on real-world protocols, with each layer evolving independently. This decentralization contributed to its adaptability and widespread adoption.</a:t>
            </a:r>
          </a:p>
          <a:p>
            <a:pPr algn="just"/>
            <a:endParaRPr lang="en-US" sz="3000" dirty="0"/>
          </a:p>
          <a:p>
            <a:pPr algn="just"/>
            <a:r>
              <a:rPr lang="en-US" sz="3000" b="1" dirty="0"/>
              <a:t>Simplified Design</a:t>
            </a:r>
            <a:r>
              <a:rPr lang="en-US" sz="3000" dirty="0"/>
              <a:t>: The TCP/IP model condenses the seven layers of the OSI model into four layers, simplifying the conceptual framework.</a:t>
            </a:r>
          </a:p>
          <a:p>
            <a:pPr algn="just"/>
            <a:endParaRPr lang="en-US" sz="3000" dirty="0"/>
          </a:p>
          <a:p>
            <a:pPr algn="just"/>
            <a:r>
              <a:rPr lang="en-US" sz="3000" b="1" dirty="0"/>
              <a:t>Internet-Focused</a:t>
            </a:r>
            <a:r>
              <a:rPr lang="en-US" sz="3000" dirty="0"/>
              <a:t>: The TCP/IP model was specifically designed to meet the needs of the evolving Internet, making it well-suited for modern networking environments.</a:t>
            </a:r>
          </a:p>
          <a:p>
            <a:pPr algn="just"/>
            <a:endParaRPr lang="en-US" sz="3000" dirty="0"/>
          </a:p>
          <a:p>
            <a:pPr algn="just"/>
            <a:r>
              <a:rPr lang="en-US" sz="3000" b="1" dirty="0"/>
              <a:t>Widespread Adoption</a:t>
            </a:r>
            <a:r>
              <a:rPr lang="en-US" sz="3000" dirty="0"/>
              <a:t>: TCP/IP has become the dominant networking protocol suite and is the foundation of the Internet. It is used in various network environments, including local area networks (LANs) and wide area networks (WANs).</a:t>
            </a:r>
          </a:p>
        </p:txBody>
      </p:sp>
    </p:spTree>
    <p:extLst>
      <p:ext uri="{BB962C8B-B14F-4D97-AF65-F5344CB8AC3E}">
        <p14:creationId xmlns:p14="http://schemas.microsoft.com/office/powerpoint/2010/main" val="28287097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p:txBody>
          <a:bodyPr>
            <a:normAutofit lnSpcReduction="10000"/>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https://www.cisco.com/c/en/us/solutions/automation/network-topology.html#:~:text=Network%20topology%20is%20used%20to,well%20as%20how%20data%20flows</a:t>
            </a:r>
            <a:r>
              <a:rPr lang="en-US" sz="3200" dirty="0"/>
              <a:t>.</a:t>
            </a:r>
          </a:p>
          <a:p>
            <a:pPr algn="just"/>
            <a:r>
              <a:rPr lang="en-US" sz="3200" dirty="0">
                <a:hlinkClick r:id="rId3"/>
              </a:rPr>
              <a:t>https://onlinelearning.binus.ac.id/computer-science/post/tcp-ip-transmission-control-protocol-internet-protocol</a:t>
            </a:r>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846</TotalTime>
  <Words>1493</Words>
  <Application>Microsoft Macintosh PowerPoint</Application>
  <PresentationFormat>Custom</PresentationFormat>
  <Paragraphs>122</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Wingdings</vt:lpstr>
      <vt:lpstr>OCRB</vt:lpstr>
      <vt:lpstr>Tahoma</vt:lpstr>
      <vt:lpstr>Open Sans ExtraBold</vt:lpstr>
      <vt:lpstr>Open Sans Semibold</vt:lpstr>
      <vt:lpstr>Open Sans</vt:lpstr>
      <vt:lpstr>Arial</vt:lpstr>
      <vt:lpstr>Open Sans Light</vt:lpstr>
      <vt:lpstr>21_BasicWhite</vt:lpstr>
      <vt:lpstr>An Overview of Network Systems  Session 01</vt:lpstr>
      <vt:lpstr>Learning Objectives</vt:lpstr>
      <vt:lpstr>Outline</vt:lpstr>
      <vt:lpstr>Network Topology</vt:lpstr>
      <vt:lpstr>Network topology</vt:lpstr>
      <vt:lpstr>Network topology</vt:lpstr>
      <vt:lpstr>Network topology </vt:lpstr>
      <vt:lpstr>Network topology</vt:lpstr>
      <vt:lpstr>Network topology </vt:lpstr>
      <vt:lpstr>Network topology</vt:lpstr>
      <vt:lpstr>Bandwidth vs latency</vt:lpstr>
      <vt:lpstr>Network Bandwidth</vt:lpstr>
      <vt:lpstr>Network Latency</vt:lpstr>
      <vt:lpstr>Open Systems Interconnection (OSI)</vt:lpstr>
      <vt:lpstr>Open Systems Interconnection (OSI)</vt:lpstr>
      <vt:lpstr>TCp/ip model</vt:lpstr>
      <vt:lpstr>TCP/IP Model</vt:lpstr>
      <vt:lpstr>Tcp/ip model</vt:lpstr>
      <vt:lpstr>Tcp/ip model</vt:lpstr>
      <vt:lpstr>Tcp/ip model</vt:lpstr>
      <vt:lpstr>Tcp/ip model</vt:lpstr>
      <vt:lpstr>Tcp/ip model </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14</cp:revision>
  <dcterms:created xsi:type="dcterms:W3CDTF">2023-06-28T08:14:57Z</dcterms:created>
  <dcterms:modified xsi:type="dcterms:W3CDTF">2023-12-07T07:14:53Z</dcterms:modified>
</cp:coreProperties>
</file>