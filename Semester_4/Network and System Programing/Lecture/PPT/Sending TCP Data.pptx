
<file path=[Content_Types].xml><?xml version="1.0" encoding="utf-8"?>
<Types xmlns="http://schemas.openxmlformats.org/package/2006/content-types">
  <Default Extension="emf" ContentType="image/x-emf"/>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Lst>
  <p:notesMasterIdLst>
    <p:notesMasterId r:id="rId21"/>
  </p:notesMasterIdLst>
  <p:sldIdLst>
    <p:sldId id="256" r:id="rId2"/>
    <p:sldId id="278" r:id="rId3"/>
    <p:sldId id="257" r:id="rId4"/>
    <p:sldId id="310" r:id="rId5"/>
    <p:sldId id="311" r:id="rId6"/>
    <p:sldId id="313" r:id="rId7"/>
    <p:sldId id="312" r:id="rId8"/>
    <p:sldId id="314" r:id="rId9"/>
    <p:sldId id="315" r:id="rId10"/>
    <p:sldId id="316" r:id="rId11"/>
    <p:sldId id="317" r:id="rId12"/>
    <p:sldId id="318" r:id="rId13"/>
    <p:sldId id="319" r:id="rId14"/>
    <p:sldId id="320" r:id="rId15"/>
    <p:sldId id="321" r:id="rId16"/>
    <p:sldId id="322" r:id="rId17"/>
    <p:sldId id="323" r:id="rId18"/>
    <p:sldId id="300" r:id="rId19"/>
    <p:sldId id="296" r:id="rId20"/>
  </p:sldIdLst>
  <p:sldSz cx="24384000" cy="13716000"/>
  <p:notesSz cx="6858000" cy="9144000"/>
  <p:embeddedFontLst>
    <p:embeddedFont>
      <p:font typeface="OCRB" panose="020B0609020202020204" pitchFamily="49" charset="77"/>
      <p:regular r:id="rId22"/>
    </p:embeddedFont>
    <p:embeddedFont>
      <p:font typeface="Open Sans" panose="020B0606030504020204" pitchFamily="34" charset="0"/>
      <p:regular r:id="rId23"/>
      <p:bold r:id="rId24"/>
      <p:italic r:id="rId25"/>
      <p:boldItalic r:id="rId26"/>
    </p:embeddedFont>
    <p:embeddedFont>
      <p:font typeface="Open Sans ExtraBold" panose="020B0606030504020204" pitchFamily="34" charset="0"/>
      <p:bold r:id="rId27"/>
      <p:italic r:id="rId28"/>
      <p:boldItalic r:id="rId29"/>
    </p:embeddedFont>
    <p:embeddedFont>
      <p:font typeface="Open Sans Light" panose="020B0306030504020204" pitchFamily="34" charset="0"/>
      <p:regular r:id="rId30"/>
      <p:italic r:id="rId31"/>
    </p:embeddedFont>
    <p:embeddedFont>
      <p:font typeface="Open Sans Semibold" panose="020B0606030504020204" pitchFamily="34" charset="0"/>
      <p:regular r:id="rId32"/>
      <p:bold r:id="rId33"/>
      <p:italic r:id="rId34"/>
      <p:boldItalic r:id="rId35"/>
    </p:embeddedFont>
    <p:embeddedFont>
      <p:font typeface="Tahoma" panose="020B0604030504040204" pitchFamily="34" charset="0"/>
      <p:regular r:id="rId36"/>
      <p:bold r:id="rId37"/>
    </p:embeddedFont>
  </p:embeddedFontLst>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1pPr>
    <a:lvl2pPr marL="0" marR="0" indent="4572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2pPr>
    <a:lvl3pPr marL="0" marR="0" indent="9144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3pPr>
    <a:lvl4pPr marL="0" marR="0" indent="13716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4pPr>
    <a:lvl5pPr marL="0" marR="0" indent="18288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5pPr>
    <a:lvl6pPr marL="0" marR="0" indent="22860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6pPr>
    <a:lvl7pPr marL="0" marR="0" indent="27432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7pPr>
    <a:lvl8pPr marL="0" marR="0" indent="32004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8pPr>
    <a:lvl9pPr marL="0" marR="0" indent="36576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9pPr>
  </p:defaultTextStyle>
  <p:extLst>
    <p:ext uri="{EFAFB233-063F-42B5-8137-9DF3F51BA10A}">
      <p15:sldGuideLst xmlns:p15="http://schemas.microsoft.com/office/powerpoint/2012/main">
        <p15:guide id="1" orient="horz" pos="4320" userDrawn="1">
          <p15:clr>
            <a:srgbClr val="A4A3A4"/>
          </p15:clr>
        </p15:guide>
        <p15:guide id="2" pos="76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5AF36"/>
    <a:srgbClr val="314F9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BCD6D1F-6291-974F-BA92-F0F4BD2A8C7B}" v="68" dt="2023-12-15T11:46:22.431"/>
  </p1510:revLst>
</p1510:revInfo>
</file>

<file path=ppt/tableStyles.xml><?xml version="1.0" encoding="utf-8"?>
<a:tblStyleLst xmlns:a="http://schemas.openxmlformats.org/drawingml/2006/main" def="{5940675A-B579-460E-94D1-54222C63F5DA}">
  <a:tblStyle styleId="{4C3C2611-4C71-4FC5-86AE-919BDF0F9419}"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wholeTbl>
    <a:band2H>
      <a:tcTxStyle/>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381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381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Row>
  </a:tblStyle>
  <a:tblStyle styleId="{C7B018BB-80A7-4F77-B60F-C8B233D01FF8}" styleName="">
    <a:tblBg/>
    <a:wholeTbl>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wholeTbl>
    <a:band2H>
      <a:tcTxStyle/>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25400" cap="flat">
              <a:solidFill>
                <a:srgbClr val="000000"/>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firstCol>
    <a:lastRow>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lastRow>
    <a:firstRow>
      <a:tcTxStyle b="on"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solidFill>
            <a:schemeClr val="accent1">
              <a:lumOff val="16847"/>
            </a:schemeClr>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838383"/>
              </a:solidFill>
              <a:prstDash val="solid"/>
              <a:miter lim="400000"/>
            </a:ln>
          </a:left>
          <a:right>
            <a:ln w="12700" cap="flat">
              <a:solidFill>
                <a:srgbClr val="838383"/>
              </a:solidFill>
              <a:prstDash val="solid"/>
              <a:miter lim="400000"/>
            </a:ln>
          </a:right>
          <a:top>
            <a:ln w="12700" cap="flat">
              <a:solidFill>
                <a:srgbClr val="838383"/>
              </a:solidFill>
              <a:prstDash val="solid"/>
              <a:miter lim="400000"/>
            </a:ln>
          </a:top>
          <a:bottom>
            <a:ln w="12700" cap="flat">
              <a:solidFill>
                <a:srgbClr val="838383"/>
              </a:solidFill>
              <a:prstDash val="solid"/>
              <a:miter lim="400000"/>
            </a:ln>
          </a:bottom>
          <a:insideH>
            <a:ln w="12700" cap="flat">
              <a:solidFill>
                <a:srgbClr val="838383"/>
              </a:solidFill>
              <a:prstDash val="solid"/>
              <a:miter lim="400000"/>
            </a:ln>
          </a:insideH>
          <a:insideV>
            <a:ln w="12700" cap="flat">
              <a:solidFill>
                <a:srgbClr val="838383"/>
              </a:solidFill>
              <a:prstDash val="solid"/>
              <a:miter lim="400000"/>
            </a:ln>
          </a:insideV>
        </a:tcBdr>
        <a:fill>
          <a:noFill/>
        </a:fill>
      </a:tcStyle>
    </a:wholeTbl>
    <a:band2H>
      <a:tcTxStyle/>
      <a:tcStyle>
        <a:tcBdr/>
        <a:fill>
          <a:solidFill>
            <a:srgbClr val="EDEEEE"/>
          </a:solidFill>
        </a:fill>
      </a:tcStyle>
    </a:band2H>
    <a:firstCol>
      <a:tcTxStyle b="off" i="off">
        <a:font>
          <a:latin typeface="Helvetica Neue Medium"/>
          <a:ea typeface="Helvetica Neue Medium"/>
          <a:cs typeface="Helvetica Neue Medium"/>
        </a:font>
        <a:srgbClr val="000000"/>
      </a:tcTxStyle>
      <a:tcStyle>
        <a:tcBdr>
          <a:left>
            <a:ln w="12700" cap="flat">
              <a:solidFill>
                <a:srgbClr val="4D4D4D"/>
              </a:solidFill>
              <a:prstDash val="solid"/>
              <a:miter lim="400000"/>
            </a:ln>
          </a:left>
          <a:right>
            <a:ln w="12700" cap="flat">
              <a:solidFill>
                <a:srgbClr val="808080"/>
              </a:solidFill>
              <a:prstDash val="solid"/>
              <a:miter lim="400000"/>
            </a:ln>
          </a:right>
          <a:top>
            <a:ln w="12700" cap="flat">
              <a:solidFill>
                <a:srgbClr val="808080"/>
              </a:solidFill>
              <a:prstDash val="solid"/>
              <a:miter lim="400000"/>
            </a:ln>
          </a:top>
          <a:bottom>
            <a:ln w="12700" cap="flat">
              <a:solidFill>
                <a:srgbClr val="808080"/>
              </a:solidFill>
              <a:prstDash val="solid"/>
              <a:miter lim="400000"/>
            </a:ln>
          </a:bottom>
          <a:insideH>
            <a:ln w="12700" cap="flat">
              <a:solidFill>
                <a:srgbClr val="808080"/>
              </a:solidFill>
              <a:prstDash val="solid"/>
              <a:miter lim="400000"/>
            </a:ln>
          </a:insideH>
          <a:insideV>
            <a:ln w="12700" cap="flat">
              <a:solidFill>
                <a:srgbClr val="808080"/>
              </a:solidFill>
              <a:prstDash val="solid"/>
              <a:miter lim="400000"/>
            </a:ln>
          </a:insideV>
        </a:tcBdr>
        <a:fill>
          <a:solidFill>
            <a:srgbClr val="88FA4F"/>
          </a:solidFill>
        </a:fill>
      </a:tcStyle>
    </a:firstCol>
    <a:lastRow>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chemeClr val="accent3"/>
              </a:solidFill>
              <a:prstDash val="solid"/>
              <a:miter lim="400000"/>
            </a:ln>
          </a:top>
          <a:bottom>
            <a:ln w="12700" cap="flat">
              <a:solidFill>
                <a:srgbClr val="4D4D4D"/>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ff" i="off">
        <a:font>
          <a:latin typeface="Helvetica Neue Medium"/>
          <a:ea typeface="Helvetica Neue Medium"/>
          <a:cs typeface="Helvetica Neue Medium"/>
        </a:font>
        <a:srgbClr val="000000"/>
      </a:tcTxStyle>
      <a:tcStyle>
        <a:tcBdr>
          <a:left>
            <a:ln w="12700" cap="flat">
              <a:solidFill>
                <a:srgbClr val="4D4D4D"/>
              </a:solidFill>
              <a:prstDash val="solid"/>
              <a:miter lim="400000"/>
            </a:ln>
          </a:left>
          <a:right>
            <a:ln w="12700" cap="flat">
              <a:solidFill>
                <a:srgbClr val="4D4D4D"/>
              </a:solidFill>
              <a:prstDash val="solid"/>
              <a:miter lim="400000"/>
            </a:ln>
          </a:right>
          <a:top>
            <a:ln w="12700" cap="flat">
              <a:solidFill>
                <a:srgbClr val="4D4D4D"/>
              </a:solidFill>
              <a:prstDash val="solid"/>
              <a:miter lim="400000"/>
            </a:ln>
          </a:top>
          <a:bottom>
            <a:ln w="12700" cap="flat">
              <a:solidFill>
                <a:srgbClr val="4D4D4D"/>
              </a:solidFill>
              <a:prstDash val="solid"/>
              <a:miter lim="400000"/>
            </a:ln>
          </a:bottom>
          <a:insideH>
            <a:ln w="12700" cap="flat">
              <a:solidFill>
                <a:srgbClr val="4D4D4D"/>
              </a:solidFill>
              <a:prstDash val="solid"/>
              <a:miter lim="400000"/>
            </a:ln>
          </a:insideH>
          <a:insideV>
            <a:ln w="12700" cap="flat">
              <a:solidFill>
                <a:srgbClr val="4D4D4D"/>
              </a:solidFill>
              <a:prstDash val="solid"/>
              <a:miter lim="400000"/>
            </a:ln>
          </a:insideV>
        </a:tcBdr>
        <a:fill>
          <a:solidFill>
            <a:srgbClr val="60D937"/>
          </a:solidFill>
        </a:fill>
      </a:tcStyle>
    </a:firstRow>
  </a:tblStyle>
  <a:tblStyle styleId="{CF821DB8-F4EB-4A41-A1BA-3FCAFE7338EE}" styleName="">
    <a:tblBg/>
    <a:wholeTbl>
      <a:tcTxStyle b="off" i="off">
        <a:fontRef idx="minor">
          <a:srgbClr val="000000"/>
        </a:fontRef>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wholeTbl>
    <a:band2H>
      <a:tcTxStyle/>
      <a:tcStyle>
        <a:tcBdr/>
        <a:fill>
          <a:solidFill>
            <a:schemeClr val="accent4">
              <a:hueOff val="348544"/>
              <a:lumOff val="7139"/>
            </a:schemeClr>
          </a:solidFill>
        </a:fill>
      </a:tcStyle>
    </a:band2H>
    <a:firstCol>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8BB00"/>
          </a:solidFill>
        </a:fill>
      </a:tcStyle>
    </a:firstCol>
    <a:lastRow>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38100" cap="flat">
              <a:solidFill>
                <a:srgbClr val="F8BA00"/>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lastRow>
    <a:firstRow>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F9400"/>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464646"/>
              </a:solidFill>
              <a:prstDash val="solid"/>
              <a:miter lim="400000"/>
            </a:ln>
          </a:left>
          <a:right>
            <a:ln w="12700" cap="flat">
              <a:solidFill>
                <a:srgbClr val="464646"/>
              </a:solidFill>
              <a:prstDash val="solid"/>
              <a:miter lim="400000"/>
            </a:ln>
          </a:right>
          <a:top>
            <a:ln w="12700" cap="flat">
              <a:solidFill>
                <a:srgbClr val="464646"/>
              </a:solidFill>
              <a:prstDash val="solid"/>
              <a:miter lim="400000"/>
            </a:ln>
          </a:top>
          <a:bottom>
            <a:ln w="12700" cap="flat">
              <a:solidFill>
                <a:srgbClr val="464646"/>
              </a:solidFill>
              <a:prstDash val="solid"/>
              <a:miter lim="400000"/>
            </a:ln>
          </a:bottom>
          <a:insideH>
            <a:ln w="12700" cap="flat">
              <a:solidFill>
                <a:srgbClr val="464646"/>
              </a:solidFill>
              <a:prstDash val="solid"/>
              <a:miter lim="400000"/>
            </a:ln>
          </a:insideH>
          <a:insideV>
            <a:ln w="12700" cap="flat">
              <a:solidFill>
                <a:srgbClr val="464646"/>
              </a:solidFill>
              <a:prstDash val="solid"/>
              <a:miter lim="400000"/>
            </a:ln>
          </a:insideV>
        </a:tcBdr>
        <a:fill>
          <a:noFill/>
        </a:fill>
      </a:tcStyle>
    </a:wholeTbl>
    <a:band2H>
      <a:tcTxStyle/>
      <a:tcStyle>
        <a:tcBdr/>
        <a:fill>
          <a:solidFill>
            <a:srgbClr val="D4D5D5"/>
          </a:solidFill>
        </a:fill>
      </a:tcStyle>
    </a:band2H>
    <a:firstCol>
      <a:tcTxStyle b="on" i="off">
        <a:fontRef idx="minor">
          <a:srgbClr val="FFFFFF"/>
        </a:fontRef>
        <a:srgbClr val="FFFFFF"/>
      </a:tcTxStyle>
      <a:tcStyle>
        <a:tcBdr>
          <a:left>
            <a:ln w="12700" cap="flat">
              <a:solidFill>
                <a:srgbClr val="5E5E5E"/>
              </a:solidFill>
              <a:prstDash val="solid"/>
              <a:miter lim="400000"/>
            </a:ln>
          </a:left>
          <a:right>
            <a:ln w="12700" cap="flat">
              <a:solidFill>
                <a:srgbClr val="A6AAA9"/>
              </a:solidFill>
              <a:prstDash val="solid"/>
              <a:miter lim="400000"/>
            </a:ln>
          </a:right>
          <a:top>
            <a:ln w="12700" cap="flat">
              <a:solidFill>
                <a:srgbClr val="C3C3C3"/>
              </a:solidFill>
              <a:prstDash val="solid"/>
              <a:miter lim="400000"/>
            </a:ln>
          </a:top>
          <a:bottom>
            <a:ln w="12700" cap="flat">
              <a:solidFill>
                <a:srgbClr val="C3C3C3"/>
              </a:solidFill>
              <a:prstDash val="solid"/>
              <a:miter lim="400000"/>
            </a:ln>
          </a:bottom>
          <a:insideH>
            <a:ln w="12700" cap="flat">
              <a:solidFill>
                <a:srgbClr val="C3C3C3"/>
              </a:solidFill>
              <a:prstDash val="solid"/>
              <a:miter lim="400000"/>
            </a:ln>
          </a:insideH>
          <a:insideV>
            <a:ln w="12700" cap="flat">
              <a:solidFill>
                <a:srgbClr val="C3C3C3"/>
              </a:solidFill>
              <a:prstDash val="solid"/>
              <a:miter lim="400000"/>
            </a:ln>
          </a:insideV>
        </a:tcBdr>
        <a:fill>
          <a:solidFill>
            <a:srgbClr val="CB2A7B"/>
          </a:solidFill>
        </a:fill>
      </a:tcStyle>
    </a:firstCol>
    <a:lastRow>
      <a:tcTxStyle b="on" i="off">
        <a:fontRef idx="minor">
          <a:srgbClr val="000000"/>
        </a:fontRef>
        <a:srgbClr val="000000"/>
      </a:tcTxStyle>
      <a:tcStyle>
        <a:tcBdr>
          <a:left>
            <a:ln w="12700" cap="flat">
              <a:solidFill>
                <a:srgbClr val="5E5E5E"/>
              </a:solidFill>
              <a:prstDash val="solid"/>
              <a:miter lim="400000"/>
            </a:ln>
          </a:left>
          <a:right>
            <a:ln w="12700" cap="flat">
              <a:solidFill>
                <a:srgbClr val="5E5E5E"/>
              </a:solidFill>
              <a:prstDash val="solid"/>
              <a:miter lim="400000"/>
            </a:ln>
          </a:right>
          <a:top>
            <a:ln w="38100" cap="flat">
              <a:solidFill>
                <a:srgbClr val="CB297B"/>
              </a:solidFill>
              <a:prstDash val="solid"/>
              <a:miter lim="400000"/>
            </a:ln>
          </a:top>
          <a:bottom>
            <a:ln w="12700" cap="flat">
              <a:solidFill>
                <a:srgbClr val="5E5E5E"/>
              </a:solidFill>
              <a:prstDash val="solid"/>
              <a:miter lim="400000"/>
            </a:ln>
          </a:bottom>
          <a:insideH>
            <a:ln w="12700" cap="flat">
              <a:solidFill>
                <a:srgbClr val="5E5E5E"/>
              </a:solidFill>
              <a:prstDash val="solid"/>
              <a:miter lim="400000"/>
            </a:ln>
          </a:insideH>
          <a:insideV>
            <a:ln w="12700" cap="flat">
              <a:solidFill>
                <a:srgbClr val="5E5E5E"/>
              </a:solidFill>
              <a:prstDash val="solid"/>
              <a:miter lim="400000"/>
            </a:ln>
          </a:insideV>
        </a:tcBdr>
        <a:fill>
          <a:solidFill>
            <a:srgbClr val="FFFFFF"/>
          </a:solidFill>
        </a:fill>
      </a:tcStyle>
    </a:lastRow>
    <a:firstRow>
      <a:tcTxStyle b="on" i="off">
        <a:fontRef idx="minor">
          <a:srgbClr val="FFFFFF"/>
        </a:fontRef>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5E5E5E"/>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991A5F"/>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wholeTbl>
    <a:band2H>
      <a:tcTxStyle/>
      <a:tcStyle>
        <a:tcBdr/>
        <a:fill>
          <a:solidFill>
            <a:srgbClr val="EDEEEE"/>
          </a:solidFill>
        </a:fill>
      </a:tcStyle>
    </a:band2H>
    <a:firstCol>
      <a:tcTxStyle b="on" i="off">
        <a:fontRef idx="minor">
          <a:srgbClr val="000000"/>
        </a:fontRef>
        <a:srgbClr val="000000"/>
      </a:tcTxStyle>
      <a:tcStyle>
        <a:tcBdr>
          <a:left>
            <a:ln w="12700" cap="flat">
              <a:solidFill>
                <a:srgbClr val="6C6C6C"/>
              </a:solidFill>
              <a:prstDash val="solid"/>
              <a:miter lim="400000"/>
            </a:ln>
          </a:left>
          <a:right>
            <a:ln w="254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25400" cap="flat">
              <a:solidFill>
                <a:srgbClr val="000000"/>
              </a:solidFill>
              <a:prstDash val="solid"/>
              <a:miter lim="400000"/>
            </a:ln>
          </a:top>
          <a:bottom>
            <a:ln w="12700" cap="flat">
              <a:solidFill>
                <a:srgbClr val="6C6C6C"/>
              </a:solidFill>
              <a:prstDash val="solid"/>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6C6C6C"/>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D6DCE0"/>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085" autoAdjust="0"/>
    <p:restoredTop sz="96228"/>
  </p:normalViewPr>
  <p:slideViewPr>
    <p:cSldViewPr snapToGrid="0" snapToObjects="1">
      <p:cViewPr varScale="1">
        <p:scale>
          <a:sx n="59" d="100"/>
          <a:sy n="59" d="100"/>
        </p:scale>
        <p:origin x="280" y="280"/>
      </p:cViewPr>
      <p:guideLst>
        <p:guide orient="horz" pos="4320"/>
        <p:guide pos="76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5.fntdata"/><Relationship Id="rId39" Type="http://schemas.openxmlformats.org/officeDocument/2006/relationships/viewProps" Target="viewProps.xml"/><Relationship Id="rId21" Type="http://schemas.openxmlformats.org/officeDocument/2006/relationships/notesMaster" Target="notesMasters/notesMaster1.xml"/><Relationship Id="rId34" Type="http://schemas.openxmlformats.org/officeDocument/2006/relationships/font" Target="fonts/font13.fntdata"/><Relationship Id="rId42" Type="http://schemas.microsoft.com/office/2015/10/relationships/revisionInfo" Target="revisionInfo.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8.fntdata"/><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3.fntdata"/><Relationship Id="rId32" Type="http://schemas.openxmlformats.org/officeDocument/2006/relationships/font" Target="fonts/font11.fntdata"/><Relationship Id="rId37" Type="http://schemas.openxmlformats.org/officeDocument/2006/relationships/font" Target="fonts/font16.fntdata"/><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2.fntdata"/><Relationship Id="rId28" Type="http://schemas.openxmlformats.org/officeDocument/2006/relationships/font" Target="fonts/font7.fntdata"/><Relationship Id="rId36" Type="http://schemas.openxmlformats.org/officeDocument/2006/relationships/font" Target="fonts/font15.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10.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1.fntdata"/><Relationship Id="rId27" Type="http://schemas.openxmlformats.org/officeDocument/2006/relationships/font" Target="fonts/font6.fntdata"/><Relationship Id="rId30" Type="http://schemas.openxmlformats.org/officeDocument/2006/relationships/font" Target="fonts/font9.fntdata"/><Relationship Id="rId35" Type="http://schemas.openxmlformats.org/officeDocument/2006/relationships/font" Target="fonts/font14.fntdata"/><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4.fntdata"/><Relationship Id="rId33" Type="http://schemas.openxmlformats.org/officeDocument/2006/relationships/font" Target="fonts/font12.fntdata"/><Relationship Id="rId38"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70" name="Shape 170"/>
          <p:cNvSpPr>
            <a:spLocks noGrp="1" noRot="1" noChangeAspect="1"/>
          </p:cNvSpPr>
          <p:nvPr>
            <p:ph type="sldImg"/>
          </p:nvPr>
        </p:nvSpPr>
        <p:spPr>
          <a:xfrm>
            <a:off x="1143000" y="685800"/>
            <a:ext cx="4572000" cy="3429000"/>
          </a:xfrm>
          <a:prstGeom prst="rect">
            <a:avLst/>
          </a:prstGeom>
        </p:spPr>
        <p:txBody>
          <a:bodyPr/>
          <a:lstStyle/>
          <a:p>
            <a:endParaRPr dirty="0"/>
          </a:p>
        </p:txBody>
      </p:sp>
      <p:sp>
        <p:nvSpPr>
          <p:cNvPr id="171" name="Shape 171"/>
          <p:cNvSpPr>
            <a:spLocks noGrp="1"/>
          </p:cNvSpPr>
          <p:nvPr>
            <p:ph type="body" sz="quarter" idx="1"/>
          </p:nvPr>
        </p:nvSpPr>
        <p:spPr>
          <a:xfrm>
            <a:off x="914400" y="4343400"/>
            <a:ext cx="5029200" cy="4114800"/>
          </a:xfrm>
          <a:prstGeom prst="rect">
            <a:avLst/>
          </a:prstGeom>
        </p:spPr>
        <p:txBody>
          <a:bodyPr/>
          <a:lstStyle/>
          <a:p>
            <a:endParaRPr/>
          </a:p>
        </p:txBody>
      </p:sp>
    </p:spTree>
    <p:extLst>
      <p:ext uri="{BB962C8B-B14F-4D97-AF65-F5344CB8AC3E}">
        <p14:creationId xmlns:p14="http://schemas.microsoft.com/office/powerpoint/2010/main" val="1017588374"/>
      </p:ext>
    </p:extLst>
  </p:cSld>
  <p:clrMap bg1="lt1" tx1="dk1" bg2="lt2" tx2="dk2" accent1="accent1" accent2="accent2" accent3="accent3" accent4="accent4" accent5="accent5" accent6="accent6" hlink="hlink" folHlink="folHlink"/>
  <p:notesStyle>
    <a:lvl1pPr defTabSz="457200" latinLnBrk="0">
      <a:lnSpc>
        <a:spcPct val="117999"/>
      </a:lnSpc>
      <a:defRPr sz="2200" b="0" i="0">
        <a:latin typeface="Open Sans Light" pitchFamily="2" charset="0"/>
        <a:ea typeface="Open Sans Light" pitchFamily="2" charset="0"/>
        <a:cs typeface="Open Sans Light" pitchFamily="2" charset="0"/>
        <a:sym typeface="Helvetica Neue"/>
      </a:defRPr>
    </a:lvl1pPr>
    <a:lvl2pPr indent="228600" defTabSz="457200" latinLnBrk="0">
      <a:lnSpc>
        <a:spcPct val="117999"/>
      </a:lnSpc>
      <a:defRPr sz="2200">
        <a:latin typeface="+mn-lt"/>
        <a:ea typeface="+mn-ea"/>
        <a:cs typeface="+mn-cs"/>
        <a:sym typeface="Helvetica Neue"/>
      </a:defRPr>
    </a:lvl2pPr>
    <a:lvl3pPr indent="457200" defTabSz="457200" latinLnBrk="0">
      <a:lnSpc>
        <a:spcPct val="117999"/>
      </a:lnSpc>
      <a:defRPr sz="2200">
        <a:latin typeface="+mn-lt"/>
        <a:ea typeface="+mn-ea"/>
        <a:cs typeface="+mn-cs"/>
        <a:sym typeface="Helvetica Neue"/>
      </a:defRPr>
    </a:lvl3pPr>
    <a:lvl4pPr indent="685800" defTabSz="457200" latinLnBrk="0">
      <a:lnSpc>
        <a:spcPct val="117999"/>
      </a:lnSpc>
      <a:defRPr sz="2200">
        <a:latin typeface="+mn-lt"/>
        <a:ea typeface="+mn-ea"/>
        <a:cs typeface="+mn-cs"/>
        <a:sym typeface="Helvetica Neue"/>
      </a:defRPr>
    </a:lvl4pPr>
    <a:lvl5pPr indent="914400" defTabSz="457200" latinLnBrk="0">
      <a:lnSpc>
        <a:spcPct val="117999"/>
      </a:lnSpc>
      <a:defRPr sz="2200">
        <a:latin typeface="+mn-lt"/>
        <a:ea typeface="+mn-ea"/>
        <a:cs typeface="+mn-cs"/>
        <a:sym typeface="Helvetica Neue"/>
      </a:defRPr>
    </a:lvl5pPr>
    <a:lvl6pPr indent="1143000" defTabSz="457200" latinLnBrk="0">
      <a:lnSpc>
        <a:spcPct val="117999"/>
      </a:lnSpc>
      <a:defRPr sz="2200">
        <a:latin typeface="+mn-lt"/>
        <a:ea typeface="+mn-ea"/>
        <a:cs typeface="+mn-cs"/>
        <a:sym typeface="Helvetica Neue"/>
      </a:defRPr>
    </a:lvl6pPr>
    <a:lvl7pPr indent="1371600" defTabSz="457200" latinLnBrk="0">
      <a:lnSpc>
        <a:spcPct val="117999"/>
      </a:lnSpc>
      <a:defRPr sz="2200">
        <a:latin typeface="+mn-lt"/>
        <a:ea typeface="+mn-ea"/>
        <a:cs typeface="+mn-cs"/>
        <a:sym typeface="Helvetica Neue"/>
      </a:defRPr>
    </a:lvl7pPr>
    <a:lvl8pPr indent="1600200" defTabSz="457200" latinLnBrk="0">
      <a:lnSpc>
        <a:spcPct val="117999"/>
      </a:lnSpc>
      <a:defRPr sz="2200">
        <a:latin typeface="+mn-lt"/>
        <a:ea typeface="+mn-ea"/>
        <a:cs typeface="+mn-cs"/>
        <a:sym typeface="Helvetica Neue"/>
      </a:defRPr>
    </a:lvl8pPr>
    <a:lvl9pPr indent="1828800" defTabSz="457200" latinLnBrk="0">
      <a:lnSpc>
        <a:spcPct val="117999"/>
      </a:lnSpc>
      <a:defRPr sz="2200">
        <a:latin typeface="+mn-lt"/>
        <a:ea typeface="+mn-ea"/>
        <a:cs typeface="+mn-cs"/>
        <a:sym typeface="Helvetica Neue"/>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5.svg"/><Relationship Id="rId7" Type="http://schemas.openxmlformats.org/officeDocument/2006/relationships/image" Target="../media/image9.svg"/><Relationship Id="rId2" Type="http://schemas.openxmlformats.org/officeDocument/2006/relationships/image" Target="../media/image4.png"/><Relationship Id="rId1" Type="http://schemas.openxmlformats.org/officeDocument/2006/relationships/slideMaster" Target="../slideMasters/slideMaster1.xml"/><Relationship Id="rId6" Type="http://schemas.openxmlformats.org/officeDocument/2006/relationships/image" Target="../media/image8.png"/><Relationship Id="rId5" Type="http://schemas.openxmlformats.org/officeDocument/2006/relationships/image" Target="../media/image7.svg"/><Relationship Id="rId10" Type="http://schemas.openxmlformats.org/officeDocument/2006/relationships/image" Target="../media/image3.png"/><Relationship Id="rId4" Type="http://schemas.openxmlformats.org/officeDocument/2006/relationships/image" Target="../media/image6.png"/><Relationship Id="rId9" Type="http://schemas.openxmlformats.org/officeDocument/2006/relationships/image" Target="../media/image11.svg"/></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png"/><Relationship Id="rId1" Type="http://schemas.openxmlformats.org/officeDocument/2006/relationships/slideMaster" Target="../slideMasters/slideMaster1.xml"/><Relationship Id="rId6" Type="http://schemas.openxmlformats.org/officeDocument/2006/relationships/image" Target="../media/image3.png"/><Relationship Id="rId5" Type="http://schemas.openxmlformats.org/officeDocument/2006/relationships/image" Target="../media/image17.svg"/><Relationship Id="rId4" Type="http://schemas.openxmlformats.org/officeDocument/2006/relationships/image" Target="../media/image16.png"/></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8.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image" Target="../media/image19.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type 1">
    <p:spTree>
      <p:nvGrpSpPr>
        <p:cNvPr id="1" name=""/>
        <p:cNvGrpSpPr/>
        <p:nvPr/>
      </p:nvGrpSpPr>
      <p:grpSpPr>
        <a:xfrm>
          <a:off x="0" y="0"/>
          <a:ext cx="0" cy="0"/>
          <a:chOff x="0" y="0"/>
          <a:chExt cx="0" cy="0"/>
        </a:xfrm>
      </p:grpSpPr>
      <p:pic>
        <p:nvPicPr>
          <p:cNvPr id="26" name="BG Slide-01.jpg" descr="BG Slide-01.jpg">
            <a:extLst>
              <a:ext uri="{FF2B5EF4-FFF2-40B4-BE49-F238E27FC236}">
                <a16:creationId xmlns:a16="http://schemas.microsoft.com/office/drawing/2014/main" id="{2AB02847-5A77-D04F-9022-6161AA94A369}"/>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20" name="Rounded Rectangle">
            <a:extLst>
              <a:ext uri="{FF2B5EF4-FFF2-40B4-BE49-F238E27FC236}">
                <a16:creationId xmlns:a16="http://schemas.microsoft.com/office/drawing/2014/main" id="{2610CD5C-942F-BF48-875B-42FFCE146C9A}"/>
              </a:ext>
            </a:extLst>
          </p:cNvPr>
          <p:cNvSpPr/>
          <p:nvPr userDrawn="1"/>
        </p:nvSpPr>
        <p:spPr>
          <a:xfrm>
            <a:off x="11684000" y="1060855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b="0" i="0" dirty="0">
              <a:latin typeface="Open Sans Light" pitchFamily="2" charset="0"/>
              <a:ea typeface="Open Sans Light" pitchFamily="2" charset="0"/>
              <a:cs typeface="Open Sans Light" pitchFamily="2" charset="0"/>
            </a:endParaRPr>
          </a:p>
        </p:txBody>
      </p:sp>
      <p:sp>
        <p:nvSpPr>
          <p:cNvPr id="9" name="Rounded Rectangle">
            <a:extLst>
              <a:ext uri="{FF2B5EF4-FFF2-40B4-BE49-F238E27FC236}">
                <a16:creationId xmlns:a16="http://schemas.microsoft.com/office/drawing/2014/main" id="{A398922F-A33B-3C44-AAA1-709DF0A7FE30}"/>
              </a:ext>
            </a:extLst>
          </p:cNvPr>
          <p:cNvSpPr/>
          <p:nvPr userDrawn="1"/>
        </p:nvSpPr>
        <p:spPr>
          <a:xfrm>
            <a:off x="11684000" y="1060855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23" name="Body Level One…">
            <a:extLst>
              <a:ext uri="{FF2B5EF4-FFF2-40B4-BE49-F238E27FC236}">
                <a16:creationId xmlns:a16="http://schemas.microsoft.com/office/drawing/2014/main" id="{DC9E4D2B-1303-D647-ADF8-BD63A36C3CA0}"/>
              </a:ext>
            </a:extLst>
          </p:cNvPr>
          <p:cNvSpPr txBox="1">
            <a:spLocks noGrp="1"/>
          </p:cNvSpPr>
          <p:nvPr>
            <p:ph type="body" sz="quarter" idx="1" hasCustomPrompt="1"/>
          </p:nvPr>
        </p:nvSpPr>
        <p:spPr>
          <a:xfrm>
            <a:off x="1201342" y="6754848"/>
            <a:ext cx="21971001" cy="1905001"/>
          </a:xfrm>
          <a:prstGeom prst="rect">
            <a:avLst/>
          </a:prstGeom>
        </p:spPr>
        <p:txBody>
          <a:bodyPr/>
          <a:lstStyle>
            <a:lvl1pPr marL="0" indent="0" algn="ctr" defTabSz="825500">
              <a:lnSpc>
                <a:spcPct val="100000"/>
              </a:lnSpc>
              <a:spcBef>
                <a:spcPts val="0"/>
              </a:spcBef>
              <a:buSzTx/>
              <a:buNone/>
              <a:defRPr kumimoji="0" sz="5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vl2pPr marL="0" indent="457200" defTabSz="825500">
              <a:lnSpc>
                <a:spcPct val="100000"/>
              </a:lnSpc>
              <a:spcBef>
                <a:spcPts val="0"/>
              </a:spcBef>
              <a:buSzTx/>
              <a:buNone/>
              <a:defRPr sz="5500" b="1"/>
            </a:lvl2pPr>
            <a:lvl3pPr marL="0" indent="914400" defTabSz="825500">
              <a:lnSpc>
                <a:spcPct val="100000"/>
              </a:lnSpc>
              <a:spcBef>
                <a:spcPts val="0"/>
              </a:spcBef>
              <a:buSzTx/>
              <a:buNone/>
              <a:defRPr sz="5500" b="1"/>
            </a:lvl3pPr>
            <a:lvl4pPr marL="0" indent="1371600" defTabSz="825500">
              <a:lnSpc>
                <a:spcPct val="100000"/>
              </a:lnSpc>
              <a:spcBef>
                <a:spcPts val="0"/>
              </a:spcBef>
              <a:buSzTx/>
              <a:buNone/>
              <a:defRPr sz="5500" b="1"/>
            </a:lvl4pPr>
            <a:lvl5pPr marL="0" indent="1828800" defTabSz="825500">
              <a:lnSpc>
                <a:spcPct val="100000"/>
              </a:lnSpc>
              <a:spcBef>
                <a:spcPts val="0"/>
              </a:spcBef>
              <a:buSzTx/>
              <a:buNone/>
              <a:defRPr sz="5500" b="1"/>
            </a:lvl5pPr>
          </a:lstStyle>
          <a:p>
            <a:r>
              <a:rPr dirty="0"/>
              <a:t>Presentation Subtitle</a:t>
            </a:r>
          </a:p>
          <a:p>
            <a:pPr lvl="4"/>
            <a:endParaRPr dirty="0"/>
          </a:p>
        </p:txBody>
      </p:sp>
      <p:sp>
        <p:nvSpPr>
          <p:cNvPr id="24" name="Presentation Title">
            <a:extLst>
              <a:ext uri="{FF2B5EF4-FFF2-40B4-BE49-F238E27FC236}">
                <a16:creationId xmlns:a16="http://schemas.microsoft.com/office/drawing/2014/main" id="{1323A2FB-C06C-AA47-AA40-00FC9E490C61}"/>
              </a:ext>
            </a:extLst>
          </p:cNvPr>
          <p:cNvSpPr txBox="1">
            <a:spLocks noGrp="1"/>
          </p:cNvSpPr>
          <p:nvPr>
            <p:ph type="title" hasCustomPrompt="1"/>
          </p:nvPr>
        </p:nvSpPr>
        <p:spPr>
          <a:xfrm>
            <a:off x="1206496" y="2574991"/>
            <a:ext cx="21971004" cy="3917819"/>
          </a:xfrm>
          <a:prstGeom prst="rect">
            <a:avLst/>
          </a:prstGeom>
        </p:spPr>
        <p:txBody>
          <a:bodyPr anchor="b">
            <a:normAutofit/>
          </a:bodyPr>
          <a:lstStyle>
            <a:lvl1pPr algn="ctr">
              <a:defRPr kumimoji="0" sz="12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lang="en-US" dirty="0"/>
              <a:t>Presentation</a:t>
            </a:r>
            <a:r>
              <a:rPr dirty="0"/>
              <a:t> </a:t>
            </a:r>
            <a:r>
              <a:rPr lang="en-US" dirty="0"/>
              <a:t>Title</a:t>
            </a:r>
            <a:endParaRPr dirty="0"/>
          </a:p>
        </p:txBody>
      </p:sp>
      <p:sp>
        <p:nvSpPr>
          <p:cNvPr id="2" name="Text Placeholder 2">
            <a:extLst>
              <a:ext uri="{FF2B5EF4-FFF2-40B4-BE49-F238E27FC236}">
                <a16:creationId xmlns:a16="http://schemas.microsoft.com/office/drawing/2014/main" id="{D6474C2C-5958-6F6B-1482-E67DED339DDC}"/>
              </a:ext>
            </a:extLst>
          </p:cNvPr>
          <p:cNvSpPr>
            <a:spLocks noGrp="1"/>
          </p:cNvSpPr>
          <p:nvPr>
            <p:ph type="body" sz="quarter" idx="11" hasCustomPrompt="1"/>
          </p:nvPr>
        </p:nvSpPr>
        <p:spPr>
          <a:xfrm>
            <a:off x="10058192" y="11538583"/>
            <a:ext cx="4212692" cy="745888"/>
          </a:xfrm>
        </p:spPr>
        <p:txBody>
          <a:bodyPr>
            <a:normAutofit/>
          </a:bodyPr>
          <a:lstStyle>
            <a:lvl1pPr marL="0" indent="0" algn="ctr">
              <a:buNone/>
              <a:def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defRPr>
            </a:lvl1pPr>
          </a:lstStyle>
          <a:p>
            <a:pPr lvl="0"/>
            <a:r>
              <a:rPr lang="en-US" dirty="0"/>
              <a:t>Type your name</a:t>
            </a:r>
          </a:p>
        </p:txBody>
      </p:sp>
      <p:sp>
        <p:nvSpPr>
          <p:cNvPr id="4" name="UNIVERSITAS BINA NUSANTARA">
            <a:extLst>
              <a:ext uri="{FF2B5EF4-FFF2-40B4-BE49-F238E27FC236}">
                <a16:creationId xmlns:a16="http://schemas.microsoft.com/office/drawing/2014/main" id="{5DC7F27E-9CB9-099F-4DA7-367C6ADB411B}"/>
              </a:ext>
            </a:extLst>
          </p:cNvPr>
          <p:cNvSpPr txBox="1"/>
          <p:nvPr userDrawn="1"/>
        </p:nvSpPr>
        <p:spPr>
          <a:xfrm>
            <a:off x="10058192" y="11100823"/>
            <a:ext cx="4212692" cy="35125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p>
            <a:pPr algn="l" defTabSz="821531">
              <a:lnSpc>
                <a:spcPct val="80000"/>
              </a:lnSpc>
              <a:defRPr sz="3600">
                <a:solidFill>
                  <a:srgbClr val="FFFFFF"/>
                </a:solidFill>
                <a:latin typeface="Open Sans Light"/>
                <a:ea typeface="Open Sans Light"/>
                <a:cs typeface="Open Sans Light"/>
                <a:sym typeface="Open Sans"/>
              </a:defRPr>
            </a:pPr>
            <a:r>
              <a:rPr lang="en-US" sz="2800" dirty="0"/>
              <a:t>SUBJECT MATTER EXPERT</a:t>
            </a:r>
            <a:endParaRPr sz="2800" b="1" dirty="0"/>
          </a:p>
        </p:txBody>
      </p:sp>
      <p:pic>
        <p:nvPicPr>
          <p:cNvPr id="5" name="Picture 4">
            <a:extLst>
              <a:ext uri="{FF2B5EF4-FFF2-40B4-BE49-F238E27FC236}">
                <a16:creationId xmlns:a16="http://schemas.microsoft.com/office/drawing/2014/main" id="{7D72B8CD-2B60-168D-460C-3FFD38B69D8E}"/>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766722" y="758208"/>
            <a:ext cx="2698754" cy="1143002"/>
          </a:xfrm>
          <a:prstGeom prst="rect">
            <a:avLst/>
          </a:prstGeom>
        </p:spPr>
      </p:pic>
    </p:spTree>
    <p:extLst>
      <p:ext uri="{BB962C8B-B14F-4D97-AF65-F5344CB8AC3E}">
        <p14:creationId xmlns:p14="http://schemas.microsoft.com/office/powerpoint/2010/main" val="4094124863"/>
      </p:ext>
    </p:extLst>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ntent type 1">
    <p:spTree>
      <p:nvGrpSpPr>
        <p:cNvPr id="1" name=""/>
        <p:cNvGrpSpPr/>
        <p:nvPr/>
      </p:nvGrpSpPr>
      <p:grpSpPr>
        <a:xfrm>
          <a:off x="0" y="0"/>
          <a:ext cx="0" cy="0"/>
          <a:chOff x="0" y="0"/>
          <a:chExt cx="0" cy="0"/>
        </a:xfrm>
      </p:grpSpPr>
      <p:sp>
        <p:nvSpPr>
          <p:cNvPr id="10" name="Rectangle">
            <a:extLst>
              <a:ext uri="{FF2B5EF4-FFF2-40B4-BE49-F238E27FC236}">
                <a16:creationId xmlns:a16="http://schemas.microsoft.com/office/drawing/2014/main" id="{0CE21BA8-841F-EE46-90AB-358900DBBA45}"/>
              </a:ext>
            </a:extLst>
          </p:cNvPr>
          <p:cNvSpPr/>
          <p:nvPr userDrawn="1"/>
        </p:nvSpPr>
        <p:spPr>
          <a:xfrm>
            <a:off x="0" y="2363008"/>
            <a:ext cx="24384000" cy="11436178"/>
          </a:xfrm>
          <a:prstGeom prst="rect">
            <a:avLst/>
          </a:prstGeom>
          <a:solidFill>
            <a:srgbClr val="EBEBEB"/>
          </a:soli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2058"/>
            <a:ext cx="14715569" cy="510281"/>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rgbClr val="424242"/>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11" name="Content Placeholder 7">
            <a:extLst>
              <a:ext uri="{FF2B5EF4-FFF2-40B4-BE49-F238E27FC236}">
                <a16:creationId xmlns:a16="http://schemas.microsoft.com/office/drawing/2014/main" id="{CCD29839-25B4-3D48-8D8C-B1D859A74A9A}"/>
              </a:ext>
            </a:extLst>
          </p:cNvPr>
          <p:cNvSpPr>
            <a:spLocks noGrp="1"/>
          </p:cNvSpPr>
          <p:nvPr>
            <p:ph sz="quarter" idx="11"/>
          </p:nvPr>
        </p:nvSpPr>
        <p:spPr>
          <a:xfrm>
            <a:off x="5486930" y="5334432"/>
            <a:ext cx="13714940" cy="4522264"/>
          </a:xfrm>
        </p:spPr>
        <p:txBody>
          <a:bodyPr>
            <a:normAutofit/>
          </a:bodyPr>
          <a:lstStyle>
            <a:lvl1pPr marL="266700" indent="-266700">
              <a:lnSpc>
                <a:spcPct val="100000"/>
              </a:lnSpc>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1pPr>
            <a:lvl2pPr marL="890588" indent="-280988">
              <a:lnSpc>
                <a:spcPct val="100000"/>
              </a:lnSpc>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2pPr>
            <a:lvl3pPr marL="1470025" indent="-250825">
              <a:lnSpc>
                <a:spcPct val="100000"/>
              </a:lnSpc>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3pPr>
            <a:lvl4pPr marL="2138363" indent="-309563">
              <a:lnSpc>
                <a:spcPct val="100000"/>
              </a:lnSpc>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4pPr>
            <a:lvl5pPr marL="2717800" indent="-279400">
              <a:lnSpc>
                <a:spcPct val="100000"/>
              </a:lnSpc>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5" name="Picture 4">
            <a:extLst>
              <a:ext uri="{FF2B5EF4-FFF2-40B4-BE49-F238E27FC236}">
                <a16:creationId xmlns:a16="http://schemas.microsoft.com/office/drawing/2014/main" id="{2CB39841-01E8-3B46-1169-9D75B18B74D3}"/>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39334" y="-15464"/>
            <a:ext cx="3860800" cy="1473200"/>
          </a:xfrm>
          <a:prstGeom prst="rect">
            <a:avLst/>
          </a:prstGeom>
        </p:spPr>
      </p:pic>
    </p:spTree>
    <p:extLst>
      <p:ext uri="{BB962C8B-B14F-4D97-AF65-F5344CB8AC3E}">
        <p14:creationId xmlns:p14="http://schemas.microsoft.com/office/powerpoint/2010/main" val="109024523"/>
      </p:ext>
    </p:extLst>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type 2">
    <p:spTree>
      <p:nvGrpSpPr>
        <p:cNvPr id="1" name=""/>
        <p:cNvGrpSpPr/>
        <p:nvPr/>
      </p:nvGrpSpPr>
      <p:grpSpPr>
        <a:xfrm>
          <a:off x="0" y="0"/>
          <a:ext cx="0" cy="0"/>
          <a:chOff x="0" y="0"/>
          <a:chExt cx="0" cy="0"/>
        </a:xfrm>
      </p:grpSpPr>
      <p:pic>
        <p:nvPicPr>
          <p:cNvPr id="26" name="BG Slide-01.jpg" descr="BG Slide-01.jpg">
            <a:extLst>
              <a:ext uri="{FF2B5EF4-FFF2-40B4-BE49-F238E27FC236}">
                <a16:creationId xmlns:a16="http://schemas.microsoft.com/office/drawing/2014/main" id="{2AB02847-5A77-D04F-9022-6161AA94A369}"/>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10" name="Rectangle">
            <a:extLst>
              <a:ext uri="{FF2B5EF4-FFF2-40B4-BE49-F238E27FC236}">
                <a16:creationId xmlns:a16="http://schemas.microsoft.com/office/drawing/2014/main" id="{F7BB76AE-A45C-1F43-9E7B-E96439A8D439}"/>
              </a:ext>
            </a:extLst>
          </p:cNvPr>
          <p:cNvSpPr/>
          <p:nvPr userDrawn="1"/>
        </p:nvSpPr>
        <p:spPr>
          <a:xfrm>
            <a:off x="0" y="0"/>
            <a:ext cx="24384000" cy="13716000"/>
          </a:xfrm>
          <a:prstGeom prst="rect">
            <a:avLst/>
          </a:prstGeom>
          <a:gradFill>
            <a:gsLst>
              <a:gs pos="0">
                <a:srgbClr val="2670B8"/>
              </a:gs>
              <a:gs pos="100000">
                <a:srgbClr val="2258A7"/>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20" name="Rounded Rectangle">
            <a:extLst>
              <a:ext uri="{FF2B5EF4-FFF2-40B4-BE49-F238E27FC236}">
                <a16:creationId xmlns:a16="http://schemas.microsoft.com/office/drawing/2014/main" id="{2610CD5C-942F-BF48-875B-42FFCE146C9A}"/>
              </a:ext>
            </a:extLst>
          </p:cNvPr>
          <p:cNvSpPr/>
          <p:nvPr userDrawn="1"/>
        </p:nvSpPr>
        <p:spPr>
          <a:xfrm>
            <a:off x="11684000" y="1060855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b="0" i="0" dirty="0">
              <a:latin typeface="Open Sans Light" pitchFamily="2" charset="0"/>
              <a:ea typeface="Open Sans Light" pitchFamily="2" charset="0"/>
              <a:cs typeface="Open Sans Light" pitchFamily="2" charset="0"/>
            </a:endParaRPr>
          </a:p>
        </p:txBody>
      </p:sp>
      <p:sp>
        <p:nvSpPr>
          <p:cNvPr id="9" name="Rounded Rectangle">
            <a:extLst>
              <a:ext uri="{FF2B5EF4-FFF2-40B4-BE49-F238E27FC236}">
                <a16:creationId xmlns:a16="http://schemas.microsoft.com/office/drawing/2014/main" id="{A398922F-A33B-3C44-AAA1-709DF0A7FE30}"/>
              </a:ext>
            </a:extLst>
          </p:cNvPr>
          <p:cNvSpPr/>
          <p:nvPr userDrawn="1"/>
        </p:nvSpPr>
        <p:spPr>
          <a:xfrm>
            <a:off x="11684000" y="1060855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23" name="Body Level One…">
            <a:extLst>
              <a:ext uri="{FF2B5EF4-FFF2-40B4-BE49-F238E27FC236}">
                <a16:creationId xmlns:a16="http://schemas.microsoft.com/office/drawing/2014/main" id="{DC9E4D2B-1303-D647-ADF8-BD63A36C3CA0}"/>
              </a:ext>
            </a:extLst>
          </p:cNvPr>
          <p:cNvSpPr txBox="1">
            <a:spLocks noGrp="1"/>
          </p:cNvSpPr>
          <p:nvPr>
            <p:ph type="body" sz="quarter" idx="1" hasCustomPrompt="1"/>
          </p:nvPr>
        </p:nvSpPr>
        <p:spPr>
          <a:xfrm>
            <a:off x="1201342" y="6754848"/>
            <a:ext cx="21971001" cy="1905001"/>
          </a:xfrm>
          <a:prstGeom prst="rect">
            <a:avLst/>
          </a:prstGeom>
        </p:spPr>
        <p:txBody>
          <a:bodyPr/>
          <a:lstStyle>
            <a:lvl1pPr marL="0" indent="0" algn="ctr" defTabSz="825500">
              <a:lnSpc>
                <a:spcPct val="100000"/>
              </a:lnSpc>
              <a:spcBef>
                <a:spcPts val="0"/>
              </a:spcBef>
              <a:buSzTx/>
              <a:buNone/>
              <a:defRPr kumimoji="0" sz="5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vl2pPr marL="0" indent="457200" defTabSz="825500">
              <a:lnSpc>
                <a:spcPct val="100000"/>
              </a:lnSpc>
              <a:spcBef>
                <a:spcPts val="0"/>
              </a:spcBef>
              <a:buSzTx/>
              <a:buNone/>
              <a:defRPr sz="5500" b="1"/>
            </a:lvl2pPr>
            <a:lvl3pPr marL="0" indent="914400" defTabSz="825500">
              <a:lnSpc>
                <a:spcPct val="100000"/>
              </a:lnSpc>
              <a:spcBef>
                <a:spcPts val="0"/>
              </a:spcBef>
              <a:buSzTx/>
              <a:buNone/>
              <a:defRPr sz="5500" b="1"/>
            </a:lvl3pPr>
            <a:lvl4pPr marL="0" indent="1371600" defTabSz="825500">
              <a:lnSpc>
                <a:spcPct val="100000"/>
              </a:lnSpc>
              <a:spcBef>
                <a:spcPts val="0"/>
              </a:spcBef>
              <a:buSzTx/>
              <a:buNone/>
              <a:defRPr sz="5500" b="1"/>
            </a:lvl4pPr>
            <a:lvl5pPr marL="0" indent="1828800" defTabSz="825500">
              <a:lnSpc>
                <a:spcPct val="100000"/>
              </a:lnSpc>
              <a:spcBef>
                <a:spcPts val="0"/>
              </a:spcBef>
              <a:buSzTx/>
              <a:buNone/>
              <a:defRPr sz="5500" b="1"/>
            </a:lvl5pPr>
          </a:lstStyle>
          <a:p>
            <a:r>
              <a:rPr dirty="0"/>
              <a:t>Presentation Subtitle</a:t>
            </a:r>
          </a:p>
          <a:p>
            <a:pPr lvl="4"/>
            <a:endParaRPr dirty="0"/>
          </a:p>
        </p:txBody>
      </p:sp>
      <p:sp>
        <p:nvSpPr>
          <p:cNvPr id="24" name="Presentation Title">
            <a:extLst>
              <a:ext uri="{FF2B5EF4-FFF2-40B4-BE49-F238E27FC236}">
                <a16:creationId xmlns:a16="http://schemas.microsoft.com/office/drawing/2014/main" id="{1323A2FB-C06C-AA47-AA40-00FC9E490C61}"/>
              </a:ext>
            </a:extLst>
          </p:cNvPr>
          <p:cNvSpPr txBox="1">
            <a:spLocks noGrp="1"/>
          </p:cNvSpPr>
          <p:nvPr>
            <p:ph type="title" hasCustomPrompt="1"/>
          </p:nvPr>
        </p:nvSpPr>
        <p:spPr>
          <a:xfrm>
            <a:off x="1206496" y="2574991"/>
            <a:ext cx="21971004" cy="3917819"/>
          </a:xfrm>
          <a:prstGeom prst="rect">
            <a:avLst/>
          </a:prstGeom>
        </p:spPr>
        <p:txBody>
          <a:bodyPr anchor="b">
            <a:normAutofit/>
          </a:bodyPr>
          <a:lstStyle>
            <a:lvl1pPr algn="ctr">
              <a:defRPr kumimoji="0" sz="12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lang="en-US" dirty="0"/>
              <a:t>Presentation</a:t>
            </a:r>
            <a:r>
              <a:rPr dirty="0"/>
              <a:t> </a:t>
            </a:r>
            <a:r>
              <a:rPr lang="en-ID" dirty="0"/>
              <a:t>Title</a:t>
            </a:r>
            <a:endParaRPr dirty="0"/>
          </a:p>
        </p:txBody>
      </p:sp>
      <p:sp>
        <p:nvSpPr>
          <p:cNvPr id="2" name="Text Placeholder 2">
            <a:extLst>
              <a:ext uri="{FF2B5EF4-FFF2-40B4-BE49-F238E27FC236}">
                <a16:creationId xmlns:a16="http://schemas.microsoft.com/office/drawing/2014/main" id="{23DCB9E1-9FF7-C612-AB16-FF6707878307}"/>
              </a:ext>
            </a:extLst>
          </p:cNvPr>
          <p:cNvSpPr>
            <a:spLocks noGrp="1"/>
          </p:cNvSpPr>
          <p:nvPr>
            <p:ph type="body" sz="quarter" idx="11" hasCustomPrompt="1"/>
          </p:nvPr>
        </p:nvSpPr>
        <p:spPr>
          <a:xfrm>
            <a:off x="10058192" y="11538583"/>
            <a:ext cx="4212692" cy="745888"/>
          </a:xfrm>
        </p:spPr>
        <p:txBody>
          <a:bodyPr>
            <a:normAutofit/>
          </a:bodyPr>
          <a:lstStyle>
            <a:lvl1pPr marL="0" indent="0" algn="ctr">
              <a:buNone/>
              <a:def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defRPr>
            </a:lvl1pPr>
          </a:lstStyle>
          <a:p>
            <a:pPr lvl="0"/>
            <a:r>
              <a:rPr lang="en-US" dirty="0"/>
              <a:t>Type your name</a:t>
            </a:r>
          </a:p>
        </p:txBody>
      </p:sp>
      <p:sp>
        <p:nvSpPr>
          <p:cNvPr id="3" name="UNIVERSITAS BINA NUSANTARA">
            <a:extLst>
              <a:ext uri="{FF2B5EF4-FFF2-40B4-BE49-F238E27FC236}">
                <a16:creationId xmlns:a16="http://schemas.microsoft.com/office/drawing/2014/main" id="{76287026-42FF-418F-A536-8F52F4949E8D}"/>
              </a:ext>
            </a:extLst>
          </p:cNvPr>
          <p:cNvSpPr txBox="1"/>
          <p:nvPr userDrawn="1"/>
        </p:nvSpPr>
        <p:spPr>
          <a:xfrm>
            <a:off x="10058192" y="11100823"/>
            <a:ext cx="4212692" cy="35125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p>
            <a:pPr algn="l" defTabSz="821531">
              <a:lnSpc>
                <a:spcPct val="80000"/>
              </a:lnSpc>
              <a:defRPr sz="3600">
                <a:solidFill>
                  <a:srgbClr val="FFFFFF"/>
                </a:solidFill>
                <a:latin typeface="Open Sans Light"/>
                <a:ea typeface="Open Sans Light"/>
                <a:cs typeface="Open Sans Light"/>
                <a:sym typeface="Open Sans"/>
              </a:defRPr>
            </a:pPr>
            <a:r>
              <a:rPr lang="en-US" sz="2800" dirty="0"/>
              <a:t>SUBJECT MATTER EXPERT</a:t>
            </a:r>
            <a:endParaRPr sz="2800" b="1" dirty="0"/>
          </a:p>
        </p:txBody>
      </p:sp>
      <p:pic>
        <p:nvPicPr>
          <p:cNvPr id="4" name="Picture 3">
            <a:extLst>
              <a:ext uri="{FF2B5EF4-FFF2-40B4-BE49-F238E27FC236}">
                <a16:creationId xmlns:a16="http://schemas.microsoft.com/office/drawing/2014/main" id="{22412E04-E7E5-6907-9DD0-CE975EF38391}"/>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766722" y="758208"/>
            <a:ext cx="2698754" cy="1143002"/>
          </a:xfrm>
          <a:prstGeom prst="rect">
            <a:avLst/>
          </a:prstGeom>
        </p:spPr>
      </p:pic>
    </p:spTree>
    <p:extLst>
      <p:ext uri="{BB962C8B-B14F-4D97-AF65-F5344CB8AC3E}">
        <p14:creationId xmlns:p14="http://schemas.microsoft.com/office/powerpoint/2010/main" val="500318571"/>
      </p:ext>
    </p:extLst>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x" preserve="1">
  <p:cSld name="Section type 1">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2" name="Picture 1">
            <a:extLst>
              <a:ext uri="{FF2B5EF4-FFF2-40B4-BE49-F238E27FC236}">
                <a16:creationId xmlns:a16="http://schemas.microsoft.com/office/drawing/2014/main" id="{8C493109-42AD-F678-F34A-9DA73287D106}"/>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766722" y="758208"/>
            <a:ext cx="2698754" cy="1143002"/>
          </a:xfrm>
          <a:prstGeom prst="rect">
            <a:avLst/>
          </a:prstGeom>
        </p:spPr>
      </p:pic>
    </p:spTree>
    <p:extLst>
      <p:ext uri="{BB962C8B-B14F-4D97-AF65-F5344CB8AC3E}">
        <p14:creationId xmlns:p14="http://schemas.microsoft.com/office/powerpoint/2010/main" val="28262084"/>
      </p:ext>
    </p:extLst>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x" preserve="1">
  <p:cSld name="Section type 2">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8" name="Rectangle">
            <a:extLst>
              <a:ext uri="{FF2B5EF4-FFF2-40B4-BE49-F238E27FC236}">
                <a16:creationId xmlns:a16="http://schemas.microsoft.com/office/drawing/2014/main" id="{039E3D91-9575-7645-A4DA-1857555C3973}"/>
              </a:ext>
            </a:extLst>
          </p:cNvPr>
          <p:cNvSpPr/>
          <p:nvPr userDrawn="1"/>
        </p:nvSpPr>
        <p:spPr>
          <a:xfrm>
            <a:off x="0" y="0"/>
            <a:ext cx="24384000" cy="13716000"/>
          </a:xfrm>
          <a:prstGeom prst="rect">
            <a:avLst/>
          </a:prstGeom>
          <a:gradFill>
            <a:gsLst>
              <a:gs pos="0">
                <a:srgbClr val="F15A24"/>
              </a:gs>
              <a:gs pos="100000">
                <a:srgbClr val="F8A036"/>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t>Section Title</a:t>
            </a:r>
          </a:p>
        </p:txBody>
      </p:sp>
      <p:pic>
        <p:nvPicPr>
          <p:cNvPr id="2" name="Picture 1">
            <a:extLst>
              <a:ext uri="{FF2B5EF4-FFF2-40B4-BE49-F238E27FC236}">
                <a16:creationId xmlns:a16="http://schemas.microsoft.com/office/drawing/2014/main" id="{79C614F1-89F8-B808-9DD9-229AAF4CE537}"/>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766722" y="758208"/>
            <a:ext cx="2698754" cy="1143002"/>
          </a:xfrm>
          <a:prstGeom prst="rect">
            <a:avLst/>
          </a:prstGeom>
        </p:spPr>
      </p:pic>
    </p:spTree>
    <p:extLst>
      <p:ext uri="{BB962C8B-B14F-4D97-AF65-F5344CB8AC3E}">
        <p14:creationId xmlns:p14="http://schemas.microsoft.com/office/powerpoint/2010/main" val="1821208626"/>
      </p:ext>
    </p:extLst>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x" preserve="1">
  <p:cSld name="Section type 3">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10" name="Rectangle">
            <a:extLst>
              <a:ext uri="{FF2B5EF4-FFF2-40B4-BE49-F238E27FC236}">
                <a16:creationId xmlns:a16="http://schemas.microsoft.com/office/drawing/2014/main" id="{9B58D5CA-1AEF-754B-9F74-AE29F8DD61D5}"/>
              </a:ext>
            </a:extLst>
          </p:cNvPr>
          <p:cNvSpPr/>
          <p:nvPr userDrawn="1"/>
        </p:nvSpPr>
        <p:spPr>
          <a:xfrm>
            <a:off x="-1" y="0"/>
            <a:ext cx="24384001" cy="13716000"/>
          </a:xfrm>
          <a:prstGeom prst="rect">
            <a:avLst/>
          </a:prstGeom>
          <a:gradFill>
            <a:gsLst>
              <a:gs pos="0">
                <a:srgbClr val="F89620"/>
              </a:gs>
              <a:gs pos="100000">
                <a:srgbClr val="FFB039"/>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2" name="Picture 1">
            <a:extLst>
              <a:ext uri="{FF2B5EF4-FFF2-40B4-BE49-F238E27FC236}">
                <a16:creationId xmlns:a16="http://schemas.microsoft.com/office/drawing/2014/main" id="{F8174CAF-8FC8-EDAE-768D-30BF9014380B}"/>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766722" y="758208"/>
            <a:ext cx="2698754" cy="1143002"/>
          </a:xfrm>
          <a:prstGeom prst="rect">
            <a:avLst/>
          </a:prstGeom>
        </p:spPr>
      </p:pic>
    </p:spTree>
    <p:extLst>
      <p:ext uri="{BB962C8B-B14F-4D97-AF65-F5344CB8AC3E}">
        <p14:creationId xmlns:p14="http://schemas.microsoft.com/office/powerpoint/2010/main" val="4029905156"/>
      </p:ext>
    </p:extLst>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type="tx" preserve="1">
  <p:cSld name="Section type 4">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8" name="Rectangle">
            <a:extLst>
              <a:ext uri="{FF2B5EF4-FFF2-40B4-BE49-F238E27FC236}">
                <a16:creationId xmlns:a16="http://schemas.microsoft.com/office/drawing/2014/main" id="{D74DB4AE-0419-BC41-9D4A-DC2FB6ABAE92}"/>
              </a:ext>
            </a:extLst>
          </p:cNvPr>
          <p:cNvSpPr/>
          <p:nvPr userDrawn="1"/>
        </p:nvSpPr>
        <p:spPr>
          <a:xfrm>
            <a:off x="0" y="0"/>
            <a:ext cx="24384000" cy="13716000"/>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2" name="Picture 1">
            <a:extLst>
              <a:ext uri="{FF2B5EF4-FFF2-40B4-BE49-F238E27FC236}">
                <a16:creationId xmlns:a16="http://schemas.microsoft.com/office/drawing/2014/main" id="{2E3F9842-C644-B204-B6FB-F1DB2194706F}"/>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766722" y="758208"/>
            <a:ext cx="2698754" cy="1143002"/>
          </a:xfrm>
          <a:prstGeom prst="rect">
            <a:avLst/>
          </a:prstGeom>
        </p:spPr>
      </p:pic>
    </p:spTree>
    <p:extLst>
      <p:ext uri="{BB962C8B-B14F-4D97-AF65-F5344CB8AC3E}">
        <p14:creationId xmlns:p14="http://schemas.microsoft.com/office/powerpoint/2010/main" val="2488882905"/>
      </p:ext>
    </p:extLst>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type="tx" preserve="1">
  <p:cSld name="Section type 5">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10" name="Rectangle">
            <a:extLst>
              <a:ext uri="{FF2B5EF4-FFF2-40B4-BE49-F238E27FC236}">
                <a16:creationId xmlns:a16="http://schemas.microsoft.com/office/drawing/2014/main" id="{5C668086-F712-8640-8B8D-2424E50E003F}"/>
              </a:ext>
            </a:extLst>
          </p:cNvPr>
          <p:cNvSpPr/>
          <p:nvPr userDrawn="1"/>
        </p:nvSpPr>
        <p:spPr>
          <a:xfrm>
            <a:off x="0" y="0"/>
            <a:ext cx="24384000" cy="13716000"/>
          </a:xfrm>
          <a:prstGeom prst="rect">
            <a:avLst/>
          </a:prstGeom>
          <a:gradFill>
            <a:gsLst>
              <a:gs pos="0">
                <a:srgbClr val="2670B8"/>
              </a:gs>
              <a:gs pos="100000">
                <a:srgbClr val="2258A7"/>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2" name="Picture 1">
            <a:extLst>
              <a:ext uri="{FF2B5EF4-FFF2-40B4-BE49-F238E27FC236}">
                <a16:creationId xmlns:a16="http://schemas.microsoft.com/office/drawing/2014/main" id="{F4F98E9C-690F-D5B2-6A0E-CA43C8C26AB9}"/>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766722" y="758208"/>
            <a:ext cx="2698754" cy="1143002"/>
          </a:xfrm>
          <a:prstGeom prst="rect">
            <a:avLst/>
          </a:prstGeom>
        </p:spPr>
      </p:pic>
    </p:spTree>
    <p:extLst>
      <p:ext uri="{BB962C8B-B14F-4D97-AF65-F5344CB8AC3E}">
        <p14:creationId xmlns:p14="http://schemas.microsoft.com/office/powerpoint/2010/main" val="1207302220"/>
      </p:ext>
    </p:extLst>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type="tx" preserve="1">
  <p:cSld name="Section type 6">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8" name="Rectangle">
            <a:extLst>
              <a:ext uri="{FF2B5EF4-FFF2-40B4-BE49-F238E27FC236}">
                <a16:creationId xmlns:a16="http://schemas.microsoft.com/office/drawing/2014/main" id="{B6B9E9EC-92F4-2943-BCEE-A17DD1A638A8}"/>
              </a:ext>
            </a:extLst>
          </p:cNvPr>
          <p:cNvSpPr/>
          <p:nvPr userDrawn="1"/>
        </p:nvSpPr>
        <p:spPr>
          <a:xfrm>
            <a:off x="-56844" y="-25400"/>
            <a:ext cx="24497688" cy="13766800"/>
          </a:xfrm>
          <a:prstGeom prst="rect">
            <a:avLst/>
          </a:prstGeom>
          <a:gradFill>
            <a:gsLst>
              <a:gs pos="0">
                <a:srgbClr val="315094"/>
              </a:gs>
              <a:gs pos="100000">
                <a:srgbClr val="293C6E"/>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2" name="Picture 1">
            <a:extLst>
              <a:ext uri="{FF2B5EF4-FFF2-40B4-BE49-F238E27FC236}">
                <a16:creationId xmlns:a16="http://schemas.microsoft.com/office/drawing/2014/main" id="{8EEBA59A-5DC7-987B-985C-E7F05D80D330}"/>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766722" y="758208"/>
            <a:ext cx="2698754" cy="1143002"/>
          </a:xfrm>
          <a:prstGeom prst="rect">
            <a:avLst/>
          </a:prstGeom>
        </p:spPr>
      </p:pic>
    </p:spTree>
    <p:extLst>
      <p:ext uri="{BB962C8B-B14F-4D97-AF65-F5344CB8AC3E}">
        <p14:creationId xmlns:p14="http://schemas.microsoft.com/office/powerpoint/2010/main" val="2512683092"/>
      </p:ext>
    </p:extLst>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type="tx" preserve="1">
  <p:cSld name="Section type 7">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10" name="Rectangle">
            <a:extLst>
              <a:ext uri="{FF2B5EF4-FFF2-40B4-BE49-F238E27FC236}">
                <a16:creationId xmlns:a16="http://schemas.microsoft.com/office/drawing/2014/main" id="{3B0134B8-92DD-5A47-83ED-ED2B1DC0A2FA}"/>
              </a:ext>
            </a:extLst>
          </p:cNvPr>
          <p:cNvSpPr/>
          <p:nvPr userDrawn="1"/>
        </p:nvSpPr>
        <p:spPr>
          <a:xfrm>
            <a:off x="-56844" y="-25400"/>
            <a:ext cx="24497688" cy="13766800"/>
          </a:xfrm>
          <a:prstGeom prst="rect">
            <a:avLst/>
          </a:prstGeom>
          <a:gradFill>
            <a:gsLst>
              <a:gs pos="0">
                <a:srgbClr val="797979"/>
              </a:gs>
              <a:gs pos="100000">
                <a:srgbClr val="A9A9A9"/>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2" name="Picture 1">
            <a:extLst>
              <a:ext uri="{FF2B5EF4-FFF2-40B4-BE49-F238E27FC236}">
                <a16:creationId xmlns:a16="http://schemas.microsoft.com/office/drawing/2014/main" id="{40722D20-F203-A321-C13A-3A85A24C3C30}"/>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766722" y="758208"/>
            <a:ext cx="2698754" cy="1143002"/>
          </a:xfrm>
          <a:prstGeom prst="rect">
            <a:avLst/>
          </a:prstGeom>
        </p:spPr>
      </p:pic>
    </p:spTree>
    <p:extLst>
      <p:ext uri="{BB962C8B-B14F-4D97-AF65-F5344CB8AC3E}">
        <p14:creationId xmlns:p14="http://schemas.microsoft.com/office/powerpoint/2010/main" val="3579463584"/>
      </p:ext>
    </p:extLst>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Content type 1">
    <p:spTree>
      <p:nvGrpSpPr>
        <p:cNvPr id="1" name=""/>
        <p:cNvGrpSpPr/>
        <p:nvPr/>
      </p:nvGrpSpPr>
      <p:grpSpPr>
        <a:xfrm>
          <a:off x="0" y="0"/>
          <a:ext cx="0" cy="0"/>
          <a:chOff x="0" y="0"/>
          <a:chExt cx="0" cy="0"/>
        </a:xfrm>
      </p:grpSpPr>
      <p:sp>
        <p:nvSpPr>
          <p:cNvPr id="10" name="Rectangle">
            <a:extLst>
              <a:ext uri="{FF2B5EF4-FFF2-40B4-BE49-F238E27FC236}">
                <a16:creationId xmlns:a16="http://schemas.microsoft.com/office/drawing/2014/main" id="{0CE21BA8-841F-EE46-90AB-358900DBBA45}"/>
              </a:ext>
            </a:extLst>
          </p:cNvPr>
          <p:cNvSpPr/>
          <p:nvPr userDrawn="1"/>
        </p:nvSpPr>
        <p:spPr>
          <a:xfrm>
            <a:off x="0" y="2363008"/>
            <a:ext cx="24384000" cy="11436178"/>
          </a:xfrm>
          <a:prstGeom prst="rect">
            <a:avLst/>
          </a:prstGeom>
          <a:solidFill>
            <a:srgbClr val="EBEBEB"/>
          </a:soli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21" name="Rounded Rectangle 20">
            <a:extLst>
              <a:ext uri="{FF2B5EF4-FFF2-40B4-BE49-F238E27FC236}">
                <a16:creationId xmlns:a16="http://schemas.microsoft.com/office/drawing/2014/main" id="{86AB40C6-E41E-9F54-5391-1B969D0CD911}"/>
              </a:ext>
            </a:extLst>
          </p:cNvPr>
          <p:cNvSpPr/>
          <p:nvPr userDrawn="1"/>
        </p:nvSpPr>
        <p:spPr>
          <a:xfrm>
            <a:off x="6181816" y="4686855"/>
            <a:ext cx="15362340" cy="1800000"/>
          </a:xfrm>
          <a:prstGeom prst="roundRect">
            <a:avLst/>
          </a:prstGeom>
          <a:solidFill>
            <a:schemeClr val="tx1">
              <a:lumMod val="40000"/>
              <a:lumOff val="6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4" name="Rounded Rectangle 13">
            <a:extLst>
              <a:ext uri="{FF2B5EF4-FFF2-40B4-BE49-F238E27FC236}">
                <a16:creationId xmlns:a16="http://schemas.microsoft.com/office/drawing/2014/main" id="{080221CE-1DAF-B881-9928-5F7152658A68}"/>
              </a:ext>
            </a:extLst>
          </p:cNvPr>
          <p:cNvSpPr/>
          <p:nvPr userDrawn="1"/>
        </p:nvSpPr>
        <p:spPr>
          <a:xfrm>
            <a:off x="2167377" y="4686855"/>
            <a:ext cx="4545657" cy="1800000"/>
          </a:xfrm>
          <a:prstGeom prst="roundRect">
            <a:avLst/>
          </a:prstGeom>
          <a:solidFill>
            <a:schemeClr val="accent1">
              <a:lumMod val="7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6" name="Text Placeholder 5">
            <a:extLst>
              <a:ext uri="{FF2B5EF4-FFF2-40B4-BE49-F238E27FC236}">
                <a16:creationId xmlns:a16="http://schemas.microsoft.com/office/drawing/2014/main" id="{769ADC5F-7856-93FC-73B6-D0FD6CF171F7}"/>
              </a:ext>
            </a:extLst>
          </p:cNvPr>
          <p:cNvSpPr>
            <a:spLocks noGrp="1"/>
          </p:cNvSpPr>
          <p:nvPr>
            <p:ph type="body" sz="quarter" idx="15"/>
          </p:nvPr>
        </p:nvSpPr>
        <p:spPr>
          <a:xfrm>
            <a:off x="7051814" y="4995800"/>
            <a:ext cx="13796177" cy="1204225"/>
          </a:xfrm>
        </p:spPr>
        <p:txBody>
          <a:bodyPr>
            <a:noAutofit/>
          </a:bodyPr>
          <a:lstStyle>
            <a:lvl1pPr marL="0" indent="0">
              <a:buNone/>
              <a:defRPr kumimoji="0" lang="en-US" sz="24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9" name="Text Placeholder 5">
            <a:extLst>
              <a:ext uri="{FF2B5EF4-FFF2-40B4-BE49-F238E27FC236}">
                <a16:creationId xmlns:a16="http://schemas.microsoft.com/office/drawing/2014/main" id="{00A99FD3-8026-DED8-6415-E6F86A722F09}"/>
              </a:ext>
            </a:extLst>
          </p:cNvPr>
          <p:cNvSpPr>
            <a:spLocks noGrp="1"/>
          </p:cNvSpPr>
          <p:nvPr>
            <p:ph type="body" sz="quarter" idx="18" hasCustomPrompt="1"/>
          </p:nvPr>
        </p:nvSpPr>
        <p:spPr>
          <a:xfrm>
            <a:off x="2754063" y="4995800"/>
            <a:ext cx="3372284" cy="1204225"/>
          </a:xfrm>
        </p:spPr>
        <p:txBody>
          <a:bodyPr>
            <a:noAutofit/>
          </a:bodyPr>
          <a:lstStyle>
            <a:lvl1pPr marL="0" indent="0">
              <a:buNone/>
              <a:defRPr kumimoji="0" lang="en-US" sz="28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dirty="0"/>
              <a:t>CLICK TO ADD TEXT</a:t>
            </a:r>
          </a:p>
        </p:txBody>
      </p:sp>
      <p:sp>
        <p:nvSpPr>
          <p:cNvPr id="5" name="Rounded Rectangle 4">
            <a:extLst>
              <a:ext uri="{FF2B5EF4-FFF2-40B4-BE49-F238E27FC236}">
                <a16:creationId xmlns:a16="http://schemas.microsoft.com/office/drawing/2014/main" id="{E247E1DC-6698-D91F-6E0F-EE6AA5A0EE44}"/>
              </a:ext>
            </a:extLst>
          </p:cNvPr>
          <p:cNvSpPr/>
          <p:nvPr userDrawn="1"/>
        </p:nvSpPr>
        <p:spPr>
          <a:xfrm>
            <a:off x="6181816" y="7440664"/>
            <a:ext cx="15362340" cy="1800000"/>
          </a:xfrm>
          <a:prstGeom prst="roundRect">
            <a:avLst/>
          </a:prstGeom>
          <a:solidFill>
            <a:schemeClr val="tx1">
              <a:lumMod val="40000"/>
              <a:lumOff val="6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6" name="Rounded Rectangle 5">
            <a:extLst>
              <a:ext uri="{FF2B5EF4-FFF2-40B4-BE49-F238E27FC236}">
                <a16:creationId xmlns:a16="http://schemas.microsoft.com/office/drawing/2014/main" id="{E4546BDD-E691-E2BA-47E5-B549A7229C89}"/>
              </a:ext>
            </a:extLst>
          </p:cNvPr>
          <p:cNvSpPr/>
          <p:nvPr userDrawn="1"/>
        </p:nvSpPr>
        <p:spPr>
          <a:xfrm>
            <a:off x="2167377" y="7440664"/>
            <a:ext cx="4545657" cy="1800000"/>
          </a:xfrm>
          <a:prstGeom prst="roundRect">
            <a:avLst/>
          </a:prstGeom>
          <a:solidFill>
            <a:schemeClr val="accent1">
              <a:lumMod val="7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8" name="Text Placeholder 5">
            <a:extLst>
              <a:ext uri="{FF2B5EF4-FFF2-40B4-BE49-F238E27FC236}">
                <a16:creationId xmlns:a16="http://schemas.microsoft.com/office/drawing/2014/main" id="{260AF2BE-EDAA-B7C2-8580-AB1ACF70EF35}"/>
              </a:ext>
            </a:extLst>
          </p:cNvPr>
          <p:cNvSpPr>
            <a:spLocks noGrp="1"/>
          </p:cNvSpPr>
          <p:nvPr>
            <p:ph type="body" sz="quarter" idx="19"/>
          </p:nvPr>
        </p:nvSpPr>
        <p:spPr>
          <a:xfrm>
            <a:off x="7051814" y="7749609"/>
            <a:ext cx="13796177" cy="1204225"/>
          </a:xfrm>
        </p:spPr>
        <p:txBody>
          <a:bodyPr>
            <a:noAutofit/>
          </a:bodyPr>
          <a:lstStyle>
            <a:lvl1pPr marL="0" indent="0">
              <a:buNone/>
              <a:defRPr kumimoji="0" lang="en-US" sz="24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9" name="Text Placeholder 5">
            <a:extLst>
              <a:ext uri="{FF2B5EF4-FFF2-40B4-BE49-F238E27FC236}">
                <a16:creationId xmlns:a16="http://schemas.microsoft.com/office/drawing/2014/main" id="{0EC36AFE-3A01-B3EC-7E28-B8F97B900365}"/>
              </a:ext>
            </a:extLst>
          </p:cNvPr>
          <p:cNvSpPr>
            <a:spLocks noGrp="1"/>
          </p:cNvSpPr>
          <p:nvPr>
            <p:ph type="body" sz="quarter" idx="20" hasCustomPrompt="1"/>
          </p:nvPr>
        </p:nvSpPr>
        <p:spPr>
          <a:xfrm>
            <a:off x="2754063" y="7749609"/>
            <a:ext cx="3372284" cy="1204225"/>
          </a:xfrm>
        </p:spPr>
        <p:txBody>
          <a:bodyPr>
            <a:noAutofit/>
          </a:bodyPr>
          <a:lstStyle>
            <a:lvl1pPr marL="0" indent="0">
              <a:buNone/>
              <a:defRPr kumimoji="0" lang="en-US" sz="28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dirty="0"/>
              <a:t>CLICK TO ADD TEXT</a:t>
            </a:r>
          </a:p>
        </p:txBody>
      </p:sp>
      <p:sp>
        <p:nvSpPr>
          <p:cNvPr id="11" name="Rounded Rectangle 10">
            <a:extLst>
              <a:ext uri="{FF2B5EF4-FFF2-40B4-BE49-F238E27FC236}">
                <a16:creationId xmlns:a16="http://schemas.microsoft.com/office/drawing/2014/main" id="{CE84B4FD-950C-7E7E-B32E-0106A01D53C4}"/>
              </a:ext>
            </a:extLst>
          </p:cNvPr>
          <p:cNvSpPr/>
          <p:nvPr userDrawn="1"/>
        </p:nvSpPr>
        <p:spPr>
          <a:xfrm>
            <a:off x="6181816" y="10194473"/>
            <a:ext cx="15362340" cy="1800000"/>
          </a:xfrm>
          <a:prstGeom prst="roundRect">
            <a:avLst/>
          </a:prstGeom>
          <a:solidFill>
            <a:schemeClr val="tx1">
              <a:lumMod val="40000"/>
              <a:lumOff val="6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2" name="Rounded Rectangle 11">
            <a:extLst>
              <a:ext uri="{FF2B5EF4-FFF2-40B4-BE49-F238E27FC236}">
                <a16:creationId xmlns:a16="http://schemas.microsoft.com/office/drawing/2014/main" id="{3B266147-1D67-88E4-9FE7-F833346E464A}"/>
              </a:ext>
            </a:extLst>
          </p:cNvPr>
          <p:cNvSpPr/>
          <p:nvPr userDrawn="1"/>
        </p:nvSpPr>
        <p:spPr>
          <a:xfrm>
            <a:off x="2167377" y="10194473"/>
            <a:ext cx="4545657" cy="1800000"/>
          </a:xfrm>
          <a:prstGeom prst="roundRect">
            <a:avLst/>
          </a:prstGeom>
          <a:solidFill>
            <a:schemeClr val="accent1">
              <a:lumMod val="7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5" name="Text Placeholder 5">
            <a:extLst>
              <a:ext uri="{FF2B5EF4-FFF2-40B4-BE49-F238E27FC236}">
                <a16:creationId xmlns:a16="http://schemas.microsoft.com/office/drawing/2014/main" id="{6248EF39-489B-0AB6-1C39-97964F6585CC}"/>
              </a:ext>
            </a:extLst>
          </p:cNvPr>
          <p:cNvSpPr>
            <a:spLocks noGrp="1"/>
          </p:cNvSpPr>
          <p:nvPr>
            <p:ph type="body" sz="quarter" idx="21"/>
          </p:nvPr>
        </p:nvSpPr>
        <p:spPr>
          <a:xfrm>
            <a:off x="7051814" y="10503418"/>
            <a:ext cx="13796177" cy="1204225"/>
          </a:xfrm>
        </p:spPr>
        <p:txBody>
          <a:bodyPr>
            <a:noAutofit/>
          </a:bodyPr>
          <a:lstStyle>
            <a:lvl1pPr marL="0" indent="0">
              <a:buNone/>
              <a:defRPr kumimoji="0" lang="en-US" sz="24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16" name="Text Placeholder 5">
            <a:extLst>
              <a:ext uri="{FF2B5EF4-FFF2-40B4-BE49-F238E27FC236}">
                <a16:creationId xmlns:a16="http://schemas.microsoft.com/office/drawing/2014/main" id="{E37917F2-61C0-8B23-0D87-2AA3EEB8377A}"/>
              </a:ext>
            </a:extLst>
          </p:cNvPr>
          <p:cNvSpPr>
            <a:spLocks noGrp="1"/>
          </p:cNvSpPr>
          <p:nvPr>
            <p:ph type="body" sz="quarter" idx="22" hasCustomPrompt="1"/>
          </p:nvPr>
        </p:nvSpPr>
        <p:spPr>
          <a:xfrm>
            <a:off x="2754063" y="10503418"/>
            <a:ext cx="3372284" cy="1204225"/>
          </a:xfrm>
        </p:spPr>
        <p:txBody>
          <a:bodyPr>
            <a:noAutofit/>
          </a:bodyPr>
          <a:lstStyle>
            <a:lvl1pPr marL="0" indent="0">
              <a:buNone/>
              <a:defRPr kumimoji="0" lang="en-US" sz="28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dirty="0"/>
              <a:t>CLICK TO ADD TEXT</a:t>
            </a:r>
          </a:p>
        </p:txBody>
      </p:sp>
      <p:sp>
        <p:nvSpPr>
          <p:cNvPr id="17" name="Title 2">
            <a:extLst>
              <a:ext uri="{FF2B5EF4-FFF2-40B4-BE49-F238E27FC236}">
                <a16:creationId xmlns:a16="http://schemas.microsoft.com/office/drawing/2014/main" id="{3F0C4EB7-81AE-6D10-33F3-83A99AC2F3BA}"/>
              </a:ext>
            </a:extLst>
          </p:cNvPr>
          <p:cNvSpPr>
            <a:spLocks noGrp="1"/>
          </p:cNvSpPr>
          <p:nvPr>
            <p:ph type="title" hasCustomPrompt="1"/>
          </p:nvPr>
        </p:nvSpPr>
        <p:spPr>
          <a:xfrm>
            <a:off x="2167377" y="1872058"/>
            <a:ext cx="14715569" cy="510281"/>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8" name="Text Placeholder 4">
            <a:extLst>
              <a:ext uri="{FF2B5EF4-FFF2-40B4-BE49-F238E27FC236}">
                <a16:creationId xmlns:a16="http://schemas.microsoft.com/office/drawing/2014/main" id="{043113C8-679B-440C-38CF-27CC1A6FF3A6}"/>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rgbClr val="424242"/>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pic>
        <p:nvPicPr>
          <p:cNvPr id="2" name="Picture 1">
            <a:extLst>
              <a:ext uri="{FF2B5EF4-FFF2-40B4-BE49-F238E27FC236}">
                <a16:creationId xmlns:a16="http://schemas.microsoft.com/office/drawing/2014/main" id="{A7BDDA7B-8679-2A96-DA58-9B50735EAFF4}"/>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39334" y="-15464"/>
            <a:ext cx="3860800" cy="1473200"/>
          </a:xfrm>
          <a:prstGeom prst="rect">
            <a:avLst/>
          </a:prstGeom>
        </p:spPr>
      </p:pic>
    </p:spTree>
    <p:extLst>
      <p:ext uri="{BB962C8B-B14F-4D97-AF65-F5344CB8AC3E}">
        <p14:creationId xmlns:p14="http://schemas.microsoft.com/office/powerpoint/2010/main" val="3998102712"/>
      </p:ext>
    </p:extLst>
  </p:cSld>
  <p:clrMapOvr>
    <a:masterClrMapping/>
  </p:clrMapOvr>
  <p:transition spd="med"/>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t type 3">
    <p:spTree>
      <p:nvGrpSpPr>
        <p:cNvPr id="1" name=""/>
        <p:cNvGrpSpPr/>
        <p:nvPr/>
      </p:nvGrpSpPr>
      <p:grpSpPr>
        <a:xfrm>
          <a:off x="0" y="0"/>
          <a:ext cx="0" cy="0"/>
          <a:chOff x="0" y="0"/>
          <a:chExt cx="0" cy="0"/>
        </a:xfrm>
      </p:grpSpPr>
      <p:sp>
        <p:nvSpPr>
          <p:cNvPr id="99" name="Rectangle">
            <a:extLst>
              <a:ext uri="{FF2B5EF4-FFF2-40B4-BE49-F238E27FC236}">
                <a16:creationId xmlns:a16="http://schemas.microsoft.com/office/drawing/2014/main" id="{5B500D99-BCA8-5A47-AC2D-7A5DFB585C9A}"/>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104" name="Content Placeholder 7">
            <a:extLst>
              <a:ext uri="{FF2B5EF4-FFF2-40B4-BE49-F238E27FC236}">
                <a16:creationId xmlns:a16="http://schemas.microsoft.com/office/drawing/2014/main" id="{A238D5AC-1068-5240-9AFA-91BA1250D945}"/>
              </a:ext>
            </a:extLst>
          </p:cNvPr>
          <p:cNvSpPr>
            <a:spLocks noGrp="1"/>
          </p:cNvSpPr>
          <p:nvPr>
            <p:ph sz="quarter" idx="11"/>
          </p:nvPr>
        </p:nvSpPr>
        <p:spPr>
          <a:xfrm>
            <a:off x="5486930" y="5334432"/>
            <a:ext cx="13714940" cy="4522264"/>
          </a:xfrm>
        </p:spPr>
        <p:txBody>
          <a:bodyPr>
            <a:normAutofit/>
          </a:bodyPr>
          <a:lstStyle>
            <a:lvl1pPr marL="266700" indent="-266700">
              <a:lnSpc>
                <a:spcPct val="100000"/>
              </a:lnSpc>
              <a:tabLst/>
              <a:defRPr kumimoji="0" lang="en-US" sz="2600" b="0" i="0" u="none" strike="noStrike" cap="none" spc="0" normalizeH="0" baseline="0">
                <a:ln>
                  <a:noFill/>
                </a:ln>
                <a:solidFill>
                  <a:schemeClr val="bg1"/>
                </a:solidFill>
                <a:effectLst/>
                <a:uFillTx/>
                <a:latin typeface="Open Sans Light"/>
                <a:ea typeface="Open Sans Light"/>
                <a:cs typeface="Open Sans Light"/>
                <a:sym typeface="Helvetica Neue"/>
              </a:defRPr>
            </a:lvl1pPr>
            <a:lvl2pPr marL="890588" indent="-280988">
              <a:lnSpc>
                <a:spcPct val="100000"/>
              </a:lnSpc>
              <a:tabLst/>
              <a:defRPr kumimoji="0" lang="en-US" sz="2600" b="0" i="0" u="none" strike="noStrike" cap="none" spc="0" normalizeH="0" baseline="0">
                <a:ln>
                  <a:noFill/>
                </a:ln>
                <a:solidFill>
                  <a:schemeClr val="bg1"/>
                </a:solidFill>
                <a:effectLst/>
                <a:uFillTx/>
                <a:latin typeface="Open Sans Light"/>
                <a:ea typeface="Open Sans Light"/>
                <a:cs typeface="Open Sans Light"/>
                <a:sym typeface="Helvetica Neue"/>
              </a:defRPr>
            </a:lvl2pPr>
            <a:lvl3pPr marL="1470025" indent="-250825">
              <a:lnSpc>
                <a:spcPct val="100000"/>
              </a:lnSpc>
              <a:tabLst/>
              <a:defRPr kumimoji="0" lang="en-US" sz="2600" b="0" i="0" u="none" strike="noStrike" cap="none" spc="0" normalizeH="0" baseline="0">
                <a:ln>
                  <a:noFill/>
                </a:ln>
                <a:solidFill>
                  <a:schemeClr val="bg1"/>
                </a:solidFill>
                <a:effectLst/>
                <a:uFillTx/>
                <a:latin typeface="Open Sans Light"/>
                <a:ea typeface="Open Sans Light"/>
                <a:cs typeface="Open Sans Light"/>
                <a:sym typeface="Helvetica Neue"/>
              </a:defRPr>
            </a:lvl3pPr>
            <a:lvl4pPr marL="2138363" indent="-309563">
              <a:lnSpc>
                <a:spcPct val="100000"/>
              </a:lnSpc>
              <a:tabLst/>
              <a:defRPr kumimoji="0" lang="en-US" sz="2600" b="0" i="0" u="none" strike="noStrike" cap="none" spc="0" normalizeH="0" baseline="0">
                <a:ln>
                  <a:noFill/>
                </a:ln>
                <a:solidFill>
                  <a:schemeClr val="bg1"/>
                </a:solidFill>
                <a:effectLst/>
                <a:uFillTx/>
                <a:latin typeface="Open Sans Light"/>
                <a:ea typeface="Open Sans Light"/>
                <a:cs typeface="Open Sans Light"/>
                <a:sym typeface="Helvetica Neue"/>
              </a:defRPr>
            </a:lvl4pPr>
            <a:lvl5pPr marL="2717800" indent="-279400">
              <a:lnSpc>
                <a:spcPct val="100000"/>
              </a:lnSpc>
              <a:tabLst/>
              <a:defRPr kumimoji="0" lang="en-US" sz="2600" b="0" i="0" u="none" strike="noStrike" cap="none" spc="0" normalizeH="0" baseline="0">
                <a:ln>
                  <a:noFill/>
                </a:ln>
                <a:solidFill>
                  <a:schemeClr val="bg1"/>
                </a:solidFill>
                <a:effectLst/>
                <a:uFillTx/>
                <a:latin typeface="Open Sans Light"/>
                <a:ea typeface="Open Sans Light"/>
                <a:cs typeface="Open Sans Light"/>
                <a:sym typeface="Helvetica Neu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2" name="Picture 1">
            <a:extLst>
              <a:ext uri="{FF2B5EF4-FFF2-40B4-BE49-F238E27FC236}">
                <a16:creationId xmlns:a16="http://schemas.microsoft.com/office/drawing/2014/main" id="{F2C79DE9-4AFD-C17C-6D01-10CB5913C734}"/>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39334" y="-15464"/>
            <a:ext cx="3860800" cy="1473200"/>
          </a:xfrm>
          <a:prstGeom prst="rect">
            <a:avLst/>
          </a:prstGeom>
        </p:spPr>
      </p:pic>
    </p:spTree>
    <p:extLst>
      <p:ext uri="{BB962C8B-B14F-4D97-AF65-F5344CB8AC3E}">
        <p14:creationId xmlns:p14="http://schemas.microsoft.com/office/powerpoint/2010/main" val="4134051035"/>
      </p:ext>
    </p:extLst>
  </p:cSld>
  <p:clrMapOvr>
    <a:masterClrMapping/>
  </p:clrMapOvr>
  <p:transition spd="med"/>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ntent type 4">
    <p:spTree>
      <p:nvGrpSpPr>
        <p:cNvPr id="1" name=""/>
        <p:cNvGrpSpPr/>
        <p:nvPr/>
      </p:nvGrpSpPr>
      <p:grpSpPr>
        <a:xfrm>
          <a:off x="0" y="0"/>
          <a:ext cx="0" cy="0"/>
          <a:chOff x="0" y="0"/>
          <a:chExt cx="0" cy="0"/>
        </a:xfrm>
      </p:grpSpPr>
      <p:sp>
        <p:nvSpPr>
          <p:cNvPr id="5" name="Rectangle">
            <a:extLst>
              <a:ext uri="{FF2B5EF4-FFF2-40B4-BE49-F238E27FC236}">
                <a16:creationId xmlns:a16="http://schemas.microsoft.com/office/drawing/2014/main" id="{D2A636C9-947E-150D-EB07-22919761FA60}"/>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25" name="Text Placeholder 5">
            <a:extLst>
              <a:ext uri="{FF2B5EF4-FFF2-40B4-BE49-F238E27FC236}">
                <a16:creationId xmlns:a16="http://schemas.microsoft.com/office/drawing/2014/main" id="{0C2D7F5C-BD73-5445-9E3A-82A31E22F625}"/>
              </a:ext>
            </a:extLst>
          </p:cNvPr>
          <p:cNvSpPr>
            <a:spLocks noGrp="1"/>
          </p:cNvSpPr>
          <p:nvPr>
            <p:ph type="body" sz="quarter" idx="14"/>
          </p:nvPr>
        </p:nvSpPr>
        <p:spPr>
          <a:xfrm>
            <a:off x="2167377" y="9337350"/>
            <a:ext cx="4759266" cy="2315506"/>
          </a:xfrm>
        </p:spPr>
        <p:txBody>
          <a:bodyPr>
            <a:noAutofit/>
          </a:bodyPr>
          <a:lstStyle>
            <a:lvl1pPr marL="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6" name="Text Placeholder 5">
            <a:extLst>
              <a:ext uri="{FF2B5EF4-FFF2-40B4-BE49-F238E27FC236}">
                <a16:creationId xmlns:a16="http://schemas.microsoft.com/office/drawing/2014/main" id="{25FCA52D-C087-3347-A5F3-54D623B2115B}"/>
              </a:ext>
            </a:extLst>
          </p:cNvPr>
          <p:cNvSpPr>
            <a:spLocks noGrp="1"/>
          </p:cNvSpPr>
          <p:nvPr>
            <p:ph type="body" sz="quarter" idx="15"/>
          </p:nvPr>
        </p:nvSpPr>
        <p:spPr>
          <a:xfrm>
            <a:off x="9405342" y="9337350"/>
            <a:ext cx="4759266" cy="2315506"/>
          </a:xfrm>
        </p:spPr>
        <p:txBody>
          <a:bodyPr>
            <a:noAutofit/>
          </a:bodyPr>
          <a:lstStyle>
            <a:lvl1pPr marL="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7" name="Text Placeholder 5">
            <a:extLst>
              <a:ext uri="{FF2B5EF4-FFF2-40B4-BE49-F238E27FC236}">
                <a16:creationId xmlns:a16="http://schemas.microsoft.com/office/drawing/2014/main" id="{F4A212B9-DBD9-E746-BAFB-9234B89096E8}"/>
              </a:ext>
            </a:extLst>
          </p:cNvPr>
          <p:cNvSpPr>
            <a:spLocks noGrp="1"/>
          </p:cNvSpPr>
          <p:nvPr>
            <p:ph type="body" sz="quarter" idx="16"/>
          </p:nvPr>
        </p:nvSpPr>
        <p:spPr>
          <a:xfrm>
            <a:off x="16643307" y="9337350"/>
            <a:ext cx="4759266" cy="2315506"/>
          </a:xfrm>
        </p:spPr>
        <p:txBody>
          <a:bodyPr>
            <a:noAutofit/>
          </a:bodyPr>
          <a:lstStyle>
            <a:lvl1pPr marL="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8" name="Picture Placeholder 3">
            <a:extLst>
              <a:ext uri="{FF2B5EF4-FFF2-40B4-BE49-F238E27FC236}">
                <a16:creationId xmlns:a16="http://schemas.microsoft.com/office/drawing/2014/main" id="{3A552A97-F867-374E-B40D-BD84D808047E}"/>
              </a:ext>
            </a:extLst>
          </p:cNvPr>
          <p:cNvSpPr>
            <a:spLocks noGrp="1"/>
          </p:cNvSpPr>
          <p:nvPr>
            <p:ph type="pic" sz="quarter" idx="11"/>
          </p:nvPr>
        </p:nvSpPr>
        <p:spPr>
          <a:xfrm>
            <a:off x="2167377" y="4297293"/>
            <a:ext cx="4759266" cy="4172342"/>
          </a:xfrm>
        </p:spPr>
        <p:txBody>
          <a:bodyPr/>
          <a:lstStyle>
            <a:lvl1pPr marL="0" indent="0">
              <a:buNone/>
              <a:defRPr>
                <a:solidFill>
                  <a:schemeClr val="bg1"/>
                </a:solidFill>
              </a:defRPr>
            </a:lvl1pPr>
          </a:lstStyle>
          <a:p>
            <a:r>
              <a:rPr lang="en-US"/>
              <a:t>Click icon to add picture</a:t>
            </a:r>
            <a:endParaRPr lang="en-US" dirty="0"/>
          </a:p>
        </p:txBody>
      </p:sp>
      <p:sp>
        <p:nvSpPr>
          <p:cNvPr id="29" name="Picture Placeholder 3">
            <a:extLst>
              <a:ext uri="{FF2B5EF4-FFF2-40B4-BE49-F238E27FC236}">
                <a16:creationId xmlns:a16="http://schemas.microsoft.com/office/drawing/2014/main" id="{DB283EA2-01A0-334D-8038-2E3190C1B2B9}"/>
              </a:ext>
            </a:extLst>
          </p:cNvPr>
          <p:cNvSpPr>
            <a:spLocks noGrp="1"/>
          </p:cNvSpPr>
          <p:nvPr>
            <p:ph type="pic" sz="quarter" idx="12"/>
          </p:nvPr>
        </p:nvSpPr>
        <p:spPr>
          <a:xfrm>
            <a:off x="9405342" y="4297293"/>
            <a:ext cx="4759266" cy="4172342"/>
          </a:xfrm>
        </p:spPr>
        <p:txBody>
          <a:bodyPr/>
          <a:lstStyle>
            <a:lvl1pPr marL="0" indent="0">
              <a:buNone/>
              <a:defRPr>
                <a:solidFill>
                  <a:schemeClr val="bg1"/>
                </a:solidFill>
              </a:defRPr>
            </a:lvl1pPr>
          </a:lstStyle>
          <a:p>
            <a:r>
              <a:rPr lang="en-US"/>
              <a:t>Click icon to add picture</a:t>
            </a:r>
            <a:endParaRPr lang="en-US" dirty="0"/>
          </a:p>
        </p:txBody>
      </p:sp>
      <p:sp>
        <p:nvSpPr>
          <p:cNvPr id="30" name="Picture Placeholder 3">
            <a:extLst>
              <a:ext uri="{FF2B5EF4-FFF2-40B4-BE49-F238E27FC236}">
                <a16:creationId xmlns:a16="http://schemas.microsoft.com/office/drawing/2014/main" id="{B5710E30-F50B-2E47-A284-AB9A73F6AB8F}"/>
              </a:ext>
            </a:extLst>
          </p:cNvPr>
          <p:cNvSpPr>
            <a:spLocks noGrp="1"/>
          </p:cNvSpPr>
          <p:nvPr>
            <p:ph type="pic" sz="quarter" idx="13"/>
          </p:nvPr>
        </p:nvSpPr>
        <p:spPr>
          <a:xfrm>
            <a:off x="16643307" y="4297293"/>
            <a:ext cx="4759266" cy="4172342"/>
          </a:xfrm>
        </p:spPr>
        <p:txBody>
          <a:bodyPr/>
          <a:lstStyle>
            <a:lvl1pPr marL="0" indent="0">
              <a:buNone/>
              <a:defRPr>
                <a:solidFill>
                  <a:schemeClr val="bg1"/>
                </a:solidFill>
              </a:defRPr>
            </a:lvl1pPr>
          </a:lstStyle>
          <a:p>
            <a:r>
              <a:rPr lang="en-US"/>
              <a:t>Click icon to add picture</a:t>
            </a:r>
            <a:endParaRPr lang="en-US" dirty="0"/>
          </a:p>
        </p:txBody>
      </p:sp>
      <p:pic>
        <p:nvPicPr>
          <p:cNvPr id="2" name="Picture 1">
            <a:extLst>
              <a:ext uri="{FF2B5EF4-FFF2-40B4-BE49-F238E27FC236}">
                <a16:creationId xmlns:a16="http://schemas.microsoft.com/office/drawing/2014/main" id="{07CBA874-2A87-342A-D528-C2660A034B15}"/>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39334" y="-15464"/>
            <a:ext cx="3860800" cy="1473200"/>
          </a:xfrm>
          <a:prstGeom prst="rect">
            <a:avLst/>
          </a:prstGeom>
        </p:spPr>
      </p:pic>
    </p:spTree>
    <p:extLst>
      <p:ext uri="{BB962C8B-B14F-4D97-AF65-F5344CB8AC3E}">
        <p14:creationId xmlns:p14="http://schemas.microsoft.com/office/powerpoint/2010/main" val="3505189200"/>
      </p:ext>
    </p:extLst>
  </p:cSld>
  <p:clrMapOvr>
    <a:masterClrMapping/>
  </p:clrMapOvr>
  <p:transition spd="med"/>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3_Content type 4">
    <p:spTree>
      <p:nvGrpSpPr>
        <p:cNvPr id="1" name=""/>
        <p:cNvGrpSpPr/>
        <p:nvPr/>
      </p:nvGrpSpPr>
      <p:grpSpPr>
        <a:xfrm>
          <a:off x="0" y="0"/>
          <a:ext cx="0" cy="0"/>
          <a:chOff x="0" y="0"/>
          <a:chExt cx="0" cy="0"/>
        </a:xfrm>
      </p:grpSpPr>
      <p:sp>
        <p:nvSpPr>
          <p:cNvPr id="5" name="Rectangle">
            <a:extLst>
              <a:ext uri="{FF2B5EF4-FFF2-40B4-BE49-F238E27FC236}">
                <a16:creationId xmlns:a16="http://schemas.microsoft.com/office/drawing/2014/main" id="{3A325C97-8FC1-69A4-76A6-9BFCCE62D08F}"/>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4" name="Right Arrow 3">
            <a:extLst>
              <a:ext uri="{FF2B5EF4-FFF2-40B4-BE49-F238E27FC236}">
                <a16:creationId xmlns:a16="http://schemas.microsoft.com/office/drawing/2014/main" id="{8F28C692-0EE9-7D99-17B4-3313049F0A01}"/>
              </a:ext>
            </a:extLst>
          </p:cNvPr>
          <p:cNvSpPr/>
          <p:nvPr userDrawn="1"/>
        </p:nvSpPr>
        <p:spPr>
          <a:xfrm>
            <a:off x="7398337" y="6690612"/>
            <a:ext cx="1573640" cy="1182013"/>
          </a:xfrm>
          <a:prstGeom prst="rightArrow">
            <a:avLst/>
          </a:prstGeom>
          <a:solidFill>
            <a:schemeClr val="accent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 name="Rounded Rectangle 1">
            <a:extLst>
              <a:ext uri="{FF2B5EF4-FFF2-40B4-BE49-F238E27FC236}">
                <a16:creationId xmlns:a16="http://schemas.microsoft.com/office/drawing/2014/main" id="{01B89336-F494-2062-ED79-0A44623AD4C4}"/>
              </a:ext>
            </a:extLst>
          </p:cNvPr>
          <p:cNvSpPr/>
          <p:nvPr userDrawn="1"/>
        </p:nvSpPr>
        <p:spPr>
          <a:xfrm>
            <a:off x="2167377" y="5155107"/>
            <a:ext cx="4924799" cy="4320000"/>
          </a:xfrm>
          <a:prstGeom prst="roundRect">
            <a:avLst>
              <a:gd name="adj" fmla="val 7112"/>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5" name="Text Placeholder 5">
            <a:extLst>
              <a:ext uri="{FF2B5EF4-FFF2-40B4-BE49-F238E27FC236}">
                <a16:creationId xmlns:a16="http://schemas.microsoft.com/office/drawing/2014/main" id="{0C2D7F5C-BD73-5445-9E3A-82A31E22F625}"/>
              </a:ext>
            </a:extLst>
          </p:cNvPr>
          <p:cNvSpPr>
            <a:spLocks noGrp="1"/>
          </p:cNvSpPr>
          <p:nvPr>
            <p:ph type="body" sz="quarter" idx="14"/>
          </p:nvPr>
        </p:nvSpPr>
        <p:spPr>
          <a:xfrm>
            <a:off x="2594247" y="5701845"/>
            <a:ext cx="3895763" cy="3300760"/>
          </a:xfrm>
        </p:spPr>
        <p:txBody>
          <a:bodyPr>
            <a:noAutofit/>
          </a:bodyPr>
          <a:lstStyle>
            <a:lvl1pPr marL="0" indent="0">
              <a:buNone/>
              <a:defRPr kumimoji="0" lang="en-US" sz="3200" b="0" i="0" u="none" strike="noStrike" cap="none" spc="0" normalizeH="0" baseline="0">
                <a:ln>
                  <a:noFill/>
                </a:ln>
                <a:solidFill>
                  <a:schemeClr val="accent1">
                    <a:lumMod val="50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17" name="Rounded Rectangle 16">
            <a:extLst>
              <a:ext uri="{FF2B5EF4-FFF2-40B4-BE49-F238E27FC236}">
                <a16:creationId xmlns:a16="http://schemas.microsoft.com/office/drawing/2014/main" id="{651AEE51-4476-0347-EE71-4727AC7D90CC}"/>
              </a:ext>
            </a:extLst>
          </p:cNvPr>
          <p:cNvSpPr/>
          <p:nvPr userDrawn="1"/>
        </p:nvSpPr>
        <p:spPr>
          <a:xfrm>
            <a:off x="9278138" y="5155107"/>
            <a:ext cx="4924799" cy="4320000"/>
          </a:xfrm>
          <a:prstGeom prst="roundRect">
            <a:avLst>
              <a:gd name="adj" fmla="val 7112"/>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9" name="Rounded Rectangle 18">
            <a:extLst>
              <a:ext uri="{FF2B5EF4-FFF2-40B4-BE49-F238E27FC236}">
                <a16:creationId xmlns:a16="http://schemas.microsoft.com/office/drawing/2014/main" id="{C8DF8073-7CBE-78F8-385D-33EC70507F81}"/>
              </a:ext>
            </a:extLst>
          </p:cNvPr>
          <p:cNvSpPr/>
          <p:nvPr userDrawn="1"/>
        </p:nvSpPr>
        <p:spPr>
          <a:xfrm>
            <a:off x="16388899" y="5155107"/>
            <a:ext cx="4924799" cy="4320000"/>
          </a:xfrm>
          <a:prstGeom prst="roundRect">
            <a:avLst>
              <a:gd name="adj" fmla="val 7112"/>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3" name="Text Placeholder 5">
            <a:extLst>
              <a:ext uri="{FF2B5EF4-FFF2-40B4-BE49-F238E27FC236}">
                <a16:creationId xmlns:a16="http://schemas.microsoft.com/office/drawing/2014/main" id="{5D06E93C-E9EF-DAD7-BDE3-8DDAB05CDF90}"/>
              </a:ext>
            </a:extLst>
          </p:cNvPr>
          <p:cNvSpPr>
            <a:spLocks noGrp="1"/>
          </p:cNvSpPr>
          <p:nvPr>
            <p:ph type="body" sz="quarter" idx="15"/>
          </p:nvPr>
        </p:nvSpPr>
        <p:spPr>
          <a:xfrm>
            <a:off x="9719708" y="5701845"/>
            <a:ext cx="3895763" cy="3300760"/>
          </a:xfrm>
        </p:spPr>
        <p:txBody>
          <a:bodyPr>
            <a:noAutofit/>
          </a:bodyPr>
          <a:lstStyle>
            <a:lvl1pPr marL="0" indent="0">
              <a:buNone/>
              <a:defRPr kumimoji="0" lang="en-US" sz="3200" b="0" i="0" u="none" strike="noStrike" cap="none" spc="0" normalizeH="0" baseline="0">
                <a:ln>
                  <a:noFill/>
                </a:ln>
                <a:solidFill>
                  <a:schemeClr val="accent1">
                    <a:lumMod val="50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4" name="Text Placeholder 5">
            <a:extLst>
              <a:ext uri="{FF2B5EF4-FFF2-40B4-BE49-F238E27FC236}">
                <a16:creationId xmlns:a16="http://schemas.microsoft.com/office/drawing/2014/main" id="{AB64C3FA-E7EC-73CE-DEC9-E0D1DACCC92F}"/>
              </a:ext>
            </a:extLst>
          </p:cNvPr>
          <p:cNvSpPr>
            <a:spLocks noGrp="1"/>
          </p:cNvSpPr>
          <p:nvPr>
            <p:ph type="body" sz="quarter" idx="16"/>
          </p:nvPr>
        </p:nvSpPr>
        <p:spPr>
          <a:xfrm>
            <a:off x="16882946" y="5701845"/>
            <a:ext cx="3895763" cy="3300760"/>
          </a:xfrm>
        </p:spPr>
        <p:txBody>
          <a:bodyPr>
            <a:noAutofit/>
          </a:bodyPr>
          <a:lstStyle>
            <a:lvl1pPr marL="0" indent="0">
              <a:buNone/>
              <a:defRPr kumimoji="0" lang="en-US" sz="3200" b="0" i="0" u="none" strike="noStrike" cap="none" spc="0" normalizeH="0" baseline="0">
                <a:ln>
                  <a:noFill/>
                </a:ln>
                <a:solidFill>
                  <a:schemeClr val="accent1">
                    <a:lumMod val="50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31" name="Text Placeholder 5">
            <a:extLst>
              <a:ext uri="{FF2B5EF4-FFF2-40B4-BE49-F238E27FC236}">
                <a16:creationId xmlns:a16="http://schemas.microsoft.com/office/drawing/2014/main" id="{1B745795-7EE3-42BF-EDBE-49D4FAD835F5}"/>
              </a:ext>
            </a:extLst>
          </p:cNvPr>
          <p:cNvSpPr>
            <a:spLocks noGrp="1"/>
          </p:cNvSpPr>
          <p:nvPr>
            <p:ph type="body" sz="quarter" idx="17"/>
          </p:nvPr>
        </p:nvSpPr>
        <p:spPr>
          <a:xfrm>
            <a:off x="2349891" y="10445295"/>
            <a:ext cx="19038148" cy="1701954"/>
          </a:xfrm>
        </p:spPr>
        <p:txBody>
          <a:bodyPr>
            <a:noAutofit/>
          </a:bodyPr>
          <a:lstStyle>
            <a:lvl1pPr marL="0" indent="0">
              <a:buNone/>
              <a:defRPr kumimoji="0" lang="en-US" sz="2800" b="0" i="0" u="none" strike="noStrike" cap="none" spc="0" normalizeH="0" baseline="0">
                <a:ln>
                  <a:noFill/>
                </a:ln>
                <a:solidFill>
                  <a:schemeClr val="bg1"/>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33" name="Right Arrow 32">
            <a:extLst>
              <a:ext uri="{FF2B5EF4-FFF2-40B4-BE49-F238E27FC236}">
                <a16:creationId xmlns:a16="http://schemas.microsoft.com/office/drawing/2014/main" id="{0AE76436-839B-BF36-E19E-893653562EA3}"/>
              </a:ext>
            </a:extLst>
          </p:cNvPr>
          <p:cNvSpPr/>
          <p:nvPr userDrawn="1"/>
        </p:nvSpPr>
        <p:spPr>
          <a:xfrm>
            <a:off x="14509098" y="6690612"/>
            <a:ext cx="1573640" cy="1182013"/>
          </a:xfrm>
          <a:prstGeom prst="rightArrow">
            <a:avLst/>
          </a:prstGeom>
          <a:solidFill>
            <a:schemeClr val="accent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8" name="Oval 7">
            <a:extLst>
              <a:ext uri="{FF2B5EF4-FFF2-40B4-BE49-F238E27FC236}">
                <a16:creationId xmlns:a16="http://schemas.microsoft.com/office/drawing/2014/main" id="{DCFF0438-821D-3C18-6D61-1BD73A4DC167}"/>
              </a:ext>
            </a:extLst>
          </p:cNvPr>
          <p:cNvSpPr/>
          <p:nvPr userDrawn="1"/>
        </p:nvSpPr>
        <p:spPr>
          <a:xfrm>
            <a:off x="4241849" y="4015089"/>
            <a:ext cx="775855" cy="836732"/>
          </a:xfrm>
          <a:prstGeom prst="ellipse">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3200" b="0" i="0" u="none" strike="noStrike" cap="none" spc="0" normalizeH="0" baseline="0" dirty="0">
                <a:ln>
                  <a:noFill/>
                </a:ln>
                <a:solidFill>
                  <a:schemeClr val="tx1"/>
                </a:solidFill>
                <a:effectLst/>
                <a:uFillTx/>
                <a:latin typeface="Open Sans Light" pitchFamily="2" charset="0"/>
                <a:ea typeface="Open Sans Light" pitchFamily="2" charset="0"/>
                <a:cs typeface="Open Sans Light" pitchFamily="2" charset="0"/>
                <a:sym typeface="Helvetica Neue Medium"/>
              </a:rPr>
              <a:t>1</a:t>
            </a:r>
          </a:p>
        </p:txBody>
      </p:sp>
      <p:sp>
        <p:nvSpPr>
          <p:cNvPr id="10" name="Oval 9">
            <a:extLst>
              <a:ext uri="{FF2B5EF4-FFF2-40B4-BE49-F238E27FC236}">
                <a16:creationId xmlns:a16="http://schemas.microsoft.com/office/drawing/2014/main" id="{1BC35716-81E4-A54F-3272-89DAA37CF79D}"/>
              </a:ext>
            </a:extLst>
          </p:cNvPr>
          <p:cNvSpPr/>
          <p:nvPr userDrawn="1"/>
        </p:nvSpPr>
        <p:spPr>
          <a:xfrm>
            <a:off x="11279661" y="4015089"/>
            <a:ext cx="775855" cy="836732"/>
          </a:xfrm>
          <a:prstGeom prst="ellipse">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3200" b="0" i="0" u="none" strike="noStrike" cap="none" spc="0" normalizeH="0" baseline="0" dirty="0">
                <a:ln>
                  <a:noFill/>
                </a:ln>
                <a:solidFill>
                  <a:schemeClr val="tx1"/>
                </a:solidFill>
                <a:effectLst/>
                <a:uFillTx/>
                <a:latin typeface="Open Sans Light" pitchFamily="2" charset="0"/>
                <a:ea typeface="Open Sans Light" pitchFamily="2" charset="0"/>
                <a:cs typeface="Open Sans Light" pitchFamily="2" charset="0"/>
                <a:sym typeface="Helvetica Neue Medium"/>
              </a:rPr>
              <a:t>2</a:t>
            </a:r>
          </a:p>
        </p:txBody>
      </p:sp>
      <p:sp>
        <p:nvSpPr>
          <p:cNvPr id="14" name="Oval 13">
            <a:extLst>
              <a:ext uri="{FF2B5EF4-FFF2-40B4-BE49-F238E27FC236}">
                <a16:creationId xmlns:a16="http://schemas.microsoft.com/office/drawing/2014/main" id="{6D587B62-738C-1BE8-E775-FC6EC9D2556E}"/>
              </a:ext>
            </a:extLst>
          </p:cNvPr>
          <p:cNvSpPr/>
          <p:nvPr userDrawn="1"/>
        </p:nvSpPr>
        <p:spPr>
          <a:xfrm>
            <a:off x="18463370" y="4015089"/>
            <a:ext cx="775855" cy="836732"/>
          </a:xfrm>
          <a:prstGeom prst="ellipse">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3200" b="0" i="0" u="none" strike="noStrike" cap="none" spc="0" normalizeH="0" baseline="0" dirty="0">
                <a:ln>
                  <a:noFill/>
                </a:ln>
                <a:solidFill>
                  <a:schemeClr val="tx1"/>
                </a:solidFill>
                <a:effectLst/>
                <a:uFillTx/>
                <a:latin typeface="Open Sans Light" pitchFamily="2" charset="0"/>
                <a:ea typeface="Open Sans Light" pitchFamily="2" charset="0"/>
                <a:cs typeface="Open Sans Light" pitchFamily="2" charset="0"/>
                <a:sym typeface="Helvetica Neue Medium"/>
              </a:rPr>
              <a:t>3</a:t>
            </a:r>
          </a:p>
        </p:txBody>
      </p:sp>
      <p:pic>
        <p:nvPicPr>
          <p:cNvPr id="6" name="Picture 5">
            <a:extLst>
              <a:ext uri="{FF2B5EF4-FFF2-40B4-BE49-F238E27FC236}">
                <a16:creationId xmlns:a16="http://schemas.microsoft.com/office/drawing/2014/main" id="{9A703794-B39A-7A69-54AC-AFD888C8CB46}"/>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39334" y="-15464"/>
            <a:ext cx="3860800" cy="1473200"/>
          </a:xfrm>
          <a:prstGeom prst="rect">
            <a:avLst/>
          </a:prstGeom>
        </p:spPr>
      </p:pic>
    </p:spTree>
    <p:extLst>
      <p:ext uri="{BB962C8B-B14F-4D97-AF65-F5344CB8AC3E}">
        <p14:creationId xmlns:p14="http://schemas.microsoft.com/office/powerpoint/2010/main" val="1809284995"/>
      </p:ext>
    </p:extLst>
  </p:cSld>
  <p:clrMapOvr>
    <a:masterClrMapping/>
  </p:clrMapOvr>
  <p:transition spd="med"/>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ntent type 5">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95F33489-AE64-A520-339D-37FA55DCDDCD}"/>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27" name="Text Placeholder 5">
            <a:extLst>
              <a:ext uri="{FF2B5EF4-FFF2-40B4-BE49-F238E27FC236}">
                <a16:creationId xmlns:a16="http://schemas.microsoft.com/office/drawing/2014/main" id="{F4A212B9-DBD9-E746-BAFB-9234B89096E8}"/>
              </a:ext>
            </a:extLst>
          </p:cNvPr>
          <p:cNvSpPr>
            <a:spLocks noGrp="1"/>
          </p:cNvSpPr>
          <p:nvPr>
            <p:ph type="body" sz="quarter" idx="16"/>
          </p:nvPr>
        </p:nvSpPr>
        <p:spPr>
          <a:xfrm>
            <a:off x="2167377" y="6556917"/>
            <a:ext cx="9768906" cy="5575610"/>
          </a:xfrm>
        </p:spPr>
        <p:txBody>
          <a:bodyPr>
            <a:noAutofit/>
          </a:bodyPr>
          <a:lstStyle>
            <a:lvl1pPr marL="0" indent="0">
              <a:buNone/>
              <a:defRPr kumimoji="0" lang="en-US" sz="26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34" name="Picture Placeholder 3">
            <a:extLst>
              <a:ext uri="{FF2B5EF4-FFF2-40B4-BE49-F238E27FC236}">
                <a16:creationId xmlns:a16="http://schemas.microsoft.com/office/drawing/2014/main" id="{199BEEEC-0D44-544B-A30D-8F854BF4A1E2}"/>
              </a:ext>
            </a:extLst>
          </p:cNvPr>
          <p:cNvSpPr>
            <a:spLocks noGrp="1"/>
          </p:cNvSpPr>
          <p:nvPr>
            <p:ph type="pic" sz="quarter" idx="13"/>
          </p:nvPr>
        </p:nvSpPr>
        <p:spPr>
          <a:xfrm>
            <a:off x="12339930" y="4210629"/>
            <a:ext cx="9099057" cy="7921898"/>
          </a:xfrm>
        </p:spPr>
        <p:txBody>
          <a:bodyPr/>
          <a:lstStyle>
            <a:lvl1pPr marL="0" indent="0">
              <a:buNone/>
              <a:defRPr b="0">
                <a:solidFill>
                  <a:schemeClr val="bg1"/>
                </a:solidFill>
              </a:defRPr>
            </a:lvl1pPr>
          </a:lstStyle>
          <a:p>
            <a:r>
              <a:rPr lang="en-US"/>
              <a:t>Click icon to add picture</a:t>
            </a:r>
            <a:endParaRPr lang="en-US" dirty="0"/>
          </a:p>
        </p:txBody>
      </p:sp>
      <p:sp>
        <p:nvSpPr>
          <p:cNvPr id="6" name="Text Placeholder 5">
            <a:extLst>
              <a:ext uri="{FF2B5EF4-FFF2-40B4-BE49-F238E27FC236}">
                <a16:creationId xmlns:a16="http://schemas.microsoft.com/office/drawing/2014/main" id="{313C6146-DC72-7FB3-6375-B120A24C107F}"/>
              </a:ext>
            </a:extLst>
          </p:cNvPr>
          <p:cNvSpPr>
            <a:spLocks noGrp="1"/>
          </p:cNvSpPr>
          <p:nvPr>
            <p:ph type="body" sz="quarter" idx="17" hasCustomPrompt="1"/>
          </p:nvPr>
        </p:nvSpPr>
        <p:spPr>
          <a:xfrm>
            <a:off x="2166938" y="4210049"/>
            <a:ext cx="9768874" cy="2039112"/>
          </a:xfrm>
        </p:spPr>
        <p:txBody>
          <a:bodyPr>
            <a:normAutofit/>
          </a:bodyPr>
          <a:lstStyle>
            <a:lvl1pPr marL="0" indent="0">
              <a:buNone/>
              <a:defRPr sz="4400">
                <a:solidFill>
                  <a:schemeClr val="bg1"/>
                </a:solidFill>
              </a:defRPr>
            </a:lvl1pPr>
            <a:lvl5pPr marL="2438400" indent="0" algn="l">
              <a:buFont typeface="Arial" panose="020B0604020202020204" pitchFamily="34" charset="0"/>
              <a:buNone/>
              <a:defRPr sz="4400">
                <a:solidFill>
                  <a:schemeClr val="bg1"/>
                </a:solidFill>
              </a:defRPr>
            </a:lvl5pPr>
          </a:lstStyle>
          <a:p>
            <a:pPr lvl="0"/>
            <a:r>
              <a:rPr lang="en-US" dirty="0"/>
              <a:t>Click to add text</a:t>
            </a:r>
          </a:p>
        </p:txBody>
      </p:sp>
      <p:pic>
        <p:nvPicPr>
          <p:cNvPr id="4" name="Picture 3">
            <a:extLst>
              <a:ext uri="{FF2B5EF4-FFF2-40B4-BE49-F238E27FC236}">
                <a16:creationId xmlns:a16="http://schemas.microsoft.com/office/drawing/2014/main" id="{64D25C93-1B77-566C-CD32-E4AC841F19C1}"/>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39334" y="-15464"/>
            <a:ext cx="3860800" cy="1473200"/>
          </a:xfrm>
          <a:prstGeom prst="rect">
            <a:avLst/>
          </a:prstGeom>
        </p:spPr>
      </p:pic>
    </p:spTree>
    <p:extLst>
      <p:ext uri="{BB962C8B-B14F-4D97-AF65-F5344CB8AC3E}">
        <p14:creationId xmlns:p14="http://schemas.microsoft.com/office/powerpoint/2010/main" val="2085329813"/>
      </p:ext>
    </p:extLst>
  </p:cSld>
  <p:clrMapOvr>
    <a:masterClrMapping/>
  </p:clrMapOvr>
  <p:transition spd="med"/>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Content type 5">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28F252AD-5DE4-7070-6059-31CB6E8E15CC}"/>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4" name="Or 3">
            <a:extLst>
              <a:ext uri="{FF2B5EF4-FFF2-40B4-BE49-F238E27FC236}">
                <a16:creationId xmlns:a16="http://schemas.microsoft.com/office/drawing/2014/main" id="{E68A1B27-C10C-399D-6C52-E0B8F062FF6D}"/>
              </a:ext>
            </a:extLst>
          </p:cNvPr>
          <p:cNvSpPr/>
          <p:nvPr userDrawn="1"/>
        </p:nvSpPr>
        <p:spPr>
          <a:xfrm>
            <a:off x="7481303" y="3712458"/>
            <a:ext cx="9144000" cy="9144000"/>
          </a:xfrm>
          <a:prstGeom prst="flowChartOr">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cxnSp>
        <p:nvCxnSpPr>
          <p:cNvPr id="8" name="Straight Connector 7">
            <a:extLst>
              <a:ext uri="{FF2B5EF4-FFF2-40B4-BE49-F238E27FC236}">
                <a16:creationId xmlns:a16="http://schemas.microsoft.com/office/drawing/2014/main" id="{9AE1FE12-D6E7-CC76-3FE4-BC8F0EC78DF0}"/>
              </a:ext>
            </a:extLst>
          </p:cNvPr>
          <p:cNvCxnSpPr>
            <a:cxnSpLocks/>
            <a:stCxn id="4" idx="0"/>
          </p:cNvCxnSpPr>
          <p:nvPr userDrawn="1"/>
        </p:nvCxnSpPr>
        <p:spPr>
          <a:xfrm>
            <a:off x="12053303" y="3712458"/>
            <a:ext cx="22098" cy="9144000"/>
          </a:xfrm>
          <a:prstGeom prst="line">
            <a:avLst/>
          </a:prstGeom>
          <a:noFill/>
          <a:ln w="76200" cap="flat">
            <a:solidFill>
              <a:srgbClr val="314F93"/>
            </a:solidFill>
            <a:prstDash val="solid"/>
            <a:miter lim="400000"/>
          </a:ln>
          <a:effectLst/>
          <a:sp3d/>
        </p:spPr>
        <p:style>
          <a:lnRef idx="0">
            <a:scrgbClr r="0" g="0" b="0"/>
          </a:lnRef>
          <a:fillRef idx="0">
            <a:scrgbClr r="0" g="0" b="0"/>
          </a:fillRef>
          <a:effectRef idx="0">
            <a:scrgbClr r="0" g="0" b="0"/>
          </a:effectRef>
          <a:fontRef idx="none"/>
        </p:style>
      </p:cxnSp>
      <p:cxnSp>
        <p:nvCxnSpPr>
          <p:cNvPr id="18" name="Straight Connector 17">
            <a:extLst>
              <a:ext uri="{FF2B5EF4-FFF2-40B4-BE49-F238E27FC236}">
                <a16:creationId xmlns:a16="http://schemas.microsoft.com/office/drawing/2014/main" id="{4945EE12-0322-D3C6-8589-1B9554503365}"/>
              </a:ext>
            </a:extLst>
          </p:cNvPr>
          <p:cNvCxnSpPr>
            <a:cxnSpLocks/>
            <a:endCxn id="4" idx="2"/>
          </p:cNvCxnSpPr>
          <p:nvPr userDrawn="1"/>
        </p:nvCxnSpPr>
        <p:spPr>
          <a:xfrm flipH="1">
            <a:off x="7481303" y="8284458"/>
            <a:ext cx="9144000" cy="0"/>
          </a:xfrm>
          <a:prstGeom prst="line">
            <a:avLst/>
          </a:prstGeom>
          <a:noFill/>
          <a:ln w="76200" cap="flat">
            <a:solidFill>
              <a:srgbClr val="314F93"/>
            </a:solidFill>
            <a:prstDash val="solid"/>
            <a:miter lim="400000"/>
          </a:ln>
          <a:effectLst/>
          <a:sp3d/>
        </p:spPr>
        <p:style>
          <a:lnRef idx="0">
            <a:scrgbClr r="0" g="0" b="0"/>
          </a:lnRef>
          <a:fillRef idx="0">
            <a:scrgbClr r="0" g="0" b="0"/>
          </a:fillRef>
          <a:effectRef idx="0">
            <a:scrgbClr r="0" g="0" b="0"/>
          </a:effectRef>
          <a:fontRef idx="none"/>
        </p:style>
      </p:cxnSp>
      <p:sp>
        <p:nvSpPr>
          <p:cNvPr id="16" name="Text Placeholder 15">
            <a:extLst>
              <a:ext uri="{FF2B5EF4-FFF2-40B4-BE49-F238E27FC236}">
                <a16:creationId xmlns:a16="http://schemas.microsoft.com/office/drawing/2014/main" id="{9B267469-4390-8C92-5D06-4DA338A102E6}"/>
              </a:ext>
            </a:extLst>
          </p:cNvPr>
          <p:cNvSpPr>
            <a:spLocks noGrp="1"/>
          </p:cNvSpPr>
          <p:nvPr>
            <p:ph type="body" sz="quarter" idx="11" hasCustomPrompt="1"/>
          </p:nvPr>
        </p:nvSpPr>
        <p:spPr>
          <a:xfrm>
            <a:off x="2166939" y="4018728"/>
            <a:ext cx="4683924" cy="3600000"/>
          </a:xfrm>
        </p:spPr>
        <p:txBody>
          <a:bodyPr>
            <a:normAutofit/>
          </a:bodyPr>
          <a:lstStyle>
            <a:lvl1pPr marL="0" indent="0">
              <a:buNone/>
              <a:defRPr sz="2800">
                <a:solidFill>
                  <a:schemeClr val="bg1"/>
                </a:solidFill>
              </a:defRPr>
            </a:lvl1pPr>
            <a:lvl5pPr marL="2438400" indent="0">
              <a:buNone/>
              <a:defRPr/>
            </a:lvl5pPr>
          </a:lstStyle>
          <a:p>
            <a:pPr lvl="0"/>
            <a:r>
              <a:rPr lang="en-US" dirty="0"/>
              <a:t>Click to add text</a:t>
            </a:r>
          </a:p>
        </p:txBody>
      </p:sp>
      <p:sp>
        <p:nvSpPr>
          <p:cNvPr id="25" name="Text Placeholder 15">
            <a:extLst>
              <a:ext uri="{FF2B5EF4-FFF2-40B4-BE49-F238E27FC236}">
                <a16:creationId xmlns:a16="http://schemas.microsoft.com/office/drawing/2014/main" id="{FC4F9637-2BA1-E3F7-1599-2295EF076CCC}"/>
              </a:ext>
            </a:extLst>
          </p:cNvPr>
          <p:cNvSpPr>
            <a:spLocks noGrp="1"/>
          </p:cNvSpPr>
          <p:nvPr>
            <p:ph type="body" sz="quarter" idx="12" hasCustomPrompt="1"/>
          </p:nvPr>
        </p:nvSpPr>
        <p:spPr>
          <a:xfrm>
            <a:off x="8056949" y="7294814"/>
            <a:ext cx="3795402" cy="751262"/>
          </a:xfrm>
        </p:spPr>
        <p:txBody>
          <a:bodyPr>
            <a:normAutofit/>
          </a:bodyPr>
          <a:lstStyle>
            <a:lvl1pPr marL="0" indent="0" algn="ctr">
              <a:buNone/>
              <a:defRPr sz="2800">
                <a:solidFill>
                  <a:srgbClr val="002060"/>
                </a:solidFill>
              </a:defRPr>
            </a:lvl1pPr>
            <a:lvl5pPr marL="2438400" indent="0">
              <a:buNone/>
              <a:defRPr/>
            </a:lvl5pPr>
          </a:lstStyle>
          <a:p>
            <a:pPr lvl="0"/>
            <a:r>
              <a:rPr lang="en-US" dirty="0"/>
              <a:t>Click to add text</a:t>
            </a:r>
          </a:p>
        </p:txBody>
      </p:sp>
      <p:sp>
        <p:nvSpPr>
          <p:cNvPr id="26" name="Text Placeholder 15">
            <a:extLst>
              <a:ext uri="{FF2B5EF4-FFF2-40B4-BE49-F238E27FC236}">
                <a16:creationId xmlns:a16="http://schemas.microsoft.com/office/drawing/2014/main" id="{47270689-CD03-86EE-AD4E-701F61CD37A1}"/>
              </a:ext>
            </a:extLst>
          </p:cNvPr>
          <p:cNvSpPr>
            <a:spLocks noGrp="1"/>
          </p:cNvSpPr>
          <p:nvPr>
            <p:ph type="body" sz="quarter" idx="13" hasCustomPrompt="1"/>
          </p:nvPr>
        </p:nvSpPr>
        <p:spPr>
          <a:xfrm>
            <a:off x="8056949" y="8617313"/>
            <a:ext cx="3795402" cy="751262"/>
          </a:xfrm>
        </p:spPr>
        <p:txBody>
          <a:bodyPr>
            <a:normAutofit/>
          </a:bodyPr>
          <a:lstStyle>
            <a:lvl1pPr marL="0" indent="0" algn="ctr">
              <a:buNone/>
              <a:defRPr sz="2800">
                <a:solidFill>
                  <a:srgbClr val="002060"/>
                </a:solidFill>
              </a:defRPr>
            </a:lvl1pPr>
            <a:lvl5pPr marL="2438400" indent="0">
              <a:buNone/>
              <a:defRPr/>
            </a:lvl5pPr>
          </a:lstStyle>
          <a:p>
            <a:pPr lvl="0"/>
            <a:r>
              <a:rPr lang="en-US" dirty="0"/>
              <a:t>Click to add text</a:t>
            </a:r>
          </a:p>
        </p:txBody>
      </p:sp>
      <p:sp>
        <p:nvSpPr>
          <p:cNvPr id="28" name="Text Placeholder 15">
            <a:extLst>
              <a:ext uri="{FF2B5EF4-FFF2-40B4-BE49-F238E27FC236}">
                <a16:creationId xmlns:a16="http://schemas.microsoft.com/office/drawing/2014/main" id="{B5939A4B-8504-2C32-E90E-9DA4843EF0EF}"/>
              </a:ext>
            </a:extLst>
          </p:cNvPr>
          <p:cNvSpPr>
            <a:spLocks noGrp="1"/>
          </p:cNvSpPr>
          <p:nvPr>
            <p:ph type="body" sz="quarter" idx="14" hasCustomPrompt="1"/>
          </p:nvPr>
        </p:nvSpPr>
        <p:spPr>
          <a:xfrm>
            <a:off x="12365741" y="7298299"/>
            <a:ext cx="3795402" cy="751262"/>
          </a:xfrm>
        </p:spPr>
        <p:txBody>
          <a:bodyPr>
            <a:normAutofit/>
          </a:bodyPr>
          <a:lstStyle>
            <a:lvl1pPr marL="0" indent="0" algn="ctr">
              <a:buNone/>
              <a:defRPr sz="2800">
                <a:solidFill>
                  <a:srgbClr val="002060"/>
                </a:solidFill>
              </a:defRPr>
            </a:lvl1pPr>
            <a:lvl5pPr marL="2438400" indent="0">
              <a:buNone/>
              <a:defRPr/>
            </a:lvl5pPr>
          </a:lstStyle>
          <a:p>
            <a:pPr lvl="0"/>
            <a:r>
              <a:rPr lang="en-US" dirty="0"/>
              <a:t>Click to add text</a:t>
            </a:r>
          </a:p>
        </p:txBody>
      </p:sp>
      <p:sp>
        <p:nvSpPr>
          <p:cNvPr id="29" name="Text Placeholder 15">
            <a:extLst>
              <a:ext uri="{FF2B5EF4-FFF2-40B4-BE49-F238E27FC236}">
                <a16:creationId xmlns:a16="http://schemas.microsoft.com/office/drawing/2014/main" id="{44D6C0A8-7DC7-6F84-E472-8E0CA423C51E}"/>
              </a:ext>
            </a:extLst>
          </p:cNvPr>
          <p:cNvSpPr>
            <a:spLocks noGrp="1"/>
          </p:cNvSpPr>
          <p:nvPr>
            <p:ph type="body" sz="quarter" idx="15" hasCustomPrompt="1"/>
          </p:nvPr>
        </p:nvSpPr>
        <p:spPr>
          <a:xfrm>
            <a:off x="12427997" y="8595891"/>
            <a:ext cx="3795402" cy="751262"/>
          </a:xfrm>
        </p:spPr>
        <p:txBody>
          <a:bodyPr>
            <a:normAutofit/>
          </a:bodyPr>
          <a:lstStyle>
            <a:lvl1pPr marL="0" indent="0" algn="ctr">
              <a:buNone/>
              <a:defRPr sz="2800">
                <a:solidFill>
                  <a:srgbClr val="002060"/>
                </a:solidFill>
              </a:defRPr>
            </a:lvl1pPr>
            <a:lvl5pPr marL="2438400" indent="0">
              <a:buNone/>
              <a:defRPr/>
            </a:lvl5pPr>
          </a:lstStyle>
          <a:p>
            <a:pPr lvl="0"/>
            <a:r>
              <a:rPr lang="en-US" dirty="0"/>
              <a:t>Click to add text</a:t>
            </a:r>
          </a:p>
        </p:txBody>
      </p:sp>
      <p:sp>
        <p:nvSpPr>
          <p:cNvPr id="30" name="Text Placeholder 15">
            <a:extLst>
              <a:ext uri="{FF2B5EF4-FFF2-40B4-BE49-F238E27FC236}">
                <a16:creationId xmlns:a16="http://schemas.microsoft.com/office/drawing/2014/main" id="{F6BCDD7A-9667-FF15-DEDB-20C0D431E0A3}"/>
              </a:ext>
            </a:extLst>
          </p:cNvPr>
          <p:cNvSpPr>
            <a:spLocks noGrp="1"/>
          </p:cNvSpPr>
          <p:nvPr>
            <p:ph type="body" sz="quarter" idx="16" hasCustomPrompt="1"/>
          </p:nvPr>
        </p:nvSpPr>
        <p:spPr>
          <a:xfrm>
            <a:off x="2166939" y="8938684"/>
            <a:ext cx="4683924" cy="3600000"/>
          </a:xfrm>
        </p:spPr>
        <p:txBody>
          <a:bodyPr>
            <a:normAutofit/>
          </a:bodyPr>
          <a:lstStyle>
            <a:lvl1pPr marL="0" indent="0">
              <a:buNone/>
              <a:defRPr sz="2800">
                <a:solidFill>
                  <a:schemeClr val="bg1"/>
                </a:solidFill>
              </a:defRPr>
            </a:lvl1pPr>
            <a:lvl5pPr marL="2438400" indent="0">
              <a:buNone/>
              <a:defRPr/>
            </a:lvl5pPr>
          </a:lstStyle>
          <a:p>
            <a:pPr lvl="0"/>
            <a:r>
              <a:rPr lang="en-US" dirty="0"/>
              <a:t>Click to add text</a:t>
            </a:r>
          </a:p>
        </p:txBody>
      </p:sp>
      <p:sp>
        <p:nvSpPr>
          <p:cNvPr id="31" name="Text Placeholder 15">
            <a:extLst>
              <a:ext uri="{FF2B5EF4-FFF2-40B4-BE49-F238E27FC236}">
                <a16:creationId xmlns:a16="http://schemas.microsoft.com/office/drawing/2014/main" id="{6ADBE3FB-D313-E2BC-715C-D8600CF8BD21}"/>
              </a:ext>
            </a:extLst>
          </p:cNvPr>
          <p:cNvSpPr>
            <a:spLocks noGrp="1"/>
          </p:cNvSpPr>
          <p:nvPr>
            <p:ph type="body" sz="quarter" idx="17" hasCustomPrompt="1"/>
          </p:nvPr>
        </p:nvSpPr>
        <p:spPr>
          <a:xfrm>
            <a:off x="17255744" y="4018728"/>
            <a:ext cx="4683924" cy="3600000"/>
          </a:xfrm>
        </p:spPr>
        <p:txBody>
          <a:bodyPr>
            <a:normAutofit/>
          </a:bodyPr>
          <a:lstStyle>
            <a:lvl1pPr marL="0" indent="0">
              <a:buNone/>
              <a:defRPr sz="2800">
                <a:solidFill>
                  <a:schemeClr val="bg1"/>
                </a:solidFill>
              </a:defRPr>
            </a:lvl1pPr>
            <a:lvl5pPr marL="2438400" indent="0">
              <a:buNone/>
              <a:defRPr/>
            </a:lvl5pPr>
          </a:lstStyle>
          <a:p>
            <a:pPr lvl="0"/>
            <a:r>
              <a:rPr lang="en-US" dirty="0"/>
              <a:t>Click to add text</a:t>
            </a:r>
          </a:p>
        </p:txBody>
      </p:sp>
      <p:sp>
        <p:nvSpPr>
          <p:cNvPr id="32" name="Text Placeholder 15">
            <a:extLst>
              <a:ext uri="{FF2B5EF4-FFF2-40B4-BE49-F238E27FC236}">
                <a16:creationId xmlns:a16="http://schemas.microsoft.com/office/drawing/2014/main" id="{A79FD328-17AF-2BB2-5730-3D5CA0EE9704}"/>
              </a:ext>
            </a:extLst>
          </p:cNvPr>
          <p:cNvSpPr>
            <a:spLocks noGrp="1"/>
          </p:cNvSpPr>
          <p:nvPr>
            <p:ph type="body" sz="quarter" idx="18" hasCustomPrompt="1"/>
          </p:nvPr>
        </p:nvSpPr>
        <p:spPr>
          <a:xfrm>
            <a:off x="17255744" y="8938684"/>
            <a:ext cx="4683924" cy="3600000"/>
          </a:xfrm>
        </p:spPr>
        <p:txBody>
          <a:bodyPr>
            <a:normAutofit/>
          </a:bodyPr>
          <a:lstStyle>
            <a:lvl1pPr marL="0" indent="0">
              <a:buNone/>
              <a:defRPr sz="2800">
                <a:solidFill>
                  <a:schemeClr val="bg1"/>
                </a:solidFill>
              </a:defRPr>
            </a:lvl1pPr>
            <a:lvl5pPr marL="2438400" indent="0">
              <a:buNone/>
              <a:defRPr/>
            </a:lvl5pPr>
          </a:lstStyle>
          <a:p>
            <a:pPr lvl="0"/>
            <a:r>
              <a:rPr lang="en-US" dirty="0"/>
              <a:t>Click to add text</a:t>
            </a:r>
          </a:p>
        </p:txBody>
      </p:sp>
      <p:pic>
        <p:nvPicPr>
          <p:cNvPr id="20" name="Graphic 19" descr="Artificial Intelligence with solid fill">
            <a:extLst>
              <a:ext uri="{FF2B5EF4-FFF2-40B4-BE49-F238E27FC236}">
                <a16:creationId xmlns:a16="http://schemas.microsoft.com/office/drawing/2014/main" id="{717E632E-7C2D-8BE2-BA0D-FBA56ED592A2}"/>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328162" y="4999921"/>
            <a:ext cx="1936946" cy="1936946"/>
          </a:xfrm>
          <a:prstGeom prst="rect">
            <a:avLst/>
          </a:prstGeom>
        </p:spPr>
      </p:pic>
      <p:pic>
        <p:nvPicPr>
          <p:cNvPr id="22" name="Graphic 21" descr="Atom with solid fill">
            <a:extLst>
              <a:ext uri="{FF2B5EF4-FFF2-40B4-BE49-F238E27FC236}">
                <a16:creationId xmlns:a16="http://schemas.microsoft.com/office/drawing/2014/main" id="{CCE4C43E-15B3-15EB-CF11-EB3378A3CEF1}"/>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2837038" y="4968699"/>
            <a:ext cx="1958731" cy="1958731"/>
          </a:xfrm>
          <a:prstGeom prst="rect">
            <a:avLst/>
          </a:prstGeom>
        </p:spPr>
      </p:pic>
      <p:pic>
        <p:nvPicPr>
          <p:cNvPr id="24" name="Graphic 23" descr="Bar chart with solid fill">
            <a:extLst>
              <a:ext uri="{FF2B5EF4-FFF2-40B4-BE49-F238E27FC236}">
                <a16:creationId xmlns:a16="http://schemas.microsoft.com/office/drawing/2014/main" id="{0445AAA4-0C9A-80AB-86CE-F91A16FFC29C}"/>
              </a:ext>
            </a:extLst>
          </p:cNvPr>
          <p:cNvPicPr>
            <a:picLocks noChangeAspect="1"/>
          </p:cNvPicPr>
          <p:nvPr userDrawn="1"/>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9504135" y="9715514"/>
            <a:ext cx="1696410" cy="1696410"/>
          </a:xfrm>
          <a:prstGeom prst="rect">
            <a:avLst/>
          </a:prstGeom>
        </p:spPr>
      </p:pic>
      <p:pic>
        <p:nvPicPr>
          <p:cNvPr id="35" name="Graphic 34" descr="Blockchain with solid fill">
            <a:extLst>
              <a:ext uri="{FF2B5EF4-FFF2-40B4-BE49-F238E27FC236}">
                <a16:creationId xmlns:a16="http://schemas.microsoft.com/office/drawing/2014/main" id="{CB7D00AA-1C33-1508-6057-E10BDF964F0D}"/>
              </a:ext>
            </a:extLst>
          </p:cNvPr>
          <p:cNvPicPr>
            <a:picLocks noChangeAspect="1"/>
          </p:cNvPicPr>
          <p:nvPr userDrawn="1"/>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2837038" y="9711819"/>
            <a:ext cx="1700105" cy="1700105"/>
          </a:xfrm>
          <a:prstGeom prst="rect">
            <a:avLst/>
          </a:prstGeom>
        </p:spPr>
      </p:pic>
      <p:pic>
        <p:nvPicPr>
          <p:cNvPr id="7" name="Picture 6">
            <a:extLst>
              <a:ext uri="{FF2B5EF4-FFF2-40B4-BE49-F238E27FC236}">
                <a16:creationId xmlns:a16="http://schemas.microsoft.com/office/drawing/2014/main" id="{08A923CA-0AF7-7160-B581-2CACED786620}"/>
              </a:ext>
              <a:ext uri="{C183D7F6-B498-43B3-948B-1728B52AA6E4}">
                <adec:decorative xmlns:adec="http://schemas.microsoft.com/office/drawing/2017/decorative" val="1"/>
              </a:ext>
            </a:extLst>
          </p:cNvPr>
          <p:cNvPicPr>
            <a:picLocks noChangeAspect="1"/>
          </p:cNvPicPr>
          <p:nvPr userDrawn="1"/>
        </p:nvPicPr>
        <p:blipFill>
          <a:blip r:embed="rId10">
            <a:extLst>
              <a:ext uri="{28A0092B-C50C-407E-A947-70E740481C1C}">
                <a14:useLocalDpi xmlns:a14="http://schemas.microsoft.com/office/drawing/2010/main" val="0"/>
              </a:ext>
            </a:extLst>
          </a:blip>
          <a:stretch>
            <a:fillRect/>
          </a:stretch>
        </p:blipFill>
        <p:spPr>
          <a:xfrm>
            <a:off x="439334" y="-15464"/>
            <a:ext cx="3860800" cy="1473200"/>
          </a:xfrm>
          <a:prstGeom prst="rect">
            <a:avLst/>
          </a:prstGeom>
        </p:spPr>
      </p:pic>
    </p:spTree>
    <p:extLst>
      <p:ext uri="{BB962C8B-B14F-4D97-AF65-F5344CB8AC3E}">
        <p14:creationId xmlns:p14="http://schemas.microsoft.com/office/powerpoint/2010/main" val="1070102926"/>
      </p:ext>
    </p:extLst>
  </p:cSld>
  <p:clrMapOvr>
    <a:masterClrMapping/>
  </p:clrMapOvr>
  <p:transition spd="med"/>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2_Content type 5">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F55631E8-C878-10B3-37B6-B446CE8244F9}"/>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b="0" i="0" dirty="0">
              <a:latin typeface="OCRB" panose="020F0502020204030204" pitchFamily="34" charset="0"/>
              <a:ea typeface="Open Sans Light" pitchFamily="2" charset="0"/>
              <a:cs typeface="OCRB" panose="020F0502020204030204" pitchFamily="34"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16" name="Text Placeholder 15">
            <a:extLst>
              <a:ext uri="{FF2B5EF4-FFF2-40B4-BE49-F238E27FC236}">
                <a16:creationId xmlns:a16="http://schemas.microsoft.com/office/drawing/2014/main" id="{9B267469-4390-8C92-5D06-4DA338A102E6}"/>
              </a:ext>
            </a:extLst>
          </p:cNvPr>
          <p:cNvSpPr>
            <a:spLocks noGrp="1"/>
          </p:cNvSpPr>
          <p:nvPr>
            <p:ph type="body" sz="quarter" idx="11" hasCustomPrompt="1"/>
          </p:nvPr>
        </p:nvSpPr>
        <p:spPr>
          <a:xfrm>
            <a:off x="2166938" y="4349750"/>
            <a:ext cx="12097701" cy="3462458"/>
          </a:xfrm>
        </p:spPr>
        <p:txBody>
          <a:bodyPr>
            <a:normAutofit/>
          </a:bodyPr>
          <a:lstStyle>
            <a:lvl1pPr marL="0" indent="0">
              <a:buNone/>
              <a:defRPr sz="4000">
                <a:solidFill>
                  <a:schemeClr val="bg1"/>
                </a:solidFill>
              </a:defRPr>
            </a:lvl1pPr>
            <a:lvl5pPr marL="2438400" indent="0">
              <a:buNone/>
              <a:defRPr/>
            </a:lvl5pPr>
          </a:lstStyle>
          <a:p>
            <a:pPr lvl="0"/>
            <a:r>
              <a:rPr lang="en-US" dirty="0"/>
              <a:t>Click to add text</a:t>
            </a:r>
          </a:p>
        </p:txBody>
      </p:sp>
      <p:sp>
        <p:nvSpPr>
          <p:cNvPr id="30" name="Text Placeholder 15">
            <a:extLst>
              <a:ext uri="{FF2B5EF4-FFF2-40B4-BE49-F238E27FC236}">
                <a16:creationId xmlns:a16="http://schemas.microsoft.com/office/drawing/2014/main" id="{F6BCDD7A-9667-FF15-DEDB-20C0D431E0A3}"/>
              </a:ext>
            </a:extLst>
          </p:cNvPr>
          <p:cNvSpPr>
            <a:spLocks noGrp="1"/>
          </p:cNvSpPr>
          <p:nvPr>
            <p:ph type="body" sz="quarter" idx="16" hasCustomPrompt="1"/>
          </p:nvPr>
        </p:nvSpPr>
        <p:spPr>
          <a:xfrm>
            <a:off x="2166938" y="8938684"/>
            <a:ext cx="19839621" cy="3676241"/>
          </a:xfrm>
        </p:spPr>
        <p:txBody>
          <a:bodyPr>
            <a:normAutofit/>
          </a:bodyPr>
          <a:lstStyle>
            <a:lvl1pPr marL="0" indent="0">
              <a:buNone/>
              <a:defRPr sz="3600">
                <a:solidFill>
                  <a:schemeClr val="bg1"/>
                </a:solidFill>
              </a:defRPr>
            </a:lvl1pPr>
            <a:lvl5pPr marL="2438400" indent="0">
              <a:buNone/>
              <a:defRPr/>
            </a:lvl5pPr>
          </a:lstStyle>
          <a:p>
            <a:pPr lvl="0"/>
            <a:r>
              <a:rPr lang="en-US" dirty="0"/>
              <a:t>Click to add text</a:t>
            </a:r>
          </a:p>
        </p:txBody>
      </p:sp>
      <p:pic>
        <p:nvPicPr>
          <p:cNvPr id="5" name="Graphic 4" descr="Checklist with solid fill">
            <a:extLst>
              <a:ext uri="{FF2B5EF4-FFF2-40B4-BE49-F238E27FC236}">
                <a16:creationId xmlns:a16="http://schemas.microsoft.com/office/drawing/2014/main" id="{EEEA3E7D-43D1-BB41-8C28-FEDBD7273D07}"/>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5240000" y="4320116"/>
            <a:ext cx="3535680" cy="3535680"/>
          </a:xfrm>
          <a:prstGeom prst="rect">
            <a:avLst/>
          </a:prstGeom>
        </p:spPr>
      </p:pic>
      <p:pic>
        <p:nvPicPr>
          <p:cNvPr id="4" name="Picture 3">
            <a:extLst>
              <a:ext uri="{FF2B5EF4-FFF2-40B4-BE49-F238E27FC236}">
                <a16:creationId xmlns:a16="http://schemas.microsoft.com/office/drawing/2014/main" id="{CE62FAA5-6C99-7043-5D20-4F0B7F8633F3}"/>
              </a:ext>
              <a:ext uri="{C183D7F6-B498-43B3-948B-1728B52AA6E4}">
                <adec:decorative xmlns:adec="http://schemas.microsoft.com/office/drawing/2017/decorative" val="1"/>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439334" y="-15464"/>
            <a:ext cx="3860800" cy="1473200"/>
          </a:xfrm>
          <a:prstGeom prst="rect">
            <a:avLst/>
          </a:prstGeom>
        </p:spPr>
      </p:pic>
    </p:spTree>
    <p:extLst>
      <p:ext uri="{BB962C8B-B14F-4D97-AF65-F5344CB8AC3E}">
        <p14:creationId xmlns:p14="http://schemas.microsoft.com/office/powerpoint/2010/main" val="2227040866"/>
      </p:ext>
    </p:extLst>
  </p:cSld>
  <p:clrMapOvr>
    <a:masterClrMapping/>
  </p:clrMapOvr>
  <p:transition spd="med"/>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_Content type 4">
    <p:spTree>
      <p:nvGrpSpPr>
        <p:cNvPr id="1" name=""/>
        <p:cNvGrpSpPr/>
        <p:nvPr/>
      </p:nvGrpSpPr>
      <p:grpSpPr>
        <a:xfrm>
          <a:off x="0" y="0"/>
          <a:ext cx="0" cy="0"/>
          <a:chOff x="0" y="0"/>
          <a:chExt cx="0" cy="0"/>
        </a:xfrm>
      </p:grpSpPr>
      <p:sp>
        <p:nvSpPr>
          <p:cNvPr id="17" name="Rectangle">
            <a:extLst>
              <a:ext uri="{FF2B5EF4-FFF2-40B4-BE49-F238E27FC236}">
                <a16:creationId xmlns:a16="http://schemas.microsoft.com/office/drawing/2014/main" id="{57D6C136-B186-B244-9E34-B1B3CC503956}"/>
              </a:ext>
            </a:extLst>
          </p:cNvPr>
          <p:cNvSpPr/>
          <p:nvPr userDrawn="1"/>
        </p:nvSpPr>
        <p:spPr>
          <a:xfrm>
            <a:off x="0" y="2360348"/>
            <a:ext cx="24384000" cy="11436178"/>
          </a:xfrm>
          <a:prstGeom prst="rect">
            <a:avLst/>
          </a:prstGeom>
          <a:gradFill>
            <a:gsLst>
              <a:gs pos="0">
                <a:srgbClr val="F15A24"/>
              </a:gs>
              <a:gs pos="100000">
                <a:srgbClr val="F8A036"/>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25" name="Text Placeholder 5">
            <a:extLst>
              <a:ext uri="{FF2B5EF4-FFF2-40B4-BE49-F238E27FC236}">
                <a16:creationId xmlns:a16="http://schemas.microsoft.com/office/drawing/2014/main" id="{0C2D7F5C-BD73-5445-9E3A-82A31E22F625}"/>
              </a:ext>
            </a:extLst>
          </p:cNvPr>
          <p:cNvSpPr>
            <a:spLocks noGrp="1"/>
          </p:cNvSpPr>
          <p:nvPr>
            <p:ph type="body" sz="quarter" idx="14"/>
          </p:nvPr>
        </p:nvSpPr>
        <p:spPr>
          <a:xfrm>
            <a:off x="3176751" y="10942822"/>
            <a:ext cx="8523218" cy="1444847"/>
          </a:xfrm>
        </p:spPr>
        <p:txBody>
          <a:bodyPr>
            <a:noAutofit/>
          </a:bodyPr>
          <a:lstStyle>
            <a:lvl1pPr marL="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6" name="Text Placeholder 5">
            <a:extLst>
              <a:ext uri="{FF2B5EF4-FFF2-40B4-BE49-F238E27FC236}">
                <a16:creationId xmlns:a16="http://schemas.microsoft.com/office/drawing/2014/main" id="{25FCA52D-C087-3347-A5F3-54D623B2115B}"/>
              </a:ext>
            </a:extLst>
          </p:cNvPr>
          <p:cNvSpPr>
            <a:spLocks noGrp="1"/>
          </p:cNvSpPr>
          <p:nvPr>
            <p:ph type="body" sz="quarter" idx="15"/>
          </p:nvPr>
        </p:nvSpPr>
        <p:spPr>
          <a:xfrm>
            <a:off x="12684029" y="10972442"/>
            <a:ext cx="8523218" cy="1444848"/>
          </a:xfrm>
        </p:spPr>
        <p:txBody>
          <a:bodyPr>
            <a:noAutofit/>
          </a:bodyPr>
          <a:lstStyle>
            <a:lvl1pPr marL="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33" name="Picture Placeholder 3">
            <a:extLst>
              <a:ext uri="{FF2B5EF4-FFF2-40B4-BE49-F238E27FC236}">
                <a16:creationId xmlns:a16="http://schemas.microsoft.com/office/drawing/2014/main" id="{3520A367-5826-4047-8F6E-214336795336}"/>
              </a:ext>
            </a:extLst>
          </p:cNvPr>
          <p:cNvSpPr>
            <a:spLocks noGrp="1"/>
          </p:cNvSpPr>
          <p:nvPr>
            <p:ph type="pic" sz="quarter" idx="11"/>
          </p:nvPr>
        </p:nvSpPr>
        <p:spPr>
          <a:xfrm>
            <a:off x="3176751" y="4582010"/>
            <a:ext cx="8523218" cy="5555977"/>
          </a:xfrm>
        </p:spPr>
        <p:txBody>
          <a:bodyPr/>
          <a:lstStyle>
            <a:lvl1pPr marL="0" indent="0">
              <a:buNone/>
              <a:defRPr>
                <a:solidFill>
                  <a:schemeClr val="bg1"/>
                </a:solidFill>
              </a:defRPr>
            </a:lvl1pPr>
          </a:lstStyle>
          <a:p>
            <a:r>
              <a:rPr lang="en-US"/>
              <a:t>Click icon to add picture</a:t>
            </a:r>
            <a:endParaRPr lang="en-US" dirty="0"/>
          </a:p>
        </p:txBody>
      </p:sp>
      <p:sp>
        <p:nvSpPr>
          <p:cNvPr id="34" name="Picture Placeholder 3">
            <a:extLst>
              <a:ext uri="{FF2B5EF4-FFF2-40B4-BE49-F238E27FC236}">
                <a16:creationId xmlns:a16="http://schemas.microsoft.com/office/drawing/2014/main" id="{09A473F0-3B7E-704A-AA89-F4277FCB9971}"/>
              </a:ext>
            </a:extLst>
          </p:cNvPr>
          <p:cNvSpPr>
            <a:spLocks noGrp="1"/>
          </p:cNvSpPr>
          <p:nvPr>
            <p:ph type="pic" sz="quarter" idx="12"/>
          </p:nvPr>
        </p:nvSpPr>
        <p:spPr>
          <a:xfrm>
            <a:off x="12684029" y="4582010"/>
            <a:ext cx="8523218" cy="5577461"/>
          </a:xfrm>
        </p:spPr>
        <p:txBody>
          <a:bodyPr/>
          <a:lstStyle>
            <a:lvl1pPr marL="0" indent="0">
              <a:buNone/>
              <a:defRPr>
                <a:solidFill>
                  <a:schemeClr val="bg1"/>
                </a:solidFill>
              </a:defRPr>
            </a:lvl1pPr>
          </a:lstStyle>
          <a:p>
            <a:r>
              <a:rPr lang="en-US"/>
              <a:t>Click icon to add picture</a:t>
            </a:r>
            <a:endParaRPr lang="en-US" dirty="0"/>
          </a:p>
        </p:txBody>
      </p:sp>
      <p:pic>
        <p:nvPicPr>
          <p:cNvPr id="2" name="Picture 1">
            <a:extLst>
              <a:ext uri="{FF2B5EF4-FFF2-40B4-BE49-F238E27FC236}">
                <a16:creationId xmlns:a16="http://schemas.microsoft.com/office/drawing/2014/main" id="{7BD28E23-B05B-27F7-5B39-9129277EE124}"/>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39334" y="-15464"/>
            <a:ext cx="3860800" cy="1473200"/>
          </a:xfrm>
          <a:prstGeom prst="rect">
            <a:avLst/>
          </a:prstGeom>
        </p:spPr>
      </p:pic>
    </p:spTree>
    <p:extLst>
      <p:ext uri="{BB962C8B-B14F-4D97-AF65-F5344CB8AC3E}">
        <p14:creationId xmlns:p14="http://schemas.microsoft.com/office/powerpoint/2010/main" val="779245570"/>
      </p:ext>
    </p:extLst>
  </p:cSld>
  <p:clrMapOvr>
    <a:masterClrMapping/>
  </p:clrMapOvr>
  <p:transition spd="med"/>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hart layout">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450F1BD6-0F15-C34E-9F74-50970B5378D2}"/>
              </a:ext>
            </a:extLst>
          </p:cNvPr>
          <p:cNvSpPr/>
          <p:nvPr userDrawn="1"/>
        </p:nvSpPr>
        <p:spPr>
          <a:xfrm>
            <a:off x="0" y="2360348"/>
            <a:ext cx="24384000" cy="11436178"/>
          </a:xfrm>
          <a:prstGeom prst="rect">
            <a:avLst/>
          </a:prstGeom>
          <a:gradFill>
            <a:gsLst>
              <a:gs pos="0">
                <a:srgbClr val="F15A24"/>
              </a:gs>
              <a:gs pos="100000">
                <a:srgbClr val="F8A036"/>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4" name="Chart Placeholder 3">
            <a:extLst>
              <a:ext uri="{FF2B5EF4-FFF2-40B4-BE49-F238E27FC236}">
                <a16:creationId xmlns:a16="http://schemas.microsoft.com/office/drawing/2014/main" id="{64D80AC6-9CFD-09B5-1CEF-F695884CCD02}"/>
              </a:ext>
            </a:extLst>
          </p:cNvPr>
          <p:cNvSpPr>
            <a:spLocks noGrp="1"/>
          </p:cNvSpPr>
          <p:nvPr>
            <p:ph type="chart" sz="quarter" idx="11" hasCustomPrompt="1"/>
          </p:nvPr>
        </p:nvSpPr>
        <p:spPr>
          <a:xfrm>
            <a:off x="11460163" y="3962400"/>
            <a:ext cx="12118975" cy="9083675"/>
          </a:xfrm>
        </p:spPr>
        <p:txBody>
          <a:bodyPr>
            <a:normAutofit/>
          </a:bodyPr>
          <a:lstStyle>
            <a:lvl1pPr marL="0" indent="0">
              <a:buNone/>
              <a:defRPr sz="4000">
                <a:solidFill>
                  <a:schemeClr val="bg1"/>
                </a:solidFill>
              </a:defRPr>
            </a:lvl1pPr>
          </a:lstStyle>
          <a:p>
            <a:r>
              <a:rPr lang="en-US" dirty="0"/>
              <a:t>Click to insert chart</a:t>
            </a:r>
          </a:p>
        </p:txBody>
      </p:sp>
      <p:sp>
        <p:nvSpPr>
          <p:cNvPr id="6" name="Text Placeholder 5">
            <a:extLst>
              <a:ext uri="{FF2B5EF4-FFF2-40B4-BE49-F238E27FC236}">
                <a16:creationId xmlns:a16="http://schemas.microsoft.com/office/drawing/2014/main" id="{DEA6CC15-DCB9-9ABD-A03B-8B586BD05B11}"/>
              </a:ext>
            </a:extLst>
          </p:cNvPr>
          <p:cNvSpPr>
            <a:spLocks noGrp="1"/>
          </p:cNvSpPr>
          <p:nvPr>
            <p:ph type="body" sz="quarter" idx="12"/>
          </p:nvPr>
        </p:nvSpPr>
        <p:spPr>
          <a:xfrm>
            <a:off x="3902075" y="3962399"/>
            <a:ext cx="7010400" cy="4058049"/>
          </a:xfrm>
        </p:spPr>
        <p:txBody>
          <a:bodyPr>
            <a:normAutofit/>
          </a:bodyPr>
          <a:lstStyle>
            <a:lvl1pPr marL="0" indent="0">
              <a:buNone/>
              <a:defRPr sz="3600">
                <a:solidFill>
                  <a:schemeClr val="bg1"/>
                </a:solidFill>
              </a:defRPr>
            </a:lvl1pPr>
          </a:lstStyle>
          <a:p>
            <a:pPr lvl="0"/>
            <a:r>
              <a:rPr lang="en-US"/>
              <a:t>Click to edit Master text styles</a:t>
            </a:r>
          </a:p>
        </p:txBody>
      </p:sp>
      <p:pic>
        <p:nvPicPr>
          <p:cNvPr id="9" name="Graphic 8" descr="Blockchain with solid fill">
            <a:extLst>
              <a:ext uri="{FF2B5EF4-FFF2-40B4-BE49-F238E27FC236}">
                <a16:creationId xmlns:a16="http://schemas.microsoft.com/office/drawing/2014/main" id="{C6F9FEE2-3F55-6EBA-4F92-F43ABD638BA7}"/>
              </a:ext>
            </a:extLst>
          </p:cNvPr>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137047" y="3962400"/>
            <a:ext cx="1403522" cy="1403522"/>
          </a:xfrm>
          <a:prstGeom prst="rect">
            <a:avLst/>
          </a:prstGeom>
        </p:spPr>
      </p:pic>
      <p:sp>
        <p:nvSpPr>
          <p:cNvPr id="20" name="Text Placeholder 5">
            <a:extLst>
              <a:ext uri="{FF2B5EF4-FFF2-40B4-BE49-F238E27FC236}">
                <a16:creationId xmlns:a16="http://schemas.microsoft.com/office/drawing/2014/main" id="{8597BD3B-4478-8A1D-BD26-1D9EFAA7FCF2}"/>
              </a:ext>
            </a:extLst>
          </p:cNvPr>
          <p:cNvSpPr>
            <a:spLocks noGrp="1"/>
          </p:cNvSpPr>
          <p:nvPr>
            <p:ph type="body" sz="quarter" idx="13"/>
          </p:nvPr>
        </p:nvSpPr>
        <p:spPr>
          <a:xfrm>
            <a:off x="3902075" y="8861383"/>
            <a:ext cx="7010400" cy="4058049"/>
          </a:xfrm>
        </p:spPr>
        <p:txBody>
          <a:bodyPr>
            <a:normAutofit/>
          </a:bodyPr>
          <a:lstStyle>
            <a:lvl1pPr marL="0" indent="0">
              <a:buNone/>
              <a:defRPr sz="3600">
                <a:solidFill>
                  <a:schemeClr val="bg1"/>
                </a:solidFill>
              </a:defRPr>
            </a:lvl1pPr>
          </a:lstStyle>
          <a:p>
            <a:pPr lvl="0"/>
            <a:r>
              <a:rPr lang="en-US"/>
              <a:t>Click to edit Master text styles</a:t>
            </a:r>
          </a:p>
        </p:txBody>
      </p:sp>
      <p:pic>
        <p:nvPicPr>
          <p:cNvPr id="11" name="Graphic 10" descr="Bullseye with solid fill">
            <a:extLst>
              <a:ext uri="{FF2B5EF4-FFF2-40B4-BE49-F238E27FC236}">
                <a16:creationId xmlns:a16="http://schemas.microsoft.com/office/drawing/2014/main" id="{D6B829BF-9E0D-0105-F75C-8DDD429EFC01}"/>
              </a:ext>
            </a:extLst>
          </p:cNvPr>
          <p:cNvPicPr>
            <a:picLocks noChangeAspect="1"/>
          </p:cNvPicPr>
          <p:nvPr userDrawn="1"/>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287110" y="8648744"/>
            <a:ext cx="1403521" cy="1403521"/>
          </a:xfrm>
          <a:prstGeom prst="rect">
            <a:avLst/>
          </a:prstGeom>
        </p:spPr>
      </p:pic>
      <p:pic>
        <p:nvPicPr>
          <p:cNvPr id="5" name="Picture 4">
            <a:extLst>
              <a:ext uri="{FF2B5EF4-FFF2-40B4-BE49-F238E27FC236}">
                <a16:creationId xmlns:a16="http://schemas.microsoft.com/office/drawing/2014/main" id="{39A795C1-A678-59F7-F2CE-A32633731DCB}"/>
              </a:ext>
              <a:ext uri="{C183D7F6-B498-43B3-948B-1728B52AA6E4}">
                <adec:decorative xmlns:adec="http://schemas.microsoft.com/office/drawing/2017/decorative" val="1"/>
              </a:ext>
            </a:extLst>
          </p:cNvPr>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439334" y="-15464"/>
            <a:ext cx="3860800" cy="1473200"/>
          </a:xfrm>
          <a:prstGeom prst="rect">
            <a:avLst/>
          </a:prstGeom>
        </p:spPr>
      </p:pic>
    </p:spTree>
    <p:extLst>
      <p:ext uri="{BB962C8B-B14F-4D97-AF65-F5344CB8AC3E}">
        <p14:creationId xmlns:p14="http://schemas.microsoft.com/office/powerpoint/2010/main" val="3811012248"/>
      </p:ext>
    </p:extLst>
  </p:cSld>
  <p:clrMapOvr>
    <a:masterClrMapping/>
  </p:clrMapOvr>
  <p:transition spd="med"/>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2_Content type 4">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6D051288-6E3E-A95D-1377-4372C7DC1C4F}"/>
              </a:ext>
            </a:extLst>
          </p:cNvPr>
          <p:cNvSpPr/>
          <p:nvPr userDrawn="1"/>
        </p:nvSpPr>
        <p:spPr>
          <a:xfrm>
            <a:off x="0" y="2360348"/>
            <a:ext cx="24384000" cy="11436178"/>
          </a:xfrm>
          <a:prstGeom prst="rect">
            <a:avLst/>
          </a:prstGeom>
          <a:gradFill>
            <a:gsLst>
              <a:gs pos="0">
                <a:srgbClr val="F15A24"/>
              </a:gs>
              <a:gs pos="100000">
                <a:srgbClr val="F8A036"/>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pic>
        <p:nvPicPr>
          <p:cNvPr id="7" name="Image" descr="Image">
            <a:extLst>
              <a:ext uri="{FF2B5EF4-FFF2-40B4-BE49-F238E27FC236}">
                <a16:creationId xmlns:a16="http://schemas.microsoft.com/office/drawing/2014/main" id="{13156DDE-55E0-C14A-879A-962B00D82A08}"/>
              </a:ext>
            </a:extLst>
          </p:cNvPr>
          <p:cNvPicPr>
            <a:picLocks noChangeAspect="1"/>
          </p:cNvPicPr>
          <p:nvPr userDrawn="1"/>
        </p:nvPicPr>
        <p:blipFill>
          <a:blip r:embed="rId2"/>
          <a:stretch>
            <a:fillRect/>
          </a:stretch>
        </p:blipFill>
        <p:spPr>
          <a:xfrm>
            <a:off x="21016357" y="354127"/>
            <a:ext cx="2563550" cy="1083872"/>
          </a:xfrm>
          <a:prstGeom prst="rect">
            <a:avLst/>
          </a:prstGeom>
          <a:ln w="12700">
            <a:miter lim="400000"/>
          </a:ln>
        </p:spPr>
      </p:pic>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23" name="Picture Placeholder 3">
            <a:extLst>
              <a:ext uri="{FF2B5EF4-FFF2-40B4-BE49-F238E27FC236}">
                <a16:creationId xmlns:a16="http://schemas.microsoft.com/office/drawing/2014/main" id="{4D652F67-94A0-0840-AE16-55B87BEAF320}"/>
              </a:ext>
            </a:extLst>
          </p:cNvPr>
          <p:cNvSpPr>
            <a:spLocks noGrp="1"/>
          </p:cNvSpPr>
          <p:nvPr>
            <p:ph type="pic" sz="quarter" idx="11"/>
          </p:nvPr>
        </p:nvSpPr>
        <p:spPr>
          <a:xfrm>
            <a:off x="2167377" y="4120517"/>
            <a:ext cx="9469197" cy="8568593"/>
          </a:xfrm>
        </p:spPr>
        <p:txBody>
          <a:bodyPr/>
          <a:lstStyle>
            <a:lvl1pPr marL="0" indent="0">
              <a:buNone/>
              <a:defRPr>
                <a:solidFill>
                  <a:schemeClr val="bg1"/>
                </a:solidFill>
              </a:defRPr>
            </a:lvl1pPr>
          </a:lstStyle>
          <a:p>
            <a:r>
              <a:rPr lang="en-US"/>
              <a:t>Click icon to add picture</a:t>
            </a:r>
            <a:endParaRPr lang="en-US" dirty="0"/>
          </a:p>
        </p:txBody>
      </p:sp>
      <p:sp>
        <p:nvSpPr>
          <p:cNvPr id="12" name="Text Placeholder 5">
            <a:extLst>
              <a:ext uri="{FF2B5EF4-FFF2-40B4-BE49-F238E27FC236}">
                <a16:creationId xmlns:a16="http://schemas.microsoft.com/office/drawing/2014/main" id="{6A7F952E-8DC5-6A79-9AE3-813B3AE4D1F2}"/>
              </a:ext>
            </a:extLst>
          </p:cNvPr>
          <p:cNvSpPr>
            <a:spLocks noGrp="1"/>
          </p:cNvSpPr>
          <p:nvPr>
            <p:ph type="body" sz="quarter" idx="16"/>
          </p:nvPr>
        </p:nvSpPr>
        <p:spPr>
          <a:xfrm>
            <a:off x="12747867" y="6462508"/>
            <a:ext cx="8024838" cy="6226602"/>
          </a:xfrm>
        </p:spPr>
        <p:txBody>
          <a:bodyPr>
            <a:noAutofit/>
          </a:bodyPr>
          <a:lstStyle>
            <a:lvl1pPr marL="0" indent="0">
              <a:buNone/>
              <a:defRPr kumimoji="0" lang="en-US" sz="26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14" name="Text Placeholder 5">
            <a:extLst>
              <a:ext uri="{FF2B5EF4-FFF2-40B4-BE49-F238E27FC236}">
                <a16:creationId xmlns:a16="http://schemas.microsoft.com/office/drawing/2014/main" id="{BA033C1D-E65C-08C9-F39B-80EFE57D65D8}"/>
              </a:ext>
            </a:extLst>
          </p:cNvPr>
          <p:cNvSpPr>
            <a:spLocks noGrp="1"/>
          </p:cNvSpPr>
          <p:nvPr>
            <p:ph type="body" sz="quarter" idx="17" hasCustomPrompt="1"/>
          </p:nvPr>
        </p:nvSpPr>
        <p:spPr>
          <a:xfrm>
            <a:off x="12747428" y="4115640"/>
            <a:ext cx="8024812" cy="1968425"/>
          </a:xfrm>
        </p:spPr>
        <p:txBody>
          <a:bodyPr>
            <a:normAutofit/>
          </a:bodyPr>
          <a:lstStyle>
            <a:lvl1pPr marL="0" indent="0">
              <a:buNone/>
              <a:defRPr sz="4400">
                <a:solidFill>
                  <a:schemeClr val="bg1"/>
                </a:solidFill>
              </a:defRPr>
            </a:lvl1pPr>
            <a:lvl5pPr marL="2438400" indent="0" algn="l">
              <a:buFont typeface="Arial" panose="020B0604020202020204" pitchFamily="34" charset="0"/>
              <a:buNone/>
              <a:defRPr sz="4400">
                <a:solidFill>
                  <a:schemeClr val="bg1"/>
                </a:solidFill>
              </a:defRPr>
            </a:lvl5pPr>
          </a:lstStyle>
          <a:p>
            <a:pPr lvl="0"/>
            <a:r>
              <a:rPr lang="en-US" dirty="0"/>
              <a:t>Click to add text</a:t>
            </a:r>
          </a:p>
        </p:txBody>
      </p:sp>
      <p:pic>
        <p:nvPicPr>
          <p:cNvPr id="4" name="Picture 3">
            <a:extLst>
              <a:ext uri="{FF2B5EF4-FFF2-40B4-BE49-F238E27FC236}">
                <a16:creationId xmlns:a16="http://schemas.microsoft.com/office/drawing/2014/main" id="{3F4008AF-17B2-1560-3039-4C723BA0CB22}"/>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439334" y="-15464"/>
            <a:ext cx="3860800" cy="1473200"/>
          </a:xfrm>
          <a:prstGeom prst="rect">
            <a:avLst/>
          </a:prstGeom>
        </p:spPr>
      </p:pic>
    </p:spTree>
    <p:extLst>
      <p:ext uri="{BB962C8B-B14F-4D97-AF65-F5344CB8AC3E}">
        <p14:creationId xmlns:p14="http://schemas.microsoft.com/office/powerpoint/2010/main" val="1134045232"/>
      </p:ext>
    </p:extLst>
  </p:cSld>
  <p:clrMapOvr>
    <a:masterClrMapping/>
  </p:clrMapOvr>
  <p:transition spd="med"/>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Quiz layout 1">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FABE8965-C5C7-9C39-4D77-41321DCB42C7}"/>
              </a:ext>
            </a:extLst>
          </p:cNvPr>
          <p:cNvSpPr/>
          <p:nvPr userDrawn="1"/>
        </p:nvSpPr>
        <p:spPr>
          <a:xfrm>
            <a:off x="0" y="2360348"/>
            <a:ext cx="24384000" cy="11436178"/>
          </a:xfrm>
          <a:prstGeom prst="rect">
            <a:avLst/>
          </a:prstGeom>
          <a:gradFill>
            <a:gsLst>
              <a:gs pos="0">
                <a:srgbClr val="F15A24"/>
              </a:gs>
              <a:gs pos="100000">
                <a:srgbClr val="F8A036"/>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4" name="Round Same Side Corner Rectangle 3">
            <a:extLst>
              <a:ext uri="{FF2B5EF4-FFF2-40B4-BE49-F238E27FC236}">
                <a16:creationId xmlns:a16="http://schemas.microsoft.com/office/drawing/2014/main" id="{FA29A0C7-63A9-37AE-C36E-28D29DB1FC0C}"/>
              </a:ext>
            </a:extLst>
          </p:cNvPr>
          <p:cNvSpPr/>
          <p:nvPr userDrawn="1"/>
        </p:nvSpPr>
        <p:spPr>
          <a:xfrm>
            <a:off x="2124334" y="5228017"/>
            <a:ext cx="7712393" cy="8605898"/>
          </a:xfrm>
          <a:prstGeom prst="round2SameRect">
            <a:avLst>
              <a:gd name="adj1" fmla="val 7123"/>
              <a:gd name="adj2" fmla="val 0"/>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6" name="Text Placeholder 5">
            <a:extLst>
              <a:ext uri="{FF2B5EF4-FFF2-40B4-BE49-F238E27FC236}">
                <a16:creationId xmlns:a16="http://schemas.microsoft.com/office/drawing/2014/main" id="{00BFA553-2EAA-7D5D-66A4-3CB0B3039A4F}"/>
              </a:ext>
            </a:extLst>
          </p:cNvPr>
          <p:cNvSpPr>
            <a:spLocks noGrp="1"/>
          </p:cNvSpPr>
          <p:nvPr>
            <p:ph type="body" sz="quarter" idx="16"/>
          </p:nvPr>
        </p:nvSpPr>
        <p:spPr>
          <a:xfrm>
            <a:off x="2594247" y="7248019"/>
            <a:ext cx="6817382" cy="6226602"/>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pic>
        <p:nvPicPr>
          <p:cNvPr id="6" name="Graphic 5" descr="Help with solid fill">
            <a:extLst>
              <a:ext uri="{FF2B5EF4-FFF2-40B4-BE49-F238E27FC236}">
                <a16:creationId xmlns:a16="http://schemas.microsoft.com/office/drawing/2014/main" id="{5BCC09F5-BEFD-455C-0F2F-F18D468EC78F}"/>
              </a:ext>
            </a:extLst>
          </p:cNvPr>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594247" y="5468810"/>
            <a:ext cx="1427671" cy="1427671"/>
          </a:xfrm>
          <a:prstGeom prst="rect">
            <a:avLst/>
          </a:prstGeom>
        </p:spPr>
      </p:pic>
      <p:sp>
        <p:nvSpPr>
          <p:cNvPr id="8" name="Rounded Rectangle 7">
            <a:extLst>
              <a:ext uri="{FF2B5EF4-FFF2-40B4-BE49-F238E27FC236}">
                <a16:creationId xmlns:a16="http://schemas.microsoft.com/office/drawing/2014/main" id="{7A5EDB33-736C-0AA5-C7CD-BDFF535E7A9C}"/>
              </a:ext>
            </a:extLst>
          </p:cNvPr>
          <p:cNvSpPr/>
          <p:nvPr userDrawn="1"/>
        </p:nvSpPr>
        <p:spPr>
          <a:xfrm>
            <a:off x="11485756" y="5237573"/>
            <a:ext cx="11731083" cy="1080000"/>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9" name="Rounded Rectangle 18">
            <a:extLst>
              <a:ext uri="{FF2B5EF4-FFF2-40B4-BE49-F238E27FC236}">
                <a16:creationId xmlns:a16="http://schemas.microsoft.com/office/drawing/2014/main" id="{9A29247D-C253-CBDD-13EE-F16B85217807}"/>
              </a:ext>
            </a:extLst>
          </p:cNvPr>
          <p:cNvSpPr/>
          <p:nvPr userDrawn="1"/>
        </p:nvSpPr>
        <p:spPr>
          <a:xfrm>
            <a:off x="11485756" y="6937152"/>
            <a:ext cx="11731083" cy="1080000"/>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0" name="Rounded Rectangle 19">
            <a:extLst>
              <a:ext uri="{FF2B5EF4-FFF2-40B4-BE49-F238E27FC236}">
                <a16:creationId xmlns:a16="http://schemas.microsoft.com/office/drawing/2014/main" id="{640D50B7-0BFF-E456-7675-C96913EC6D02}"/>
              </a:ext>
            </a:extLst>
          </p:cNvPr>
          <p:cNvSpPr/>
          <p:nvPr userDrawn="1"/>
        </p:nvSpPr>
        <p:spPr>
          <a:xfrm>
            <a:off x="11485756" y="8615938"/>
            <a:ext cx="11731083" cy="1080000"/>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1" name="Rounded Rectangle 20">
            <a:extLst>
              <a:ext uri="{FF2B5EF4-FFF2-40B4-BE49-F238E27FC236}">
                <a16:creationId xmlns:a16="http://schemas.microsoft.com/office/drawing/2014/main" id="{A4EB9AD0-97D9-EA55-1897-8E787ACA18AD}"/>
              </a:ext>
            </a:extLst>
          </p:cNvPr>
          <p:cNvSpPr/>
          <p:nvPr userDrawn="1"/>
        </p:nvSpPr>
        <p:spPr>
          <a:xfrm>
            <a:off x="11485756" y="10294724"/>
            <a:ext cx="11731083" cy="1080000"/>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2" name="Rounded Rectangle 21">
            <a:extLst>
              <a:ext uri="{FF2B5EF4-FFF2-40B4-BE49-F238E27FC236}">
                <a16:creationId xmlns:a16="http://schemas.microsoft.com/office/drawing/2014/main" id="{1FE4A142-7345-2F27-77AC-6B8D7F3BB8F0}"/>
              </a:ext>
            </a:extLst>
          </p:cNvPr>
          <p:cNvSpPr/>
          <p:nvPr userDrawn="1"/>
        </p:nvSpPr>
        <p:spPr>
          <a:xfrm>
            <a:off x="11485756" y="11973510"/>
            <a:ext cx="11731083" cy="1080000"/>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4" name="Text Placeholder 5">
            <a:extLst>
              <a:ext uri="{FF2B5EF4-FFF2-40B4-BE49-F238E27FC236}">
                <a16:creationId xmlns:a16="http://schemas.microsoft.com/office/drawing/2014/main" id="{8ED258EB-0A79-0CC4-9AC5-E5BB65095D9B}"/>
              </a:ext>
            </a:extLst>
          </p:cNvPr>
          <p:cNvSpPr>
            <a:spLocks noGrp="1"/>
          </p:cNvSpPr>
          <p:nvPr>
            <p:ph type="body" sz="quarter" idx="17"/>
          </p:nvPr>
        </p:nvSpPr>
        <p:spPr>
          <a:xfrm>
            <a:off x="11936252" y="5570897"/>
            <a:ext cx="10801828" cy="468000"/>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5" name="Text Placeholder 5">
            <a:extLst>
              <a:ext uri="{FF2B5EF4-FFF2-40B4-BE49-F238E27FC236}">
                <a16:creationId xmlns:a16="http://schemas.microsoft.com/office/drawing/2014/main" id="{D7D34A3F-BE3B-171A-71BC-2F827D2C4C80}"/>
              </a:ext>
            </a:extLst>
          </p:cNvPr>
          <p:cNvSpPr>
            <a:spLocks noGrp="1"/>
          </p:cNvSpPr>
          <p:nvPr>
            <p:ph type="body" sz="quarter" idx="18"/>
          </p:nvPr>
        </p:nvSpPr>
        <p:spPr>
          <a:xfrm>
            <a:off x="11936252" y="7270476"/>
            <a:ext cx="10801828" cy="468000"/>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6" name="Text Placeholder 5">
            <a:extLst>
              <a:ext uri="{FF2B5EF4-FFF2-40B4-BE49-F238E27FC236}">
                <a16:creationId xmlns:a16="http://schemas.microsoft.com/office/drawing/2014/main" id="{3421587F-10AC-7EBE-6901-E1BA33DF8AE1}"/>
              </a:ext>
            </a:extLst>
          </p:cNvPr>
          <p:cNvSpPr>
            <a:spLocks noGrp="1"/>
          </p:cNvSpPr>
          <p:nvPr>
            <p:ph type="body" sz="quarter" idx="19"/>
          </p:nvPr>
        </p:nvSpPr>
        <p:spPr>
          <a:xfrm>
            <a:off x="11936252" y="8949262"/>
            <a:ext cx="10801828" cy="468000"/>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7" name="Text Placeholder 5">
            <a:extLst>
              <a:ext uri="{FF2B5EF4-FFF2-40B4-BE49-F238E27FC236}">
                <a16:creationId xmlns:a16="http://schemas.microsoft.com/office/drawing/2014/main" id="{B1FF3B0B-6113-DB9F-2F3C-96810CE90162}"/>
              </a:ext>
            </a:extLst>
          </p:cNvPr>
          <p:cNvSpPr>
            <a:spLocks noGrp="1"/>
          </p:cNvSpPr>
          <p:nvPr>
            <p:ph type="body" sz="quarter" idx="20"/>
          </p:nvPr>
        </p:nvSpPr>
        <p:spPr>
          <a:xfrm>
            <a:off x="11936252" y="10628048"/>
            <a:ext cx="10801828" cy="468000"/>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8" name="Text Placeholder 5">
            <a:extLst>
              <a:ext uri="{FF2B5EF4-FFF2-40B4-BE49-F238E27FC236}">
                <a16:creationId xmlns:a16="http://schemas.microsoft.com/office/drawing/2014/main" id="{1B78CB5C-262B-068C-9251-A2C3C592CF45}"/>
              </a:ext>
            </a:extLst>
          </p:cNvPr>
          <p:cNvSpPr>
            <a:spLocks noGrp="1"/>
          </p:cNvSpPr>
          <p:nvPr>
            <p:ph type="body" sz="quarter" idx="21"/>
          </p:nvPr>
        </p:nvSpPr>
        <p:spPr>
          <a:xfrm>
            <a:off x="11936252" y="12306834"/>
            <a:ext cx="10801828" cy="468000"/>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pic>
        <p:nvPicPr>
          <p:cNvPr id="5" name="Picture 4">
            <a:extLst>
              <a:ext uri="{FF2B5EF4-FFF2-40B4-BE49-F238E27FC236}">
                <a16:creationId xmlns:a16="http://schemas.microsoft.com/office/drawing/2014/main" id="{A5BF6EF1-CFA9-A58C-D0E2-EFC77F0A6544}"/>
              </a:ext>
              <a:ext uri="{C183D7F6-B498-43B3-948B-1728B52AA6E4}">
                <adec:decorative xmlns:adec="http://schemas.microsoft.com/office/drawing/2017/decorative" val="1"/>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439334" y="-15464"/>
            <a:ext cx="3860800" cy="1473200"/>
          </a:xfrm>
          <a:prstGeom prst="rect">
            <a:avLst/>
          </a:prstGeom>
        </p:spPr>
      </p:pic>
    </p:spTree>
    <p:extLst>
      <p:ext uri="{BB962C8B-B14F-4D97-AF65-F5344CB8AC3E}">
        <p14:creationId xmlns:p14="http://schemas.microsoft.com/office/powerpoint/2010/main" val="1151361529"/>
      </p:ext>
    </p:extLst>
  </p:cSld>
  <p:clrMapOvr>
    <a:masterClrMapping/>
  </p:clrMapOvr>
  <p:transition spd="med"/>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losing type 1">
    <p:spTree>
      <p:nvGrpSpPr>
        <p:cNvPr id="1" name=""/>
        <p:cNvGrpSpPr/>
        <p:nvPr/>
      </p:nvGrpSpPr>
      <p:grpSpPr>
        <a:xfrm>
          <a:off x="0" y="0"/>
          <a:ext cx="0" cy="0"/>
          <a:chOff x="0" y="0"/>
          <a:chExt cx="0" cy="0"/>
        </a:xfrm>
      </p:grpSpPr>
      <p:pic>
        <p:nvPicPr>
          <p:cNvPr id="6" name="BG Slide-01.jpg" descr="BG Slide-01.jpg">
            <a:extLst>
              <a:ext uri="{FF2B5EF4-FFF2-40B4-BE49-F238E27FC236}">
                <a16:creationId xmlns:a16="http://schemas.microsoft.com/office/drawing/2014/main" id="{EB456242-AA88-DF45-9244-298FA0B8369B}"/>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8" name="UNIVERSITAS BINA NUSANTARA">
            <a:extLst>
              <a:ext uri="{FF2B5EF4-FFF2-40B4-BE49-F238E27FC236}">
                <a16:creationId xmlns:a16="http://schemas.microsoft.com/office/drawing/2014/main" id="{1D553A28-04FA-E944-90CB-BDB2AEBEA300}"/>
              </a:ext>
            </a:extLst>
          </p:cNvPr>
          <p:cNvSpPr txBox="1"/>
          <p:nvPr userDrawn="1"/>
        </p:nvSpPr>
        <p:spPr>
          <a:xfrm>
            <a:off x="9823213" y="8366096"/>
            <a:ext cx="4727256" cy="30104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p>
            <a:pPr algn="l" defTabSz="821531">
              <a:lnSpc>
                <a:spcPct val="80000"/>
              </a:lnSpc>
              <a:defRPr sz="3600">
                <a:solidFill>
                  <a:srgbClr val="FFFFFF"/>
                </a:solidFill>
                <a:latin typeface="Open Sans Light"/>
                <a:ea typeface="Open Sans Light"/>
                <a:cs typeface="Open Sans Light"/>
                <a:sym typeface="Open Sans"/>
              </a:defRPr>
            </a:pPr>
            <a:r>
              <a:rPr sz="2400" dirty="0"/>
              <a:t>UNIVERSITAS</a:t>
            </a:r>
            <a:r>
              <a:rPr sz="2400" b="1" dirty="0"/>
              <a:t> BINA NUSANTARA</a:t>
            </a:r>
          </a:p>
        </p:txBody>
      </p:sp>
      <p:sp>
        <p:nvSpPr>
          <p:cNvPr id="9" name="Rounded Rectangle">
            <a:extLst>
              <a:ext uri="{FF2B5EF4-FFF2-40B4-BE49-F238E27FC236}">
                <a16:creationId xmlns:a16="http://schemas.microsoft.com/office/drawing/2014/main" id="{A398922F-A33B-3C44-AAA1-709DF0A7FE30}"/>
              </a:ext>
            </a:extLst>
          </p:cNvPr>
          <p:cNvSpPr/>
          <p:nvPr userDrawn="1"/>
        </p:nvSpPr>
        <p:spPr>
          <a:xfrm>
            <a:off x="11684000" y="902508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13" name="Body Level One…"/>
          <p:cNvSpPr txBox="1">
            <a:spLocks noGrp="1"/>
          </p:cNvSpPr>
          <p:nvPr>
            <p:ph type="body" sz="quarter" idx="1" hasCustomPrompt="1"/>
          </p:nvPr>
        </p:nvSpPr>
        <p:spPr>
          <a:xfrm>
            <a:off x="1201342" y="7438335"/>
            <a:ext cx="21971001" cy="864672"/>
          </a:xfrm>
          <a:prstGeom prst="rect">
            <a:avLst/>
          </a:prstGeom>
        </p:spPr>
        <p:txBody>
          <a:bodyPr/>
          <a:lstStyle>
            <a:lvl1pPr marL="0" indent="0" algn="ctr" defTabSz="825500">
              <a:lnSpc>
                <a:spcPct val="100000"/>
              </a:lnSpc>
              <a:spcBef>
                <a:spcPts val="0"/>
              </a:spcBef>
              <a:buSzTx/>
              <a:buNone/>
              <a:defRPr kumimoji="0" sz="5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vl2pPr marL="0" indent="457200" defTabSz="825500">
              <a:lnSpc>
                <a:spcPct val="100000"/>
              </a:lnSpc>
              <a:spcBef>
                <a:spcPts val="0"/>
              </a:spcBef>
              <a:buSzTx/>
              <a:buNone/>
              <a:defRPr sz="5500" b="1"/>
            </a:lvl2pPr>
            <a:lvl3pPr marL="0" indent="914400" defTabSz="825500">
              <a:lnSpc>
                <a:spcPct val="100000"/>
              </a:lnSpc>
              <a:spcBef>
                <a:spcPts val="0"/>
              </a:spcBef>
              <a:buSzTx/>
              <a:buNone/>
              <a:defRPr sz="5500" b="1"/>
            </a:lvl3pPr>
            <a:lvl4pPr marL="0" indent="1371600" defTabSz="825500">
              <a:lnSpc>
                <a:spcPct val="100000"/>
              </a:lnSpc>
              <a:spcBef>
                <a:spcPts val="0"/>
              </a:spcBef>
              <a:buSzTx/>
              <a:buNone/>
              <a:defRPr sz="5500" b="1"/>
            </a:lvl4pPr>
            <a:lvl5pPr marL="0" indent="1828800" defTabSz="825500">
              <a:lnSpc>
                <a:spcPct val="100000"/>
              </a:lnSpc>
              <a:spcBef>
                <a:spcPts val="0"/>
              </a:spcBef>
              <a:buSzTx/>
              <a:buNone/>
              <a:defRPr sz="5500" b="1"/>
            </a:lvl5pPr>
          </a:lstStyle>
          <a:p>
            <a:r>
              <a:rPr dirty="0"/>
              <a:t>Presentation </a:t>
            </a:r>
            <a:r>
              <a:rPr lang="en-US" dirty="0"/>
              <a:t>TITLE</a:t>
            </a:r>
            <a:endParaRPr dirty="0"/>
          </a:p>
        </p:txBody>
      </p:sp>
      <p:sp>
        <p:nvSpPr>
          <p:cNvPr id="18" name="Presentation Title">
            <a:extLst>
              <a:ext uri="{FF2B5EF4-FFF2-40B4-BE49-F238E27FC236}">
                <a16:creationId xmlns:a16="http://schemas.microsoft.com/office/drawing/2014/main" id="{15CBFADB-E6B3-9B4E-8320-314E3790EC2E}"/>
              </a:ext>
            </a:extLst>
          </p:cNvPr>
          <p:cNvSpPr txBox="1">
            <a:spLocks noGrp="1"/>
          </p:cNvSpPr>
          <p:nvPr>
            <p:ph type="title" hasCustomPrompt="1"/>
          </p:nvPr>
        </p:nvSpPr>
        <p:spPr>
          <a:xfrm>
            <a:off x="1206496" y="3058757"/>
            <a:ext cx="21971004" cy="3746281"/>
          </a:xfrm>
          <a:prstGeom prst="rect">
            <a:avLst/>
          </a:prstGeom>
        </p:spPr>
        <p:txBody>
          <a:bodyPr anchor="b">
            <a:normAutofit/>
          </a:bodyPr>
          <a:lstStyle>
            <a:lvl1pPr algn="ctr">
              <a:defRPr kumimoji="0" sz="12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lang="en-US" dirty="0"/>
              <a:t>THANK YOU message</a:t>
            </a:r>
            <a:endParaRPr dirty="0"/>
          </a:p>
        </p:txBody>
      </p:sp>
      <p:sp>
        <p:nvSpPr>
          <p:cNvPr id="19" name="Text Placeholder 2">
            <a:extLst>
              <a:ext uri="{FF2B5EF4-FFF2-40B4-BE49-F238E27FC236}">
                <a16:creationId xmlns:a16="http://schemas.microsoft.com/office/drawing/2014/main" id="{9973D83C-1488-3E4C-B9DF-5608E0394C08}"/>
              </a:ext>
            </a:extLst>
          </p:cNvPr>
          <p:cNvSpPr>
            <a:spLocks noGrp="1"/>
          </p:cNvSpPr>
          <p:nvPr>
            <p:ph type="body" sz="quarter" idx="10" hasCustomPrompt="1"/>
          </p:nvPr>
        </p:nvSpPr>
        <p:spPr>
          <a:xfrm>
            <a:off x="9075574" y="9486762"/>
            <a:ext cx="6222535" cy="358278"/>
          </a:xfrm>
        </p:spPr>
        <p:txBody>
          <a:bodyPr>
            <a:normAutofit/>
          </a:bodyPr>
          <a:lstStyle>
            <a:lvl1pPr marL="0" indent="0" algn="ctr">
              <a:buNone/>
              <a:def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defRPr>
            </a:lvl1pPr>
          </a:lstStyle>
          <a:p>
            <a:pPr lvl="0"/>
            <a:r>
              <a: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rPr>
              <a:t>MONTH YEAR</a:t>
            </a:r>
            <a:endParaRPr lang="en-US"/>
          </a:p>
        </p:txBody>
      </p:sp>
      <p:pic>
        <p:nvPicPr>
          <p:cNvPr id="2" name="Picture 1">
            <a:extLst>
              <a:ext uri="{FF2B5EF4-FFF2-40B4-BE49-F238E27FC236}">
                <a16:creationId xmlns:a16="http://schemas.microsoft.com/office/drawing/2014/main" id="{C4995F2D-6472-91D6-94D4-E6E20D969685}"/>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766722" y="758208"/>
            <a:ext cx="2698754" cy="1143002"/>
          </a:xfrm>
          <a:prstGeom prst="rect">
            <a:avLst/>
          </a:prstGeom>
        </p:spPr>
      </p:pic>
    </p:spTree>
    <p:extLst>
      <p:ext uri="{BB962C8B-B14F-4D97-AF65-F5344CB8AC3E}">
        <p14:creationId xmlns:p14="http://schemas.microsoft.com/office/powerpoint/2010/main" val="2273209878"/>
      </p:ext>
    </p:extLst>
  </p:cSld>
  <p:clrMapOvr>
    <a:masterClrMapping/>
  </p:clrMapOvr>
  <p:transition spd="med"/>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losing type 2">
    <p:spTree>
      <p:nvGrpSpPr>
        <p:cNvPr id="1" name=""/>
        <p:cNvGrpSpPr/>
        <p:nvPr/>
      </p:nvGrpSpPr>
      <p:grpSpPr>
        <a:xfrm>
          <a:off x="0" y="0"/>
          <a:ext cx="0" cy="0"/>
          <a:chOff x="0" y="0"/>
          <a:chExt cx="0" cy="0"/>
        </a:xfrm>
      </p:grpSpPr>
      <p:pic>
        <p:nvPicPr>
          <p:cNvPr id="6" name="BG Slide-01.jpg" descr="BG Slide-01.jpg">
            <a:extLst>
              <a:ext uri="{FF2B5EF4-FFF2-40B4-BE49-F238E27FC236}">
                <a16:creationId xmlns:a16="http://schemas.microsoft.com/office/drawing/2014/main" id="{EB456242-AA88-DF45-9244-298FA0B8369B}"/>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10" name="Rectangle">
            <a:extLst>
              <a:ext uri="{FF2B5EF4-FFF2-40B4-BE49-F238E27FC236}">
                <a16:creationId xmlns:a16="http://schemas.microsoft.com/office/drawing/2014/main" id="{BE73ECD8-9761-904C-83FC-7C21B825FC86}"/>
              </a:ext>
            </a:extLst>
          </p:cNvPr>
          <p:cNvSpPr/>
          <p:nvPr userDrawn="1"/>
        </p:nvSpPr>
        <p:spPr>
          <a:xfrm>
            <a:off x="0" y="0"/>
            <a:ext cx="24384000" cy="13716000"/>
          </a:xfrm>
          <a:prstGeom prst="rect">
            <a:avLst/>
          </a:prstGeom>
          <a:gradFill>
            <a:gsLst>
              <a:gs pos="0">
                <a:srgbClr val="2670B8"/>
              </a:gs>
              <a:gs pos="100000">
                <a:srgbClr val="2258A7"/>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9" name="Rounded Rectangle">
            <a:extLst>
              <a:ext uri="{FF2B5EF4-FFF2-40B4-BE49-F238E27FC236}">
                <a16:creationId xmlns:a16="http://schemas.microsoft.com/office/drawing/2014/main" id="{A398922F-A33B-3C44-AAA1-709DF0A7FE30}"/>
              </a:ext>
            </a:extLst>
          </p:cNvPr>
          <p:cNvSpPr/>
          <p:nvPr userDrawn="1"/>
        </p:nvSpPr>
        <p:spPr>
          <a:xfrm>
            <a:off x="11684000" y="902508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13" name="Body Level One…"/>
          <p:cNvSpPr txBox="1">
            <a:spLocks noGrp="1"/>
          </p:cNvSpPr>
          <p:nvPr>
            <p:ph type="body" sz="quarter" idx="1" hasCustomPrompt="1"/>
          </p:nvPr>
        </p:nvSpPr>
        <p:spPr>
          <a:xfrm>
            <a:off x="1201342" y="7438335"/>
            <a:ext cx="21971001" cy="864672"/>
          </a:xfrm>
          <a:prstGeom prst="rect">
            <a:avLst/>
          </a:prstGeom>
        </p:spPr>
        <p:txBody>
          <a:bodyPr/>
          <a:lstStyle>
            <a:lvl1pPr marL="0" indent="0" algn="ctr" defTabSz="825500">
              <a:lnSpc>
                <a:spcPct val="100000"/>
              </a:lnSpc>
              <a:spcBef>
                <a:spcPts val="0"/>
              </a:spcBef>
              <a:buSzTx/>
              <a:buNone/>
              <a:defRPr kumimoji="0" sz="5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vl2pPr marL="0" indent="457200" defTabSz="825500">
              <a:lnSpc>
                <a:spcPct val="100000"/>
              </a:lnSpc>
              <a:spcBef>
                <a:spcPts val="0"/>
              </a:spcBef>
              <a:buSzTx/>
              <a:buNone/>
              <a:defRPr sz="5500" b="1"/>
            </a:lvl2pPr>
            <a:lvl3pPr marL="0" indent="914400" defTabSz="825500">
              <a:lnSpc>
                <a:spcPct val="100000"/>
              </a:lnSpc>
              <a:spcBef>
                <a:spcPts val="0"/>
              </a:spcBef>
              <a:buSzTx/>
              <a:buNone/>
              <a:defRPr sz="5500" b="1"/>
            </a:lvl3pPr>
            <a:lvl4pPr marL="0" indent="1371600" defTabSz="825500">
              <a:lnSpc>
                <a:spcPct val="100000"/>
              </a:lnSpc>
              <a:spcBef>
                <a:spcPts val="0"/>
              </a:spcBef>
              <a:buSzTx/>
              <a:buNone/>
              <a:defRPr sz="5500" b="1"/>
            </a:lvl4pPr>
            <a:lvl5pPr marL="0" indent="1828800" defTabSz="825500">
              <a:lnSpc>
                <a:spcPct val="100000"/>
              </a:lnSpc>
              <a:spcBef>
                <a:spcPts val="0"/>
              </a:spcBef>
              <a:buSzTx/>
              <a:buNone/>
              <a:defRPr sz="5500" b="1"/>
            </a:lvl5pPr>
          </a:lstStyle>
          <a:p>
            <a:r>
              <a:rPr dirty="0"/>
              <a:t>Presentation </a:t>
            </a:r>
            <a:r>
              <a:rPr lang="en-US" dirty="0"/>
              <a:t>TITLE</a:t>
            </a:r>
            <a:endParaRPr dirty="0"/>
          </a:p>
        </p:txBody>
      </p:sp>
      <p:sp>
        <p:nvSpPr>
          <p:cNvPr id="18" name="Presentation Title">
            <a:extLst>
              <a:ext uri="{FF2B5EF4-FFF2-40B4-BE49-F238E27FC236}">
                <a16:creationId xmlns:a16="http://schemas.microsoft.com/office/drawing/2014/main" id="{15CBFADB-E6B3-9B4E-8320-314E3790EC2E}"/>
              </a:ext>
            </a:extLst>
          </p:cNvPr>
          <p:cNvSpPr txBox="1">
            <a:spLocks noGrp="1"/>
          </p:cNvSpPr>
          <p:nvPr>
            <p:ph type="title" hasCustomPrompt="1"/>
          </p:nvPr>
        </p:nvSpPr>
        <p:spPr>
          <a:xfrm>
            <a:off x="1206496" y="3058757"/>
            <a:ext cx="21971004" cy="3746281"/>
          </a:xfrm>
          <a:prstGeom prst="rect">
            <a:avLst/>
          </a:prstGeom>
        </p:spPr>
        <p:txBody>
          <a:bodyPr anchor="b">
            <a:normAutofit/>
          </a:bodyPr>
          <a:lstStyle>
            <a:lvl1pPr algn="ctr">
              <a:defRPr kumimoji="0" sz="12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lang="en-US"/>
              <a:t>THANK YOU message</a:t>
            </a:r>
            <a:endParaRPr/>
          </a:p>
        </p:txBody>
      </p:sp>
      <p:sp>
        <p:nvSpPr>
          <p:cNvPr id="19" name="Text Placeholder 2">
            <a:extLst>
              <a:ext uri="{FF2B5EF4-FFF2-40B4-BE49-F238E27FC236}">
                <a16:creationId xmlns:a16="http://schemas.microsoft.com/office/drawing/2014/main" id="{9973D83C-1488-3E4C-B9DF-5608E0394C08}"/>
              </a:ext>
            </a:extLst>
          </p:cNvPr>
          <p:cNvSpPr>
            <a:spLocks noGrp="1"/>
          </p:cNvSpPr>
          <p:nvPr>
            <p:ph type="body" sz="quarter" idx="10" hasCustomPrompt="1"/>
          </p:nvPr>
        </p:nvSpPr>
        <p:spPr>
          <a:xfrm>
            <a:off x="9075574" y="9486762"/>
            <a:ext cx="6222535" cy="358278"/>
          </a:xfrm>
        </p:spPr>
        <p:txBody>
          <a:bodyPr>
            <a:normAutofit/>
          </a:bodyPr>
          <a:lstStyle>
            <a:lvl1pPr marL="0" indent="0" algn="ctr">
              <a:buNone/>
              <a:def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defRPr>
            </a:lvl1pPr>
          </a:lstStyle>
          <a:p>
            <a:pPr lvl="0"/>
            <a:r>
              <a: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rPr>
              <a:t>MONTH YEAR</a:t>
            </a:r>
            <a:endParaRPr lang="en-US"/>
          </a:p>
        </p:txBody>
      </p:sp>
      <p:pic>
        <p:nvPicPr>
          <p:cNvPr id="2" name="Picture 1">
            <a:extLst>
              <a:ext uri="{FF2B5EF4-FFF2-40B4-BE49-F238E27FC236}">
                <a16:creationId xmlns:a16="http://schemas.microsoft.com/office/drawing/2014/main" id="{453551FA-97E6-2245-9BD6-C384100F7F4B}"/>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766722" y="758208"/>
            <a:ext cx="2698754" cy="1143002"/>
          </a:xfrm>
          <a:prstGeom prst="rect">
            <a:avLst/>
          </a:prstGeom>
        </p:spPr>
      </p:pic>
    </p:spTree>
    <p:extLst>
      <p:ext uri="{BB962C8B-B14F-4D97-AF65-F5344CB8AC3E}">
        <p14:creationId xmlns:p14="http://schemas.microsoft.com/office/powerpoint/2010/main" val="2109941728"/>
      </p:ext>
    </p:extLst>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lide Title"/>
          <p:cNvSpPr txBox="1">
            <a:spLocks noGrp="1"/>
          </p:cNvSpPr>
          <p:nvPr>
            <p:ph type="title" hasCustomPrompt="1"/>
          </p:nvPr>
        </p:nvSpPr>
        <p:spPr>
          <a:xfrm>
            <a:off x="1206500" y="1079500"/>
            <a:ext cx="21971000" cy="143316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p>
            <a:r>
              <a:rPr dirty="0"/>
              <a:t>Slide Title</a:t>
            </a:r>
          </a:p>
        </p:txBody>
      </p:sp>
      <p:sp>
        <p:nvSpPr>
          <p:cNvPr id="3" name="Body Level One…"/>
          <p:cNvSpPr txBox="1">
            <a:spLocks noGrp="1"/>
          </p:cNvSpPr>
          <p:nvPr>
            <p:ph type="body" idx="1" hasCustomPrompt="1"/>
          </p:nvPr>
        </p:nvSpPr>
        <p:spPr>
          <a:xfrm>
            <a:off x="1206500" y="4248504"/>
            <a:ext cx="21971000" cy="825601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p>
            <a:r>
              <a:rPr dirty="0"/>
              <a:t>Slide bullet text</a:t>
            </a:r>
          </a:p>
          <a:p>
            <a:pPr lvl="1"/>
            <a:endParaRPr dirty="0"/>
          </a:p>
          <a:p>
            <a:pPr lvl="2"/>
            <a:endParaRPr dirty="0"/>
          </a:p>
          <a:p>
            <a:pPr lvl="3"/>
            <a:endParaRPr dirty="0"/>
          </a:p>
          <a:p>
            <a:pPr lvl="4"/>
            <a:endParaRPr dirty="0"/>
          </a:p>
        </p:txBody>
      </p:sp>
      <p:sp>
        <p:nvSpPr>
          <p:cNvPr id="4" name="Slide Number"/>
          <p:cNvSpPr txBox="1">
            <a:spLocks noGrp="1"/>
          </p:cNvSpPr>
          <p:nvPr>
            <p:ph type="sldNum" sz="quarter" idx="2"/>
          </p:nvPr>
        </p:nvSpPr>
        <p:spPr>
          <a:xfrm>
            <a:off x="11989384" y="13076008"/>
            <a:ext cx="392736" cy="379591"/>
          </a:xfrm>
          <a:prstGeom prst="rect">
            <a:avLst/>
          </a:prstGeom>
          <a:ln w="12700">
            <a:miter lim="400000"/>
          </a:ln>
        </p:spPr>
        <p:txBody>
          <a:bodyPr wrap="none" lIns="50800" tIns="50800" rIns="50800" bIns="50800" anchor="b">
            <a:spAutoFit/>
          </a:bodyPr>
          <a:lstStyle>
            <a:lvl1pPr defTabSz="584200">
              <a:defRPr sz="1800">
                <a:solidFill>
                  <a:srgbClr val="000000"/>
                </a:solidFill>
                <a:latin typeface="Open Sans Light" panose="020B0606030504020204" pitchFamily="34" charset="0"/>
                <a:ea typeface="Open Sans Light" panose="020B0606030504020204" pitchFamily="34" charset="0"/>
                <a:cs typeface="Open Sans Light" panose="020B0606030504020204" pitchFamily="34" charset="0"/>
              </a:defRPr>
            </a:lvl1pPr>
          </a:lstStyle>
          <a:p>
            <a:fld id="{86CB4B4D-7CA3-9044-876B-883B54F8677D}" type="slidenum">
              <a:rPr lang="en-ID"/>
              <a:pPr/>
              <a:t>‹#›</a:t>
            </a:fld>
            <a:endParaRPr lang="en-ID" dirty="0"/>
          </a:p>
        </p:txBody>
      </p:sp>
    </p:spTree>
  </p:cSld>
  <p:clrMap bg1="lt1" tx1="dk1" bg2="lt2" tx2="dk2" accent1="accent1" accent2="accent2" accent3="accent3" accent4="accent4" accent5="accent5" accent6="accent6" hlink="hlink" folHlink="folHlink"/>
  <p:sldLayoutIdLst>
    <p:sldLayoutId id="2147483672" r:id="rId1"/>
    <p:sldLayoutId id="2147483666" r:id="rId2"/>
    <p:sldLayoutId id="2147483682" r:id="rId3"/>
    <p:sldLayoutId id="2147483673" r:id="rId4"/>
    <p:sldLayoutId id="2147483674" r:id="rId5"/>
    <p:sldLayoutId id="2147483675" r:id="rId6"/>
    <p:sldLayoutId id="2147483676" r:id="rId7"/>
    <p:sldLayoutId id="2147483677" r:id="rId8"/>
    <p:sldLayoutId id="2147483678" r:id="rId9"/>
    <p:sldLayoutId id="2147483679" r:id="rId10"/>
    <p:sldLayoutId id="2147483684" r:id="rId11"/>
    <p:sldLayoutId id="2147483667" r:id="rId12"/>
    <p:sldLayoutId id="2147483668" r:id="rId13"/>
    <p:sldLayoutId id="2147483685" r:id="rId14"/>
    <p:sldLayoutId id="2147483669" r:id="rId15"/>
    <p:sldLayoutId id="2147483683" r:id="rId16"/>
    <p:sldLayoutId id="2147483688" r:id="rId17"/>
    <p:sldLayoutId id="2147483670" r:id="rId18"/>
    <p:sldLayoutId id="2147483687" r:id="rId19"/>
    <p:sldLayoutId id="2147483671" r:id="rId20"/>
    <p:sldLayoutId id="2147483686" r:id="rId21"/>
    <p:sldLayoutId id="2147483680" r:id="rId22"/>
    <p:sldLayoutId id="2147483681" r:id="rId23"/>
  </p:sldLayoutIdLst>
  <p:transition spd="med"/>
  <p:txStyles>
    <p:titleStyle>
      <a:lvl1pPr marL="0" marR="0" indent="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Open Sans ExtraBold" panose="020B0606030504020204" pitchFamily="34" charset="0"/>
          <a:ea typeface="Open Sans ExtraBold" panose="020B0606030504020204" pitchFamily="34" charset="0"/>
          <a:cs typeface="Open Sans ExtraBold" panose="020B0606030504020204" pitchFamily="34" charset="0"/>
          <a:sym typeface="Helvetica Neue"/>
        </a:defRPr>
      </a:lvl1pPr>
      <a:lvl2pPr marL="0" marR="0" indent="4572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2pPr>
      <a:lvl3pPr marL="0" marR="0" indent="9144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3pPr>
      <a:lvl4pPr marL="0" marR="0" indent="13716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4pPr>
      <a:lvl5pPr marL="0" marR="0" indent="18288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5pPr>
      <a:lvl6pPr marL="0" marR="0" indent="22860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6pPr>
      <a:lvl7pPr marL="0" marR="0" indent="27432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7pPr>
      <a:lvl8pPr marL="0" marR="0" indent="32004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8pPr>
      <a:lvl9pPr marL="0" marR="0" indent="36576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9pPr>
    </p:titleStyle>
    <p:bodyStyle>
      <a:lvl1pPr marL="609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1pPr>
      <a:lvl2pPr marL="1219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2pPr>
      <a:lvl3pPr marL="1828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3pPr>
      <a:lvl4pPr marL="2438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4pPr>
      <a:lvl5pPr marL="30480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5pPr>
      <a:lvl6pPr marL="3657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6pPr>
      <a:lvl7pPr marL="4267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7pPr>
      <a:lvl8pPr marL="4876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8pPr>
      <a:lvl9pPr marL="5486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9pPr>
    </p:bodyStyle>
    <p:otherStyle>
      <a:lvl1pPr marL="0" marR="0" indent="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1pPr>
      <a:lvl2pPr marL="0" marR="0" indent="4572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2pPr>
      <a:lvl3pPr marL="0" marR="0" indent="9144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3pPr>
      <a:lvl4pPr marL="0" marR="0" indent="13716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4pPr>
      <a:lvl5pPr marL="0" marR="0" indent="18288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5pPr>
      <a:lvl6pPr marL="0" marR="0" indent="22860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6pPr>
      <a:lvl7pPr marL="0" marR="0" indent="27432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7pPr>
      <a:lvl8pPr marL="0" marR="0" indent="32004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8pPr>
      <a:lvl9pPr marL="0" marR="0" indent="36576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12.xml"/><Relationship Id="rId5" Type="http://schemas.openxmlformats.org/officeDocument/2006/relationships/image" Target="../media/image28.png"/><Relationship Id="rId4" Type="http://schemas.openxmlformats.org/officeDocument/2006/relationships/image" Target="../media/image27.png"/></Relationships>
</file>

<file path=ppt/slides/_rels/slide11.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hyperlink" Target="https://okanexe.medium.com/the-complete-guide-to-tcp-ip-connections-in-golang-1216dae27b5a" TargetMode="Externa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5C0E2BF-BBBC-BF27-4255-C5149D193112}"/>
              </a:ext>
            </a:extLst>
          </p:cNvPr>
          <p:cNvSpPr>
            <a:spLocks noGrp="1"/>
          </p:cNvSpPr>
          <p:nvPr>
            <p:ph type="title"/>
          </p:nvPr>
        </p:nvSpPr>
        <p:spPr>
          <a:xfrm>
            <a:off x="1206498" y="6428534"/>
            <a:ext cx="21971004" cy="3917819"/>
          </a:xfrm>
        </p:spPr>
        <p:txBody>
          <a:bodyPr>
            <a:normAutofit/>
          </a:bodyPr>
          <a:lstStyle/>
          <a:p>
            <a:r>
              <a:rPr lang="en-US" sz="8900" dirty="0"/>
              <a:t>Sending TCP Data</a:t>
            </a:r>
            <a:br>
              <a:rPr lang="en-US" dirty="0"/>
            </a:br>
            <a:br>
              <a:rPr lang="en-US" dirty="0"/>
            </a:br>
            <a:r>
              <a:rPr lang="en-US" sz="6000" dirty="0"/>
              <a:t>Session 04</a:t>
            </a:r>
          </a:p>
        </p:txBody>
      </p:sp>
      <p:sp>
        <p:nvSpPr>
          <p:cNvPr id="4" name="Text Placeholder 3">
            <a:extLst>
              <a:ext uri="{FF2B5EF4-FFF2-40B4-BE49-F238E27FC236}">
                <a16:creationId xmlns:a16="http://schemas.microsoft.com/office/drawing/2014/main" id="{319DA326-32BB-7EBF-F49C-D0308881B79F}"/>
              </a:ext>
            </a:extLst>
          </p:cNvPr>
          <p:cNvSpPr>
            <a:spLocks noGrp="1"/>
          </p:cNvSpPr>
          <p:nvPr>
            <p:ph type="body" sz="quarter" idx="11"/>
          </p:nvPr>
        </p:nvSpPr>
        <p:spPr/>
        <p:txBody>
          <a:bodyPr/>
          <a:lstStyle/>
          <a:p>
            <a:r>
              <a:rPr lang="en-US" dirty="0"/>
              <a:t>Ivan Sebastian </a:t>
            </a:r>
            <a:r>
              <a:rPr lang="en-US" dirty="0" err="1"/>
              <a:t>Edbert</a:t>
            </a:r>
            <a:endParaRPr lang="en-US" dirty="0"/>
          </a:p>
        </p:txBody>
      </p:sp>
      <p:sp>
        <p:nvSpPr>
          <p:cNvPr id="5" name="Rectangle 7">
            <a:extLst>
              <a:ext uri="{FF2B5EF4-FFF2-40B4-BE49-F238E27FC236}">
                <a16:creationId xmlns:a16="http://schemas.microsoft.com/office/drawing/2014/main" id="{D93D5A33-4AE1-DFDD-5778-A52549DBFAFF}"/>
              </a:ext>
            </a:extLst>
          </p:cNvPr>
          <p:cNvSpPr>
            <a:spLocks noChangeArrowheads="1"/>
          </p:cNvSpPr>
          <p:nvPr/>
        </p:nvSpPr>
        <p:spPr bwMode="auto">
          <a:xfrm>
            <a:off x="1850571" y="3352800"/>
            <a:ext cx="20748172" cy="1870076"/>
          </a:xfrm>
          <a:prstGeom prst="rect">
            <a:avLst/>
          </a:prstGeom>
          <a:noFill/>
          <a:ln w="9525">
            <a:noFill/>
            <a:miter lim="800000"/>
            <a:headEnd/>
            <a:tailEnd/>
          </a:ln>
        </p:spPr>
        <p:txBody>
          <a:bodyPr/>
          <a:lstStyle/>
          <a:p>
            <a:pPr>
              <a:spcBef>
                <a:spcPct val="20000"/>
              </a:spcBef>
              <a:tabLst>
                <a:tab pos="2641600" algn="l"/>
                <a:tab pos="4108450" algn="l"/>
              </a:tabLst>
            </a:pPr>
            <a:r>
              <a:rPr lang="en-US" sz="4000" dirty="0">
                <a:solidFill>
                  <a:schemeClr val="bg1"/>
                </a:solidFill>
                <a:latin typeface="Tahoma" panose="020B0604030504040204" pitchFamily="34" charset="0"/>
                <a:ea typeface="Tahoma" panose="020B0604030504040204" pitchFamily="34" charset="0"/>
                <a:cs typeface="Tahoma" panose="020B0604030504040204" pitchFamily="34" charset="0"/>
              </a:rPr>
              <a:t>Course		: COMP6584001 – Network and Systems Programming </a:t>
            </a:r>
          </a:p>
        </p:txBody>
      </p:sp>
    </p:spTree>
    <p:extLst>
      <p:ext uri="{BB962C8B-B14F-4D97-AF65-F5344CB8AC3E}">
        <p14:creationId xmlns:p14="http://schemas.microsoft.com/office/powerpoint/2010/main" val="3807564589"/>
      </p:ext>
    </p:extLst>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03F1C-0D61-4D2A-AE66-A44AB8F933D7}"/>
              </a:ext>
            </a:extLst>
          </p:cNvPr>
          <p:cNvSpPr>
            <a:spLocks noGrp="1"/>
          </p:cNvSpPr>
          <p:nvPr>
            <p:ph type="title"/>
          </p:nvPr>
        </p:nvSpPr>
        <p:spPr/>
        <p:txBody>
          <a:bodyPr>
            <a:normAutofit fontScale="90000"/>
          </a:bodyPr>
          <a:lstStyle/>
          <a:p>
            <a:r>
              <a:rPr lang="en-ID" dirty="0"/>
              <a:t>Learning Objectives</a:t>
            </a:r>
          </a:p>
        </p:txBody>
      </p:sp>
      <p:sp>
        <p:nvSpPr>
          <p:cNvPr id="4" name="Text Placeholder 3">
            <a:extLst>
              <a:ext uri="{FF2B5EF4-FFF2-40B4-BE49-F238E27FC236}">
                <a16:creationId xmlns:a16="http://schemas.microsoft.com/office/drawing/2014/main" id="{19B515F5-D54A-2C91-194C-DEE35FCDBF1E}"/>
              </a:ext>
            </a:extLst>
          </p:cNvPr>
          <p:cNvSpPr>
            <a:spLocks noGrp="1"/>
          </p:cNvSpPr>
          <p:nvPr>
            <p:ph type="body" sz="quarter" idx="10"/>
          </p:nvPr>
        </p:nvSpPr>
        <p:spPr/>
        <p:txBody>
          <a:bodyPr/>
          <a:lstStyle/>
          <a:p>
            <a:endParaRPr lang="en-US"/>
          </a:p>
        </p:txBody>
      </p:sp>
      <p:sp>
        <p:nvSpPr>
          <p:cNvPr id="3" name="Content Placeholder 2">
            <a:extLst>
              <a:ext uri="{FF2B5EF4-FFF2-40B4-BE49-F238E27FC236}">
                <a16:creationId xmlns:a16="http://schemas.microsoft.com/office/drawing/2014/main" id="{32603A01-370D-40D0-943E-E2F4C055BA40}"/>
              </a:ext>
            </a:extLst>
          </p:cNvPr>
          <p:cNvSpPr>
            <a:spLocks noGrp="1"/>
          </p:cNvSpPr>
          <p:nvPr>
            <p:ph sz="quarter" idx="11"/>
          </p:nvPr>
        </p:nvSpPr>
        <p:spPr>
          <a:xfrm>
            <a:off x="2167377" y="3260663"/>
            <a:ext cx="13714940" cy="4522264"/>
          </a:xfrm>
        </p:spPr>
        <p:txBody>
          <a:bodyPr>
            <a:noAutofit/>
          </a:bodyPr>
          <a:lstStyle/>
          <a:p>
            <a:pPr marL="0" indent="0">
              <a:buNone/>
            </a:pPr>
            <a:r>
              <a:rPr lang="en-US" sz="3200" dirty="0"/>
              <a:t>At the end of this session, the student will be expected to :</a:t>
            </a:r>
          </a:p>
          <a:p>
            <a:pPr marL="0" indent="0">
              <a:buNone/>
            </a:pPr>
            <a:endParaRPr lang="en-ID" sz="3200" dirty="0"/>
          </a:p>
          <a:p>
            <a:r>
              <a:rPr lang="en-ID" sz="3200" dirty="0"/>
              <a:t>Understand the concept of sending and receiving </a:t>
            </a:r>
            <a:r>
              <a:rPr lang="en-ID" sz="3200" dirty="0" err="1"/>
              <a:t>daya</a:t>
            </a:r>
            <a:r>
              <a:rPr lang="en-ID" sz="3200" dirty="0"/>
              <a:t> </a:t>
            </a:r>
          </a:p>
          <a:p>
            <a:pPr marL="0" indent="0">
              <a:buNone/>
            </a:pPr>
            <a:endParaRPr lang="en-ID" sz="3200" dirty="0"/>
          </a:p>
          <a:p>
            <a:r>
              <a:rPr lang="en-ID" sz="3200" dirty="0"/>
              <a:t>Able to create robust network</a:t>
            </a:r>
          </a:p>
          <a:p>
            <a:endParaRPr lang="en-ID" sz="3200" dirty="0"/>
          </a:p>
          <a:p>
            <a:r>
              <a:rPr lang="en-ID" sz="3200" dirty="0"/>
              <a:t>Able to solve Common Go TCP Network Problems</a:t>
            </a:r>
          </a:p>
          <a:p>
            <a:pPr marL="0" indent="0">
              <a:buNone/>
            </a:pPr>
            <a:endParaRPr lang="en-ID" sz="3200" dirty="0"/>
          </a:p>
        </p:txBody>
      </p:sp>
    </p:spTree>
    <p:extLst>
      <p:ext uri="{BB962C8B-B14F-4D97-AF65-F5344CB8AC3E}">
        <p14:creationId xmlns:p14="http://schemas.microsoft.com/office/powerpoint/2010/main" val="1095015831"/>
      </p:ext>
    </p:extLst>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78EE7E-7D6D-1075-C43E-31110FFB87EF}"/>
              </a:ext>
            </a:extLst>
          </p:cNvPr>
          <p:cNvSpPr>
            <a:spLocks noGrp="1"/>
          </p:cNvSpPr>
          <p:nvPr>
            <p:ph type="title"/>
          </p:nvPr>
        </p:nvSpPr>
        <p:spPr/>
        <p:txBody>
          <a:bodyPr>
            <a:normAutofit fontScale="90000"/>
          </a:bodyPr>
          <a:lstStyle/>
          <a:p>
            <a:r>
              <a:rPr lang="en-US" dirty="0"/>
              <a:t>Outline</a:t>
            </a:r>
          </a:p>
        </p:txBody>
      </p:sp>
      <p:sp>
        <p:nvSpPr>
          <p:cNvPr id="5" name="Text Placeholder 4">
            <a:extLst>
              <a:ext uri="{FF2B5EF4-FFF2-40B4-BE49-F238E27FC236}">
                <a16:creationId xmlns:a16="http://schemas.microsoft.com/office/drawing/2014/main" id="{45F26CDD-3EFB-2B8E-0F76-60A23F660E6B}"/>
              </a:ext>
            </a:extLst>
          </p:cNvPr>
          <p:cNvSpPr>
            <a:spLocks noGrp="1"/>
          </p:cNvSpPr>
          <p:nvPr>
            <p:ph type="body" sz="quarter" idx="10"/>
          </p:nvPr>
        </p:nvSpPr>
        <p:spPr/>
        <p:txBody>
          <a:bodyPr/>
          <a:lstStyle/>
          <a:p>
            <a:endParaRPr lang="en-US"/>
          </a:p>
        </p:txBody>
      </p:sp>
      <p:sp>
        <p:nvSpPr>
          <p:cNvPr id="4" name="Content Placeholder 3">
            <a:extLst>
              <a:ext uri="{FF2B5EF4-FFF2-40B4-BE49-F238E27FC236}">
                <a16:creationId xmlns:a16="http://schemas.microsoft.com/office/drawing/2014/main" id="{820D9012-F4DE-DB8A-ABB7-846D54F87075}"/>
              </a:ext>
            </a:extLst>
          </p:cNvPr>
          <p:cNvSpPr>
            <a:spLocks noGrp="1"/>
          </p:cNvSpPr>
          <p:nvPr>
            <p:ph sz="quarter" idx="11"/>
          </p:nvPr>
        </p:nvSpPr>
        <p:spPr>
          <a:xfrm>
            <a:off x="2167377" y="3260663"/>
            <a:ext cx="13714940" cy="4522264"/>
          </a:xfrm>
        </p:spPr>
        <p:txBody>
          <a:bodyPr>
            <a:noAutofit/>
          </a:bodyPr>
          <a:lstStyle/>
          <a:p>
            <a:r>
              <a:rPr lang="en-ID" sz="3200" dirty="0"/>
              <a:t>Sending and Receiving Data</a:t>
            </a:r>
          </a:p>
          <a:p>
            <a:r>
              <a:rPr lang="en-ID" sz="3200" dirty="0"/>
              <a:t>Create Robust Network</a:t>
            </a:r>
          </a:p>
          <a:p>
            <a:r>
              <a:rPr lang="en-ID" sz="3200" dirty="0"/>
              <a:t>Solving Common Go TCP Network Problems</a:t>
            </a:r>
          </a:p>
          <a:p>
            <a:endParaRPr lang="en-US" sz="3200" dirty="0"/>
          </a:p>
        </p:txBody>
      </p:sp>
    </p:spTree>
    <p:extLst>
      <p:ext uri="{BB962C8B-B14F-4D97-AF65-F5344CB8AC3E}">
        <p14:creationId xmlns:p14="http://schemas.microsoft.com/office/powerpoint/2010/main" val="1504276071"/>
      </p:ext>
    </p:extLst>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B3683E20-3E92-DD52-C661-C10C6224C635}"/>
              </a:ext>
            </a:extLst>
          </p:cNvPr>
          <p:cNvSpPr>
            <a:spLocks noGrp="1"/>
          </p:cNvSpPr>
          <p:nvPr>
            <p:ph type="title"/>
          </p:nvPr>
        </p:nvSpPr>
        <p:spPr/>
        <p:txBody>
          <a:bodyPr/>
          <a:lstStyle/>
          <a:p>
            <a:r>
              <a:rPr lang="en-ID" sz="9600" dirty="0"/>
              <a:t>Sending and receiving data</a:t>
            </a:r>
          </a:p>
        </p:txBody>
      </p:sp>
    </p:spTree>
    <p:extLst>
      <p:ext uri="{BB962C8B-B14F-4D97-AF65-F5344CB8AC3E}">
        <p14:creationId xmlns:p14="http://schemas.microsoft.com/office/powerpoint/2010/main" val="514583037"/>
      </p:ext>
    </p:extLst>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D19885-C28A-8EFF-F25C-C3EC400E7DD4}"/>
              </a:ext>
            </a:extLst>
          </p:cNvPr>
          <p:cNvSpPr>
            <a:spLocks noGrp="1"/>
          </p:cNvSpPr>
          <p:nvPr>
            <p:ph type="title"/>
          </p:nvPr>
        </p:nvSpPr>
        <p:spPr/>
        <p:txBody>
          <a:bodyPr>
            <a:normAutofit fontScale="90000"/>
          </a:bodyPr>
          <a:lstStyle/>
          <a:p>
            <a:r>
              <a:rPr lang="en-US" dirty="0"/>
              <a:t>Sending and receiving data</a:t>
            </a:r>
          </a:p>
        </p:txBody>
      </p:sp>
      <p:sp>
        <p:nvSpPr>
          <p:cNvPr id="3" name="Text Placeholder 2">
            <a:extLst>
              <a:ext uri="{FF2B5EF4-FFF2-40B4-BE49-F238E27FC236}">
                <a16:creationId xmlns:a16="http://schemas.microsoft.com/office/drawing/2014/main" id="{3BFB4E31-A8DD-53FD-F494-9603C91DB7BB}"/>
              </a:ext>
            </a:extLst>
          </p:cNvPr>
          <p:cNvSpPr>
            <a:spLocks noGrp="1"/>
          </p:cNvSpPr>
          <p:nvPr>
            <p:ph type="body" sz="quarter" idx="10"/>
          </p:nvPr>
        </p:nvSpPr>
        <p:spPr/>
        <p:txBody>
          <a:bodyPr/>
          <a:lstStyle/>
          <a:p>
            <a:r>
              <a:rPr lang="en-US" dirty="0"/>
              <a:t>Reading data into a fixed buffer</a:t>
            </a:r>
          </a:p>
        </p:txBody>
      </p:sp>
      <p:sp>
        <p:nvSpPr>
          <p:cNvPr id="4" name="Content Placeholder 3">
            <a:extLst>
              <a:ext uri="{FF2B5EF4-FFF2-40B4-BE49-F238E27FC236}">
                <a16:creationId xmlns:a16="http://schemas.microsoft.com/office/drawing/2014/main" id="{33737970-9004-4BB5-C18B-41334B79CD6E}"/>
              </a:ext>
            </a:extLst>
          </p:cNvPr>
          <p:cNvSpPr>
            <a:spLocks noGrp="1"/>
          </p:cNvSpPr>
          <p:nvPr>
            <p:ph sz="quarter" idx="11"/>
          </p:nvPr>
        </p:nvSpPr>
        <p:spPr>
          <a:xfrm>
            <a:off x="5334530" y="3260663"/>
            <a:ext cx="13714940" cy="4522264"/>
          </a:xfrm>
        </p:spPr>
        <p:txBody>
          <a:bodyPr>
            <a:noAutofit/>
          </a:bodyPr>
          <a:lstStyle/>
          <a:p>
            <a:pPr marL="0" indent="0" algn="just">
              <a:buNone/>
            </a:pPr>
            <a:r>
              <a:rPr lang="en-US" sz="3200" dirty="0"/>
              <a:t>Reading data from a network connection and writing data to it is no </a:t>
            </a:r>
            <a:r>
              <a:rPr lang="en-US" sz="3200" dirty="0" err="1"/>
              <a:t>dif</a:t>
            </a:r>
            <a:r>
              <a:rPr lang="en-US" sz="3200" dirty="0"/>
              <a:t>- </a:t>
            </a:r>
            <a:r>
              <a:rPr lang="en-US" sz="3200" dirty="0" err="1"/>
              <a:t>ferent</a:t>
            </a:r>
            <a:r>
              <a:rPr lang="en-US" sz="3200" dirty="0"/>
              <a:t> from reading and writing to a file object, since </a:t>
            </a:r>
            <a:r>
              <a:rPr lang="en-US" sz="3200" dirty="0" err="1"/>
              <a:t>net.Conn</a:t>
            </a:r>
            <a:r>
              <a:rPr lang="en-US" sz="3200" dirty="0"/>
              <a:t> implements the </a:t>
            </a:r>
            <a:r>
              <a:rPr lang="en-US" sz="3200" dirty="0" err="1"/>
              <a:t>io.ReadWriteCloser</a:t>
            </a:r>
            <a:r>
              <a:rPr lang="en-US" sz="3200" dirty="0"/>
              <a:t> interface used to read and write to files.</a:t>
            </a:r>
          </a:p>
          <a:p>
            <a:pPr algn="just"/>
            <a:r>
              <a:rPr lang="en-US" sz="3200" dirty="0"/>
              <a:t>TCP connections in Go implement the </a:t>
            </a:r>
            <a:r>
              <a:rPr lang="en-US" sz="3200" dirty="0" err="1"/>
              <a:t>io.Reader</a:t>
            </a:r>
            <a:r>
              <a:rPr lang="en-US" sz="3200" dirty="0"/>
              <a:t> interface, which allows you to read data from the network connection. To read data from a network connection, you need to provide a buffer for the network connection’s Read method to fill.</a:t>
            </a:r>
          </a:p>
          <a:p>
            <a:pPr algn="just"/>
            <a:r>
              <a:rPr lang="en-US" sz="3200" dirty="0"/>
              <a:t>The Read method will populate the buffer to its capacity if there is enough data in the connection’s receive buffer.</a:t>
            </a:r>
          </a:p>
          <a:p>
            <a:pPr algn="just"/>
            <a:r>
              <a:rPr lang="en-US" sz="3200" dirty="0"/>
              <a:t>If there are fewer bytes in the receive buffer than the capacity of the buffer you provide, Read will pop- </a:t>
            </a:r>
            <a:r>
              <a:rPr lang="en-US" sz="3200" dirty="0" err="1"/>
              <a:t>ulate</a:t>
            </a:r>
            <a:r>
              <a:rPr lang="en-US" sz="3200" dirty="0"/>
              <a:t> the given buffer with the data and return instead of waiting for more data to arrive. </a:t>
            </a:r>
          </a:p>
          <a:p>
            <a:pPr algn="just"/>
            <a:r>
              <a:rPr lang="en-US" sz="3200" dirty="0"/>
              <a:t>In other words, Read is not guaranteed to fill your buffer to capacity before it returns. Listing 4-1 demonstrates the process of reading data from a network connection into a byte slice.</a:t>
            </a:r>
          </a:p>
        </p:txBody>
      </p:sp>
    </p:spTree>
    <p:extLst>
      <p:ext uri="{BB962C8B-B14F-4D97-AF65-F5344CB8AC3E}">
        <p14:creationId xmlns:p14="http://schemas.microsoft.com/office/powerpoint/2010/main" val="127003737"/>
      </p:ext>
    </p:extLst>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A3A53D-1CD5-400F-9C5B-886437B91436}"/>
              </a:ext>
            </a:extLst>
          </p:cNvPr>
          <p:cNvSpPr>
            <a:spLocks noGrp="1"/>
          </p:cNvSpPr>
          <p:nvPr>
            <p:ph type="title"/>
          </p:nvPr>
        </p:nvSpPr>
        <p:spPr/>
        <p:txBody>
          <a:bodyPr>
            <a:normAutofit fontScale="90000"/>
          </a:bodyPr>
          <a:lstStyle/>
          <a:p>
            <a:r>
              <a:rPr lang="en-US" dirty="0"/>
              <a:t>Sending and receiving data	</a:t>
            </a:r>
          </a:p>
        </p:txBody>
      </p:sp>
      <p:sp>
        <p:nvSpPr>
          <p:cNvPr id="3" name="Text Placeholder 2">
            <a:extLst>
              <a:ext uri="{FF2B5EF4-FFF2-40B4-BE49-F238E27FC236}">
                <a16:creationId xmlns:a16="http://schemas.microsoft.com/office/drawing/2014/main" id="{AD929BA8-34DC-D3B3-D2BB-9901B1AA1880}"/>
              </a:ext>
            </a:extLst>
          </p:cNvPr>
          <p:cNvSpPr>
            <a:spLocks noGrp="1"/>
          </p:cNvSpPr>
          <p:nvPr>
            <p:ph type="body" sz="quarter" idx="10"/>
          </p:nvPr>
        </p:nvSpPr>
        <p:spPr/>
        <p:txBody>
          <a:bodyPr>
            <a:normAutofit fontScale="92500" lnSpcReduction="20000"/>
          </a:bodyPr>
          <a:lstStyle/>
          <a:p>
            <a:r>
              <a:rPr lang="en-US" dirty="0"/>
              <a:t>How the TCP/IP Protocols handle data communications</a:t>
            </a:r>
          </a:p>
        </p:txBody>
      </p:sp>
      <p:pic>
        <p:nvPicPr>
          <p:cNvPr id="6" name="Content Placeholder 5" descr="A diagram of a network connection&#10;&#10;Description automatically generated">
            <a:extLst>
              <a:ext uri="{FF2B5EF4-FFF2-40B4-BE49-F238E27FC236}">
                <a16:creationId xmlns:a16="http://schemas.microsoft.com/office/drawing/2014/main" id="{8D3C8753-4D75-C417-B1C7-92A9E3E10812}"/>
              </a:ext>
            </a:extLst>
          </p:cNvPr>
          <p:cNvPicPr>
            <a:picLocks noGrp="1" noChangeAspect="1"/>
          </p:cNvPicPr>
          <p:nvPr>
            <p:ph sz="quarter" idx="11"/>
          </p:nvPr>
        </p:nvPicPr>
        <p:blipFill>
          <a:blip r:embed="rId2">
            <a:extLst>
              <a:ext uri="{28A0092B-C50C-407E-A947-70E740481C1C}">
                <a14:useLocalDpi xmlns:a14="http://schemas.microsoft.com/office/drawing/2010/main" val="0"/>
              </a:ext>
            </a:extLst>
          </a:blip>
          <a:stretch>
            <a:fillRect/>
          </a:stretch>
        </p:blipFill>
        <p:spPr>
          <a:xfrm>
            <a:off x="5633917" y="4239735"/>
            <a:ext cx="13116166" cy="8144942"/>
          </a:xfrm>
        </p:spPr>
      </p:pic>
    </p:spTree>
    <p:extLst>
      <p:ext uri="{BB962C8B-B14F-4D97-AF65-F5344CB8AC3E}">
        <p14:creationId xmlns:p14="http://schemas.microsoft.com/office/powerpoint/2010/main" val="1083748150"/>
      </p:ext>
    </p:extLst>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DEBB75-09DE-1543-A439-C7F1BBB7E857}"/>
              </a:ext>
            </a:extLst>
          </p:cNvPr>
          <p:cNvSpPr>
            <a:spLocks noGrp="1"/>
          </p:cNvSpPr>
          <p:nvPr>
            <p:ph type="title"/>
          </p:nvPr>
        </p:nvSpPr>
        <p:spPr/>
        <p:txBody>
          <a:bodyPr>
            <a:normAutofit fontScale="90000"/>
          </a:bodyPr>
          <a:lstStyle/>
          <a:p>
            <a:r>
              <a:rPr lang="en-US" dirty="0"/>
              <a:t>Sending and receiving data</a:t>
            </a:r>
          </a:p>
        </p:txBody>
      </p:sp>
      <p:sp>
        <p:nvSpPr>
          <p:cNvPr id="3" name="Text Placeholder 2">
            <a:extLst>
              <a:ext uri="{FF2B5EF4-FFF2-40B4-BE49-F238E27FC236}">
                <a16:creationId xmlns:a16="http://schemas.microsoft.com/office/drawing/2014/main" id="{82E2EFD6-253A-C296-73CA-4337FF6A127A}"/>
              </a:ext>
            </a:extLst>
          </p:cNvPr>
          <p:cNvSpPr>
            <a:spLocks noGrp="1"/>
          </p:cNvSpPr>
          <p:nvPr>
            <p:ph type="body" sz="quarter" idx="10"/>
          </p:nvPr>
        </p:nvSpPr>
        <p:spPr/>
        <p:txBody>
          <a:bodyPr/>
          <a:lstStyle/>
          <a:p>
            <a:r>
              <a:rPr lang="en-US" dirty="0"/>
              <a:t>Reading data into a fixed buffer</a:t>
            </a:r>
          </a:p>
          <a:p>
            <a:endParaRPr lang="en-US" dirty="0"/>
          </a:p>
        </p:txBody>
      </p:sp>
      <p:pic>
        <p:nvPicPr>
          <p:cNvPr id="6" name="Content Placeholder 5" descr="A screen shot of a computer code&#10;&#10;Description automatically generated">
            <a:extLst>
              <a:ext uri="{FF2B5EF4-FFF2-40B4-BE49-F238E27FC236}">
                <a16:creationId xmlns:a16="http://schemas.microsoft.com/office/drawing/2014/main" id="{80986A32-87FF-A868-5873-8669DF893B05}"/>
              </a:ext>
            </a:extLst>
          </p:cNvPr>
          <p:cNvPicPr>
            <a:picLocks noGrp="1" noChangeAspect="1"/>
          </p:cNvPicPr>
          <p:nvPr>
            <p:ph sz="quarter" idx="11"/>
          </p:nvPr>
        </p:nvPicPr>
        <p:blipFill>
          <a:blip r:embed="rId2">
            <a:extLst>
              <a:ext uri="{28A0092B-C50C-407E-A947-70E740481C1C}">
                <a14:useLocalDpi xmlns:a14="http://schemas.microsoft.com/office/drawing/2010/main" val="0"/>
              </a:ext>
            </a:extLst>
          </a:blip>
          <a:stretch>
            <a:fillRect/>
          </a:stretch>
        </p:blipFill>
        <p:spPr>
          <a:xfrm>
            <a:off x="728334" y="3413063"/>
            <a:ext cx="6323480" cy="9445452"/>
          </a:xfrm>
        </p:spPr>
      </p:pic>
      <p:pic>
        <p:nvPicPr>
          <p:cNvPr id="8" name="Picture 7" descr="A screen shot of a computer program&#10;&#10;Description automatically generated">
            <a:extLst>
              <a:ext uri="{FF2B5EF4-FFF2-40B4-BE49-F238E27FC236}">
                <a16:creationId xmlns:a16="http://schemas.microsoft.com/office/drawing/2014/main" id="{DF5D4821-050F-A3BE-D36C-68E89D6E154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302185" y="3413063"/>
            <a:ext cx="10149612" cy="9445452"/>
          </a:xfrm>
          <a:prstGeom prst="rect">
            <a:avLst/>
          </a:prstGeom>
        </p:spPr>
      </p:pic>
      <p:sp>
        <p:nvSpPr>
          <p:cNvPr id="9" name="TextBox 8">
            <a:extLst>
              <a:ext uri="{FF2B5EF4-FFF2-40B4-BE49-F238E27FC236}">
                <a16:creationId xmlns:a16="http://schemas.microsoft.com/office/drawing/2014/main" id="{0CD132CB-8341-BA72-9C78-C517E13A1716}"/>
              </a:ext>
            </a:extLst>
          </p:cNvPr>
          <p:cNvSpPr txBox="1"/>
          <p:nvPr/>
        </p:nvSpPr>
        <p:spPr>
          <a:xfrm>
            <a:off x="17702169" y="3413063"/>
            <a:ext cx="6159317" cy="890500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just" defTabSz="2438338" rtl="0" fontAlgn="auto" latinLnBrk="0" hangingPunct="0">
              <a:lnSpc>
                <a:spcPct val="100000"/>
              </a:lnSpc>
              <a:spcBef>
                <a:spcPts val="0"/>
              </a:spcBef>
              <a:spcAft>
                <a:spcPts val="0"/>
              </a:spcAft>
              <a:buClrTx/>
              <a:buSzTx/>
              <a:buFontTx/>
              <a:buNone/>
              <a:tabLst/>
            </a:pPr>
            <a:r>
              <a:rPr kumimoji="0" lang="en-US" sz="2600" b="0" i="0" u="none" strike="noStrike" cap="none" spc="0" normalizeH="0" baseline="0" dirty="0">
                <a:ln>
                  <a:noFill/>
                </a:ln>
                <a:solidFill>
                  <a:schemeClr val="bg1"/>
                </a:solidFill>
                <a:effectLst/>
                <a:uFillTx/>
                <a:ea typeface="+mn-ea"/>
                <a:cs typeface="+mn-cs"/>
                <a:sym typeface="Helvetica Neue"/>
              </a:rPr>
              <a:t>In this example, the </a:t>
            </a:r>
            <a:r>
              <a:rPr kumimoji="0" lang="en-US" sz="2600" b="0" i="0" u="none" strike="noStrike" cap="none" spc="0" normalizeH="0" baseline="0" dirty="0" err="1">
                <a:ln>
                  <a:noFill/>
                </a:ln>
                <a:solidFill>
                  <a:schemeClr val="bg1"/>
                </a:solidFill>
                <a:effectLst/>
                <a:uFillTx/>
                <a:ea typeface="+mn-ea"/>
                <a:cs typeface="+mn-cs"/>
                <a:sym typeface="Helvetica Neue"/>
              </a:rPr>
              <a:t>handleConnection</a:t>
            </a:r>
            <a:r>
              <a:rPr kumimoji="0" lang="en-US" sz="2600" b="0" i="0" u="none" strike="noStrike" cap="none" spc="0" normalizeH="0" baseline="0" dirty="0">
                <a:ln>
                  <a:noFill/>
                </a:ln>
                <a:solidFill>
                  <a:schemeClr val="bg1"/>
                </a:solidFill>
                <a:effectLst/>
                <a:uFillTx/>
                <a:ea typeface="+mn-ea"/>
                <a:cs typeface="+mn-cs"/>
                <a:sym typeface="Helvetica Neue"/>
              </a:rPr>
              <a:t> function uses a fixed-size buffer of 1024 bytes. The Read method reads data from the connection into this buffer, and the number of bytes read (n) is used to create a slice (data) containing only the received data.</a:t>
            </a:r>
          </a:p>
          <a:p>
            <a:pPr marL="0" marR="0" indent="0" algn="just" defTabSz="2438338" rtl="0" fontAlgn="auto" latinLnBrk="0" hangingPunct="0">
              <a:lnSpc>
                <a:spcPct val="100000"/>
              </a:lnSpc>
              <a:spcBef>
                <a:spcPts val="0"/>
              </a:spcBef>
              <a:spcAft>
                <a:spcPts val="0"/>
              </a:spcAft>
              <a:buClrTx/>
              <a:buSzTx/>
              <a:buFontTx/>
              <a:buNone/>
              <a:tabLst/>
            </a:pPr>
            <a:endParaRPr kumimoji="0" lang="en-US" sz="2600" b="0" i="0" u="none" strike="noStrike" cap="none" spc="0" normalizeH="0" baseline="0" dirty="0">
              <a:ln>
                <a:noFill/>
              </a:ln>
              <a:solidFill>
                <a:schemeClr val="bg1"/>
              </a:solidFill>
              <a:effectLst/>
              <a:uFillTx/>
              <a:ea typeface="+mn-ea"/>
              <a:cs typeface="+mn-cs"/>
              <a:sym typeface="Helvetica Neue"/>
            </a:endParaRPr>
          </a:p>
          <a:p>
            <a:pPr marL="0" marR="0" indent="0" algn="just" defTabSz="2438338" rtl="0" fontAlgn="auto" latinLnBrk="0" hangingPunct="0">
              <a:lnSpc>
                <a:spcPct val="100000"/>
              </a:lnSpc>
              <a:spcBef>
                <a:spcPts val="0"/>
              </a:spcBef>
              <a:spcAft>
                <a:spcPts val="0"/>
              </a:spcAft>
              <a:buClrTx/>
              <a:buSzTx/>
              <a:buFontTx/>
              <a:buNone/>
              <a:tabLst/>
            </a:pPr>
            <a:r>
              <a:rPr kumimoji="0" lang="en-US" sz="2600" b="0" i="0" u="none" strike="noStrike" cap="none" spc="0" normalizeH="0" baseline="0" dirty="0">
                <a:ln>
                  <a:noFill/>
                </a:ln>
                <a:solidFill>
                  <a:schemeClr val="bg1"/>
                </a:solidFill>
                <a:effectLst/>
                <a:uFillTx/>
                <a:ea typeface="+mn-ea"/>
                <a:cs typeface="+mn-cs"/>
                <a:sym typeface="Helvetica Neue"/>
              </a:rPr>
              <a:t>Keep in mind that in a real-world application, you might want to handle errors more gracefully and consider scenarios where the data received is larger than the buffer size. You may need to read data in a loop until you've received all expected data.</a:t>
            </a:r>
          </a:p>
          <a:p>
            <a:pPr marL="0" marR="0" indent="0" algn="just" defTabSz="2438338" rtl="0" fontAlgn="auto" latinLnBrk="0" hangingPunct="0">
              <a:lnSpc>
                <a:spcPct val="100000"/>
              </a:lnSpc>
              <a:spcBef>
                <a:spcPts val="0"/>
              </a:spcBef>
              <a:spcAft>
                <a:spcPts val="0"/>
              </a:spcAft>
              <a:buClrTx/>
              <a:buSzTx/>
              <a:buFontTx/>
              <a:buNone/>
              <a:tabLst/>
            </a:pPr>
            <a:endParaRPr kumimoji="0" lang="en-US" sz="2600" b="0" i="0" u="none" strike="noStrike" cap="none" spc="0" normalizeH="0" baseline="0" dirty="0">
              <a:ln>
                <a:noFill/>
              </a:ln>
              <a:solidFill>
                <a:schemeClr val="bg1"/>
              </a:solidFill>
              <a:effectLst/>
              <a:uFillTx/>
              <a:ea typeface="+mn-ea"/>
              <a:cs typeface="+mn-cs"/>
              <a:sym typeface="Helvetica Neue"/>
            </a:endParaRPr>
          </a:p>
          <a:p>
            <a:pPr marL="0" marR="0" indent="0" algn="just" defTabSz="2438338" rtl="0" fontAlgn="auto" latinLnBrk="0" hangingPunct="0">
              <a:lnSpc>
                <a:spcPct val="100000"/>
              </a:lnSpc>
              <a:spcBef>
                <a:spcPts val="0"/>
              </a:spcBef>
              <a:spcAft>
                <a:spcPts val="0"/>
              </a:spcAft>
              <a:buClrTx/>
              <a:buSzTx/>
              <a:buFontTx/>
              <a:buNone/>
              <a:tabLst/>
            </a:pPr>
            <a:r>
              <a:rPr kumimoji="0" lang="en-US" sz="2600" b="0" i="0" u="none" strike="noStrike" cap="none" spc="0" normalizeH="0" baseline="0" dirty="0">
                <a:ln>
                  <a:noFill/>
                </a:ln>
                <a:solidFill>
                  <a:schemeClr val="bg1"/>
                </a:solidFill>
                <a:effectLst/>
                <a:uFillTx/>
                <a:ea typeface="+mn-ea"/>
                <a:cs typeface="+mn-cs"/>
                <a:sym typeface="Helvetica Neue"/>
              </a:rPr>
              <a:t>Also, note that the actual size of the data received may be less than the size of the buffer, so the data slice is used to capture only the relevant portion of the buffer that contains the received data.</a:t>
            </a:r>
          </a:p>
        </p:txBody>
      </p:sp>
    </p:spTree>
    <p:extLst>
      <p:ext uri="{BB962C8B-B14F-4D97-AF65-F5344CB8AC3E}">
        <p14:creationId xmlns:p14="http://schemas.microsoft.com/office/powerpoint/2010/main" val="2554164427"/>
      </p:ext>
    </p:extLst>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949251-5BE4-62CA-B5F9-559D04CD2D0A}"/>
              </a:ext>
            </a:extLst>
          </p:cNvPr>
          <p:cNvSpPr>
            <a:spLocks noGrp="1"/>
          </p:cNvSpPr>
          <p:nvPr>
            <p:ph type="title"/>
          </p:nvPr>
        </p:nvSpPr>
        <p:spPr/>
        <p:txBody>
          <a:bodyPr>
            <a:normAutofit fontScale="90000"/>
          </a:bodyPr>
          <a:lstStyle/>
          <a:p>
            <a:r>
              <a:rPr lang="en-US" dirty="0"/>
              <a:t>Sending and receiving data</a:t>
            </a:r>
          </a:p>
        </p:txBody>
      </p:sp>
      <p:sp>
        <p:nvSpPr>
          <p:cNvPr id="3" name="Text Placeholder 2">
            <a:extLst>
              <a:ext uri="{FF2B5EF4-FFF2-40B4-BE49-F238E27FC236}">
                <a16:creationId xmlns:a16="http://schemas.microsoft.com/office/drawing/2014/main" id="{503EE491-8D6F-78DC-E717-15F04453E7A3}"/>
              </a:ext>
            </a:extLst>
          </p:cNvPr>
          <p:cNvSpPr>
            <a:spLocks noGrp="1"/>
          </p:cNvSpPr>
          <p:nvPr>
            <p:ph type="body" sz="quarter" idx="10"/>
          </p:nvPr>
        </p:nvSpPr>
        <p:spPr/>
        <p:txBody>
          <a:bodyPr/>
          <a:lstStyle/>
          <a:p>
            <a:r>
              <a:rPr lang="en-US" dirty="0"/>
              <a:t>Dynamically allocating the buffer size</a:t>
            </a:r>
          </a:p>
        </p:txBody>
      </p:sp>
      <p:sp>
        <p:nvSpPr>
          <p:cNvPr id="4" name="Content Placeholder 3">
            <a:extLst>
              <a:ext uri="{FF2B5EF4-FFF2-40B4-BE49-F238E27FC236}">
                <a16:creationId xmlns:a16="http://schemas.microsoft.com/office/drawing/2014/main" id="{234540A9-0D82-8D88-F0C8-533F44E127A5}"/>
              </a:ext>
            </a:extLst>
          </p:cNvPr>
          <p:cNvSpPr>
            <a:spLocks noGrp="1"/>
          </p:cNvSpPr>
          <p:nvPr>
            <p:ph sz="quarter" idx="11"/>
          </p:nvPr>
        </p:nvSpPr>
        <p:spPr>
          <a:xfrm>
            <a:off x="2453908" y="3572796"/>
            <a:ext cx="9738092" cy="7815511"/>
          </a:xfrm>
        </p:spPr>
        <p:txBody>
          <a:bodyPr>
            <a:noAutofit/>
          </a:bodyPr>
          <a:lstStyle/>
          <a:p>
            <a:pPr algn="just"/>
            <a:r>
              <a:rPr lang="en-US" sz="3200" dirty="0"/>
              <a:t>You can read data of variable length from a network connection, provided that both the sender and receiver have agreed on a protocol for doing so. </a:t>
            </a:r>
          </a:p>
          <a:p>
            <a:pPr algn="just"/>
            <a:r>
              <a:rPr lang="en-US" sz="3200" dirty="0"/>
              <a:t>The type-length-value (TLV) encoding scheme is a good option. TLV encoding uses a fixed number of bytes to represent the type o f data, a fixed num- </a:t>
            </a:r>
            <a:r>
              <a:rPr lang="en-US" sz="3200" dirty="0" err="1"/>
              <a:t>ber</a:t>
            </a:r>
            <a:r>
              <a:rPr lang="en-US" sz="3200" dirty="0"/>
              <a:t> of bytes to represent the value size, and a variable number of bytes to represent the value itself. .</a:t>
            </a:r>
          </a:p>
          <a:p>
            <a:pPr algn="just"/>
            <a:r>
              <a:rPr lang="en-US" sz="3200" dirty="0"/>
              <a:t>Listing 4-4 defines the types that our TLV encoding protocol will accept.</a:t>
            </a:r>
          </a:p>
        </p:txBody>
      </p:sp>
      <p:pic>
        <p:nvPicPr>
          <p:cNvPr id="6" name="Picture 5" descr="A screenshot of a computer program&#10;&#10;Description automatically generated">
            <a:extLst>
              <a:ext uri="{FF2B5EF4-FFF2-40B4-BE49-F238E27FC236}">
                <a16:creationId xmlns:a16="http://schemas.microsoft.com/office/drawing/2014/main" id="{7CB84922-A9DE-0A52-B7C6-F4E7A2714EA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128171" y="3572796"/>
            <a:ext cx="10014349" cy="8272040"/>
          </a:xfrm>
          <a:prstGeom prst="rect">
            <a:avLst/>
          </a:prstGeom>
        </p:spPr>
      </p:pic>
    </p:spTree>
    <p:extLst>
      <p:ext uri="{BB962C8B-B14F-4D97-AF65-F5344CB8AC3E}">
        <p14:creationId xmlns:p14="http://schemas.microsoft.com/office/powerpoint/2010/main" val="569624343"/>
      </p:ext>
    </p:extLst>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B3683E20-3E92-DD52-C661-C10C6224C635}"/>
              </a:ext>
            </a:extLst>
          </p:cNvPr>
          <p:cNvSpPr>
            <a:spLocks noGrp="1"/>
          </p:cNvSpPr>
          <p:nvPr>
            <p:ph type="title"/>
          </p:nvPr>
        </p:nvSpPr>
        <p:spPr/>
        <p:txBody>
          <a:bodyPr/>
          <a:lstStyle/>
          <a:p>
            <a:r>
              <a:rPr lang="en-ID" sz="9600" dirty="0"/>
              <a:t>Creating Robust Network </a:t>
            </a:r>
          </a:p>
        </p:txBody>
      </p:sp>
    </p:spTree>
    <p:extLst>
      <p:ext uri="{BB962C8B-B14F-4D97-AF65-F5344CB8AC3E}">
        <p14:creationId xmlns:p14="http://schemas.microsoft.com/office/powerpoint/2010/main" val="739831724"/>
      </p:ext>
    </p:extLst>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10BA39-0D14-C06B-A87D-C98CC686C468}"/>
              </a:ext>
            </a:extLst>
          </p:cNvPr>
          <p:cNvSpPr>
            <a:spLocks noGrp="1"/>
          </p:cNvSpPr>
          <p:nvPr>
            <p:ph type="title"/>
          </p:nvPr>
        </p:nvSpPr>
        <p:spPr/>
        <p:txBody>
          <a:bodyPr>
            <a:normAutofit fontScale="90000"/>
          </a:bodyPr>
          <a:lstStyle/>
          <a:p>
            <a:r>
              <a:rPr lang="en-US" dirty="0"/>
              <a:t>Creating robust network</a:t>
            </a:r>
          </a:p>
        </p:txBody>
      </p:sp>
      <p:sp>
        <p:nvSpPr>
          <p:cNvPr id="3" name="Text Placeholder 2">
            <a:extLst>
              <a:ext uri="{FF2B5EF4-FFF2-40B4-BE49-F238E27FC236}">
                <a16:creationId xmlns:a16="http://schemas.microsoft.com/office/drawing/2014/main" id="{72C64D67-8E31-E762-6349-943E954A3069}"/>
              </a:ext>
            </a:extLst>
          </p:cNvPr>
          <p:cNvSpPr>
            <a:spLocks noGrp="1"/>
          </p:cNvSpPr>
          <p:nvPr>
            <p:ph type="body" sz="quarter" idx="10"/>
          </p:nvPr>
        </p:nvSpPr>
        <p:spPr/>
        <p:txBody>
          <a:bodyPr/>
          <a:lstStyle/>
          <a:p>
            <a:r>
              <a:rPr lang="en-US" dirty="0"/>
              <a:t>Golang io package</a:t>
            </a:r>
          </a:p>
        </p:txBody>
      </p:sp>
      <p:sp>
        <p:nvSpPr>
          <p:cNvPr id="4" name="Content Placeholder 3">
            <a:extLst>
              <a:ext uri="{FF2B5EF4-FFF2-40B4-BE49-F238E27FC236}">
                <a16:creationId xmlns:a16="http://schemas.microsoft.com/office/drawing/2014/main" id="{AF85A2A4-A36B-3570-B1BB-A9640073593E}"/>
              </a:ext>
            </a:extLst>
          </p:cNvPr>
          <p:cNvSpPr>
            <a:spLocks noGrp="1"/>
          </p:cNvSpPr>
          <p:nvPr>
            <p:ph sz="quarter" idx="11"/>
          </p:nvPr>
        </p:nvSpPr>
        <p:spPr>
          <a:xfrm>
            <a:off x="2167377" y="3260663"/>
            <a:ext cx="13714940" cy="4522264"/>
          </a:xfrm>
        </p:spPr>
        <p:txBody>
          <a:bodyPr>
            <a:noAutofit/>
          </a:bodyPr>
          <a:lstStyle/>
          <a:p>
            <a:pPr algn="just"/>
            <a:r>
              <a:rPr lang="en-US" sz="3200" dirty="0"/>
              <a:t>In addition to interfaces common in Go code, such as </a:t>
            </a:r>
            <a:r>
              <a:rPr lang="en-US" sz="3200" dirty="0" err="1"/>
              <a:t>io.Reader</a:t>
            </a:r>
            <a:r>
              <a:rPr lang="en-US" sz="3200" dirty="0"/>
              <a:t> and </a:t>
            </a:r>
            <a:r>
              <a:rPr lang="en-US" sz="3200" dirty="0" err="1"/>
              <a:t>io.Writer</a:t>
            </a:r>
            <a:r>
              <a:rPr lang="en-US" sz="3200" dirty="0"/>
              <a:t>, the io package provides several useful functions and utilities that make the creation of robust network applications easy.</a:t>
            </a:r>
          </a:p>
          <a:p>
            <a:pPr marL="514350" indent="-514350" algn="just">
              <a:buFont typeface="+mj-lt"/>
              <a:buAutoNum type="arabicPeriod"/>
            </a:pPr>
            <a:r>
              <a:rPr lang="en-US" sz="3200" dirty="0" err="1"/>
              <a:t>io.Copy</a:t>
            </a:r>
            <a:endParaRPr lang="en-US" sz="3200" dirty="0"/>
          </a:p>
          <a:p>
            <a:pPr marL="514350" indent="-514350" algn="just">
              <a:buFont typeface="+mj-lt"/>
              <a:buAutoNum type="arabicPeriod"/>
            </a:pPr>
            <a:r>
              <a:rPr lang="en-US" sz="3200" dirty="0"/>
              <a:t> </a:t>
            </a:r>
            <a:r>
              <a:rPr lang="en-US" sz="3200" dirty="0" err="1"/>
              <a:t>io.MultiWriter</a:t>
            </a:r>
            <a:endParaRPr lang="en-US" sz="3200" dirty="0"/>
          </a:p>
          <a:p>
            <a:pPr marL="514350" indent="-514350" algn="just">
              <a:buFont typeface="+mj-lt"/>
              <a:buAutoNum type="arabicPeriod"/>
            </a:pPr>
            <a:r>
              <a:rPr lang="en-US" sz="3200" dirty="0" err="1"/>
              <a:t>io.TeeReader</a:t>
            </a:r>
            <a:r>
              <a:rPr lang="en-US" sz="3200" dirty="0"/>
              <a:t> </a:t>
            </a:r>
          </a:p>
          <a:p>
            <a:pPr marL="0" indent="0" algn="just">
              <a:buNone/>
            </a:pPr>
            <a:r>
              <a:rPr lang="en-US" sz="3200" dirty="0"/>
              <a:t>functions to proxy data between connections, log network traffic, and ping hosts when firewalls attempt to keep you from doing so.</a:t>
            </a:r>
          </a:p>
        </p:txBody>
      </p:sp>
      <p:pic>
        <p:nvPicPr>
          <p:cNvPr id="5" name="Picture 4">
            <a:extLst>
              <a:ext uri="{FF2B5EF4-FFF2-40B4-BE49-F238E27FC236}">
                <a16:creationId xmlns:a16="http://schemas.microsoft.com/office/drawing/2014/main" id="{C6A8AB6C-9510-DAFF-1723-87A1C055186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21628" y="9879301"/>
            <a:ext cx="9860372" cy="1152071"/>
          </a:xfrm>
          <a:prstGeom prst="rect">
            <a:avLst/>
          </a:prstGeom>
        </p:spPr>
      </p:pic>
      <p:pic>
        <p:nvPicPr>
          <p:cNvPr id="7" name="Picture 6">
            <a:extLst>
              <a:ext uri="{FF2B5EF4-FFF2-40B4-BE49-F238E27FC236}">
                <a16:creationId xmlns:a16="http://schemas.microsoft.com/office/drawing/2014/main" id="{5E845735-A07A-5E2D-DBEF-B050BA3F53F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15363" y="12387046"/>
            <a:ext cx="9329329" cy="825875"/>
          </a:xfrm>
          <a:prstGeom prst="rect">
            <a:avLst/>
          </a:prstGeom>
        </p:spPr>
      </p:pic>
      <p:pic>
        <p:nvPicPr>
          <p:cNvPr id="9" name="Picture 8">
            <a:extLst>
              <a:ext uri="{FF2B5EF4-FFF2-40B4-BE49-F238E27FC236}">
                <a16:creationId xmlns:a16="http://schemas.microsoft.com/office/drawing/2014/main" id="{83B218F7-F908-52C6-1DCE-AB3194E4B37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121627" y="12387047"/>
            <a:ext cx="4284232" cy="825876"/>
          </a:xfrm>
          <a:prstGeom prst="rect">
            <a:avLst/>
          </a:prstGeom>
        </p:spPr>
      </p:pic>
      <p:pic>
        <p:nvPicPr>
          <p:cNvPr id="11" name="Picture 10">
            <a:extLst>
              <a:ext uri="{FF2B5EF4-FFF2-40B4-BE49-F238E27FC236}">
                <a16:creationId xmlns:a16="http://schemas.microsoft.com/office/drawing/2014/main" id="{D55760EF-E9C7-97B7-413C-19D2B17CF44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121627" y="11296271"/>
            <a:ext cx="10070373" cy="825877"/>
          </a:xfrm>
          <a:prstGeom prst="rect">
            <a:avLst/>
          </a:prstGeom>
        </p:spPr>
      </p:pic>
    </p:spTree>
    <p:extLst>
      <p:ext uri="{BB962C8B-B14F-4D97-AF65-F5344CB8AC3E}">
        <p14:creationId xmlns:p14="http://schemas.microsoft.com/office/powerpoint/2010/main" val="538148253"/>
      </p:ext>
    </p:extLst>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FE42AD-0BDF-5865-75C2-9F7196966BAD}"/>
              </a:ext>
            </a:extLst>
          </p:cNvPr>
          <p:cNvSpPr>
            <a:spLocks noGrp="1"/>
          </p:cNvSpPr>
          <p:nvPr>
            <p:ph type="title"/>
          </p:nvPr>
        </p:nvSpPr>
        <p:spPr/>
        <p:txBody>
          <a:bodyPr>
            <a:normAutofit fontScale="90000"/>
          </a:bodyPr>
          <a:lstStyle/>
          <a:p>
            <a:r>
              <a:rPr lang="en-US" dirty="0"/>
              <a:t>Creating robust network</a:t>
            </a:r>
          </a:p>
        </p:txBody>
      </p:sp>
      <p:sp>
        <p:nvSpPr>
          <p:cNvPr id="3" name="Text Placeholder 2">
            <a:extLst>
              <a:ext uri="{FF2B5EF4-FFF2-40B4-BE49-F238E27FC236}">
                <a16:creationId xmlns:a16="http://schemas.microsoft.com/office/drawing/2014/main" id="{729D3961-299E-EA1C-98BD-A0182AB5AFE5}"/>
              </a:ext>
            </a:extLst>
          </p:cNvPr>
          <p:cNvSpPr>
            <a:spLocks noGrp="1"/>
          </p:cNvSpPr>
          <p:nvPr>
            <p:ph type="body" sz="quarter" idx="10"/>
          </p:nvPr>
        </p:nvSpPr>
        <p:spPr/>
        <p:txBody>
          <a:bodyPr/>
          <a:lstStyle/>
          <a:p>
            <a:r>
              <a:rPr lang="en-US" dirty="0"/>
              <a:t>Proxying data between connections</a:t>
            </a:r>
          </a:p>
        </p:txBody>
      </p:sp>
      <p:sp>
        <p:nvSpPr>
          <p:cNvPr id="4" name="Content Placeholder 3">
            <a:extLst>
              <a:ext uri="{FF2B5EF4-FFF2-40B4-BE49-F238E27FC236}">
                <a16:creationId xmlns:a16="http://schemas.microsoft.com/office/drawing/2014/main" id="{CF49F6C8-47DE-C2A5-77DA-E3D98C66A2FF}"/>
              </a:ext>
            </a:extLst>
          </p:cNvPr>
          <p:cNvSpPr>
            <a:spLocks noGrp="1"/>
          </p:cNvSpPr>
          <p:nvPr>
            <p:ph sz="quarter" idx="11"/>
          </p:nvPr>
        </p:nvSpPr>
        <p:spPr>
          <a:xfrm>
            <a:off x="2167377" y="3832204"/>
            <a:ext cx="11592166" cy="4522264"/>
          </a:xfrm>
        </p:spPr>
        <p:txBody>
          <a:bodyPr>
            <a:noAutofit/>
          </a:bodyPr>
          <a:lstStyle/>
          <a:p>
            <a:pPr algn="just"/>
            <a:r>
              <a:rPr lang="en-US" sz="3200" dirty="0"/>
              <a:t>One of the most useful functions from the io package, the </a:t>
            </a:r>
            <a:r>
              <a:rPr lang="en-US" sz="3200" dirty="0" err="1"/>
              <a:t>io.Copy</a:t>
            </a:r>
            <a:r>
              <a:rPr lang="en-US" sz="3200" dirty="0"/>
              <a:t> function reads data from an </a:t>
            </a:r>
            <a:r>
              <a:rPr lang="en-US" sz="3200" dirty="0" err="1"/>
              <a:t>io.Reader</a:t>
            </a:r>
            <a:r>
              <a:rPr lang="en-US" sz="3200" dirty="0"/>
              <a:t> and writes it to an </a:t>
            </a:r>
            <a:r>
              <a:rPr lang="en-US" sz="3200" dirty="0" err="1"/>
              <a:t>io.Writer</a:t>
            </a:r>
            <a:r>
              <a:rPr lang="en-US" sz="3200" dirty="0"/>
              <a:t>. </a:t>
            </a:r>
          </a:p>
          <a:p>
            <a:pPr algn="just"/>
            <a:r>
              <a:rPr lang="en-US" sz="3200" dirty="0"/>
              <a:t>This is useful for creating a proxy, which, in this context, is an intermediary that transfers data between two nodes. </a:t>
            </a:r>
          </a:p>
          <a:p>
            <a:pPr algn="just"/>
            <a:r>
              <a:rPr lang="en-US" sz="3200" dirty="0"/>
              <a:t>Since </a:t>
            </a:r>
            <a:r>
              <a:rPr lang="en-US" sz="3200" dirty="0" err="1"/>
              <a:t>net.Conn</a:t>
            </a:r>
            <a:r>
              <a:rPr lang="en-US" sz="3200" dirty="0"/>
              <a:t> includes both </a:t>
            </a:r>
            <a:r>
              <a:rPr lang="en-US" sz="3200" dirty="0" err="1"/>
              <a:t>io.Reader</a:t>
            </a:r>
            <a:r>
              <a:rPr lang="en-US" sz="3200" dirty="0"/>
              <a:t> and </a:t>
            </a:r>
            <a:r>
              <a:rPr lang="en-US" sz="3200" dirty="0" err="1"/>
              <a:t>io.Writer</a:t>
            </a:r>
            <a:r>
              <a:rPr lang="en-US" sz="3200" dirty="0"/>
              <a:t> interfaces, and </a:t>
            </a:r>
            <a:r>
              <a:rPr lang="en-US" sz="3200" dirty="0" err="1"/>
              <a:t>io.Copy</a:t>
            </a:r>
            <a:r>
              <a:rPr lang="en-US" sz="3200" dirty="0"/>
              <a:t> writes whatever it reads from an </a:t>
            </a:r>
            <a:r>
              <a:rPr lang="en-US" sz="3200" dirty="0" err="1"/>
              <a:t>io.Reader</a:t>
            </a:r>
            <a:r>
              <a:rPr lang="en-US" sz="3200" dirty="0"/>
              <a:t> to an </a:t>
            </a:r>
            <a:r>
              <a:rPr lang="en-US" sz="3200" dirty="0" err="1"/>
              <a:t>io.Writer</a:t>
            </a:r>
            <a:r>
              <a:rPr lang="en-US" sz="3200" dirty="0"/>
              <a:t>, you can easily create a proxy between network connections, such as the one you define in the </a:t>
            </a:r>
            <a:r>
              <a:rPr lang="en-US" sz="3200" dirty="0" err="1"/>
              <a:t>proxyConn</a:t>
            </a:r>
            <a:r>
              <a:rPr lang="en-US" sz="3200" dirty="0"/>
              <a:t> function in Listing 4-14. </a:t>
            </a:r>
          </a:p>
          <a:p>
            <a:pPr algn="just"/>
            <a:r>
              <a:rPr lang="en-US" sz="3200" dirty="0"/>
              <a:t>This </a:t>
            </a:r>
            <a:r>
              <a:rPr lang="en-US" sz="3200" dirty="0" err="1"/>
              <a:t>func</a:t>
            </a:r>
            <a:r>
              <a:rPr lang="en-US" sz="3200" dirty="0"/>
              <a:t>- </a:t>
            </a:r>
            <a:r>
              <a:rPr lang="en-US" sz="3200" dirty="0" err="1"/>
              <a:t>tion</a:t>
            </a:r>
            <a:r>
              <a:rPr lang="en-US" sz="3200" dirty="0"/>
              <a:t> copies any data sent from the source node to the destination node, and vice versa.</a:t>
            </a:r>
          </a:p>
        </p:txBody>
      </p:sp>
      <p:pic>
        <p:nvPicPr>
          <p:cNvPr id="6" name="Picture 5" descr="A screenshot of a computer program&#10;&#10;Description automatically generated">
            <a:extLst>
              <a:ext uri="{FF2B5EF4-FFF2-40B4-BE49-F238E27FC236}">
                <a16:creationId xmlns:a16="http://schemas.microsoft.com/office/drawing/2014/main" id="{5CD8B230-A62E-E499-3DC3-FE088E0207E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793745" y="3832204"/>
            <a:ext cx="8313962" cy="8012632"/>
          </a:xfrm>
          <a:prstGeom prst="rect">
            <a:avLst/>
          </a:prstGeom>
        </p:spPr>
      </p:pic>
    </p:spTree>
    <p:extLst>
      <p:ext uri="{BB962C8B-B14F-4D97-AF65-F5344CB8AC3E}">
        <p14:creationId xmlns:p14="http://schemas.microsoft.com/office/powerpoint/2010/main" val="3131067905"/>
      </p:ext>
    </p:extLst>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9F5C0A-7E3F-DC14-AB8E-F0593E9E6764}"/>
              </a:ext>
            </a:extLst>
          </p:cNvPr>
          <p:cNvSpPr>
            <a:spLocks noGrp="1"/>
          </p:cNvSpPr>
          <p:nvPr>
            <p:ph type="title"/>
          </p:nvPr>
        </p:nvSpPr>
        <p:spPr/>
        <p:txBody>
          <a:bodyPr>
            <a:normAutofit fontScale="90000"/>
          </a:bodyPr>
          <a:lstStyle/>
          <a:p>
            <a:r>
              <a:rPr lang="en-US" dirty="0"/>
              <a:t>Creating a robust network</a:t>
            </a:r>
          </a:p>
        </p:txBody>
      </p:sp>
      <p:sp>
        <p:nvSpPr>
          <p:cNvPr id="3" name="Text Placeholder 2">
            <a:extLst>
              <a:ext uri="{FF2B5EF4-FFF2-40B4-BE49-F238E27FC236}">
                <a16:creationId xmlns:a16="http://schemas.microsoft.com/office/drawing/2014/main" id="{BBF1BEC1-429D-4E84-4A85-62758DF5A127}"/>
              </a:ext>
            </a:extLst>
          </p:cNvPr>
          <p:cNvSpPr>
            <a:spLocks noGrp="1"/>
          </p:cNvSpPr>
          <p:nvPr>
            <p:ph type="body" sz="quarter" idx="10"/>
          </p:nvPr>
        </p:nvSpPr>
        <p:spPr/>
        <p:txBody>
          <a:bodyPr/>
          <a:lstStyle/>
          <a:p>
            <a:r>
              <a:rPr lang="en-US" dirty="0"/>
              <a:t>Key practices to build a robust network</a:t>
            </a:r>
          </a:p>
        </p:txBody>
      </p:sp>
      <p:sp>
        <p:nvSpPr>
          <p:cNvPr id="4" name="Content Placeholder 3">
            <a:extLst>
              <a:ext uri="{FF2B5EF4-FFF2-40B4-BE49-F238E27FC236}">
                <a16:creationId xmlns:a16="http://schemas.microsoft.com/office/drawing/2014/main" id="{0DE7B261-B395-8965-D21E-7667181389B5}"/>
              </a:ext>
            </a:extLst>
          </p:cNvPr>
          <p:cNvSpPr>
            <a:spLocks noGrp="1"/>
          </p:cNvSpPr>
          <p:nvPr>
            <p:ph sz="quarter" idx="11"/>
          </p:nvPr>
        </p:nvSpPr>
        <p:spPr>
          <a:xfrm>
            <a:off x="2167377" y="3260663"/>
            <a:ext cx="20649080" cy="10194080"/>
          </a:xfrm>
        </p:spPr>
        <p:txBody>
          <a:bodyPr>
            <a:normAutofit/>
          </a:bodyPr>
          <a:lstStyle/>
          <a:p>
            <a:pPr marL="514350" indent="-514350" algn="just">
              <a:buFont typeface="+mj-lt"/>
              <a:buAutoNum type="arabicPeriod"/>
            </a:pPr>
            <a:r>
              <a:rPr lang="en-US" sz="3200" dirty="0"/>
              <a:t>Planning and Design: Understand the specific requirements of your organization, including the number of users, types of applications, and expected traffic patterns. Design the network with scalability in mind, allowing for future growth in terms of users, devices, and data.</a:t>
            </a:r>
          </a:p>
          <a:p>
            <a:pPr marL="514350" indent="-514350" algn="just">
              <a:buFont typeface="+mj-lt"/>
              <a:buAutoNum type="arabicPeriod"/>
            </a:pPr>
            <a:r>
              <a:rPr lang="en-US" sz="3200" dirty="0"/>
              <a:t>Network Topology: Select a network topology that suits your organization's requirements. Common topologies include star, ring, bus, mesh, and hybrid topologies.</a:t>
            </a:r>
          </a:p>
          <a:p>
            <a:pPr marL="514350" indent="-514350" algn="just">
              <a:buFont typeface="+mj-lt"/>
              <a:buAutoNum type="arabicPeriod"/>
            </a:pPr>
            <a:r>
              <a:rPr lang="en-US" sz="3200" dirty="0"/>
              <a:t>Hardware and Equipment: Invest in high-quality networking hardware and equipment. Consider factors such as reliability, performance, and vendor support &amp; used load balancing to distribute network traffic across multiple server or paths.</a:t>
            </a:r>
          </a:p>
          <a:p>
            <a:pPr marL="514350" indent="-514350" algn="just">
              <a:buFont typeface="+mj-lt"/>
              <a:buAutoNum type="arabicPeriod"/>
            </a:pPr>
            <a:r>
              <a:rPr lang="en-US" sz="3200" dirty="0"/>
              <a:t>Security: Implement firewalls and IPS devices to protect the network, and use encryption for sensitive data, especially when transmitting information over the network. Implement protocols such as SSL/TLS for secure communication.</a:t>
            </a:r>
          </a:p>
          <a:p>
            <a:pPr marL="514350" indent="-514350" algn="just">
              <a:buFont typeface="+mj-lt"/>
              <a:buAutoNum type="arabicPeriod"/>
            </a:pPr>
            <a:r>
              <a:rPr lang="en-US" sz="3200" dirty="0"/>
              <a:t>Monitoring and Management: Use network monitoring tools to track the performance of devices, identify potential issues, and ensure that the network meets its service-level objectives (SLOs). Set up logging and alerting mechanisms to notify administrators of critical events, errors, or security incidents.</a:t>
            </a:r>
          </a:p>
        </p:txBody>
      </p:sp>
    </p:spTree>
    <p:extLst>
      <p:ext uri="{BB962C8B-B14F-4D97-AF65-F5344CB8AC3E}">
        <p14:creationId xmlns:p14="http://schemas.microsoft.com/office/powerpoint/2010/main" val="3393208081"/>
      </p:ext>
    </p:extLst>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9F5C0A-7E3F-DC14-AB8E-F0593E9E6764}"/>
              </a:ext>
            </a:extLst>
          </p:cNvPr>
          <p:cNvSpPr>
            <a:spLocks noGrp="1"/>
          </p:cNvSpPr>
          <p:nvPr>
            <p:ph type="title"/>
          </p:nvPr>
        </p:nvSpPr>
        <p:spPr/>
        <p:txBody>
          <a:bodyPr>
            <a:normAutofit fontScale="90000"/>
          </a:bodyPr>
          <a:lstStyle/>
          <a:p>
            <a:r>
              <a:rPr lang="en-US" dirty="0"/>
              <a:t>Creating a robust network</a:t>
            </a:r>
          </a:p>
        </p:txBody>
      </p:sp>
      <p:sp>
        <p:nvSpPr>
          <p:cNvPr id="3" name="Text Placeholder 2">
            <a:extLst>
              <a:ext uri="{FF2B5EF4-FFF2-40B4-BE49-F238E27FC236}">
                <a16:creationId xmlns:a16="http://schemas.microsoft.com/office/drawing/2014/main" id="{BBF1BEC1-429D-4E84-4A85-62758DF5A127}"/>
              </a:ext>
            </a:extLst>
          </p:cNvPr>
          <p:cNvSpPr>
            <a:spLocks noGrp="1"/>
          </p:cNvSpPr>
          <p:nvPr>
            <p:ph type="body" sz="quarter" idx="10"/>
          </p:nvPr>
        </p:nvSpPr>
        <p:spPr/>
        <p:txBody>
          <a:bodyPr/>
          <a:lstStyle/>
          <a:p>
            <a:r>
              <a:rPr lang="en-US" dirty="0"/>
              <a:t>Key practices to build a robust network</a:t>
            </a:r>
          </a:p>
        </p:txBody>
      </p:sp>
      <p:sp>
        <p:nvSpPr>
          <p:cNvPr id="4" name="Content Placeholder 3">
            <a:extLst>
              <a:ext uri="{FF2B5EF4-FFF2-40B4-BE49-F238E27FC236}">
                <a16:creationId xmlns:a16="http://schemas.microsoft.com/office/drawing/2014/main" id="{0DE7B261-B395-8965-D21E-7667181389B5}"/>
              </a:ext>
            </a:extLst>
          </p:cNvPr>
          <p:cNvSpPr>
            <a:spLocks noGrp="1"/>
          </p:cNvSpPr>
          <p:nvPr>
            <p:ph sz="quarter" idx="11"/>
          </p:nvPr>
        </p:nvSpPr>
        <p:spPr>
          <a:xfrm>
            <a:off x="2167377" y="3260663"/>
            <a:ext cx="20649080" cy="10194080"/>
          </a:xfrm>
        </p:spPr>
        <p:txBody>
          <a:bodyPr>
            <a:normAutofit/>
          </a:bodyPr>
          <a:lstStyle/>
          <a:p>
            <a:pPr marL="514350" indent="-514350" algn="just">
              <a:buFont typeface="+mj-lt"/>
              <a:buAutoNum type="arabicPeriod" startAt="6"/>
            </a:pPr>
            <a:r>
              <a:rPr lang="en-US" sz="3200" dirty="0"/>
              <a:t>Resilience and Failover: Deploy high-availability solutions to minimize downtime. This may involve redundant hardware, failover mechanisms, and clustering &amp; optimize network protocols and configurations for fast convergence in the event of link and failures.</a:t>
            </a:r>
          </a:p>
          <a:p>
            <a:pPr marL="514350" indent="-514350" algn="just">
              <a:buFont typeface="+mj-lt"/>
              <a:buAutoNum type="arabicPeriod" startAt="6"/>
            </a:pPr>
            <a:r>
              <a:rPr lang="en-US" sz="3200" dirty="0"/>
              <a:t>Documentation: Maintain detailed documentation for network architecture, configurations, and procedures. </a:t>
            </a:r>
          </a:p>
          <a:p>
            <a:pPr marL="514350" indent="-514350" algn="just">
              <a:buFont typeface="+mj-lt"/>
              <a:buAutoNum type="arabicPeriod" startAt="6"/>
            </a:pPr>
            <a:r>
              <a:rPr lang="en-US" sz="3200" dirty="0"/>
              <a:t>Training and Skill Development: Ensure that network administrators and IT staff receive ongoing training to stay updated on the latest technologies and best practices. Encourage staff to obtain relevant certifications, such as Cisco Certified Network Professional (CCNP) or Certified Information Systems Security Professional (CISSP).</a:t>
            </a:r>
          </a:p>
          <a:p>
            <a:pPr marL="514350" indent="-514350" algn="just">
              <a:buFont typeface="+mj-lt"/>
              <a:buAutoNum type="arabicPeriod" startAt="6"/>
            </a:pPr>
            <a:r>
              <a:rPr lang="en-US" sz="3200" dirty="0"/>
              <a:t>Regular Testing and Simulations: Conduct regular testing and simulations to assess the network's resilience under different scenarios, including failures and peak loads. Develop and test disaster recovery plans to ensure a rapid response to major network outages</a:t>
            </a:r>
          </a:p>
          <a:p>
            <a:pPr marL="514350" indent="-514350" algn="just">
              <a:buFont typeface="+mj-lt"/>
              <a:buAutoNum type="arabicPeriod" startAt="6"/>
            </a:pPr>
            <a:r>
              <a:rPr lang="en-US" sz="3200" dirty="0"/>
              <a:t>Vendor and technology Diversity: Avoid reliance on a single vendor or technology to minimize the risk of a single point of failure. </a:t>
            </a:r>
          </a:p>
          <a:p>
            <a:pPr marL="0" indent="0" algn="just">
              <a:buNone/>
            </a:pPr>
            <a:endParaRPr lang="en-US" sz="3200" dirty="0"/>
          </a:p>
        </p:txBody>
      </p:sp>
    </p:spTree>
    <p:extLst>
      <p:ext uri="{BB962C8B-B14F-4D97-AF65-F5344CB8AC3E}">
        <p14:creationId xmlns:p14="http://schemas.microsoft.com/office/powerpoint/2010/main" val="2386633403"/>
      </p:ext>
    </p:extLst>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B3683E20-3E92-DD52-C661-C10C6224C635}"/>
              </a:ext>
            </a:extLst>
          </p:cNvPr>
          <p:cNvSpPr>
            <a:spLocks noGrp="1"/>
          </p:cNvSpPr>
          <p:nvPr>
            <p:ph type="title"/>
          </p:nvPr>
        </p:nvSpPr>
        <p:spPr/>
        <p:txBody>
          <a:bodyPr/>
          <a:lstStyle/>
          <a:p>
            <a:r>
              <a:rPr lang="en-ID" sz="9600" dirty="0"/>
              <a:t>Solving Common Go TCP Network Problems</a:t>
            </a:r>
          </a:p>
        </p:txBody>
      </p:sp>
    </p:spTree>
    <p:extLst>
      <p:ext uri="{BB962C8B-B14F-4D97-AF65-F5344CB8AC3E}">
        <p14:creationId xmlns:p14="http://schemas.microsoft.com/office/powerpoint/2010/main" val="3449814191"/>
      </p:ext>
    </p:extLst>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316C41-0D3C-F3A8-C043-3F93E4F5A056}"/>
              </a:ext>
            </a:extLst>
          </p:cNvPr>
          <p:cNvSpPr>
            <a:spLocks noGrp="1"/>
          </p:cNvSpPr>
          <p:nvPr>
            <p:ph type="title"/>
          </p:nvPr>
        </p:nvSpPr>
        <p:spPr/>
        <p:txBody>
          <a:bodyPr>
            <a:normAutofit fontScale="90000"/>
          </a:bodyPr>
          <a:lstStyle/>
          <a:p>
            <a:r>
              <a:rPr lang="en-US" dirty="0"/>
              <a:t>Go Problems and Solutions</a:t>
            </a:r>
          </a:p>
        </p:txBody>
      </p:sp>
      <p:sp>
        <p:nvSpPr>
          <p:cNvPr id="3" name="Text Placeholder 2">
            <a:extLst>
              <a:ext uri="{FF2B5EF4-FFF2-40B4-BE49-F238E27FC236}">
                <a16:creationId xmlns:a16="http://schemas.microsoft.com/office/drawing/2014/main" id="{7F6C60EF-5433-0DC4-F4CC-0E1C05F0A4A6}"/>
              </a:ext>
            </a:extLst>
          </p:cNvPr>
          <p:cNvSpPr>
            <a:spLocks noGrp="1"/>
          </p:cNvSpPr>
          <p:nvPr>
            <p:ph type="body" sz="quarter" idx="10"/>
          </p:nvPr>
        </p:nvSpPr>
        <p:spPr/>
        <p:txBody>
          <a:bodyPr/>
          <a:lstStyle/>
          <a:p>
            <a:endParaRPr lang="en-US"/>
          </a:p>
        </p:txBody>
      </p:sp>
      <p:sp>
        <p:nvSpPr>
          <p:cNvPr id="4" name="Content Placeholder 3">
            <a:extLst>
              <a:ext uri="{FF2B5EF4-FFF2-40B4-BE49-F238E27FC236}">
                <a16:creationId xmlns:a16="http://schemas.microsoft.com/office/drawing/2014/main" id="{14080407-29E9-EBC3-848E-893294FB6521}"/>
              </a:ext>
            </a:extLst>
          </p:cNvPr>
          <p:cNvSpPr>
            <a:spLocks noGrp="1"/>
          </p:cNvSpPr>
          <p:nvPr>
            <p:ph sz="quarter" idx="11"/>
          </p:nvPr>
        </p:nvSpPr>
        <p:spPr>
          <a:xfrm>
            <a:off x="2167377" y="3260663"/>
            <a:ext cx="20213652" cy="9889280"/>
          </a:xfrm>
        </p:spPr>
        <p:txBody>
          <a:bodyPr>
            <a:noAutofit/>
          </a:bodyPr>
          <a:lstStyle/>
          <a:p>
            <a:pPr marL="0" indent="0" algn="just">
              <a:buNone/>
            </a:pPr>
            <a:r>
              <a:rPr lang="en-US" sz="3200" dirty="0"/>
              <a:t>When working with TCP network programming in Go, there are several common issues and challenges that developers may encounter. Here are some solutions to address these common problems:</a:t>
            </a:r>
          </a:p>
          <a:p>
            <a:pPr marL="514350" indent="-514350" algn="just">
              <a:buFont typeface="+mj-lt"/>
              <a:buAutoNum type="arabicPeriod"/>
            </a:pPr>
            <a:r>
              <a:rPr lang="en-US" sz="3200" b="1" dirty="0"/>
              <a:t>Handling Errors</a:t>
            </a:r>
            <a:r>
              <a:rPr lang="en-US" sz="3200" dirty="0"/>
              <a:t>: Network operations can result in errors, and it's crucial to handle them appropriately.</a:t>
            </a:r>
          </a:p>
          <a:p>
            <a:pPr marL="0" indent="0" algn="just">
              <a:buNone/>
            </a:pPr>
            <a:r>
              <a:rPr lang="en-US" sz="3200" dirty="0">
                <a:sym typeface="Wingdings" pitchFamily="2" charset="2"/>
              </a:rPr>
              <a:t> </a:t>
            </a:r>
            <a:r>
              <a:rPr lang="en-US" sz="3200" dirty="0"/>
              <a:t>Always check for errors after network operations and handle them gracefully. Use the if err != nil pattern to check for errors and log or handle them according to your application's requirements.</a:t>
            </a:r>
          </a:p>
          <a:p>
            <a:pPr marL="514350" indent="-514350" algn="just">
              <a:buFont typeface="+mj-lt"/>
              <a:buAutoNum type="arabicPeriod"/>
            </a:pPr>
            <a:endParaRPr lang="en-US" sz="3200" dirty="0"/>
          </a:p>
          <a:p>
            <a:pPr marL="514350" indent="-514350" algn="just">
              <a:buFont typeface="+mj-lt"/>
              <a:buAutoNum type="arabicPeriod" startAt="2"/>
            </a:pPr>
            <a:r>
              <a:rPr lang="en-US" sz="3200" b="1" dirty="0"/>
              <a:t>Timeouts</a:t>
            </a:r>
            <a:r>
              <a:rPr lang="en-US" sz="3200" dirty="0"/>
              <a:t>: Operations involving network communication can experience timeouts, especially when waiting for a connection, reading, or writing data.</a:t>
            </a:r>
          </a:p>
          <a:p>
            <a:pPr marL="0" indent="0" algn="just">
              <a:buNone/>
            </a:pPr>
            <a:r>
              <a:rPr lang="en-US" sz="3200" dirty="0">
                <a:sym typeface="Wingdings" pitchFamily="2" charset="2"/>
              </a:rPr>
              <a:t> </a:t>
            </a:r>
            <a:r>
              <a:rPr lang="en-US" sz="3200" dirty="0"/>
              <a:t>Use the context package to set timeouts for network operations. The net package in Go provides a </a:t>
            </a:r>
            <a:r>
              <a:rPr lang="en-US" sz="3200" dirty="0" err="1"/>
              <a:t>DialContext</a:t>
            </a:r>
            <a:r>
              <a:rPr lang="en-US" sz="3200" dirty="0"/>
              <a:t> function that allows you to specify a context with a timeout.</a:t>
            </a:r>
          </a:p>
          <a:p>
            <a:pPr marL="514350" indent="-514350" algn="just">
              <a:buFont typeface="+mj-lt"/>
              <a:buAutoNum type="arabicPeriod" startAt="2"/>
            </a:pPr>
            <a:endParaRPr lang="en-US" sz="3200" dirty="0"/>
          </a:p>
        </p:txBody>
      </p:sp>
    </p:spTree>
    <p:extLst>
      <p:ext uri="{BB962C8B-B14F-4D97-AF65-F5344CB8AC3E}">
        <p14:creationId xmlns:p14="http://schemas.microsoft.com/office/powerpoint/2010/main" val="4252356239"/>
      </p:ext>
    </p:extLst>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316C41-0D3C-F3A8-C043-3F93E4F5A056}"/>
              </a:ext>
            </a:extLst>
          </p:cNvPr>
          <p:cNvSpPr>
            <a:spLocks noGrp="1"/>
          </p:cNvSpPr>
          <p:nvPr>
            <p:ph type="title"/>
          </p:nvPr>
        </p:nvSpPr>
        <p:spPr/>
        <p:txBody>
          <a:bodyPr>
            <a:normAutofit fontScale="90000"/>
          </a:bodyPr>
          <a:lstStyle/>
          <a:p>
            <a:r>
              <a:rPr lang="en-US" dirty="0"/>
              <a:t>Go Problems and Solutions</a:t>
            </a:r>
          </a:p>
        </p:txBody>
      </p:sp>
      <p:sp>
        <p:nvSpPr>
          <p:cNvPr id="3" name="Text Placeholder 2">
            <a:extLst>
              <a:ext uri="{FF2B5EF4-FFF2-40B4-BE49-F238E27FC236}">
                <a16:creationId xmlns:a16="http://schemas.microsoft.com/office/drawing/2014/main" id="{7F6C60EF-5433-0DC4-F4CC-0E1C05F0A4A6}"/>
              </a:ext>
            </a:extLst>
          </p:cNvPr>
          <p:cNvSpPr>
            <a:spLocks noGrp="1"/>
          </p:cNvSpPr>
          <p:nvPr>
            <p:ph type="body" sz="quarter" idx="10"/>
          </p:nvPr>
        </p:nvSpPr>
        <p:spPr/>
        <p:txBody>
          <a:bodyPr/>
          <a:lstStyle/>
          <a:p>
            <a:endParaRPr lang="en-US"/>
          </a:p>
        </p:txBody>
      </p:sp>
      <p:sp>
        <p:nvSpPr>
          <p:cNvPr id="4" name="Content Placeholder 3">
            <a:extLst>
              <a:ext uri="{FF2B5EF4-FFF2-40B4-BE49-F238E27FC236}">
                <a16:creationId xmlns:a16="http://schemas.microsoft.com/office/drawing/2014/main" id="{14080407-29E9-EBC3-848E-893294FB6521}"/>
              </a:ext>
            </a:extLst>
          </p:cNvPr>
          <p:cNvSpPr>
            <a:spLocks noGrp="1"/>
          </p:cNvSpPr>
          <p:nvPr>
            <p:ph sz="quarter" idx="11"/>
          </p:nvPr>
        </p:nvSpPr>
        <p:spPr>
          <a:xfrm>
            <a:off x="2167377" y="3260663"/>
            <a:ext cx="20213652" cy="9889280"/>
          </a:xfrm>
        </p:spPr>
        <p:txBody>
          <a:bodyPr>
            <a:noAutofit/>
          </a:bodyPr>
          <a:lstStyle/>
          <a:p>
            <a:pPr marL="514350" indent="-514350" algn="just">
              <a:buFont typeface="+mj-lt"/>
              <a:buAutoNum type="arabicPeriod" startAt="3"/>
            </a:pPr>
            <a:r>
              <a:rPr lang="en-US" sz="3200" b="1" dirty="0"/>
              <a:t>Connection Pooling</a:t>
            </a:r>
            <a:r>
              <a:rPr lang="en-US" sz="3200" dirty="0"/>
              <a:t>: Establishing a new TCP connection for each request can be inefficient.</a:t>
            </a:r>
          </a:p>
          <a:p>
            <a:pPr algn="just">
              <a:buFont typeface="Wingdings" pitchFamily="2" charset="2"/>
              <a:buChar char="à"/>
            </a:pPr>
            <a:r>
              <a:rPr lang="en-US" sz="3200" dirty="0"/>
              <a:t>Implement connection pooling to reuse existing connections. The </a:t>
            </a:r>
            <a:r>
              <a:rPr lang="en-US" sz="3200" dirty="0" err="1"/>
              <a:t>sync.Pool</a:t>
            </a:r>
            <a:r>
              <a:rPr lang="en-US" sz="3200" dirty="0"/>
              <a:t> package can be useful for managing a pool of connections.</a:t>
            </a:r>
          </a:p>
          <a:p>
            <a:pPr marL="0" indent="0" algn="just">
              <a:buNone/>
            </a:pPr>
            <a:endParaRPr lang="en-US" sz="3200" dirty="0"/>
          </a:p>
          <a:p>
            <a:pPr marL="514350" indent="-514350" algn="just">
              <a:buFont typeface="+mj-lt"/>
              <a:buAutoNum type="arabicPeriod" startAt="4"/>
            </a:pPr>
            <a:r>
              <a:rPr lang="en-US" sz="3200" b="1" dirty="0"/>
              <a:t>Handling Large Data Streams</a:t>
            </a:r>
            <a:r>
              <a:rPr lang="en-US" sz="3200" dirty="0"/>
              <a:t>: Reading or writing large data streams may lead to performance issues or memory exhaustion.</a:t>
            </a:r>
          </a:p>
          <a:p>
            <a:pPr algn="just">
              <a:buFont typeface="Wingdings" pitchFamily="2" charset="2"/>
              <a:buChar char="à"/>
            </a:pPr>
            <a:r>
              <a:rPr lang="en-US" sz="3200" dirty="0"/>
              <a:t>Use buffered readers and writers to efficiently handle large data streams. The </a:t>
            </a:r>
            <a:r>
              <a:rPr lang="en-US" sz="3200" dirty="0" err="1"/>
              <a:t>bufio</a:t>
            </a:r>
            <a:r>
              <a:rPr lang="en-US" sz="3200" dirty="0"/>
              <a:t> package in Go provides </a:t>
            </a:r>
            <a:r>
              <a:rPr lang="en-US" sz="3200" dirty="0" err="1"/>
              <a:t>BufioReader</a:t>
            </a:r>
            <a:r>
              <a:rPr lang="en-US" sz="3200" dirty="0"/>
              <a:t> and </a:t>
            </a:r>
            <a:r>
              <a:rPr lang="en-US" sz="3200" dirty="0" err="1"/>
              <a:t>BufioWriter</a:t>
            </a:r>
            <a:r>
              <a:rPr lang="en-US" sz="3200" dirty="0"/>
              <a:t> types that can improve I/O performance.</a:t>
            </a:r>
          </a:p>
          <a:p>
            <a:pPr marL="0" indent="0" algn="just">
              <a:buNone/>
            </a:pPr>
            <a:endParaRPr lang="en-US" sz="3200" dirty="0"/>
          </a:p>
          <a:p>
            <a:pPr marL="514350" indent="-514350" algn="just">
              <a:buFont typeface="+mj-lt"/>
              <a:buAutoNum type="arabicPeriod" startAt="5"/>
            </a:pPr>
            <a:r>
              <a:rPr lang="en-US" sz="3200" b="1" dirty="0"/>
              <a:t>Graceful Shutdown</a:t>
            </a:r>
            <a:r>
              <a:rPr lang="en-US" sz="3200" dirty="0"/>
              <a:t>: Closing a TCP server abruptly can result in dropped connections and data loss.</a:t>
            </a:r>
          </a:p>
          <a:p>
            <a:pPr marL="0" indent="0" algn="just">
              <a:buNone/>
            </a:pPr>
            <a:r>
              <a:rPr lang="en-US" sz="3200" dirty="0">
                <a:sym typeface="Wingdings" pitchFamily="2" charset="2"/>
              </a:rPr>
              <a:t>Implement graceful shutdown by using the context package and handling signals. This allows you to close connections and perform cleanup operations before exiting.</a:t>
            </a:r>
            <a:endParaRPr lang="en-US" sz="3200" dirty="0"/>
          </a:p>
        </p:txBody>
      </p:sp>
    </p:spTree>
    <p:extLst>
      <p:ext uri="{BB962C8B-B14F-4D97-AF65-F5344CB8AC3E}">
        <p14:creationId xmlns:p14="http://schemas.microsoft.com/office/powerpoint/2010/main" val="4023676185"/>
      </p:ext>
    </p:extLst>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316C41-0D3C-F3A8-C043-3F93E4F5A056}"/>
              </a:ext>
            </a:extLst>
          </p:cNvPr>
          <p:cNvSpPr>
            <a:spLocks noGrp="1"/>
          </p:cNvSpPr>
          <p:nvPr>
            <p:ph type="title"/>
          </p:nvPr>
        </p:nvSpPr>
        <p:spPr/>
        <p:txBody>
          <a:bodyPr>
            <a:normAutofit fontScale="90000"/>
          </a:bodyPr>
          <a:lstStyle/>
          <a:p>
            <a:r>
              <a:rPr lang="en-US" dirty="0"/>
              <a:t>Go Problems and Solutions</a:t>
            </a:r>
          </a:p>
        </p:txBody>
      </p:sp>
      <p:sp>
        <p:nvSpPr>
          <p:cNvPr id="3" name="Text Placeholder 2">
            <a:extLst>
              <a:ext uri="{FF2B5EF4-FFF2-40B4-BE49-F238E27FC236}">
                <a16:creationId xmlns:a16="http://schemas.microsoft.com/office/drawing/2014/main" id="{7F6C60EF-5433-0DC4-F4CC-0E1C05F0A4A6}"/>
              </a:ext>
            </a:extLst>
          </p:cNvPr>
          <p:cNvSpPr>
            <a:spLocks noGrp="1"/>
          </p:cNvSpPr>
          <p:nvPr>
            <p:ph type="body" sz="quarter" idx="10"/>
          </p:nvPr>
        </p:nvSpPr>
        <p:spPr/>
        <p:txBody>
          <a:bodyPr/>
          <a:lstStyle/>
          <a:p>
            <a:endParaRPr lang="en-US"/>
          </a:p>
        </p:txBody>
      </p:sp>
      <p:sp>
        <p:nvSpPr>
          <p:cNvPr id="4" name="Content Placeholder 3">
            <a:extLst>
              <a:ext uri="{FF2B5EF4-FFF2-40B4-BE49-F238E27FC236}">
                <a16:creationId xmlns:a16="http://schemas.microsoft.com/office/drawing/2014/main" id="{14080407-29E9-EBC3-848E-893294FB6521}"/>
              </a:ext>
            </a:extLst>
          </p:cNvPr>
          <p:cNvSpPr>
            <a:spLocks noGrp="1"/>
          </p:cNvSpPr>
          <p:nvPr>
            <p:ph sz="quarter" idx="11"/>
          </p:nvPr>
        </p:nvSpPr>
        <p:spPr>
          <a:xfrm>
            <a:off x="2167377" y="3260663"/>
            <a:ext cx="20213652" cy="9889280"/>
          </a:xfrm>
        </p:spPr>
        <p:txBody>
          <a:bodyPr>
            <a:noAutofit/>
          </a:bodyPr>
          <a:lstStyle/>
          <a:p>
            <a:pPr marL="514350" indent="-514350" algn="just">
              <a:buFont typeface="+mj-lt"/>
              <a:buAutoNum type="arabicPeriod" startAt="6"/>
            </a:pPr>
            <a:r>
              <a:rPr lang="en-US" sz="3200" b="1" dirty="0"/>
              <a:t>Connection Handling</a:t>
            </a:r>
            <a:r>
              <a:rPr lang="en-US" sz="3200" dirty="0"/>
              <a:t>: Managing multiple incoming connections efficiently..</a:t>
            </a:r>
          </a:p>
          <a:p>
            <a:pPr algn="just">
              <a:buFont typeface="Wingdings" pitchFamily="2" charset="2"/>
              <a:buChar char="à"/>
            </a:pPr>
            <a:r>
              <a:rPr lang="en-US" sz="3200" dirty="0"/>
              <a:t>Use goroutines to handle each incoming connection concurrently. Implement connection limits if needed. Ensure proper resource cleanup after handling each connection.</a:t>
            </a:r>
          </a:p>
          <a:p>
            <a:pPr marL="0" indent="0" algn="just">
              <a:buNone/>
            </a:pPr>
            <a:endParaRPr lang="en-US" sz="3200" dirty="0"/>
          </a:p>
          <a:p>
            <a:pPr marL="514350" indent="-514350" algn="just">
              <a:buFont typeface="+mj-lt"/>
              <a:buAutoNum type="arabicPeriod" startAt="7"/>
            </a:pPr>
            <a:r>
              <a:rPr lang="en-US" sz="3200" b="1" dirty="0"/>
              <a:t>Packet Serialization/Deserialization</a:t>
            </a:r>
            <a:r>
              <a:rPr lang="en-US" sz="3200" dirty="0"/>
              <a:t>: Sending and receiving structured data over the network may require serialization and deserialization.</a:t>
            </a:r>
          </a:p>
          <a:p>
            <a:pPr algn="just">
              <a:buFont typeface="Wingdings" pitchFamily="2" charset="2"/>
              <a:buChar char="à"/>
            </a:pPr>
            <a:r>
              <a:rPr lang="en-US" sz="3200" dirty="0"/>
              <a:t>Use encoding libraries such as encoding/</a:t>
            </a:r>
            <a:r>
              <a:rPr lang="en-US" sz="3200" dirty="0" err="1"/>
              <a:t>json</a:t>
            </a:r>
            <a:r>
              <a:rPr lang="en-US" sz="3200" dirty="0"/>
              <a:t> or encoding/gob for serialization and deserialization. Ensure that both the sender and receiver agree on the data format.</a:t>
            </a:r>
          </a:p>
          <a:p>
            <a:pPr algn="just">
              <a:buFont typeface="Wingdings" pitchFamily="2" charset="2"/>
              <a:buChar char="à"/>
            </a:pPr>
            <a:endParaRPr lang="en-US" sz="3200" dirty="0"/>
          </a:p>
          <a:p>
            <a:pPr marL="514350" indent="-514350" algn="just">
              <a:buFont typeface="+mj-lt"/>
              <a:buAutoNum type="arabicPeriod" startAt="8"/>
            </a:pPr>
            <a:r>
              <a:rPr lang="en-US" sz="3200" b="1" dirty="0"/>
              <a:t>Handling Connection State</a:t>
            </a:r>
            <a:r>
              <a:rPr lang="en-US" sz="3200" dirty="0"/>
              <a:t>: Tracking the state of a connection, especially in long-lived connections.</a:t>
            </a:r>
          </a:p>
          <a:p>
            <a:pPr marL="0" indent="0" algn="just">
              <a:buNone/>
            </a:pPr>
            <a:r>
              <a:rPr lang="en-US" sz="3200" dirty="0">
                <a:sym typeface="Wingdings" pitchFamily="2" charset="2"/>
              </a:rPr>
              <a:t>Use a state machine or connection state variable to manage the lifecycle of a connection. Implement error handling and logging for different states.</a:t>
            </a:r>
            <a:endParaRPr lang="en-US" sz="3200" dirty="0"/>
          </a:p>
        </p:txBody>
      </p:sp>
    </p:spTree>
    <p:extLst>
      <p:ext uri="{BB962C8B-B14F-4D97-AF65-F5344CB8AC3E}">
        <p14:creationId xmlns:p14="http://schemas.microsoft.com/office/powerpoint/2010/main" val="1796695817"/>
      </p:ext>
    </p:extLst>
  </p:cSld>
  <p:clrMapOvr>
    <a:masterClrMapping/>
  </p:clrMapOvr>
  <p:transition spd="me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D9C294-9DFB-4F93-9B96-A70432466BF7}"/>
              </a:ext>
            </a:extLst>
          </p:cNvPr>
          <p:cNvSpPr>
            <a:spLocks noGrp="1"/>
          </p:cNvSpPr>
          <p:nvPr>
            <p:ph type="title"/>
          </p:nvPr>
        </p:nvSpPr>
        <p:spPr/>
        <p:txBody>
          <a:bodyPr>
            <a:normAutofit fontScale="90000"/>
          </a:bodyPr>
          <a:lstStyle/>
          <a:p>
            <a:r>
              <a:rPr lang="en-US" dirty="0"/>
              <a:t>references</a:t>
            </a:r>
          </a:p>
        </p:txBody>
      </p:sp>
      <p:sp>
        <p:nvSpPr>
          <p:cNvPr id="3" name="Text Placeholder 2">
            <a:extLst>
              <a:ext uri="{FF2B5EF4-FFF2-40B4-BE49-F238E27FC236}">
                <a16:creationId xmlns:a16="http://schemas.microsoft.com/office/drawing/2014/main" id="{9EA721AC-E3DF-22B1-8422-76608B997B94}"/>
              </a:ext>
            </a:extLst>
          </p:cNvPr>
          <p:cNvSpPr>
            <a:spLocks noGrp="1"/>
          </p:cNvSpPr>
          <p:nvPr>
            <p:ph type="body" sz="quarter" idx="10"/>
          </p:nvPr>
        </p:nvSpPr>
        <p:spPr/>
        <p:txBody>
          <a:bodyPr/>
          <a:lstStyle/>
          <a:p>
            <a:endParaRPr lang="en-US"/>
          </a:p>
        </p:txBody>
      </p:sp>
      <p:sp>
        <p:nvSpPr>
          <p:cNvPr id="4" name="Content Placeholder 3">
            <a:extLst>
              <a:ext uri="{FF2B5EF4-FFF2-40B4-BE49-F238E27FC236}">
                <a16:creationId xmlns:a16="http://schemas.microsoft.com/office/drawing/2014/main" id="{DFC3A658-0629-8224-9928-EE85A4D909BC}"/>
              </a:ext>
            </a:extLst>
          </p:cNvPr>
          <p:cNvSpPr>
            <a:spLocks noGrp="1"/>
          </p:cNvSpPr>
          <p:nvPr>
            <p:ph sz="quarter" idx="11"/>
          </p:nvPr>
        </p:nvSpPr>
        <p:spPr>
          <a:xfrm>
            <a:off x="5334530" y="4596868"/>
            <a:ext cx="13714940" cy="4522264"/>
          </a:xfrm>
        </p:spPr>
        <p:txBody>
          <a:bodyPr>
            <a:noAutofit/>
          </a:bodyPr>
          <a:lstStyle/>
          <a:p>
            <a:pPr algn="just"/>
            <a:r>
              <a:rPr lang="en-US" sz="3200" dirty="0"/>
              <a:t>Adam </a:t>
            </a:r>
            <a:r>
              <a:rPr lang="en-US" sz="3200" dirty="0" err="1"/>
              <a:t>Woodbeck</a:t>
            </a:r>
            <a:r>
              <a:rPr lang="en-US" sz="3200" dirty="0"/>
              <a:t> - Network Programming with Go_ Learn to Code Secure and Reliable Network Services from Scratch-No Starch Press (2021).</a:t>
            </a:r>
          </a:p>
          <a:p>
            <a:pPr algn="just"/>
            <a:r>
              <a:rPr lang="en-US" sz="3200" dirty="0">
                <a:hlinkClick r:id="rId2"/>
              </a:rPr>
              <a:t>https://okanexe.medium.com/the-complete-guide-to-tcp-ip-connections-in-golang-1216dae27b5a</a:t>
            </a:r>
            <a:endParaRPr lang="en-US" sz="3200" dirty="0"/>
          </a:p>
          <a:p>
            <a:pPr algn="just"/>
            <a:endParaRPr lang="en-US" sz="3200" dirty="0"/>
          </a:p>
          <a:p>
            <a:pPr algn="just"/>
            <a:endParaRPr lang="en-US" sz="3200" dirty="0"/>
          </a:p>
          <a:p>
            <a:pPr algn="just"/>
            <a:endParaRPr lang="en-US" sz="3200" dirty="0"/>
          </a:p>
          <a:p>
            <a:pPr algn="just"/>
            <a:endParaRPr lang="en-US" sz="3200" dirty="0"/>
          </a:p>
          <a:p>
            <a:pPr algn="just"/>
            <a:endParaRPr lang="en-US" sz="3200" dirty="0"/>
          </a:p>
          <a:p>
            <a:pPr algn="just"/>
            <a:endParaRPr lang="en-US" sz="3200" dirty="0"/>
          </a:p>
          <a:p>
            <a:pPr algn="just"/>
            <a:endParaRPr lang="en-US" sz="3200" dirty="0"/>
          </a:p>
        </p:txBody>
      </p:sp>
    </p:spTree>
    <p:extLst>
      <p:ext uri="{BB962C8B-B14F-4D97-AF65-F5344CB8AC3E}">
        <p14:creationId xmlns:p14="http://schemas.microsoft.com/office/powerpoint/2010/main" val="2887389767"/>
      </p:ext>
    </p:extLst>
  </p:cSld>
  <p:clrMapOvr>
    <a:masterClrMapping/>
  </p:clrMapOvr>
  <p:transition spd="me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D6B9CA93-CCBC-0E81-9FD6-1A448158A5B2}"/>
              </a:ext>
            </a:extLst>
          </p:cNvPr>
          <p:cNvSpPr>
            <a:spLocks noGrp="1"/>
          </p:cNvSpPr>
          <p:nvPr>
            <p:ph type="title"/>
          </p:nvPr>
        </p:nvSpPr>
        <p:spPr>
          <a:xfrm>
            <a:off x="1206498" y="4535865"/>
            <a:ext cx="21971004" cy="3746281"/>
          </a:xfrm>
        </p:spPr>
        <p:txBody>
          <a:bodyPr/>
          <a:lstStyle/>
          <a:p>
            <a:r>
              <a:rPr lang="en-US" dirty="0"/>
              <a:t>Thankyou</a:t>
            </a:r>
          </a:p>
        </p:txBody>
      </p:sp>
    </p:spTree>
    <p:extLst>
      <p:ext uri="{BB962C8B-B14F-4D97-AF65-F5344CB8AC3E}">
        <p14:creationId xmlns:p14="http://schemas.microsoft.com/office/powerpoint/2010/main" val="679265943"/>
      </p:ext>
    </p:extLst>
  </p:cSld>
  <p:clrMapOvr>
    <a:masterClrMapping/>
  </p:clrMapOvr>
  <p:transition spd="med"/>
</p:sld>
</file>

<file path=ppt/theme/theme1.xml><?xml version="1.0" encoding="utf-8"?>
<a:theme xmlns:a="http://schemas.openxmlformats.org/drawingml/2006/main" name="21_BasicWhite">
  <a:themeElements>
    <a:clrScheme name="21_BasicWhite">
      <a:dk1>
        <a:srgbClr val="5E5E5E"/>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Custom 1">
      <a:majorFont>
        <a:latin typeface="Open Sans"/>
        <a:ea typeface=""/>
        <a:cs typeface=""/>
      </a:majorFont>
      <a:minorFont>
        <a:latin typeface="Open Sans"/>
        <a:ea typeface=""/>
        <a:cs typeface=""/>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extLst>
    <a:ext uri="{05A4C25C-085E-4340-85A3-A5531E510DB2}">
      <thm15:themeFamily xmlns:thm15="http://schemas.microsoft.com/office/thememl/2012/main" name="Presentation1" id="{FEBCA056-F2A5-496F-A830-7BAED988D208}" vid="{3C0D7A97-88A3-424B-BF48-73EB1D05E1BE}"/>
    </a:ext>
  </a:extLst>
</a:theme>
</file>

<file path=ppt/theme/theme2.xml><?xml version="1.0" encoding="utf-8"?>
<a:theme xmlns:a="http://schemas.openxmlformats.org/drawingml/2006/main" name="21_BasicWhite">
  <a:themeElements>
    <a:clrScheme name="21_BasicWhite">
      <a:dk1>
        <a:srgbClr val="000000"/>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21_BasicWhite">
      <a:majorFont>
        <a:latin typeface="Helvetica Neue"/>
        <a:ea typeface="Helvetica Neue"/>
        <a:cs typeface="Helvetica Neue"/>
      </a:majorFont>
      <a:minorFont>
        <a:latin typeface="Helvetica Neue"/>
        <a:ea typeface="Helvetica Neue"/>
        <a:cs typeface="Helvetica Neue"/>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Metadata/LabelInfo.xml><?xml version="1.0" encoding="utf-8"?>
<clbl:labelList xmlns:clbl="http://schemas.microsoft.com/office/2020/mipLabelMetadata">
  <clbl:label id="{3485b963-82ba-4a6f-810f-b5cc226ff898}" enabled="0" method="" siteId="{3485b963-82ba-4a6f-810f-b5cc226ff898}" removed="1"/>
</clbl:labelList>
</file>

<file path=docProps/app.xml><?xml version="1.0" encoding="utf-8"?>
<Properties xmlns="http://schemas.openxmlformats.org/officeDocument/2006/extended-properties" xmlns:vt="http://schemas.openxmlformats.org/officeDocument/2006/docPropsVTypes">
  <Template>OR 10</Template>
  <TotalTime>9726</TotalTime>
  <Words>1594</Words>
  <Application>Microsoft Macintosh PowerPoint</Application>
  <PresentationFormat>Custom</PresentationFormat>
  <Paragraphs>100</Paragraphs>
  <Slides>19</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19</vt:i4>
      </vt:variant>
    </vt:vector>
  </HeadingPairs>
  <TitlesOfParts>
    <vt:vector size="28" baseType="lpstr">
      <vt:lpstr>Tahoma</vt:lpstr>
      <vt:lpstr>Open Sans ExtraBold</vt:lpstr>
      <vt:lpstr>Arial</vt:lpstr>
      <vt:lpstr>OCRB</vt:lpstr>
      <vt:lpstr>Open Sans Semibold</vt:lpstr>
      <vt:lpstr>Open Sans</vt:lpstr>
      <vt:lpstr>Open Sans Light</vt:lpstr>
      <vt:lpstr>Wingdings</vt:lpstr>
      <vt:lpstr>21_BasicWhite</vt:lpstr>
      <vt:lpstr>Sending TCP Data  Session 04</vt:lpstr>
      <vt:lpstr>Learning Objectives</vt:lpstr>
      <vt:lpstr>Outline</vt:lpstr>
      <vt:lpstr>Sending and receiving data</vt:lpstr>
      <vt:lpstr>Sending and receiving data</vt:lpstr>
      <vt:lpstr>Sending and receiving data </vt:lpstr>
      <vt:lpstr>Sending and receiving data</vt:lpstr>
      <vt:lpstr>Sending and receiving data</vt:lpstr>
      <vt:lpstr>Creating Robust Network </vt:lpstr>
      <vt:lpstr>Creating robust network</vt:lpstr>
      <vt:lpstr>Creating robust network</vt:lpstr>
      <vt:lpstr>Creating a robust network</vt:lpstr>
      <vt:lpstr>Creating a robust network</vt:lpstr>
      <vt:lpstr>Solving Common Go TCP Network Problems</vt:lpstr>
      <vt:lpstr>Go Problems and Solutions</vt:lpstr>
      <vt:lpstr>Go Problems and Solutions</vt:lpstr>
      <vt:lpstr>Go Problems and Solutions</vt:lpstr>
      <vt:lpstr>references</vt:lpstr>
      <vt:lpstr>Thankyou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Kali Linux</dc:title>
  <dc:creator>NICHOLAUS HENDRIK JEREMY</dc:creator>
  <cp:lastModifiedBy>IVAN SEBASTIAN EDBERT</cp:lastModifiedBy>
  <cp:revision>22</cp:revision>
  <dcterms:created xsi:type="dcterms:W3CDTF">2023-06-28T08:14:57Z</dcterms:created>
  <dcterms:modified xsi:type="dcterms:W3CDTF">2023-12-15T11:46:27Z</dcterms:modified>
</cp:coreProperties>
</file>