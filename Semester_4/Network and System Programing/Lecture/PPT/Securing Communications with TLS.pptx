
<file path=[Content_Types].xml><?xml version="1.0" encoding="utf-8"?>
<Types xmlns="http://schemas.openxmlformats.org/package/2006/content-types">
  <Default Extension="emf" ContentType="image/x-emf"/>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theme/theme2.xml" ContentType="application/vnd.openxmlformats-officedocument.them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p:sldMasterIdLst>
    <p:sldMasterId id="2147483648" r:id="rId1"/>
  </p:sldMasterIdLst>
  <p:notesMasterIdLst>
    <p:notesMasterId r:id="rId22"/>
  </p:notesMasterIdLst>
  <p:sldIdLst>
    <p:sldId id="256" r:id="rId2"/>
    <p:sldId id="278" r:id="rId3"/>
    <p:sldId id="257" r:id="rId4"/>
    <p:sldId id="310" r:id="rId5"/>
    <p:sldId id="311" r:id="rId6"/>
    <p:sldId id="312" r:id="rId7"/>
    <p:sldId id="313" r:id="rId8"/>
    <p:sldId id="314" r:id="rId9"/>
    <p:sldId id="315" r:id="rId10"/>
    <p:sldId id="316" r:id="rId11"/>
    <p:sldId id="317" r:id="rId12"/>
    <p:sldId id="318" r:id="rId13"/>
    <p:sldId id="319" r:id="rId14"/>
    <p:sldId id="320" r:id="rId15"/>
    <p:sldId id="321" r:id="rId16"/>
    <p:sldId id="322" r:id="rId17"/>
    <p:sldId id="323" r:id="rId18"/>
    <p:sldId id="324" r:id="rId19"/>
    <p:sldId id="300" r:id="rId20"/>
    <p:sldId id="296" r:id="rId21"/>
  </p:sldIdLst>
  <p:sldSz cx="24384000" cy="13716000"/>
  <p:notesSz cx="6858000" cy="9144000"/>
  <p:embeddedFontLst>
    <p:embeddedFont>
      <p:font typeface="OCRB" panose="020B0609020202020204" pitchFamily="49" charset="77"/>
      <p:regular r:id="rId23"/>
    </p:embeddedFont>
    <p:embeddedFont>
      <p:font typeface="Open Sans ExtraBold" panose="020B0606030504020204" pitchFamily="34" charset="0"/>
      <p:bold r:id="rId24"/>
      <p:italic r:id="rId25"/>
      <p:boldItalic r:id="rId26"/>
    </p:embeddedFont>
    <p:embeddedFont>
      <p:font typeface="Open Sans Light" panose="020B0306030504020204" pitchFamily="34" charset="0"/>
      <p:regular r:id="rId27"/>
      <p:italic r:id="rId28"/>
    </p:embeddedFont>
    <p:embeddedFont>
      <p:font typeface="Open Sans Semibold" panose="020B0606030504020204" pitchFamily="34" charset="0"/>
      <p:regular r:id="rId29"/>
      <p:bold r:id="rId30"/>
      <p:italic r:id="rId31"/>
      <p:boldItalic r:id="rId32"/>
    </p:embeddedFont>
    <p:embeddedFont>
      <p:font typeface="Tahoma" panose="020B0604030504040204" pitchFamily="34" charset="0"/>
      <p:regular r:id="rId33"/>
      <p:bold r:id="rId34"/>
    </p:embeddedFont>
  </p:embeddedFontLst>
  <p:defaultTex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ctr" defTabSz="2438338"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n-lt"/>
        <a:ea typeface="+mn-ea"/>
        <a:cs typeface="+mn-cs"/>
        <a:sym typeface="Helvetica Neue"/>
      </a:defRPr>
    </a:lvl1pPr>
    <a:lvl2pPr marL="0" marR="0" indent="457200" algn="ctr" defTabSz="2438338"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n-lt"/>
        <a:ea typeface="+mn-ea"/>
        <a:cs typeface="+mn-cs"/>
        <a:sym typeface="Helvetica Neue"/>
      </a:defRPr>
    </a:lvl2pPr>
    <a:lvl3pPr marL="0" marR="0" indent="914400" algn="ctr" defTabSz="2438338"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n-lt"/>
        <a:ea typeface="+mn-ea"/>
        <a:cs typeface="+mn-cs"/>
        <a:sym typeface="Helvetica Neue"/>
      </a:defRPr>
    </a:lvl3pPr>
    <a:lvl4pPr marL="0" marR="0" indent="1371600" algn="ctr" defTabSz="2438338"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n-lt"/>
        <a:ea typeface="+mn-ea"/>
        <a:cs typeface="+mn-cs"/>
        <a:sym typeface="Helvetica Neue"/>
      </a:defRPr>
    </a:lvl4pPr>
    <a:lvl5pPr marL="0" marR="0" indent="1828800" algn="ctr" defTabSz="2438338"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n-lt"/>
        <a:ea typeface="+mn-ea"/>
        <a:cs typeface="+mn-cs"/>
        <a:sym typeface="Helvetica Neue"/>
      </a:defRPr>
    </a:lvl5pPr>
    <a:lvl6pPr marL="0" marR="0" indent="2286000" algn="ctr" defTabSz="2438338"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n-lt"/>
        <a:ea typeface="+mn-ea"/>
        <a:cs typeface="+mn-cs"/>
        <a:sym typeface="Helvetica Neue"/>
      </a:defRPr>
    </a:lvl6pPr>
    <a:lvl7pPr marL="0" marR="0" indent="2743200" algn="ctr" defTabSz="2438338"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n-lt"/>
        <a:ea typeface="+mn-ea"/>
        <a:cs typeface="+mn-cs"/>
        <a:sym typeface="Helvetica Neue"/>
      </a:defRPr>
    </a:lvl7pPr>
    <a:lvl8pPr marL="0" marR="0" indent="3200400" algn="ctr" defTabSz="2438338"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n-lt"/>
        <a:ea typeface="+mn-ea"/>
        <a:cs typeface="+mn-cs"/>
        <a:sym typeface="Helvetica Neue"/>
      </a:defRPr>
    </a:lvl8pPr>
    <a:lvl9pPr marL="0" marR="0" indent="3657600" algn="ctr" defTabSz="2438338"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n-lt"/>
        <a:ea typeface="+mn-ea"/>
        <a:cs typeface="+mn-cs"/>
        <a:sym typeface="Helvetica Neue"/>
      </a:defRPr>
    </a:lvl9pPr>
  </p:defaultTextStyle>
  <p:extLst>
    <p:ext uri="{EFAFB233-063F-42B5-8137-9DF3F51BA10A}">
      <p15:sldGuideLst xmlns:p15="http://schemas.microsoft.com/office/powerpoint/2012/main">
        <p15:guide id="1" orient="horz" pos="4320" userDrawn="1">
          <p15:clr>
            <a:srgbClr val="A4A3A4"/>
          </p15:clr>
        </p15:guide>
        <p15:guide id="2" pos="76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5AF36"/>
    <a:srgbClr val="314F9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B8CFC2E7-17F9-6F40-8F3D-CCF39B23A867}" v="29" dt="2023-12-18T10:10:51.506"/>
  </p1510:revLst>
</p1510:revInfo>
</file>

<file path=ppt/tableStyles.xml><?xml version="1.0" encoding="utf-8"?>
<a:tblStyleLst xmlns:a="http://schemas.openxmlformats.org/drawingml/2006/main" def="{5940675A-B579-460E-94D1-54222C63F5DA}">
  <a:tblStyle styleId="{4C3C2611-4C71-4FC5-86AE-919BDF0F9419}" styleName="">
    <a:tblBg/>
    <a:wholeTbl>
      <a:tcTxStyle b="off"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wholeTbl>
    <a:band2H>
      <a:tcTxStyle/>
      <a:tcStyle>
        <a:tcBdr/>
        <a:fill>
          <a:solidFill>
            <a:srgbClr val="E3E5E8"/>
          </a:solidFill>
        </a:fill>
      </a:tcStyle>
    </a:band2H>
    <a:firstCol>
      <a:tcTxStyle b="on" i="off">
        <a:fontRef idx="minor">
          <a:srgbClr val="000000"/>
        </a:fontRef>
        <a:srgbClr val="000000"/>
      </a:tcTxStyle>
      <a:tcStyle>
        <a:tcBdr>
          <a:left>
            <a:ln w="12700" cap="flat">
              <a:solidFill>
                <a:srgbClr val="000000"/>
              </a:solidFill>
              <a:prstDash val="solid"/>
              <a:miter lim="400000"/>
            </a:ln>
          </a:left>
          <a:right>
            <a:ln w="38100" cap="flat">
              <a:solidFill>
                <a:srgbClr val="000000"/>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firstCol>
    <a:lastRow>
      <a:tcTxStyle b="on"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381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lastRow>
    <a:firstRow>
      <a:tcTxStyle b="on"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prstDash val="solid"/>
              <a:miter lim="400000"/>
            </a:ln>
          </a:top>
          <a:bottom>
            <a:ln w="381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firstRow>
  </a:tblStyle>
  <a:tblStyle styleId="{C7B018BB-80A7-4F77-B60F-C8B233D01FF8}" styleName="">
    <a:tblBg/>
    <a:wholeTbl>
      <a:tcTxStyle b="off" i="off">
        <a:fontRef idx="minor">
          <a:srgbClr val="000000"/>
        </a:fontRef>
        <a:srgbClr val="000000"/>
      </a:tcTxStyle>
      <a:tcStyle>
        <a:tcBdr>
          <a:left>
            <a:ln w="12700" cap="flat">
              <a:solidFill>
                <a:srgbClr val="536773"/>
              </a:solidFill>
              <a:prstDash val="solid"/>
              <a:miter lim="400000"/>
            </a:ln>
          </a:left>
          <a:right>
            <a:ln w="12700" cap="flat">
              <a:solidFill>
                <a:srgbClr val="536773"/>
              </a:solidFill>
              <a:prstDash val="solid"/>
              <a:miter lim="400000"/>
            </a:ln>
          </a:right>
          <a:top>
            <a:ln w="12700" cap="flat">
              <a:solidFill>
                <a:srgbClr val="536773"/>
              </a:solidFill>
              <a:prstDash val="solid"/>
              <a:miter lim="400000"/>
            </a:ln>
          </a:top>
          <a:bottom>
            <a:ln w="12700" cap="flat">
              <a:solidFill>
                <a:srgbClr val="536773"/>
              </a:solidFill>
              <a:prstDash val="solid"/>
              <a:miter lim="400000"/>
            </a:ln>
          </a:bottom>
          <a:insideH>
            <a:ln w="12700" cap="flat">
              <a:solidFill>
                <a:srgbClr val="536773"/>
              </a:solidFill>
              <a:prstDash val="solid"/>
              <a:miter lim="400000"/>
            </a:ln>
          </a:insideH>
          <a:insideV>
            <a:ln w="12700" cap="flat">
              <a:solidFill>
                <a:srgbClr val="536773"/>
              </a:solidFill>
              <a:prstDash val="solid"/>
              <a:miter lim="400000"/>
            </a:ln>
          </a:insideV>
        </a:tcBdr>
        <a:fill>
          <a:noFill/>
        </a:fill>
      </a:tcStyle>
    </a:wholeTbl>
    <a:band2H>
      <a:tcTxStyle/>
      <a:tcStyle>
        <a:tcBdr/>
        <a:fill>
          <a:solidFill>
            <a:srgbClr val="E3E5E8"/>
          </a:solidFill>
        </a:fill>
      </a:tcStyle>
    </a:band2H>
    <a:firstCol>
      <a:tcTxStyle b="on" i="off">
        <a:fontRef idx="minor">
          <a:srgbClr val="000000"/>
        </a:fontRef>
        <a:srgbClr val="000000"/>
      </a:tcTxStyle>
      <a:tcStyle>
        <a:tcBdr>
          <a:left>
            <a:ln w="12700" cap="flat">
              <a:solidFill>
                <a:srgbClr val="000000"/>
              </a:solidFill>
              <a:prstDash val="solid"/>
              <a:miter lim="400000"/>
            </a:ln>
          </a:left>
          <a:right>
            <a:ln w="25400" cap="flat">
              <a:solidFill>
                <a:srgbClr val="000000"/>
              </a:solidFill>
              <a:prstDash val="solid"/>
              <a:miter lim="400000"/>
            </a:ln>
          </a:right>
          <a:top>
            <a:ln w="12700" cap="flat">
              <a:solidFill>
                <a:srgbClr val="536773"/>
              </a:solidFill>
              <a:prstDash val="solid"/>
              <a:miter lim="400000"/>
            </a:ln>
          </a:top>
          <a:bottom>
            <a:ln w="12700" cap="flat">
              <a:solidFill>
                <a:srgbClr val="536773"/>
              </a:solidFill>
              <a:prstDash val="solid"/>
              <a:miter lim="400000"/>
            </a:ln>
          </a:bottom>
          <a:insideH>
            <a:ln w="12700" cap="flat">
              <a:solidFill>
                <a:srgbClr val="536773"/>
              </a:solidFill>
              <a:prstDash val="solid"/>
              <a:miter lim="400000"/>
            </a:ln>
          </a:insideH>
          <a:insideV>
            <a:ln w="12700" cap="flat">
              <a:solidFill>
                <a:srgbClr val="536773"/>
              </a:solidFill>
              <a:prstDash val="solid"/>
              <a:miter lim="400000"/>
            </a:ln>
          </a:insideV>
        </a:tcBdr>
        <a:fill>
          <a:noFill/>
        </a:fill>
      </a:tcStyle>
    </a:firstCol>
    <a:lastRow>
      <a:tcTxStyle b="off" i="off">
        <a:fontRef idx="minor">
          <a:srgbClr val="000000"/>
        </a:fontRef>
        <a:srgbClr val="000000"/>
      </a:tcTxStyle>
      <a:tcStyle>
        <a:tcBdr>
          <a:left>
            <a:ln w="12700" cap="flat">
              <a:solidFill>
                <a:srgbClr val="536773"/>
              </a:solidFill>
              <a:prstDash val="solid"/>
              <a:miter lim="400000"/>
            </a:ln>
          </a:left>
          <a:right>
            <a:ln w="12700" cap="flat">
              <a:solidFill>
                <a:srgbClr val="536773"/>
              </a:solidFill>
              <a:prstDash val="solid"/>
              <a:miter lim="400000"/>
            </a:ln>
          </a:right>
          <a:top>
            <a:ln w="38100" cap="flat">
              <a:solidFill>
                <a:srgbClr val="000000"/>
              </a:solidFill>
              <a:prstDash val="solid"/>
              <a:miter lim="400000"/>
            </a:ln>
          </a:top>
          <a:bottom>
            <a:ln w="12700" cap="flat">
              <a:solidFill>
                <a:srgbClr val="000000"/>
              </a:solidFill>
              <a:prstDash val="solid"/>
              <a:miter lim="400000"/>
            </a:ln>
          </a:bottom>
          <a:insideH>
            <a:ln w="12700" cap="flat">
              <a:solidFill>
                <a:srgbClr val="536773"/>
              </a:solidFill>
              <a:prstDash val="solid"/>
              <a:miter lim="400000"/>
            </a:ln>
          </a:insideH>
          <a:insideV>
            <a:ln w="12700" cap="flat">
              <a:solidFill>
                <a:srgbClr val="536773"/>
              </a:solidFill>
              <a:prstDash val="solid"/>
              <a:miter lim="400000"/>
            </a:ln>
          </a:insideV>
        </a:tcBdr>
        <a:fill>
          <a:noFill/>
        </a:fill>
      </a:tcStyle>
    </a:lastRow>
    <a:firstRow>
      <a:tcTxStyle b="on" i="off">
        <a:fontRef idx="minor">
          <a:srgbClr val="000000"/>
        </a:fontRef>
        <a:srgbClr val="000000"/>
      </a:tcTxStyle>
      <a:tcStyle>
        <a:tcBdr>
          <a:left>
            <a:ln w="12700" cap="flat">
              <a:solidFill>
                <a:srgbClr val="536773"/>
              </a:solidFill>
              <a:prstDash val="solid"/>
              <a:miter lim="400000"/>
            </a:ln>
          </a:left>
          <a:right>
            <a:ln w="12700" cap="flat">
              <a:solidFill>
                <a:srgbClr val="536773"/>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536773"/>
              </a:solidFill>
              <a:prstDash val="solid"/>
              <a:miter lim="400000"/>
            </a:ln>
          </a:insideH>
          <a:insideV>
            <a:ln w="12700" cap="flat">
              <a:solidFill>
                <a:srgbClr val="536773"/>
              </a:solidFill>
              <a:prstDash val="solid"/>
              <a:miter lim="400000"/>
            </a:ln>
          </a:insideV>
        </a:tcBdr>
        <a:fill>
          <a:solidFill>
            <a:schemeClr val="accent1">
              <a:lumOff val="16847"/>
            </a:schemeClr>
          </a:solidFill>
        </a:fill>
      </a:tcStyle>
    </a:firstRow>
  </a:tblStyle>
  <a:tblStyle styleId="{EEE7283C-3CF3-47DC-8721-378D4A62B228}" styleName="">
    <a:tblBg/>
    <a:wholeTbl>
      <a:tcTxStyle b="off" i="off">
        <a:fontRef idx="minor">
          <a:srgbClr val="000000"/>
        </a:fontRef>
        <a:srgbClr val="000000"/>
      </a:tcTxStyle>
      <a:tcStyle>
        <a:tcBdr>
          <a:left>
            <a:ln w="12700" cap="flat">
              <a:solidFill>
                <a:srgbClr val="838383"/>
              </a:solidFill>
              <a:prstDash val="solid"/>
              <a:miter lim="400000"/>
            </a:ln>
          </a:left>
          <a:right>
            <a:ln w="12700" cap="flat">
              <a:solidFill>
                <a:srgbClr val="838383"/>
              </a:solidFill>
              <a:prstDash val="solid"/>
              <a:miter lim="400000"/>
            </a:ln>
          </a:right>
          <a:top>
            <a:ln w="12700" cap="flat">
              <a:solidFill>
                <a:srgbClr val="838383"/>
              </a:solidFill>
              <a:prstDash val="solid"/>
              <a:miter lim="400000"/>
            </a:ln>
          </a:top>
          <a:bottom>
            <a:ln w="12700" cap="flat">
              <a:solidFill>
                <a:srgbClr val="838383"/>
              </a:solidFill>
              <a:prstDash val="solid"/>
              <a:miter lim="400000"/>
            </a:ln>
          </a:bottom>
          <a:insideH>
            <a:ln w="12700" cap="flat">
              <a:solidFill>
                <a:srgbClr val="838383"/>
              </a:solidFill>
              <a:prstDash val="solid"/>
              <a:miter lim="400000"/>
            </a:ln>
          </a:insideH>
          <a:insideV>
            <a:ln w="12700" cap="flat">
              <a:solidFill>
                <a:srgbClr val="838383"/>
              </a:solidFill>
              <a:prstDash val="solid"/>
              <a:miter lim="400000"/>
            </a:ln>
          </a:insideV>
        </a:tcBdr>
        <a:fill>
          <a:noFill/>
        </a:fill>
      </a:tcStyle>
    </a:wholeTbl>
    <a:band2H>
      <a:tcTxStyle/>
      <a:tcStyle>
        <a:tcBdr/>
        <a:fill>
          <a:solidFill>
            <a:srgbClr val="EDEEEE"/>
          </a:solidFill>
        </a:fill>
      </a:tcStyle>
    </a:band2H>
    <a:firstCol>
      <a:tcTxStyle b="off" i="off">
        <a:font>
          <a:latin typeface="Helvetica Neue Medium"/>
          <a:ea typeface="Helvetica Neue Medium"/>
          <a:cs typeface="Helvetica Neue Medium"/>
        </a:font>
        <a:srgbClr val="000000"/>
      </a:tcTxStyle>
      <a:tcStyle>
        <a:tcBdr>
          <a:left>
            <a:ln w="12700" cap="flat">
              <a:solidFill>
                <a:srgbClr val="4D4D4D"/>
              </a:solidFill>
              <a:prstDash val="solid"/>
              <a:miter lim="400000"/>
            </a:ln>
          </a:left>
          <a:right>
            <a:ln w="12700" cap="flat">
              <a:solidFill>
                <a:srgbClr val="808080"/>
              </a:solidFill>
              <a:prstDash val="solid"/>
              <a:miter lim="400000"/>
            </a:ln>
          </a:right>
          <a:top>
            <a:ln w="12700" cap="flat">
              <a:solidFill>
                <a:srgbClr val="808080"/>
              </a:solidFill>
              <a:prstDash val="solid"/>
              <a:miter lim="400000"/>
            </a:ln>
          </a:top>
          <a:bottom>
            <a:ln w="12700" cap="flat">
              <a:solidFill>
                <a:srgbClr val="808080"/>
              </a:solidFill>
              <a:prstDash val="solid"/>
              <a:miter lim="400000"/>
            </a:ln>
          </a:bottom>
          <a:insideH>
            <a:ln w="12700" cap="flat">
              <a:solidFill>
                <a:srgbClr val="808080"/>
              </a:solidFill>
              <a:prstDash val="solid"/>
              <a:miter lim="400000"/>
            </a:ln>
          </a:insideH>
          <a:insideV>
            <a:ln w="12700" cap="flat">
              <a:solidFill>
                <a:srgbClr val="808080"/>
              </a:solidFill>
              <a:prstDash val="solid"/>
              <a:miter lim="400000"/>
            </a:ln>
          </a:insideV>
        </a:tcBdr>
        <a:fill>
          <a:solidFill>
            <a:srgbClr val="88FA4F"/>
          </a:solidFill>
        </a:fill>
      </a:tcStyle>
    </a:firstCol>
    <a:lastRow>
      <a:tcTxStyle b="off"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38100" cap="flat">
              <a:solidFill>
                <a:schemeClr val="accent3"/>
              </a:solidFill>
              <a:prstDash val="solid"/>
              <a:miter lim="400000"/>
            </a:ln>
          </a:top>
          <a:bottom>
            <a:ln w="12700" cap="flat">
              <a:solidFill>
                <a:srgbClr val="4D4D4D"/>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lastRow>
    <a:firstRow>
      <a:tcTxStyle b="off" i="off">
        <a:font>
          <a:latin typeface="Helvetica Neue Medium"/>
          <a:ea typeface="Helvetica Neue Medium"/>
          <a:cs typeface="Helvetica Neue Medium"/>
        </a:font>
        <a:srgbClr val="000000"/>
      </a:tcTxStyle>
      <a:tcStyle>
        <a:tcBdr>
          <a:left>
            <a:ln w="12700" cap="flat">
              <a:solidFill>
                <a:srgbClr val="4D4D4D"/>
              </a:solidFill>
              <a:prstDash val="solid"/>
              <a:miter lim="400000"/>
            </a:ln>
          </a:left>
          <a:right>
            <a:ln w="12700" cap="flat">
              <a:solidFill>
                <a:srgbClr val="4D4D4D"/>
              </a:solidFill>
              <a:prstDash val="solid"/>
              <a:miter lim="400000"/>
            </a:ln>
          </a:right>
          <a:top>
            <a:ln w="12700" cap="flat">
              <a:solidFill>
                <a:srgbClr val="4D4D4D"/>
              </a:solidFill>
              <a:prstDash val="solid"/>
              <a:miter lim="400000"/>
            </a:ln>
          </a:top>
          <a:bottom>
            <a:ln w="12700" cap="flat">
              <a:solidFill>
                <a:srgbClr val="4D4D4D"/>
              </a:solidFill>
              <a:prstDash val="solid"/>
              <a:miter lim="400000"/>
            </a:ln>
          </a:bottom>
          <a:insideH>
            <a:ln w="12700" cap="flat">
              <a:solidFill>
                <a:srgbClr val="4D4D4D"/>
              </a:solidFill>
              <a:prstDash val="solid"/>
              <a:miter lim="400000"/>
            </a:ln>
          </a:insideH>
          <a:insideV>
            <a:ln w="12700" cap="flat">
              <a:solidFill>
                <a:srgbClr val="4D4D4D"/>
              </a:solidFill>
              <a:prstDash val="solid"/>
              <a:miter lim="400000"/>
            </a:ln>
          </a:insideV>
        </a:tcBdr>
        <a:fill>
          <a:solidFill>
            <a:srgbClr val="60D937"/>
          </a:solidFill>
        </a:fill>
      </a:tcStyle>
    </a:firstRow>
  </a:tblStyle>
  <a:tblStyle styleId="{CF821DB8-F4EB-4A41-A1BA-3FCAFE7338EE}" styleName="">
    <a:tblBg/>
    <a:wholeTbl>
      <a:tcTxStyle b="off" i="off">
        <a:fontRef idx="minor">
          <a:srgbClr val="000000"/>
        </a:fontRef>
        <a:srgbClr val="000000"/>
      </a:tcTxStyle>
      <a:tcStyle>
        <a:tcBdr>
          <a:left>
            <a:ln w="12700" cap="flat">
              <a:solidFill>
                <a:srgbClr val="5B5A5A"/>
              </a:solidFill>
              <a:prstDash val="solid"/>
              <a:miter lim="400000"/>
            </a:ln>
          </a:left>
          <a:right>
            <a:ln w="12700" cap="flat">
              <a:solidFill>
                <a:srgbClr val="5B5A5A"/>
              </a:solidFill>
              <a:prstDash val="solid"/>
              <a:miter lim="400000"/>
            </a:ln>
          </a:right>
          <a:top>
            <a:ln w="12700" cap="flat">
              <a:solidFill>
                <a:srgbClr val="5B5A5A"/>
              </a:solidFill>
              <a:prstDash val="solid"/>
              <a:miter lim="400000"/>
            </a:ln>
          </a:top>
          <a:bottom>
            <a:ln w="12700" cap="flat">
              <a:solidFill>
                <a:srgbClr val="5B5A5A"/>
              </a:solidFill>
              <a:prstDash val="solid"/>
              <a:miter lim="400000"/>
            </a:ln>
          </a:bottom>
          <a:insideH>
            <a:ln w="12700" cap="flat">
              <a:solidFill>
                <a:srgbClr val="5B5A5A"/>
              </a:solidFill>
              <a:prstDash val="solid"/>
              <a:miter lim="400000"/>
            </a:ln>
          </a:insideH>
          <a:insideV>
            <a:ln w="12700" cap="flat">
              <a:solidFill>
                <a:srgbClr val="5B5A5A"/>
              </a:solidFill>
              <a:prstDash val="solid"/>
              <a:miter lim="400000"/>
            </a:ln>
          </a:insideV>
        </a:tcBdr>
        <a:fill>
          <a:solidFill>
            <a:srgbClr val="FAF7E9"/>
          </a:solidFill>
        </a:fill>
      </a:tcStyle>
    </a:wholeTbl>
    <a:band2H>
      <a:tcTxStyle/>
      <a:tcStyle>
        <a:tcBdr/>
        <a:fill>
          <a:solidFill>
            <a:schemeClr val="accent4">
              <a:hueOff val="348544"/>
              <a:lumOff val="7139"/>
            </a:schemeClr>
          </a:solidFill>
        </a:fill>
      </a:tcStyle>
    </a:band2H>
    <a:firstCol>
      <a:tcTxStyle b="off" i="off">
        <a:font>
          <a:latin typeface="Helvetica Neue Medium"/>
          <a:ea typeface="Helvetica Neue Medium"/>
          <a:cs typeface="Helvetica Neue Medium"/>
        </a:font>
        <a:srgbClr val="000000"/>
      </a:tcTxStyle>
      <a:tcStyle>
        <a:tcBdr>
          <a:left>
            <a:ln w="12700" cap="flat">
              <a:solidFill>
                <a:srgbClr val="5B5A5A"/>
              </a:solidFill>
              <a:prstDash val="solid"/>
              <a:miter lim="400000"/>
            </a:ln>
          </a:left>
          <a:right>
            <a:ln w="12700" cap="flat">
              <a:solidFill>
                <a:srgbClr val="5B5A5A"/>
              </a:solidFill>
              <a:prstDash val="solid"/>
              <a:miter lim="400000"/>
            </a:ln>
          </a:right>
          <a:top>
            <a:ln w="12700" cap="flat">
              <a:solidFill>
                <a:srgbClr val="5B5A5A"/>
              </a:solidFill>
              <a:prstDash val="solid"/>
              <a:miter lim="400000"/>
            </a:ln>
          </a:top>
          <a:bottom>
            <a:ln w="12700" cap="flat">
              <a:solidFill>
                <a:srgbClr val="5B5A5A"/>
              </a:solidFill>
              <a:prstDash val="solid"/>
              <a:miter lim="400000"/>
            </a:ln>
          </a:bottom>
          <a:insideH>
            <a:ln w="12700" cap="flat">
              <a:solidFill>
                <a:srgbClr val="5B5A5A"/>
              </a:solidFill>
              <a:prstDash val="solid"/>
              <a:miter lim="400000"/>
            </a:ln>
          </a:insideH>
          <a:insideV>
            <a:ln w="12700" cap="flat">
              <a:solidFill>
                <a:srgbClr val="5B5A5A"/>
              </a:solidFill>
              <a:prstDash val="solid"/>
              <a:miter lim="400000"/>
            </a:ln>
          </a:insideV>
        </a:tcBdr>
        <a:fill>
          <a:solidFill>
            <a:srgbClr val="F8BB00"/>
          </a:solidFill>
        </a:fill>
      </a:tcStyle>
    </a:firstCol>
    <a:lastRow>
      <a:tcTxStyle b="off" i="off">
        <a:font>
          <a:latin typeface="Helvetica Neue Medium"/>
          <a:ea typeface="Helvetica Neue Medium"/>
          <a:cs typeface="Helvetica Neue Medium"/>
        </a:font>
        <a:srgbClr val="000000"/>
      </a:tcTxStyle>
      <a:tcStyle>
        <a:tcBdr>
          <a:left>
            <a:ln w="12700" cap="flat">
              <a:solidFill>
                <a:srgbClr val="5B5A5A"/>
              </a:solidFill>
              <a:prstDash val="solid"/>
              <a:miter lim="400000"/>
            </a:ln>
          </a:left>
          <a:right>
            <a:ln w="12700" cap="flat">
              <a:solidFill>
                <a:srgbClr val="5B5A5A"/>
              </a:solidFill>
              <a:prstDash val="solid"/>
              <a:miter lim="400000"/>
            </a:ln>
          </a:right>
          <a:top>
            <a:ln w="38100" cap="flat">
              <a:solidFill>
                <a:srgbClr val="F8BA00"/>
              </a:solidFill>
              <a:prstDash val="solid"/>
              <a:miter lim="400000"/>
            </a:ln>
          </a:top>
          <a:bottom>
            <a:ln w="12700" cap="flat">
              <a:solidFill>
                <a:srgbClr val="5B5A5A"/>
              </a:solidFill>
              <a:prstDash val="solid"/>
              <a:miter lim="400000"/>
            </a:ln>
          </a:bottom>
          <a:insideH>
            <a:ln w="12700" cap="flat">
              <a:solidFill>
                <a:srgbClr val="5B5A5A"/>
              </a:solidFill>
              <a:prstDash val="solid"/>
              <a:miter lim="400000"/>
            </a:ln>
          </a:insideH>
          <a:insideV>
            <a:ln w="12700" cap="flat">
              <a:solidFill>
                <a:srgbClr val="5B5A5A"/>
              </a:solidFill>
              <a:prstDash val="solid"/>
              <a:miter lim="400000"/>
            </a:ln>
          </a:insideV>
        </a:tcBdr>
        <a:fill>
          <a:solidFill>
            <a:srgbClr val="FAF7E9"/>
          </a:solidFill>
        </a:fill>
      </a:tcStyle>
    </a:lastRow>
    <a:firstRow>
      <a:tcTxStyle b="off" i="off">
        <a:font>
          <a:latin typeface="Helvetica Neue Medium"/>
          <a:ea typeface="Helvetica Neue Medium"/>
          <a:cs typeface="Helvetica Neue Medium"/>
        </a:font>
        <a:srgbClr val="000000"/>
      </a:tcTxStyle>
      <a:tcStyle>
        <a:tcBdr>
          <a:left>
            <a:ln w="12700" cap="flat">
              <a:solidFill>
                <a:srgbClr val="5B5A5A"/>
              </a:solidFill>
              <a:prstDash val="solid"/>
              <a:miter lim="400000"/>
            </a:ln>
          </a:left>
          <a:right>
            <a:ln w="12700" cap="flat">
              <a:solidFill>
                <a:srgbClr val="5B5A5A"/>
              </a:solidFill>
              <a:prstDash val="solid"/>
              <a:miter lim="400000"/>
            </a:ln>
          </a:right>
          <a:top>
            <a:ln w="12700" cap="flat">
              <a:solidFill>
                <a:srgbClr val="5B5A5A"/>
              </a:solidFill>
              <a:prstDash val="solid"/>
              <a:miter lim="400000"/>
            </a:ln>
          </a:top>
          <a:bottom>
            <a:ln w="12700" cap="flat">
              <a:solidFill>
                <a:srgbClr val="5B5A5A"/>
              </a:solidFill>
              <a:prstDash val="solid"/>
              <a:miter lim="400000"/>
            </a:ln>
          </a:bottom>
          <a:insideH>
            <a:ln w="12700" cap="flat">
              <a:solidFill>
                <a:srgbClr val="5B5A5A"/>
              </a:solidFill>
              <a:prstDash val="solid"/>
              <a:miter lim="400000"/>
            </a:ln>
          </a:insideH>
          <a:insideV>
            <a:ln w="12700" cap="flat">
              <a:solidFill>
                <a:srgbClr val="5B5A5A"/>
              </a:solidFill>
              <a:prstDash val="solid"/>
              <a:miter lim="400000"/>
            </a:ln>
          </a:insideV>
        </a:tcBdr>
        <a:fill>
          <a:solidFill>
            <a:srgbClr val="FF9400"/>
          </a:solidFill>
        </a:fill>
      </a:tcStyle>
    </a:firstRow>
  </a:tblStyle>
  <a:tblStyle styleId="{33BA23B1-9221-436E-865A-0063620EA4FD}" styleName="">
    <a:tblBg/>
    <a:wholeTbl>
      <a:tcTxStyle b="off" i="off">
        <a:fontRef idx="minor">
          <a:srgbClr val="000000"/>
        </a:fontRef>
        <a:srgbClr val="000000"/>
      </a:tcTxStyle>
      <a:tcStyle>
        <a:tcBdr>
          <a:left>
            <a:ln w="12700" cap="flat">
              <a:solidFill>
                <a:srgbClr val="464646"/>
              </a:solidFill>
              <a:prstDash val="solid"/>
              <a:miter lim="400000"/>
            </a:ln>
          </a:left>
          <a:right>
            <a:ln w="12700" cap="flat">
              <a:solidFill>
                <a:srgbClr val="464646"/>
              </a:solidFill>
              <a:prstDash val="solid"/>
              <a:miter lim="400000"/>
            </a:ln>
          </a:right>
          <a:top>
            <a:ln w="12700" cap="flat">
              <a:solidFill>
                <a:srgbClr val="464646"/>
              </a:solidFill>
              <a:prstDash val="solid"/>
              <a:miter lim="400000"/>
            </a:ln>
          </a:top>
          <a:bottom>
            <a:ln w="12700" cap="flat">
              <a:solidFill>
                <a:srgbClr val="464646"/>
              </a:solidFill>
              <a:prstDash val="solid"/>
              <a:miter lim="400000"/>
            </a:ln>
          </a:bottom>
          <a:insideH>
            <a:ln w="12700" cap="flat">
              <a:solidFill>
                <a:srgbClr val="464646"/>
              </a:solidFill>
              <a:prstDash val="solid"/>
              <a:miter lim="400000"/>
            </a:ln>
          </a:insideH>
          <a:insideV>
            <a:ln w="12700" cap="flat">
              <a:solidFill>
                <a:srgbClr val="464646"/>
              </a:solidFill>
              <a:prstDash val="solid"/>
              <a:miter lim="400000"/>
            </a:ln>
          </a:insideV>
        </a:tcBdr>
        <a:fill>
          <a:noFill/>
        </a:fill>
      </a:tcStyle>
    </a:wholeTbl>
    <a:band2H>
      <a:tcTxStyle/>
      <a:tcStyle>
        <a:tcBdr/>
        <a:fill>
          <a:solidFill>
            <a:srgbClr val="D4D5D5"/>
          </a:solidFill>
        </a:fill>
      </a:tcStyle>
    </a:band2H>
    <a:firstCol>
      <a:tcTxStyle b="on" i="off">
        <a:fontRef idx="minor">
          <a:srgbClr val="FFFFFF"/>
        </a:fontRef>
        <a:srgbClr val="FFFFFF"/>
      </a:tcTxStyle>
      <a:tcStyle>
        <a:tcBdr>
          <a:left>
            <a:ln w="12700" cap="flat">
              <a:solidFill>
                <a:srgbClr val="5E5E5E"/>
              </a:solidFill>
              <a:prstDash val="solid"/>
              <a:miter lim="400000"/>
            </a:ln>
          </a:left>
          <a:right>
            <a:ln w="12700" cap="flat">
              <a:solidFill>
                <a:srgbClr val="A6AAA9"/>
              </a:solidFill>
              <a:prstDash val="solid"/>
              <a:miter lim="400000"/>
            </a:ln>
          </a:right>
          <a:top>
            <a:ln w="12700" cap="flat">
              <a:solidFill>
                <a:srgbClr val="C3C3C3"/>
              </a:solidFill>
              <a:prstDash val="solid"/>
              <a:miter lim="400000"/>
            </a:ln>
          </a:top>
          <a:bottom>
            <a:ln w="12700" cap="flat">
              <a:solidFill>
                <a:srgbClr val="C3C3C3"/>
              </a:solidFill>
              <a:prstDash val="solid"/>
              <a:miter lim="400000"/>
            </a:ln>
          </a:bottom>
          <a:insideH>
            <a:ln w="12700" cap="flat">
              <a:solidFill>
                <a:srgbClr val="C3C3C3"/>
              </a:solidFill>
              <a:prstDash val="solid"/>
              <a:miter lim="400000"/>
            </a:ln>
          </a:insideH>
          <a:insideV>
            <a:ln w="12700" cap="flat">
              <a:solidFill>
                <a:srgbClr val="C3C3C3"/>
              </a:solidFill>
              <a:prstDash val="solid"/>
              <a:miter lim="400000"/>
            </a:ln>
          </a:insideV>
        </a:tcBdr>
        <a:fill>
          <a:solidFill>
            <a:srgbClr val="CB2A7B"/>
          </a:solidFill>
        </a:fill>
      </a:tcStyle>
    </a:firstCol>
    <a:lastRow>
      <a:tcTxStyle b="on" i="off">
        <a:fontRef idx="minor">
          <a:srgbClr val="000000"/>
        </a:fontRef>
        <a:srgbClr val="000000"/>
      </a:tcTxStyle>
      <a:tcStyle>
        <a:tcBdr>
          <a:left>
            <a:ln w="12700" cap="flat">
              <a:solidFill>
                <a:srgbClr val="5E5E5E"/>
              </a:solidFill>
              <a:prstDash val="solid"/>
              <a:miter lim="400000"/>
            </a:ln>
          </a:left>
          <a:right>
            <a:ln w="12700" cap="flat">
              <a:solidFill>
                <a:srgbClr val="5E5E5E"/>
              </a:solidFill>
              <a:prstDash val="solid"/>
              <a:miter lim="400000"/>
            </a:ln>
          </a:right>
          <a:top>
            <a:ln w="38100" cap="flat">
              <a:solidFill>
                <a:srgbClr val="CB297B"/>
              </a:solidFill>
              <a:prstDash val="solid"/>
              <a:miter lim="400000"/>
            </a:ln>
          </a:top>
          <a:bottom>
            <a:ln w="12700" cap="flat">
              <a:solidFill>
                <a:srgbClr val="5E5E5E"/>
              </a:solidFill>
              <a:prstDash val="solid"/>
              <a:miter lim="400000"/>
            </a:ln>
          </a:bottom>
          <a:insideH>
            <a:ln w="12700" cap="flat">
              <a:solidFill>
                <a:srgbClr val="5E5E5E"/>
              </a:solidFill>
              <a:prstDash val="solid"/>
              <a:miter lim="400000"/>
            </a:ln>
          </a:insideH>
          <a:insideV>
            <a:ln w="12700" cap="flat">
              <a:solidFill>
                <a:srgbClr val="5E5E5E"/>
              </a:solidFill>
              <a:prstDash val="solid"/>
              <a:miter lim="400000"/>
            </a:ln>
          </a:insideV>
        </a:tcBdr>
        <a:fill>
          <a:solidFill>
            <a:srgbClr val="FFFFFF"/>
          </a:solidFill>
        </a:fill>
      </a:tcStyle>
    </a:lastRow>
    <a:firstRow>
      <a:tcTxStyle b="on" i="off">
        <a:fontRef idx="minor">
          <a:srgbClr val="FFFFFF"/>
        </a:fontRef>
        <a:srgbClr val="FFFFFF"/>
      </a:tcTxStyle>
      <a:tcStyle>
        <a:tcBdr>
          <a:left>
            <a:ln w="12700" cap="flat">
              <a:solidFill>
                <a:srgbClr val="A6AAA9"/>
              </a:solidFill>
              <a:prstDash val="solid"/>
              <a:miter lim="400000"/>
            </a:ln>
          </a:left>
          <a:right>
            <a:ln w="12700" cap="flat">
              <a:solidFill>
                <a:srgbClr val="A6AAA9"/>
              </a:solidFill>
              <a:prstDash val="solid"/>
              <a:miter lim="400000"/>
            </a:ln>
          </a:right>
          <a:top>
            <a:ln w="12700" cap="flat">
              <a:solidFill>
                <a:srgbClr val="5E5E5E"/>
              </a:solidFill>
              <a:prstDash val="solid"/>
              <a:miter lim="400000"/>
            </a:ln>
          </a:top>
          <a:bottom>
            <a:ln w="12700" cap="flat">
              <a:solidFill>
                <a:srgbClr val="A6AAA9"/>
              </a:solidFill>
              <a:prstDash val="solid"/>
              <a:miter lim="400000"/>
            </a:ln>
          </a:bottom>
          <a:insideH>
            <a:ln w="12700" cap="flat">
              <a:solidFill>
                <a:srgbClr val="A6AAA9"/>
              </a:solidFill>
              <a:prstDash val="solid"/>
              <a:miter lim="400000"/>
            </a:ln>
          </a:insideH>
          <a:insideV>
            <a:ln w="12700" cap="flat">
              <a:solidFill>
                <a:srgbClr val="A6AAA9"/>
              </a:solidFill>
              <a:prstDash val="solid"/>
              <a:miter lim="400000"/>
            </a:ln>
          </a:insideV>
        </a:tcBdr>
        <a:fill>
          <a:solidFill>
            <a:srgbClr val="991A5F"/>
          </a:solidFill>
        </a:fill>
      </a:tcStyle>
    </a:firstRow>
  </a:tblStyle>
  <a:tblStyle styleId="{2708684C-4D16-4618-839F-0558EEFCDFE6}" styleName="">
    <a:tblBg/>
    <a:wholeTbl>
      <a:tcTxStyle b="off"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custDash>
                <a:ds d="200000" sp="200000"/>
              </a:custDash>
              <a:miter lim="400000"/>
            </a:ln>
          </a:top>
          <a:bottom>
            <a:ln w="12700" cap="flat">
              <a:solidFill>
                <a:srgbClr val="000000"/>
              </a:solidFill>
              <a:custDash>
                <a:ds d="200000" sp="200000"/>
              </a:custDash>
              <a:miter lim="400000"/>
            </a:ln>
          </a:bottom>
          <a:insideH>
            <a:ln w="12700" cap="flat">
              <a:solidFill>
                <a:srgbClr val="000000"/>
              </a:solidFill>
              <a:custDash>
                <a:ds d="200000" sp="200000"/>
              </a:custDash>
              <a:miter lim="400000"/>
            </a:ln>
          </a:insideH>
          <a:insideV>
            <a:ln w="12700" cap="flat">
              <a:solidFill>
                <a:srgbClr val="000000"/>
              </a:solidFill>
              <a:prstDash val="solid"/>
              <a:miter lim="400000"/>
            </a:ln>
          </a:insideV>
        </a:tcBdr>
        <a:fill>
          <a:noFill/>
        </a:fill>
      </a:tcStyle>
    </a:wholeTbl>
    <a:band2H>
      <a:tcTxStyle/>
      <a:tcStyle>
        <a:tcBdr/>
        <a:fill>
          <a:solidFill>
            <a:srgbClr val="EDEEEE"/>
          </a:solidFill>
        </a:fill>
      </a:tcStyle>
    </a:band2H>
    <a:firstCol>
      <a:tcTxStyle b="on" i="off">
        <a:fontRef idx="minor">
          <a:srgbClr val="000000"/>
        </a:fontRef>
        <a:srgbClr val="000000"/>
      </a:tcTxStyle>
      <a:tcStyle>
        <a:tcBdr>
          <a:left>
            <a:ln w="12700" cap="flat">
              <a:solidFill>
                <a:srgbClr val="6C6C6C"/>
              </a:solidFill>
              <a:prstDash val="solid"/>
              <a:miter lim="400000"/>
            </a:ln>
          </a:left>
          <a:right>
            <a:ln w="25400" cap="flat">
              <a:solidFill>
                <a:srgbClr val="000000"/>
              </a:solidFill>
              <a:prstDash val="solid"/>
              <a:miter lim="400000"/>
            </a:ln>
          </a:right>
          <a:top>
            <a:ln w="12700" cap="flat">
              <a:solidFill>
                <a:srgbClr val="000000"/>
              </a:solidFill>
              <a:custDash>
                <a:ds d="200000" sp="200000"/>
              </a:custDash>
              <a:miter lim="400000"/>
            </a:ln>
          </a:top>
          <a:bottom>
            <a:ln w="12700" cap="flat">
              <a:solidFill>
                <a:srgbClr val="000000"/>
              </a:solidFill>
              <a:custDash>
                <a:ds d="200000" sp="200000"/>
              </a:custDash>
              <a:miter lim="400000"/>
            </a:ln>
          </a:bottom>
          <a:insideH>
            <a:ln w="12700" cap="flat">
              <a:solidFill>
                <a:srgbClr val="000000"/>
              </a:solidFill>
              <a:custDash>
                <a:ds d="200000" sp="200000"/>
              </a:custDash>
              <a:miter lim="400000"/>
            </a:ln>
          </a:insideH>
          <a:insideV>
            <a:ln w="12700" cap="flat">
              <a:solidFill>
                <a:srgbClr val="000000"/>
              </a:solidFill>
              <a:prstDash val="solid"/>
              <a:miter lim="400000"/>
            </a:ln>
          </a:insideV>
        </a:tcBdr>
        <a:fill>
          <a:noFill/>
        </a:fill>
      </a:tcStyle>
    </a:firstCol>
    <a:lastRow>
      <a:tcTxStyle b="on"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25400" cap="flat">
              <a:solidFill>
                <a:srgbClr val="000000"/>
              </a:solidFill>
              <a:prstDash val="solid"/>
              <a:miter lim="400000"/>
            </a:ln>
          </a:top>
          <a:bottom>
            <a:ln w="12700" cap="flat">
              <a:solidFill>
                <a:srgbClr val="6C6C6C"/>
              </a:solidFill>
              <a:prstDash val="solid"/>
              <a:miter lim="400000"/>
            </a:ln>
          </a:bottom>
          <a:insideH>
            <a:ln w="12700" cap="flat">
              <a:solidFill>
                <a:srgbClr val="000000"/>
              </a:solidFill>
              <a:custDash>
                <a:ds d="200000" sp="200000"/>
              </a:custDash>
              <a:miter lim="400000"/>
            </a:ln>
          </a:insideH>
          <a:insideV>
            <a:ln w="12700" cap="flat">
              <a:solidFill>
                <a:srgbClr val="000000"/>
              </a:solidFill>
              <a:prstDash val="solid"/>
              <a:miter lim="400000"/>
            </a:ln>
          </a:insideV>
        </a:tcBdr>
        <a:fill>
          <a:noFill/>
        </a:fill>
      </a:tcStyle>
    </a:lastRow>
    <a:firstRow>
      <a:tcTxStyle b="on"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6C6C6C"/>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solidFill>
            <a:srgbClr val="D6DCE0"/>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7073" autoAdjust="0"/>
    <p:restoredTop sz="95323"/>
  </p:normalViewPr>
  <p:slideViewPr>
    <p:cSldViewPr snapToGrid="0" snapToObjects="1">
      <p:cViewPr varScale="1">
        <p:scale>
          <a:sx n="48" d="100"/>
          <a:sy n="48" d="100"/>
        </p:scale>
        <p:origin x="1136" y="200"/>
      </p:cViewPr>
      <p:guideLst>
        <p:guide orient="horz" pos="4320"/>
        <p:guide pos="76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4.fntdata"/><Relationship Id="rId39" Type="http://schemas.microsoft.com/office/2016/11/relationships/changesInfo" Target="changesInfos/changesInfo1.xml"/><Relationship Id="rId21" Type="http://schemas.openxmlformats.org/officeDocument/2006/relationships/slide" Target="slides/slide20.xml"/><Relationship Id="rId34" Type="http://schemas.openxmlformats.org/officeDocument/2006/relationships/font" Target="fonts/font12.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3.fntdata"/><Relationship Id="rId33" Type="http://schemas.openxmlformats.org/officeDocument/2006/relationships/font" Target="fonts/font11.fntdata"/><Relationship Id="rId38"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font" Target="fonts/font7.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2.fntdata"/><Relationship Id="rId32" Type="http://schemas.openxmlformats.org/officeDocument/2006/relationships/font" Target="fonts/font10.fntdata"/><Relationship Id="rId37" Type="http://schemas.openxmlformats.org/officeDocument/2006/relationships/theme" Target="theme/theme1.xml"/><Relationship Id="rId40" Type="http://schemas.microsoft.com/office/2015/10/relationships/revisionInfo" Target="revisionInfo.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1.fntdata"/><Relationship Id="rId28" Type="http://schemas.openxmlformats.org/officeDocument/2006/relationships/font" Target="fonts/font6.fntdata"/><Relationship Id="rId36"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9.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 Id="rId27" Type="http://schemas.openxmlformats.org/officeDocument/2006/relationships/font" Target="fonts/font5.fntdata"/><Relationship Id="rId30" Type="http://schemas.openxmlformats.org/officeDocument/2006/relationships/font" Target="fonts/font8.fntdata"/><Relationship Id="rId35" Type="http://schemas.openxmlformats.org/officeDocument/2006/relationships/presProps" Target="presProps.xml"/><Relationship Id="rId8" Type="http://schemas.openxmlformats.org/officeDocument/2006/relationships/slide" Target="slides/slide7.xml"/><Relationship Id="rId3" Type="http://schemas.openxmlformats.org/officeDocument/2006/relationships/slide" Target="slides/slide2.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IVAN SEBASTIAN EDBERT" userId="c68b1978-ff09-4a4d-a9a9-e6791a35da12" providerId="ADAL" clId="{D67E088B-53C8-2945-B050-3584152A30A6}"/>
    <pc:docChg chg="modSld">
      <pc:chgData name="IVAN SEBASTIAN EDBERT" userId="c68b1978-ff09-4a4d-a9a9-e6791a35da12" providerId="ADAL" clId="{D67E088B-53C8-2945-B050-3584152A30A6}" dt="2023-12-18T10:41:27.807" v="3" actId="20577"/>
      <pc:docMkLst>
        <pc:docMk/>
      </pc:docMkLst>
      <pc:sldChg chg="modSp mod">
        <pc:chgData name="IVAN SEBASTIAN EDBERT" userId="c68b1978-ff09-4a4d-a9a9-e6791a35da12" providerId="ADAL" clId="{D67E088B-53C8-2945-B050-3584152A30A6}" dt="2023-12-18T10:41:27.807" v="3" actId="20577"/>
        <pc:sldMkLst>
          <pc:docMk/>
          <pc:sldMk cId="3807564589" sldId="256"/>
        </pc:sldMkLst>
        <pc:spChg chg="mod">
          <ac:chgData name="IVAN SEBASTIAN EDBERT" userId="c68b1978-ff09-4a4d-a9a9-e6791a35da12" providerId="ADAL" clId="{D67E088B-53C8-2945-B050-3584152A30A6}" dt="2023-12-18T10:41:27.807" v="3" actId="20577"/>
          <ac:spMkLst>
            <pc:docMk/>
            <pc:sldMk cId="3807564589" sldId="256"/>
            <ac:spMk id="3" creationId="{05C0E2BF-BBBC-BF27-4255-C5149D193112}"/>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70" name="Shape 170"/>
          <p:cNvSpPr>
            <a:spLocks noGrp="1" noRot="1" noChangeAspect="1"/>
          </p:cNvSpPr>
          <p:nvPr>
            <p:ph type="sldImg"/>
          </p:nvPr>
        </p:nvSpPr>
        <p:spPr>
          <a:xfrm>
            <a:off x="1143000" y="685800"/>
            <a:ext cx="4572000" cy="3429000"/>
          </a:xfrm>
          <a:prstGeom prst="rect">
            <a:avLst/>
          </a:prstGeom>
        </p:spPr>
        <p:txBody>
          <a:bodyPr/>
          <a:lstStyle/>
          <a:p>
            <a:endParaRPr dirty="0"/>
          </a:p>
        </p:txBody>
      </p:sp>
      <p:sp>
        <p:nvSpPr>
          <p:cNvPr id="171" name="Shape 171"/>
          <p:cNvSpPr>
            <a:spLocks noGrp="1"/>
          </p:cNvSpPr>
          <p:nvPr>
            <p:ph type="body" sz="quarter" idx="1"/>
          </p:nvPr>
        </p:nvSpPr>
        <p:spPr>
          <a:xfrm>
            <a:off x="914400" y="4343400"/>
            <a:ext cx="5029200" cy="4114800"/>
          </a:xfrm>
          <a:prstGeom prst="rect">
            <a:avLst/>
          </a:prstGeom>
        </p:spPr>
        <p:txBody>
          <a:bodyPr/>
          <a:lstStyle/>
          <a:p>
            <a:endParaRPr/>
          </a:p>
        </p:txBody>
      </p:sp>
    </p:spTree>
    <p:extLst>
      <p:ext uri="{BB962C8B-B14F-4D97-AF65-F5344CB8AC3E}">
        <p14:creationId xmlns:p14="http://schemas.microsoft.com/office/powerpoint/2010/main" val="1017588374"/>
      </p:ext>
    </p:extLst>
  </p:cSld>
  <p:clrMap bg1="lt1" tx1="dk1" bg2="lt2" tx2="dk2" accent1="accent1" accent2="accent2" accent3="accent3" accent4="accent4" accent5="accent5" accent6="accent6" hlink="hlink" folHlink="folHlink"/>
  <p:notesStyle>
    <a:lvl1pPr defTabSz="457200" latinLnBrk="0">
      <a:lnSpc>
        <a:spcPct val="117999"/>
      </a:lnSpc>
      <a:defRPr sz="2200" b="0" i="0">
        <a:latin typeface="Open Sans Light" pitchFamily="2" charset="0"/>
        <a:ea typeface="Open Sans Light" pitchFamily="2" charset="0"/>
        <a:cs typeface="Open Sans Light" pitchFamily="2" charset="0"/>
        <a:sym typeface="Helvetica Neue"/>
      </a:defRPr>
    </a:lvl1pPr>
    <a:lvl2pPr indent="228600" defTabSz="457200" latinLnBrk="0">
      <a:lnSpc>
        <a:spcPct val="117999"/>
      </a:lnSpc>
      <a:defRPr sz="2200">
        <a:latin typeface="+mn-lt"/>
        <a:ea typeface="+mn-ea"/>
        <a:cs typeface="+mn-cs"/>
        <a:sym typeface="Helvetica Neue"/>
      </a:defRPr>
    </a:lvl2pPr>
    <a:lvl3pPr indent="457200" defTabSz="457200" latinLnBrk="0">
      <a:lnSpc>
        <a:spcPct val="117999"/>
      </a:lnSpc>
      <a:defRPr sz="2200">
        <a:latin typeface="+mn-lt"/>
        <a:ea typeface="+mn-ea"/>
        <a:cs typeface="+mn-cs"/>
        <a:sym typeface="Helvetica Neue"/>
      </a:defRPr>
    </a:lvl3pPr>
    <a:lvl4pPr indent="685800" defTabSz="457200" latinLnBrk="0">
      <a:lnSpc>
        <a:spcPct val="117999"/>
      </a:lnSpc>
      <a:defRPr sz="2200">
        <a:latin typeface="+mn-lt"/>
        <a:ea typeface="+mn-ea"/>
        <a:cs typeface="+mn-cs"/>
        <a:sym typeface="Helvetica Neue"/>
      </a:defRPr>
    </a:lvl4pPr>
    <a:lvl5pPr indent="914400" defTabSz="457200" latinLnBrk="0">
      <a:lnSpc>
        <a:spcPct val="117999"/>
      </a:lnSpc>
      <a:defRPr sz="2200">
        <a:latin typeface="+mn-lt"/>
        <a:ea typeface="+mn-ea"/>
        <a:cs typeface="+mn-cs"/>
        <a:sym typeface="Helvetica Neue"/>
      </a:defRPr>
    </a:lvl5pPr>
    <a:lvl6pPr indent="1143000" defTabSz="457200" latinLnBrk="0">
      <a:lnSpc>
        <a:spcPct val="117999"/>
      </a:lnSpc>
      <a:defRPr sz="2200">
        <a:latin typeface="+mn-lt"/>
        <a:ea typeface="+mn-ea"/>
        <a:cs typeface="+mn-cs"/>
        <a:sym typeface="Helvetica Neue"/>
      </a:defRPr>
    </a:lvl6pPr>
    <a:lvl7pPr indent="1371600" defTabSz="457200" latinLnBrk="0">
      <a:lnSpc>
        <a:spcPct val="117999"/>
      </a:lnSpc>
      <a:defRPr sz="2200">
        <a:latin typeface="+mn-lt"/>
        <a:ea typeface="+mn-ea"/>
        <a:cs typeface="+mn-cs"/>
        <a:sym typeface="Helvetica Neue"/>
      </a:defRPr>
    </a:lvl7pPr>
    <a:lvl8pPr indent="1600200" defTabSz="457200" latinLnBrk="0">
      <a:lnSpc>
        <a:spcPct val="117999"/>
      </a:lnSpc>
      <a:defRPr sz="2200">
        <a:latin typeface="+mn-lt"/>
        <a:ea typeface="+mn-ea"/>
        <a:cs typeface="+mn-cs"/>
        <a:sym typeface="Helvetica Neue"/>
      </a:defRPr>
    </a:lvl8pPr>
    <a:lvl9pPr indent="1828800" defTabSz="457200" latinLnBrk="0">
      <a:lnSpc>
        <a:spcPct val="117999"/>
      </a:lnSpc>
      <a:defRPr sz="2200">
        <a:latin typeface="+mn-lt"/>
        <a:ea typeface="+mn-ea"/>
        <a:cs typeface="+mn-cs"/>
        <a:sym typeface="Helvetica Neue"/>
      </a:defRPr>
    </a:lvl9pPr>
  </p:notesStyle>
</p:notesMaster>
</file>

<file path=ppt/slideLayouts/_rels/slideLayout1.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8" Type="http://schemas.openxmlformats.org/officeDocument/2006/relationships/image" Target="../media/image10.png"/><Relationship Id="rId3" Type="http://schemas.openxmlformats.org/officeDocument/2006/relationships/image" Target="../media/image5.svg"/><Relationship Id="rId7" Type="http://schemas.openxmlformats.org/officeDocument/2006/relationships/image" Target="../media/image9.svg"/><Relationship Id="rId2" Type="http://schemas.openxmlformats.org/officeDocument/2006/relationships/image" Target="../media/image4.png"/><Relationship Id="rId1" Type="http://schemas.openxmlformats.org/officeDocument/2006/relationships/slideMaster" Target="../slideMasters/slideMaster1.xml"/><Relationship Id="rId6" Type="http://schemas.openxmlformats.org/officeDocument/2006/relationships/image" Target="../media/image8.png"/><Relationship Id="rId5" Type="http://schemas.openxmlformats.org/officeDocument/2006/relationships/image" Target="../media/image7.svg"/><Relationship Id="rId10" Type="http://schemas.openxmlformats.org/officeDocument/2006/relationships/image" Target="../media/image3.png"/><Relationship Id="rId4" Type="http://schemas.openxmlformats.org/officeDocument/2006/relationships/image" Target="../media/image6.png"/><Relationship Id="rId9" Type="http://schemas.openxmlformats.org/officeDocument/2006/relationships/image" Target="../media/image11.svg"/></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13.svg"/><Relationship Id="rId2" Type="http://schemas.openxmlformats.org/officeDocument/2006/relationships/image" Target="../media/image12.pn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15.svg"/><Relationship Id="rId2" Type="http://schemas.openxmlformats.org/officeDocument/2006/relationships/image" Target="../media/image14.png"/><Relationship Id="rId1" Type="http://schemas.openxmlformats.org/officeDocument/2006/relationships/slideMaster" Target="../slideMasters/slideMaster1.xml"/><Relationship Id="rId6" Type="http://schemas.openxmlformats.org/officeDocument/2006/relationships/image" Target="../media/image3.png"/><Relationship Id="rId5" Type="http://schemas.openxmlformats.org/officeDocument/2006/relationships/image" Target="../media/image17.svg"/><Relationship Id="rId4" Type="http://schemas.openxmlformats.org/officeDocument/2006/relationships/image" Target="../media/image16.png"/></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8.pn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3" Type="http://schemas.openxmlformats.org/officeDocument/2006/relationships/image" Target="../media/image20.svg"/><Relationship Id="rId2" Type="http://schemas.openxmlformats.org/officeDocument/2006/relationships/image" Target="../media/image19.pn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22.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type 1">
    <p:spTree>
      <p:nvGrpSpPr>
        <p:cNvPr id="1" name=""/>
        <p:cNvGrpSpPr/>
        <p:nvPr/>
      </p:nvGrpSpPr>
      <p:grpSpPr>
        <a:xfrm>
          <a:off x="0" y="0"/>
          <a:ext cx="0" cy="0"/>
          <a:chOff x="0" y="0"/>
          <a:chExt cx="0" cy="0"/>
        </a:xfrm>
      </p:grpSpPr>
      <p:pic>
        <p:nvPicPr>
          <p:cNvPr id="26" name="BG Slide-01.jpg" descr="BG Slide-01.jpg">
            <a:extLst>
              <a:ext uri="{FF2B5EF4-FFF2-40B4-BE49-F238E27FC236}">
                <a16:creationId xmlns:a16="http://schemas.microsoft.com/office/drawing/2014/main" id="{2AB02847-5A77-D04F-9022-6161AA94A369}"/>
              </a:ext>
            </a:extLst>
          </p:cNvPr>
          <p:cNvPicPr>
            <a:picLocks noChangeAspect="1"/>
          </p:cNvPicPr>
          <p:nvPr userDrawn="1"/>
        </p:nvPicPr>
        <p:blipFill>
          <a:blip r:embed="rId2"/>
          <a:srcRect l="165" r="165"/>
          <a:stretch>
            <a:fillRect/>
          </a:stretch>
        </p:blipFill>
        <p:spPr>
          <a:xfrm>
            <a:off x="-86098" y="-57547"/>
            <a:ext cx="24507155" cy="13831095"/>
          </a:xfrm>
          <a:prstGeom prst="rect">
            <a:avLst/>
          </a:prstGeom>
          <a:ln w="12700">
            <a:miter lim="400000"/>
          </a:ln>
        </p:spPr>
      </p:pic>
      <p:sp>
        <p:nvSpPr>
          <p:cNvPr id="20" name="Rounded Rectangle">
            <a:extLst>
              <a:ext uri="{FF2B5EF4-FFF2-40B4-BE49-F238E27FC236}">
                <a16:creationId xmlns:a16="http://schemas.microsoft.com/office/drawing/2014/main" id="{2610CD5C-942F-BF48-875B-42FFCE146C9A}"/>
              </a:ext>
            </a:extLst>
          </p:cNvPr>
          <p:cNvSpPr/>
          <p:nvPr userDrawn="1"/>
        </p:nvSpPr>
        <p:spPr>
          <a:xfrm>
            <a:off x="11684000" y="10608557"/>
            <a:ext cx="1016000" cy="88901"/>
          </a:xfrm>
          <a:prstGeom prst="roundRect">
            <a:avLst>
              <a:gd name="adj" fmla="val 50000"/>
            </a:avLst>
          </a:prstGeom>
          <a:solidFill>
            <a:srgbClr val="F08700"/>
          </a:solidFill>
          <a:ln w="12700">
            <a:miter lim="400000"/>
          </a:ln>
        </p:spPr>
        <p:txBody>
          <a:bodyPr lIns="50800" tIns="50800" rIns="50800" bIns="50800" anchor="ctr"/>
          <a:lstStyle/>
          <a:p>
            <a:pPr defTabSz="825500">
              <a:defRPr sz="3200">
                <a:solidFill>
                  <a:srgbClr val="FFFFFF"/>
                </a:solidFill>
                <a:latin typeface="Helvetica Neue Medium"/>
                <a:ea typeface="Helvetica Neue Medium"/>
                <a:cs typeface="Helvetica Neue Medium"/>
                <a:sym typeface="Helvetica Neue Medium"/>
              </a:defRPr>
            </a:pPr>
            <a:endParaRPr b="0" i="0" dirty="0">
              <a:latin typeface="Open Sans Light" pitchFamily="2" charset="0"/>
              <a:ea typeface="Open Sans Light" pitchFamily="2" charset="0"/>
              <a:cs typeface="Open Sans Light" pitchFamily="2" charset="0"/>
            </a:endParaRPr>
          </a:p>
        </p:txBody>
      </p:sp>
      <p:sp>
        <p:nvSpPr>
          <p:cNvPr id="9" name="Rounded Rectangle">
            <a:extLst>
              <a:ext uri="{FF2B5EF4-FFF2-40B4-BE49-F238E27FC236}">
                <a16:creationId xmlns:a16="http://schemas.microsoft.com/office/drawing/2014/main" id="{A398922F-A33B-3C44-AAA1-709DF0A7FE30}"/>
              </a:ext>
            </a:extLst>
          </p:cNvPr>
          <p:cNvSpPr/>
          <p:nvPr userDrawn="1"/>
        </p:nvSpPr>
        <p:spPr>
          <a:xfrm>
            <a:off x="11684000" y="10608557"/>
            <a:ext cx="1016000" cy="88901"/>
          </a:xfrm>
          <a:prstGeom prst="roundRect">
            <a:avLst>
              <a:gd name="adj" fmla="val 50000"/>
            </a:avLst>
          </a:prstGeom>
          <a:solidFill>
            <a:srgbClr val="F08700"/>
          </a:solidFill>
          <a:ln w="12700">
            <a:miter lim="400000"/>
          </a:ln>
        </p:spPr>
        <p:txBody>
          <a:bodyPr lIns="50800" tIns="50800" rIns="50800" bIns="50800" anchor="ctr"/>
          <a:lstStyle/>
          <a:p>
            <a:pPr defTabSz="825500">
              <a:defRPr sz="32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23" name="Body Level One…">
            <a:extLst>
              <a:ext uri="{FF2B5EF4-FFF2-40B4-BE49-F238E27FC236}">
                <a16:creationId xmlns:a16="http://schemas.microsoft.com/office/drawing/2014/main" id="{DC9E4D2B-1303-D647-ADF8-BD63A36C3CA0}"/>
              </a:ext>
            </a:extLst>
          </p:cNvPr>
          <p:cNvSpPr txBox="1">
            <a:spLocks noGrp="1"/>
          </p:cNvSpPr>
          <p:nvPr>
            <p:ph type="body" sz="quarter" idx="1" hasCustomPrompt="1"/>
          </p:nvPr>
        </p:nvSpPr>
        <p:spPr>
          <a:xfrm>
            <a:off x="1201342" y="6754848"/>
            <a:ext cx="21971001" cy="1905001"/>
          </a:xfrm>
          <a:prstGeom prst="rect">
            <a:avLst/>
          </a:prstGeom>
        </p:spPr>
        <p:txBody>
          <a:bodyPr/>
          <a:lstStyle>
            <a:lvl1pPr marL="0" indent="0" algn="ctr" defTabSz="825500">
              <a:lnSpc>
                <a:spcPct val="100000"/>
              </a:lnSpc>
              <a:spcBef>
                <a:spcPts val="0"/>
              </a:spcBef>
              <a:buSzTx/>
              <a:buNone/>
              <a:defRPr kumimoji="0" sz="5000" b="0" i="0" u="none" strike="noStrike" cap="all" spc="0" normalizeH="0" baseline="0">
                <a:ln>
                  <a:noFill/>
                </a:ln>
                <a:solidFill>
                  <a:srgbClr val="FFFFFF"/>
                </a:solidFill>
                <a:effectLst/>
                <a:uFillTx/>
                <a:latin typeface="Open Sans Semibold"/>
                <a:ea typeface="Open Sans Semibold"/>
                <a:cs typeface="Open Sans Semibold"/>
                <a:sym typeface="Open Sans Semibold"/>
              </a:defRPr>
            </a:lvl1pPr>
            <a:lvl2pPr marL="0" indent="457200" defTabSz="825500">
              <a:lnSpc>
                <a:spcPct val="100000"/>
              </a:lnSpc>
              <a:spcBef>
                <a:spcPts val="0"/>
              </a:spcBef>
              <a:buSzTx/>
              <a:buNone/>
              <a:defRPr sz="5500" b="1"/>
            </a:lvl2pPr>
            <a:lvl3pPr marL="0" indent="914400" defTabSz="825500">
              <a:lnSpc>
                <a:spcPct val="100000"/>
              </a:lnSpc>
              <a:spcBef>
                <a:spcPts val="0"/>
              </a:spcBef>
              <a:buSzTx/>
              <a:buNone/>
              <a:defRPr sz="5500" b="1"/>
            </a:lvl3pPr>
            <a:lvl4pPr marL="0" indent="1371600" defTabSz="825500">
              <a:lnSpc>
                <a:spcPct val="100000"/>
              </a:lnSpc>
              <a:spcBef>
                <a:spcPts val="0"/>
              </a:spcBef>
              <a:buSzTx/>
              <a:buNone/>
              <a:defRPr sz="5500" b="1"/>
            </a:lvl4pPr>
            <a:lvl5pPr marL="0" indent="1828800" defTabSz="825500">
              <a:lnSpc>
                <a:spcPct val="100000"/>
              </a:lnSpc>
              <a:spcBef>
                <a:spcPts val="0"/>
              </a:spcBef>
              <a:buSzTx/>
              <a:buNone/>
              <a:defRPr sz="5500" b="1"/>
            </a:lvl5pPr>
          </a:lstStyle>
          <a:p>
            <a:r>
              <a:rPr dirty="0"/>
              <a:t>Presentation Subtitle</a:t>
            </a:r>
          </a:p>
          <a:p>
            <a:pPr lvl="4"/>
            <a:endParaRPr dirty="0"/>
          </a:p>
        </p:txBody>
      </p:sp>
      <p:sp>
        <p:nvSpPr>
          <p:cNvPr id="24" name="Presentation Title">
            <a:extLst>
              <a:ext uri="{FF2B5EF4-FFF2-40B4-BE49-F238E27FC236}">
                <a16:creationId xmlns:a16="http://schemas.microsoft.com/office/drawing/2014/main" id="{1323A2FB-C06C-AA47-AA40-00FC9E490C61}"/>
              </a:ext>
            </a:extLst>
          </p:cNvPr>
          <p:cNvSpPr txBox="1">
            <a:spLocks noGrp="1"/>
          </p:cNvSpPr>
          <p:nvPr>
            <p:ph type="title" hasCustomPrompt="1"/>
          </p:nvPr>
        </p:nvSpPr>
        <p:spPr>
          <a:xfrm>
            <a:off x="1206496" y="2574991"/>
            <a:ext cx="21971004" cy="3917819"/>
          </a:xfrm>
          <a:prstGeom prst="rect">
            <a:avLst/>
          </a:prstGeom>
        </p:spPr>
        <p:txBody>
          <a:bodyPr anchor="b">
            <a:normAutofit/>
          </a:bodyPr>
          <a:lstStyle>
            <a:lvl1pPr algn="ctr">
              <a:defRPr kumimoji="0" sz="12000" b="0" i="0" u="none" strike="noStrike" cap="all" spc="0" normalizeH="0" baseline="0">
                <a:ln>
                  <a:noFill/>
                </a:ln>
                <a:solidFill>
                  <a:srgbClr val="FFFFFF"/>
                </a:solidFill>
                <a:effectLst/>
                <a:uFillTx/>
                <a:latin typeface="Open Sans Semibold"/>
                <a:ea typeface="Open Sans Semibold"/>
                <a:cs typeface="Open Sans Semibold"/>
                <a:sym typeface="Open Sans Semibold"/>
              </a:defRPr>
            </a:lvl1pPr>
          </a:lstStyle>
          <a:p>
            <a:r>
              <a:rPr lang="en-US" dirty="0"/>
              <a:t>Presentation</a:t>
            </a:r>
            <a:r>
              <a:rPr dirty="0"/>
              <a:t> </a:t>
            </a:r>
            <a:r>
              <a:rPr lang="en-US" dirty="0"/>
              <a:t>Title</a:t>
            </a:r>
            <a:endParaRPr dirty="0"/>
          </a:p>
        </p:txBody>
      </p:sp>
      <p:sp>
        <p:nvSpPr>
          <p:cNvPr id="2" name="Text Placeholder 2">
            <a:extLst>
              <a:ext uri="{FF2B5EF4-FFF2-40B4-BE49-F238E27FC236}">
                <a16:creationId xmlns:a16="http://schemas.microsoft.com/office/drawing/2014/main" id="{D6474C2C-5958-6F6B-1482-E67DED339DDC}"/>
              </a:ext>
            </a:extLst>
          </p:cNvPr>
          <p:cNvSpPr>
            <a:spLocks noGrp="1"/>
          </p:cNvSpPr>
          <p:nvPr>
            <p:ph type="body" sz="quarter" idx="11" hasCustomPrompt="1"/>
          </p:nvPr>
        </p:nvSpPr>
        <p:spPr>
          <a:xfrm>
            <a:off x="10058192" y="11538583"/>
            <a:ext cx="4212692" cy="745888"/>
          </a:xfrm>
        </p:spPr>
        <p:txBody>
          <a:bodyPr>
            <a:normAutofit/>
          </a:bodyPr>
          <a:lstStyle>
            <a:lvl1pPr marL="0" indent="0" algn="ctr">
              <a:buNone/>
              <a:defRPr kumimoji="0" lang="en-US" sz="2000" b="0" i="0" u="none" strike="noStrike" cap="none" spc="0" normalizeH="0" baseline="0">
                <a:ln>
                  <a:noFill/>
                </a:ln>
                <a:solidFill>
                  <a:srgbClr val="FFFFFF"/>
                </a:solidFill>
                <a:effectLst/>
                <a:uFillTx/>
                <a:latin typeface="Open Sans Semibold"/>
                <a:ea typeface="Open Sans Semibold"/>
                <a:cs typeface="Open Sans Semibold"/>
                <a:sym typeface="Open Sans Semibold"/>
              </a:defRPr>
            </a:lvl1pPr>
          </a:lstStyle>
          <a:p>
            <a:pPr lvl="0"/>
            <a:r>
              <a:rPr lang="en-US" dirty="0"/>
              <a:t>Type your name</a:t>
            </a:r>
          </a:p>
        </p:txBody>
      </p:sp>
      <p:sp>
        <p:nvSpPr>
          <p:cNvPr id="4" name="UNIVERSITAS BINA NUSANTARA">
            <a:extLst>
              <a:ext uri="{FF2B5EF4-FFF2-40B4-BE49-F238E27FC236}">
                <a16:creationId xmlns:a16="http://schemas.microsoft.com/office/drawing/2014/main" id="{5DC7F27E-9CB9-099F-4DA7-367C6ADB411B}"/>
              </a:ext>
            </a:extLst>
          </p:cNvPr>
          <p:cNvSpPr txBox="1"/>
          <p:nvPr userDrawn="1"/>
        </p:nvSpPr>
        <p:spPr>
          <a:xfrm>
            <a:off x="10058192" y="11100823"/>
            <a:ext cx="4212692" cy="35125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0" tIns="0" rIns="0" bIns="0">
            <a:spAutoFit/>
          </a:bodyPr>
          <a:lstStyle/>
          <a:p>
            <a:pPr algn="l" defTabSz="821531">
              <a:lnSpc>
                <a:spcPct val="80000"/>
              </a:lnSpc>
              <a:defRPr sz="3600">
                <a:solidFill>
                  <a:srgbClr val="FFFFFF"/>
                </a:solidFill>
                <a:latin typeface="Open Sans Light"/>
                <a:ea typeface="Open Sans Light"/>
                <a:cs typeface="Open Sans Light"/>
                <a:sym typeface="Open Sans"/>
              </a:defRPr>
            </a:pPr>
            <a:r>
              <a:rPr lang="en-US" sz="2800" dirty="0"/>
              <a:t>SUBJECT MATTER EXPERT</a:t>
            </a:r>
            <a:endParaRPr sz="2800" b="1" dirty="0"/>
          </a:p>
        </p:txBody>
      </p:sp>
      <p:pic>
        <p:nvPicPr>
          <p:cNvPr id="5" name="Picture 4">
            <a:extLst>
              <a:ext uri="{FF2B5EF4-FFF2-40B4-BE49-F238E27FC236}">
                <a16:creationId xmlns:a16="http://schemas.microsoft.com/office/drawing/2014/main" id="{7D72B8CD-2B60-168D-460C-3FFD38B69D8E}"/>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766722" y="758208"/>
            <a:ext cx="2698754" cy="1143002"/>
          </a:xfrm>
          <a:prstGeom prst="rect">
            <a:avLst/>
          </a:prstGeom>
        </p:spPr>
      </p:pic>
    </p:spTree>
    <p:extLst>
      <p:ext uri="{BB962C8B-B14F-4D97-AF65-F5344CB8AC3E}">
        <p14:creationId xmlns:p14="http://schemas.microsoft.com/office/powerpoint/2010/main" val="4094124863"/>
      </p:ext>
    </p:extLst>
  </p:cSld>
  <p:clrMapOvr>
    <a:masterClrMapping/>
  </p:clrMapOvr>
  <p:transition spd="med"/>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Content type 1">
    <p:spTree>
      <p:nvGrpSpPr>
        <p:cNvPr id="1" name=""/>
        <p:cNvGrpSpPr/>
        <p:nvPr/>
      </p:nvGrpSpPr>
      <p:grpSpPr>
        <a:xfrm>
          <a:off x="0" y="0"/>
          <a:ext cx="0" cy="0"/>
          <a:chOff x="0" y="0"/>
          <a:chExt cx="0" cy="0"/>
        </a:xfrm>
      </p:grpSpPr>
      <p:sp>
        <p:nvSpPr>
          <p:cNvPr id="10" name="Rectangle">
            <a:extLst>
              <a:ext uri="{FF2B5EF4-FFF2-40B4-BE49-F238E27FC236}">
                <a16:creationId xmlns:a16="http://schemas.microsoft.com/office/drawing/2014/main" id="{0CE21BA8-841F-EE46-90AB-358900DBBA45}"/>
              </a:ext>
            </a:extLst>
          </p:cNvPr>
          <p:cNvSpPr/>
          <p:nvPr userDrawn="1"/>
        </p:nvSpPr>
        <p:spPr>
          <a:xfrm>
            <a:off x="0" y="2363008"/>
            <a:ext cx="24384000" cy="11436178"/>
          </a:xfrm>
          <a:prstGeom prst="rect">
            <a:avLst/>
          </a:prstGeom>
          <a:solidFill>
            <a:srgbClr val="EBEBEB"/>
          </a:soli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3" name="Title 2">
            <a:extLst>
              <a:ext uri="{FF2B5EF4-FFF2-40B4-BE49-F238E27FC236}">
                <a16:creationId xmlns:a16="http://schemas.microsoft.com/office/drawing/2014/main" id="{4C90E15E-9DC3-D24F-8189-931487225A46}"/>
              </a:ext>
            </a:extLst>
          </p:cNvPr>
          <p:cNvSpPr>
            <a:spLocks noGrp="1"/>
          </p:cNvSpPr>
          <p:nvPr>
            <p:ph type="title" hasCustomPrompt="1"/>
          </p:nvPr>
        </p:nvSpPr>
        <p:spPr>
          <a:xfrm>
            <a:off x="2167377" y="1872058"/>
            <a:ext cx="14715569" cy="510281"/>
          </a:xfrm>
        </p:spPr>
        <p:txBody>
          <a:bodyPr>
            <a:normAutofit/>
          </a:bodyPr>
          <a:lstStyle>
            <a:lvl1pPr>
              <a:defRPr kumimoji="0" lang="en-US" sz="3800" b="1" i="0" u="none" strike="noStrike" cap="all" spc="0" normalizeH="0" baseline="0">
                <a:ln>
                  <a:noFill/>
                </a:ln>
                <a:solidFill>
                  <a:srgbClr val="128CCD"/>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r>
              <a:rPr lang="en-US" dirty="0"/>
              <a:t>SLIDE TITLE</a:t>
            </a:r>
          </a:p>
        </p:txBody>
      </p:sp>
      <p:sp>
        <p:nvSpPr>
          <p:cNvPr id="13" name="Text Placeholder 4">
            <a:extLst>
              <a:ext uri="{FF2B5EF4-FFF2-40B4-BE49-F238E27FC236}">
                <a16:creationId xmlns:a16="http://schemas.microsoft.com/office/drawing/2014/main" id="{F9A081F0-DCC0-4F43-B885-A177263AC1B5}"/>
              </a:ext>
            </a:extLst>
          </p:cNvPr>
          <p:cNvSpPr>
            <a:spLocks noGrp="1"/>
          </p:cNvSpPr>
          <p:nvPr>
            <p:ph type="body" sz="quarter" idx="10" hasCustomPrompt="1"/>
          </p:nvPr>
        </p:nvSpPr>
        <p:spPr>
          <a:xfrm>
            <a:off x="2167377" y="2419728"/>
            <a:ext cx="9768875" cy="803546"/>
          </a:xfrm>
        </p:spPr>
        <p:txBody>
          <a:bodyPr/>
          <a:lstStyle>
            <a:lvl1pPr marL="0" indent="0">
              <a:buNone/>
              <a:defRPr kumimoji="0" lang="en-US" sz="3200" b="1" i="0" u="none" strike="noStrike" cap="all" spc="0" normalizeH="0" baseline="0">
                <a:ln>
                  <a:noFill/>
                </a:ln>
                <a:solidFill>
                  <a:srgbClr val="424242"/>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pPr lvl="0"/>
            <a:r>
              <a:rPr lang="en-US" dirty="0"/>
              <a:t>SUB TITLE</a:t>
            </a:r>
          </a:p>
        </p:txBody>
      </p:sp>
      <p:sp>
        <p:nvSpPr>
          <p:cNvPr id="11" name="Content Placeholder 7">
            <a:extLst>
              <a:ext uri="{FF2B5EF4-FFF2-40B4-BE49-F238E27FC236}">
                <a16:creationId xmlns:a16="http://schemas.microsoft.com/office/drawing/2014/main" id="{CCD29839-25B4-3D48-8D8C-B1D859A74A9A}"/>
              </a:ext>
            </a:extLst>
          </p:cNvPr>
          <p:cNvSpPr>
            <a:spLocks noGrp="1"/>
          </p:cNvSpPr>
          <p:nvPr>
            <p:ph sz="quarter" idx="11"/>
          </p:nvPr>
        </p:nvSpPr>
        <p:spPr>
          <a:xfrm>
            <a:off x="5486930" y="5334432"/>
            <a:ext cx="13714940" cy="4522264"/>
          </a:xfrm>
        </p:spPr>
        <p:txBody>
          <a:bodyPr>
            <a:normAutofit/>
          </a:bodyPr>
          <a:lstStyle>
            <a:lvl1pPr marL="266700" indent="-266700">
              <a:lnSpc>
                <a:spcPct val="100000"/>
              </a:lnSpc>
              <a:tabLst/>
              <a:defRPr kumimoji="0" lang="en-US" sz="2600" b="0" i="0" u="none" strike="noStrike" cap="none" spc="0" normalizeH="0" baseline="0">
                <a:ln>
                  <a:noFill/>
                </a:ln>
                <a:solidFill>
                  <a:srgbClr val="212121"/>
                </a:solidFill>
                <a:effectLst/>
                <a:uFillTx/>
                <a:latin typeface="Open Sans Light"/>
                <a:ea typeface="Open Sans Light"/>
                <a:cs typeface="Open Sans Light"/>
                <a:sym typeface="Helvetica Neue"/>
              </a:defRPr>
            </a:lvl1pPr>
            <a:lvl2pPr marL="890588" indent="-280988">
              <a:lnSpc>
                <a:spcPct val="100000"/>
              </a:lnSpc>
              <a:tabLst/>
              <a:defRPr kumimoji="0" lang="en-US" sz="2600" b="0" i="0" u="none" strike="noStrike" cap="none" spc="0" normalizeH="0" baseline="0">
                <a:ln>
                  <a:noFill/>
                </a:ln>
                <a:solidFill>
                  <a:srgbClr val="212121"/>
                </a:solidFill>
                <a:effectLst/>
                <a:uFillTx/>
                <a:latin typeface="Open Sans Light"/>
                <a:ea typeface="Open Sans Light"/>
                <a:cs typeface="Open Sans Light"/>
                <a:sym typeface="Helvetica Neue"/>
              </a:defRPr>
            </a:lvl2pPr>
            <a:lvl3pPr marL="1470025" indent="-250825">
              <a:lnSpc>
                <a:spcPct val="100000"/>
              </a:lnSpc>
              <a:tabLst/>
              <a:defRPr kumimoji="0" lang="en-US" sz="2600" b="0" i="0" u="none" strike="noStrike" cap="none" spc="0" normalizeH="0" baseline="0">
                <a:ln>
                  <a:noFill/>
                </a:ln>
                <a:solidFill>
                  <a:srgbClr val="212121"/>
                </a:solidFill>
                <a:effectLst/>
                <a:uFillTx/>
                <a:latin typeface="Open Sans Light"/>
                <a:ea typeface="Open Sans Light"/>
                <a:cs typeface="Open Sans Light"/>
                <a:sym typeface="Helvetica Neue"/>
              </a:defRPr>
            </a:lvl3pPr>
            <a:lvl4pPr marL="2138363" indent="-309563">
              <a:lnSpc>
                <a:spcPct val="100000"/>
              </a:lnSpc>
              <a:tabLst/>
              <a:defRPr kumimoji="0" lang="en-US" sz="2600" b="0" i="0" u="none" strike="noStrike" cap="none" spc="0" normalizeH="0" baseline="0">
                <a:ln>
                  <a:noFill/>
                </a:ln>
                <a:solidFill>
                  <a:srgbClr val="212121"/>
                </a:solidFill>
                <a:effectLst/>
                <a:uFillTx/>
                <a:latin typeface="Open Sans Light"/>
                <a:ea typeface="Open Sans Light"/>
                <a:cs typeface="Open Sans Light"/>
                <a:sym typeface="Helvetica Neue"/>
              </a:defRPr>
            </a:lvl4pPr>
            <a:lvl5pPr marL="2717800" indent="-279400">
              <a:lnSpc>
                <a:spcPct val="100000"/>
              </a:lnSpc>
              <a:tabLst/>
              <a:defRPr kumimoji="0" lang="en-US" sz="2600" b="0" i="0" u="none" strike="noStrike" cap="none" spc="0" normalizeH="0" baseline="0">
                <a:ln>
                  <a:noFill/>
                </a:ln>
                <a:solidFill>
                  <a:srgbClr val="212121"/>
                </a:solidFill>
                <a:effectLst/>
                <a:uFillTx/>
                <a:latin typeface="Open Sans Light"/>
                <a:ea typeface="Open Sans Light"/>
                <a:cs typeface="Open Sans Light"/>
                <a:sym typeface="Helvetica Neu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pic>
        <p:nvPicPr>
          <p:cNvPr id="5" name="Picture 4">
            <a:extLst>
              <a:ext uri="{FF2B5EF4-FFF2-40B4-BE49-F238E27FC236}">
                <a16:creationId xmlns:a16="http://schemas.microsoft.com/office/drawing/2014/main" id="{2CB39841-01E8-3B46-1169-9D75B18B74D3}"/>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439334" y="-15464"/>
            <a:ext cx="3860800" cy="1473200"/>
          </a:xfrm>
          <a:prstGeom prst="rect">
            <a:avLst/>
          </a:prstGeom>
        </p:spPr>
      </p:pic>
    </p:spTree>
    <p:extLst>
      <p:ext uri="{BB962C8B-B14F-4D97-AF65-F5344CB8AC3E}">
        <p14:creationId xmlns:p14="http://schemas.microsoft.com/office/powerpoint/2010/main" val="109024523"/>
      </p:ext>
    </p:extLst>
  </p:cSld>
  <p:clrMapOvr>
    <a:masterClrMapping/>
  </p:clrMapOvr>
  <p:transition spd="med"/>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1_Title type 2">
    <p:spTree>
      <p:nvGrpSpPr>
        <p:cNvPr id="1" name=""/>
        <p:cNvGrpSpPr/>
        <p:nvPr/>
      </p:nvGrpSpPr>
      <p:grpSpPr>
        <a:xfrm>
          <a:off x="0" y="0"/>
          <a:ext cx="0" cy="0"/>
          <a:chOff x="0" y="0"/>
          <a:chExt cx="0" cy="0"/>
        </a:xfrm>
      </p:grpSpPr>
      <p:pic>
        <p:nvPicPr>
          <p:cNvPr id="26" name="BG Slide-01.jpg" descr="BG Slide-01.jpg">
            <a:extLst>
              <a:ext uri="{FF2B5EF4-FFF2-40B4-BE49-F238E27FC236}">
                <a16:creationId xmlns:a16="http://schemas.microsoft.com/office/drawing/2014/main" id="{2AB02847-5A77-D04F-9022-6161AA94A369}"/>
              </a:ext>
            </a:extLst>
          </p:cNvPr>
          <p:cNvPicPr>
            <a:picLocks noChangeAspect="1"/>
          </p:cNvPicPr>
          <p:nvPr userDrawn="1"/>
        </p:nvPicPr>
        <p:blipFill>
          <a:blip r:embed="rId2"/>
          <a:srcRect l="165" r="165"/>
          <a:stretch>
            <a:fillRect/>
          </a:stretch>
        </p:blipFill>
        <p:spPr>
          <a:xfrm>
            <a:off x="-86098" y="-57547"/>
            <a:ext cx="24507155" cy="13831095"/>
          </a:xfrm>
          <a:prstGeom prst="rect">
            <a:avLst/>
          </a:prstGeom>
          <a:ln w="12700">
            <a:miter lim="400000"/>
          </a:ln>
        </p:spPr>
      </p:pic>
      <p:sp>
        <p:nvSpPr>
          <p:cNvPr id="10" name="Rectangle">
            <a:extLst>
              <a:ext uri="{FF2B5EF4-FFF2-40B4-BE49-F238E27FC236}">
                <a16:creationId xmlns:a16="http://schemas.microsoft.com/office/drawing/2014/main" id="{F7BB76AE-A45C-1F43-9E7B-E96439A8D439}"/>
              </a:ext>
            </a:extLst>
          </p:cNvPr>
          <p:cNvSpPr/>
          <p:nvPr userDrawn="1"/>
        </p:nvSpPr>
        <p:spPr>
          <a:xfrm>
            <a:off x="0" y="0"/>
            <a:ext cx="24384000" cy="13716000"/>
          </a:xfrm>
          <a:prstGeom prst="rect">
            <a:avLst/>
          </a:prstGeom>
          <a:gradFill>
            <a:gsLst>
              <a:gs pos="0">
                <a:srgbClr val="2670B8"/>
              </a:gs>
              <a:gs pos="100000">
                <a:srgbClr val="2258A7"/>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20" name="Rounded Rectangle">
            <a:extLst>
              <a:ext uri="{FF2B5EF4-FFF2-40B4-BE49-F238E27FC236}">
                <a16:creationId xmlns:a16="http://schemas.microsoft.com/office/drawing/2014/main" id="{2610CD5C-942F-BF48-875B-42FFCE146C9A}"/>
              </a:ext>
            </a:extLst>
          </p:cNvPr>
          <p:cNvSpPr/>
          <p:nvPr userDrawn="1"/>
        </p:nvSpPr>
        <p:spPr>
          <a:xfrm>
            <a:off x="11684000" y="10608557"/>
            <a:ext cx="1016000" cy="88901"/>
          </a:xfrm>
          <a:prstGeom prst="roundRect">
            <a:avLst>
              <a:gd name="adj" fmla="val 50000"/>
            </a:avLst>
          </a:prstGeom>
          <a:solidFill>
            <a:srgbClr val="F08700"/>
          </a:solidFill>
          <a:ln w="12700">
            <a:miter lim="400000"/>
          </a:ln>
        </p:spPr>
        <p:txBody>
          <a:bodyPr lIns="50800" tIns="50800" rIns="50800" bIns="50800" anchor="ctr"/>
          <a:lstStyle/>
          <a:p>
            <a:pPr defTabSz="825500">
              <a:defRPr sz="3200">
                <a:solidFill>
                  <a:srgbClr val="FFFFFF"/>
                </a:solidFill>
                <a:latin typeface="Helvetica Neue Medium"/>
                <a:ea typeface="Helvetica Neue Medium"/>
                <a:cs typeface="Helvetica Neue Medium"/>
                <a:sym typeface="Helvetica Neue Medium"/>
              </a:defRPr>
            </a:pPr>
            <a:endParaRPr b="0" i="0" dirty="0">
              <a:latin typeface="Open Sans Light" pitchFamily="2" charset="0"/>
              <a:ea typeface="Open Sans Light" pitchFamily="2" charset="0"/>
              <a:cs typeface="Open Sans Light" pitchFamily="2" charset="0"/>
            </a:endParaRPr>
          </a:p>
        </p:txBody>
      </p:sp>
      <p:sp>
        <p:nvSpPr>
          <p:cNvPr id="9" name="Rounded Rectangle">
            <a:extLst>
              <a:ext uri="{FF2B5EF4-FFF2-40B4-BE49-F238E27FC236}">
                <a16:creationId xmlns:a16="http://schemas.microsoft.com/office/drawing/2014/main" id="{A398922F-A33B-3C44-AAA1-709DF0A7FE30}"/>
              </a:ext>
            </a:extLst>
          </p:cNvPr>
          <p:cNvSpPr/>
          <p:nvPr userDrawn="1"/>
        </p:nvSpPr>
        <p:spPr>
          <a:xfrm>
            <a:off x="11684000" y="10608557"/>
            <a:ext cx="1016000" cy="88901"/>
          </a:xfrm>
          <a:prstGeom prst="roundRect">
            <a:avLst>
              <a:gd name="adj" fmla="val 50000"/>
            </a:avLst>
          </a:prstGeom>
          <a:solidFill>
            <a:srgbClr val="F08700"/>
          </a:solidFill>
          <a:ln w="12700">
            <a:miter lim="400000"/>
          </a:ln>
        </p:spPr>
        <p:txBody>
          <a:bodyPr lIns="50800" tIns="50800" rIns="50800" bIns="50800" anchor="ctr"/>
          <a:lstStyle/>
          <a:p>
            <a:pPr defTabSz="825500">
              <a:defRPr sz="32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23" name="Body Level One…">
            <a:extLst>
              <a:ext uri="{FF2B5EF4-FFF2-40B4-BE49-F238E27FC236}">
                <a16:creationId xmlns:a16="http://schemas.microsoft.com/office/drawing/2014/main" id="{DC9E4D2B-1303-D647-ADF8-BD63A36C3CA0}"/>
              </a:ext>
            </a:extLst>
          </p:cNvPr>
          <p:cNvSpPr txBox="1">
            <a:spLocks noGrp="1"/>
          </p:cNvSpPr>
          <p:nvPr>
            <p:ph type="body" sz="quarter" idx="1" hasCustomPrompt="1"/>
          </p:nvPr>
        </p:nvSpPr>
        <p:spPr>
          <a:xfrm>
            <a:off x="1201342" y="6754848"/>
            <a:ext cx="21971001" cy="1905001"/>
          </a:xfrm>
          <a:prstGeom prst="rect">
            <a:avLst/>
          </a:prstGeom>
        </p:spPr>
        <p:txBody>
          <a:bodyPr/>
          <a:lstStyle>
            <a:lvl1pPr marL="0" indent="0" algn="ctr" defTabSz="825500">
              <a:lnSpc>
                <a:spcPct val="100000"/>
              </a:lnSpc>
              <a:spcBef>
                <a:spcPts val="0"/>
              </a:spcBef>
              <a:buSzTx/>
              <a:buNone/>
              <a:defRPr kumimoji="0" sz="5000" b="0" i="0" u="none" strike="noStrike" cap="all" spc="0" normalizeH="0" baseline="0">
                <a:ln>
                  <a:noFill/>
                </a:ln>
                <a:solidFill>
                  <a:srgbClr val="FFFFFF"/>
                </a:solidFill>
                <a:effectLst/>
                <a:uFillTx/>
                <a:latin typeface="Open Sans Semibold"/>
                <a:ea typeface="Open Sans Semibold"/>
                <a:cs typeface="Open Sans Semibold"/>
                <a:sym typeface="Open Sans Semibold"/>
              </a:defRPr>
            </a:lvl1pPr>
            <a:lvl2pPr marL="0" indent="457200" defTabSz="825500">
              <a:lnSpc>
                <a:spcPct val="100000"/>
              </a:lnSpc>
              <a:spcBef>
                <a:spcPts val="0"/>
              </a:spcBef>
              <a:buSzTx/>
              <a:buNone/>
              <a:defRPr sz="5500" b="1"/>
            </a:lvl2pPr>
            <a:lvl3pPr marL="0" indent="914400" defTabSz="825500">
              <a:lnSpc>
                <a:spcPct val="100000"/>
              </a:lnSpc>
              <a:spcBef>
                <a:spcPts val="0"/>
              </a:spcBef>
              <a:buSzTx/>
              <a:buNone/>
              <a:defRPr sz="5500" b="1"/>
            </a:lvl3pPr>
            <a:lvl4pPr marL="0" indent="1371600" defTabSz="825500">
              <a:lnSpc>
                <a:spcPct val="100000"/>
              </a:lnSpc>
              <a:spcBef>
                <a:spcPts val="0"/>
              </a:spcBef>
              <a:buSzTx/>
              <a:buNone/>
              <a:defRPr sz="5500" b="1"/>
            </a:lvl4pPr>
            <a:lvl5pPr marL="0" indent="1828800" defTabSz="825500">
              <a:lnSpc>
                <a:spcPct val="100000"/>
              </a:lnSpc>
              <a:spcBef>
                <a:spcPts val="0"/>
              </a:spcBef>
              <a:buSzTx/>
              <a:buNone/>
              <a:defRPr sz="5500" b="1"/>
            </a:lvl5pPr>
          </a:lstStyle>
          <a:p>
            <a:r>
              <a:rPr dirty="0"/>
              <a:t>Presentation Subtitle</a:t>
            </a:r>
          </a:p>
          <a:p>
            <a:pPr lvl="4"/>
            <a:endParaRPr dirty="0"/>
          </a:p>
        </p:txBody>
      </p:sp>
      <p:sp>
        <p:nvSpPr>
          <p:cNvPr id="24" name="Presentation Title">
            <a:extLst>
              <a:ext uri="{FF2B5EF4-FFF2-40B4-BE49-F238E27FC236}">
                <a16:creationId xmlns:a16="http://schemas.microsoft.com/office/drawing/2014/main" id="{1323A2FB-C06C-AA47-AA40-00FC9E490C61}"/>
              </a:ext>
            </a:extLst>
          </p:cNvPr>
          <p:cNvSpPr txBox="1">
            <a:spLocks noGrp="1"/>
          </p:cNvSpPr>
          <p:nvPr>
            <p:ph type="title" hasCustomPrompt="1"/>
          </p:nvPr>
        </p:nvSpPr>
        <p:spPr>
          <a:xfrm>
            <a:off x="1206496" y="2574991"/>
            <a:ext cx="21971004" cy="3917819"/>
          </a:xfrm>
          <a:prstGeom prst="rect">
            <a:avLst/>
          </a:prstGeom>
        </p:spPr>
        <p:txBody>
          <a:bodyPr anchor="b">
            <a:normAutofit/>
          </a:bodyPr>
          <a:lstStyle>
            <a:lvl1pPr algn="ctr">
              <a:defRPr kumimoji="0" sz="12000" b="0" i="0" u="none" strike="noStrike" cap="all" spc="0" normalizeH="0" baseline="0">
                <a:ln>
                  <a:noFill/>
                </a:ln>
                <a:solidFill>
                  <a:srgbClr val="FFFFFF"/>
                </a:solidFill>
                <a:effectLst/>
                <a:uFillTx/>
                <a:latin typeface="Open Sans Semibold"/>
                <a:ea typeface="Open Sans Semibold"/>
                <a:cs typeface="Open Sans Semibold"/>
                <a:sym typeface="Open Sans Semibold"/>
              </a:defRPr>
            </a:lvl1pPr>
          </a:lstStyle>
          <a:p>
            <a:r>
              <a:rPr lang="en-US" dirty="0"/>
              <a:t>Presentation</a:t>
            </a:r>
            <a:r>
              <a:rPr dirty="0"/>
              <a:t> </a:t>
            </a:r>
            <a:r>
              <a:rPr lang="en-ID" dirty="0"/>
              <a:t>Title</a:t>
            </a:r>
            <a:endParaRPr dirty="0"/>
          </a:p>
        </p:txBody>
      </p:sp>
      <p:sp>
        <p:nvSpPr>
          <p:cNvPr id="2" name="Text Placeholder 2">
            <a:extLst>
              <a:ext uri="{FF2B5EF4-FFF2-40B4-BE49-F238E27FC236}">
                <a16:creationId xmlns:a16="http://schemas.microsoft.com/office/drawing/2014/main" id="{23DCB9E1-9FF7-C612-AB16-FF6707878307}"/>
              </a:ext>
            </a:extLst>
          </p:cNvPr>
          <p:cNvSpPr>
            <a:spLocks noGrp="1"/>
          </p:cNvSpPr>
          <p:nvPr>
            <p:ph type="body" sz="quarter" idx="11" hasCustomPrompt="1"/>
          </p:nvPr>
        </p:nvSpPr>
        <p:spPr>
          <a:xfrm>
            <a:off x="10058192" y="11538583"/>
            <a:ext cx="4212692" cy="745888"/>
          </a:xfrm>
        </p:spPr>
        <p:txBody>
          <a:bodyPr>
            <a:normAutofit/>
          </a:bodyPr>
          <a:lstStyle>
            <a:lvl1pPr marL="0" indent="0" algn="ctr">
              <a:buNone/>
              <a:defRPr kumimoji="0" lang="en-US" sz="2000" b="0" i="0" u="none" strike="noStrike" cap="none" spc="0" normalizeH="0" baseline="0">
                <a:ln>
                  <a:noFill/>
                </a:ln>
                <a:solidFill>
                  <a:srgbClr val="FFFFFF"/>
                </a:solidFill>
                <a:effectLst/>
                <a:uFillTx/>
                <a:latin typeface="Open Sans Semibold"/>
                <a:ea typeface="Open Sans Semibold"/>
                <a:cs typeface="Open Sans Semibold"/>
                <a:sym typeface="Open Sans Semibold"/>
              </a:defRPr>
            </a:lvl1pPr>
          </a:lstStyle>
          <a:p>
            <a:pPr lvl="0"/>
            <a:r>
              <a:rPr lang="en-US" dirty="0"/>
              <a:t>Type your name</a:t>
            </a:r>
          </a:p>
        </p:txBody>
      </p:sp>
      <p:sp>
        <p:nvSpPr>
          <p:cNvPr id="3" name="UNIVERSITAS BINA NUSANTARA">
            <a:extLst>
              <a:ext uri="{FF2B5EF4-FFF2-40B4-BE49-F238E27FC236}">
                <a16:creationId xmlns:a16="http://schemas.microsoft.com/office/drawing/2014/main" id="{76287026-42FF-418F-A536-8F52F4949E8D}"/>
              </a:ext>
            </a:extLst>
          </p:cNvPr>
          <p:cNvSpPr txBox="1"/>
          <p:nvPr userDrawn="1"/>
        </p:nvSpPr>
        <p:spPr>
          <a:xfrm>
            <a:off x="10058192" y="11100823"/>
            <a:ext cx="4212692" cy="35125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0" tIns="0" rIns="0" bIns="0">
            <a:spAutoFit/>
          </a:bodyPr>
          <a:lstStyle/>
          <a:p>
            <a:pPr algn="l" defTabSz="821531">
              <a:lnSpc>
                <a:spcPct val="80000"/>
              </a:lnSpc>
              <a:defRPr sz="3600">
                <a:solidFill>
                  <a:srgbClr val="FFFFFF"/>
                </a:solidFill>
                <a:latin typeface="Open Sans Light"/>
                <a:ea typeface="Open Sans Light"/>
                <a:cs typeface="Open Sans Light"/>
                <a:sym typeface="Open Sans"/>
              </a:defRPr>
            </a:pPr>
            <a:r>
              <a:rPr lang="en-US" sz="2800" dirty="0"/>
              <a:t>SUBJECT MATTER EXPERT</a:t>
            </a:r>
            <a:endParaRPr sz="2800" b="1" dirty="0"/>
          </a:p>
        </p:txBody>
      </p:sp>
      <p:pic>
        <p:nvPicPr>
          <p:cNvPr id="4" name="Picture 3">
            <a:extLst>
              <a:ext uri="{FF2B5EF4-FFF2-40B4-BE49-F238E27FC236}">
                <a16:creationId xmlns:a16="http://schemas.microsoft.com/office/drawing/2014/main" id="{22412E04-E7E5-6907-9DD0-CE975EF38391}"/>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766722" y="758208"/>
            <a:ext cx="2698754" cy="1143002"/>
          </a:xfrm>
          <a:prstGeom prst="rect">
            <a:avLst/>
          </a:prstGeom>
        </p:spPr>
      </p:pic>
    </p:spTree>
    <p:extLst>
      <p:ext uri="{BB962C8B-B14F-4D97-AF65-F5344CB8AC3E}">
        <p14:creationId xmlns:p14="http://schemas.microsoft.com/office/powerpoint/2010/main" val="500318571"/>
      </p:ext>
    </p:extLst>
  </p:cSld>
  <p:clrMapOvr>
    <a:masterClrMapping/>
  </p:clrMapOvr>
  <p:transition spd="med"/>
</p:sldLayout>
</file>

<file path=ppt/slideLayouts/slideLayout4.xml><?xml version="1.0" encoding="utf-8"?>
<p:sldLayout xmlns:a="http://schemas.openxmlformats.org/drawingml/2006/main" xmlns:r="http://schemas.openxmlformats.org/officeDocument/2006/relationships" xmlns:p="http://schemas.openxmlformats.org/presentationml/2006/main" type="tx" preserve="1">
  <p:cSld name="Section type 1">
    <p:spTree>
      <p:nvGrpSpPr>
        <p:cNvPr id="1" name=""/>
        <p:cNvGrpSpPr/>
        <p:nvPr/>
      </p:nvGrpSpPr>
      <p:grpSpPr>
        <a:xfrm>
          <a:off x="0" y="0"/>
          <a:ext cx="0" cy="0"/>
          <a:chOff x="0" y="0"/>
          <a:chExt cx="0" cy="0"/>
        </a:xfrm>
      </p:grpSpPr>
      <p:pic>
        <p:nvPicPr>
          <p:cNvPr id="5" name="BG Slide-01.jpg" descr="BG Slide-01.jpg">
            <a:extLst>
              <a:ext uri="{FF2B5EF4-FFF2-40B4-BE49-F238E27FC236}">
                <a16:creationId xmlns:a16="http://schemas.microsoft.com/office/drawing/2014/main" id="{4290823B-2698-F44F-82ED-3153CB051CA0}"/>
              </a:ext>
            </a:extLst>
          </p:cNvPr>
          <p:cNvPicPr>
            <a:picLocks noChangeAspect="1"/>
          </p:cNvPicPr>
          <p:nvPr userDrawn="1"/>
        </p:nvPicPr>
        <p:blipFill>
          <a:blip r:embed="rId2"/>
          <a:srcRect l="165" r="165"/>
          <a:stretch>
            <a:fillRect/>
          </a:stretch>
        </p:blipFill>
        <p:spPr>
          <a:xfrm>
            <a:off x="-86098" y="-57547"/>
            <a:ext cx="24507155" cy="13831095"/>
          </a:xfrm>
          <a:prstGeom prst="rect">
            <a:avLst/>
          </a:prstGeom>
          <a:ln w="12700">
            <a:miter lim="400000"/>
          </a:ln>
        </p:spPr>
      </p:pic>
      <p:sp>
        <p:nvSpPr>
          <p:cNvPr id="71" name="Section Title"/>
          <p:cNvSpPr txBox="1">
            <a:spLocks noGrp="1"/>
          </p:cNvSpPr>
          <p:nvPr>
            <p:ph type="title" hasCustomPrompt="1"/>
          </p:nvPr>
        </p:nvSpPr>
        <p:spPr>
          <a:xfrm>
            <a:off x="1206496" y="4533900"/>
            <a:ext cx="21971004" cy="4648200"/>
          </a:xfrm>
          <a:prstGeom prst="rect">
            <a:avLst/>
          </a:prstGeom>
        </p:spPr>
        <p:txBody>
          <a:bodyPr anchor="ctr"/>
          <a:lstStyle>
            <a:lvl1pPr algn="ctr">
              <a:defRPr kumimoji="0" sz="10000" b="0" i="0" u="none" strike="noStrike" cap="all" spc="0" normalizeH="0" baseline="0">
                <a:ln>
                  <a:noFill/>
                </a:ln>
                <a:solidFill>
                  <a:srgbClr val="FFFFFF"/>
                </a:solidFill>
                <a:effectLst/>
                <a:uFillTx/>
                <a:latin typeface="Open Sans Semibold"/>
                <a:ea typeface="Open Sans Semibold"/>
                <a:cs typeface="Open Sans Semibold"/>
                <a:sym typeface="Open Sans Semibold"/>
              </a:defRPr>
            </a:lvl1pPr>
          </a:lstStyle>
          <a:p>
            <a:r>
              <a:rPr dirty="0"/>
              <a:t>Section Title</a:t>
            </a:r>
          </a:p>
        </p:txBody>
      </p:sp>
      <p:pic>
        <p:nvPicPr>
          <p:cNvPr id="2" name="Picture 1">
            <a:extLst>
              <a:ext uri="{FF2B5EF4-FFF2-40B4-BE49-F238E27FC236}">
                <a16:creationId xmlns:a16="http://schemas.microsoft.com/office/drawing/2014/main" id="{8C493109-42AD-F678-F34A-9DA73287D106}"/>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766722" y="758208"/>
            <a:ext cx="2698754" cy="1143002"/>
          </a:xfrm>
          <a:prstGeom prst="rect">
            <a:avLst/>
          </a:prstGeom>
        </p:spPr>
      </p:pic>
    </p:spTree>
    <p:extLst>
      <p:ext uri="{BB962C8B-B14F-4D97-AF65-F5344CB8AC3E}">
        <p14:creationId xmlns:p14="http://schemas.microsoft.com/office/powerpoint/2010/main" val="28262084"/>
      </p:ext>
    </p:extLst>
  </p:cSld>
  <p:clrMapOvr>
    <a:masterClrMapping/>
  </p:clrMapOvr>
  <p:transition spd="med"/>
</p:sldLayout>
</file>

<file path=ppt/slideLayouts/slideLayout5.xml><?xml version="1.0" encoding="utf-8"?>
<p:sldLayout xmlns:a="http://schemas.openxmlformats.org/drawingml/2006/main" xmlns:r="http://schemas.openxmlformats.org/officeDocument/2006/relationships" xmlns:p="http://schemas.openxmlformats.org/presentationml/2006/main" type="tx" preserve="1">
  <p:cSld name="Section type 2">
    <p:spTree>
      <p:nvGrpSpPr>
        <p:cNvPr id="1" name=""/>
        <p:cNvGrpSpPr/>
        <p:nvPr/>
      </p:nvGrpSpPr>
      <p:grpSpPr>
        <a:xfrm>
          <a:off x="0" y="0"/>
          <a:ext cx="0" cy="0"/>
          <a:chOff x="0" y="0"/>
          <a:chExt cx="0" cy="0"/>
        </a:xfrm>
      </p:grpSpPr>
      <p:pic>
        <p:nvPicPr>
          <p:cNvPr id="5" name="BG Slide-01.jpg" descr="BG Slide-01.jpg">
            <a:extLst>
              <a:ext uri="{FF2B5EF4-FFF2-40B4-BE49-F238E27FC236}">
                <a16:creationId xmlns:a16="http://schemas.microsoft.com/office/drawing/2014/main" id="{4290823B-2698-F44F-82ED-3153CB051CA0}"/>
              </a:ext>
            </a:extLst>
          </p:cNvPr>
          <p:cNvPicPr>
            <a:picLocks noChangeAspect="1"/>
          </p:cNvPicPr>
          <p:nvPr userDrawn="1"/>
        </p:nvPicPr>
        <p:blipFill>
          <a:blip r:embed="rId2"/>
          <a:srcRect l="165" r="165"/>
          <a:stretch>
            <a:fillRect/>
          </a:stretch>
        </p:blipFill>
        <p:spPr>
          <a:xfrm>
            <a:off x="-86098" y="-57547"/>
            <a:ext cx="24507155" cy="13831095"/>
          </a:xfrm>
          <a:prstGeom prst="rect">
            <a:avLst/>
          </a:prstGeom>
          <a:ln w="12700">
            <a:miter lim="400000"/>
          </a:ln>
        </p:spPr>
      </p:pic>
      <p:sp>
        <p:nvSpPr>
          <p:cNvPr id="8" name="Rectangle">
            <a:extLst>
              <a:ext uri="{FF2B5EF4-FFF2-40B4-BE49-F238E27FC236}">
                <a16:creationId xmlns:a16="http://schemas.microsoft.com/office/drawing/2014/main" id="{039E3D91-9575-7645-A4DA-1857555C3973}"/>
              </a:ext>
            </a:extLst>
          </p:cNvPr>
          <p:cNvSpPr/>
          <p:nvPr userDrawn="1"/>
        </p:nvSpPr>
        <p:spPr>
          <a:xfrm>
            <a:off x="0" y="0"/>
            <a:ext cx="24384000" cy="13716000"/>
          </a:xfrm>
          <a:prstGeom prst="rect">
            <a:avLst/>
          </a:prstGeom>
          <a:gradFill>
            <a:gsLst>
              <a:gs pos="0">
                <a:srgbClr val="F15A24"/>
              </a:gs>
              <a:gs pos="100000">
                <a:srgbClr val="F8A036"/>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71" name="Section Title"/>
          <p:cNvSpPr txBox="1">
            <a:spLocks noGrp="1"/>
          </p:cNvSpPr>
          <p:nvPr>
            <p:ph type="title" hasCustomPrompt="1"/>
          </p:nvPr>
        </p:nvSpPr>
        <p:spPr>
          <a:xfrm>
            <a:off x="1206496" y="4533900"/>
            <a:ext cx="21971004" cy="4648200"/>
          </a:xfrm>
          <a:prstGeom prst="rect">
            <a:avLst/>
          </a:prstGeom>
        </p:spPr>
        <p:txBody>
          <a:bodyPr anchor="ctr"/>
          <a:lstStyle>
            <a:lvl1pPr algn="ctr">
              <a:defRPr kumimoji="0" sz="10000" b="0" i="0" u="none" strike="noStrike" cap="all" spc="0" normalizeH="0" baseline="0">
                <a:ln>
                  <a:noFill/>
                </a:ln>
                <a:solidFill>
                  <a:srgbClr val="FFFFFF"/>
                </a:solidFill>
                <a:effectLst/>
                <a:uFillTx/>
                <a:latin typeface="Open Sans Semibold"/>
                <a:ea typeface="Open Sans Semibold"/>
                <a:cs typeface="Open Sans Semibold"/>
                <a:sym typeface="Open Sans Semibold"/>
              </a:defRPr>
            </a:lvl1pPr>
          </a:lstStyle>
          <a:p>
            <a:r>
              <a:t>Section Title</a:t>
            </a:r>
          </a:p>
        </p:txBody>
      </p:sp>
      <p:pic>
        <p:nvPicPr>
          <p:cNvPr id="2" name="Picture 1">
            <a:extLst>
              <a:ext uri="{FF2B5EF4-FFF2-40B4-BE49-F238E27FC236}">
                <a16:creationId xmlns:a16="http://schemas.microsoft.com/office/drawing/2014/main" id="{79C614F1-89F8-B808-9DD9-229AAF4CE537}"/>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766722" y="758208"/>
            <a:ext cx="2698754" cy="1143002"/>
          </a:xfrm>
          <a:prstGeom prst="rect">
            <a:avLst/>
          </a:prstGeom>
        </p:spPr>
      </p:pic>
    </p:spTree>
    <p:extLst>
      <p:ext uri="{BB962C8B-B14F-4D97-AF65-F5344CB8AC3E}">
        <p14:creationId xmlns:p14="http://schemas.microsoft.com/office/powerpoint/2010/main" val="1821208626"/>
      </p:ext>
    </p:extLst>
  </p:cSld>
  <p:clrMapOvr>
    <a:masterClrMapping/>
  </p:clrMapOvr>
  <p:transition spd="med"/>
</p:sldLayout>
</file>

<file path=ppt/slideLayouts/slideLayout6.xml><?xml version="1.0" encoding="utf-8"?>
<p:sldLayout xmlns:a="http://schemas.openxmlformats.org/drawingml/2006/main" xmlns:r="http://schemas.openxmlformats.org/officeDocument/2006/relationships" xmlns:p="http://schemas.openxmlformats.org/presentationml/2006/main" type="tx" preserve="1">
  <p:cSld name="Section type 3">
    <p:spTree>
      <p:nvGrpSpPr>
        <p:cNvPr id="1" name=""/>
        <p:cNvGrpSpPr/>
        <p:nvPr/>
      </p:nvGrpSpPr>
      <p:grpSpPr>
        <a:xfrm>
          <a:off x="0" y="0"/>
          <a:ext cx="0" cy="0"/>
          <a:chOff x="0" y="0"/>
          <a:chExt cx="0" cy="0"/>
        </a:xfrm>
      </p:grpSpPr>
      <p:pic>
        <p:nvPicPr>
          <p:cNvPr id="5" name="BG Slide-01.jpg" descr="BG Slide-01.jpg">
            <a:extLst>
              <a:ext uri="{FF2B5EF4-FFF2-40B4-BE49-F238E27FC236}">
                <a16:creationId xmlns:a16="http://schemas.microsoft.com/office/drawing/2014/main" id="{4290823B-2698-F44F-82ED-3153CB051CA0}"/>
              </a:ext>
            </a:extLst>
          </p:cNvPr>
          <p:cNvPicPr>
            <a:picLocks noChangeAspect="1"/>
          </p:cNvPicPr>
          <p:nvPr userDrawn="1"/>
        </p:nvPicPr>
        <p:blipFill>
          <a:blip r:embed="rId2"/>
          <a:srcRect l="165" r="165"/>
          <a:stretch>
            <a:fillRect/>
          </a:stretch>
        </p:blipFill>
        <p:spPr>
          <a:xfrm>
            <a:off x="-86098" y="-57547"/>
            <a:ext cx="24507155" cy="13831095"/>
          </a:xfrm>
          <a:prstGeom prst="rect">
            <a:avLst/>
          </a:prstGeom>
          <a:ln w="12700">
            <a:miter lim="400000"/>
          </a:ln>
        </p:spPr>
      </p:pic>
      <p:sp>
        <p:nvSpPr>
          <p:cNvPr id="10" name="Rectangle">
            <a:extLst>
              <a:ext uri="{FF2B5EF4-FFF2-40B4-BE49-F238E27FC236}">
                <a16:creationId xmlns:a16="http://schemas.microsoft.com/office/drawing/2014/main" id="{9B58D5CA-1AEF-754B-9F74-AE29F8DD61D5}"/>
              </a:ext>
            </a:extLst>
          </p:cNvPr>
          <p:cNvSpPr/>
          <p:nvPr userDrawn="1"/>
        </p:nvSpPr>
        <p:spPr>
          <a:xfrm>
            <a:off x="-1" y="0"/>
            <a:ext cx="24384001" cy="13716000"/>
          </a:xfrm>
          <a:prstGeom prst="rect">
            <a:avLst/>
          </a:prstGeom>
          <a:gradFill>
            <a:gsLst>
              <a:gs pos="0">
                <a:srgbClr val="F89620"/>
              </a:gs>
              <a:gs pos="100000">
                <a:srgbClr val="FFB039"/>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71" name="Section Title"/>
          <p:cNvSpPr txBox="1">
            <a:spLocks noGrp="1"/>
          </p:cNvSpPr>
          <p:nvPr>
            <p:ph type="title" hasCustomPrompt="1"/>
          </p:nvPr>
        </p:nvSpPr>
        <p:spPr>
          <a:xfrm>
            <a:off x="1206496" y="4533900"/>
            <a:ext cx="21971004" cy="4648200"/>
          </a:xfrm>
          <a:prstGeom prst="rect">
            <a:avLst/>
          </a:prstGeom>
        </p:spPr>
        <p:txBody>
          <a:bodyPr anchor="ctr"/>
          <a:lstStyle>
            <a:lvl1pPr algn="ctr">
              <a:defRPr kumimoji="0" sz="10000" b="0" i="0" u="none" strike="noStrike" cap="all" spc="0" normalizeH="0" baseline="0">
                <a:ln>
                  <a:noFill/>
                </a:ln>
                <a:solidFill>
                  <a:srgbClr val="FFFFFF"/>
                </a:solidFill>
                <a:effectLst/>
                <a:uFillTx/>
                <a:latin typeface="Open Sans Semibold"/>
                <a:ea typeface="Open Sans Semibold"/>
                <a:cs typeface="Open Sans Semibold"/>
                <a:sym typeface="Open Sans Semibold"/>
              </a:defRPr>
            </a:lvl1pPr>
          </a:lstStyle>
          <a:p>
            <a:r>
              <a:rPr dirty="0"/>
              <a:t>Section Title</a:t>
            </a:r>
          </a:p>
        </p:txBody>
      </p:sp>
      <p:pic>
        <p:nvPicPr>
          <p:cNvPr id="2" name="Picture 1">
            <a:extLst>
              <a:ext uri="{FF2B5EF4-FFF2-40B4-BE49-F238E27FC236}">
                <a16:creationId xmlns:a16="http://schemas.microsoft.com/office/drawing/2014/main" id="{F8174CAF-8FC8-EDAE-768D-30BF9014380B}"/>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766722" y="758208"/>
            <a:ext cx="2698754" cy="1143002"/>
          </a:xfrm>
          <a:prstGeom prst="rect">
            <a:avLst/>
          </a:prstGeom>
        </p:spPr>
      </p:pic>
    </p:spTree>
    <p:extLst>
      <p:ext uri="{BB962C8B-B14F-4D97-AF65-F5344CB8AC3E}">
        <p14:creationId xmlns:p14="http://schemas.microsoft.com/office/powerpoint/2010/main" val="4029905156"/>
      </p:ext>
    </p:extLst>
  </p:cSld>
  <p:clrMapOvr>
    <a:masterClrMapping/>
  </p:clrMapOvr>
  <p:transition spd="med"/>
</p:sldLayout>
</file>

<file path=ppt/slideLayouts/slideLayout7.xml><?xml version="1.0" encoding="utf-8"?>
<p:sldLayout xmlns:a="http://schemas.openxmlformats.org/drawingml/2006/main" xmlns:r="http://schemas.openxmlformats.org/officeDocument/2006/relationships" xmlns:p="http://schemas.openxmlformats.org/presentationml/2006/main" type="tx" preserve="1">
  <p:cSld name="Section type 4">
    <p:spTree>
      <p:nvGrpSpPr>
        <p:cNvPr id="1" name=""/>
        <p:cNvGrpSpPr/>
        <p:nvPr/>
      </p:nvGrpSpPr>
      <p:grpSpPr>
        <a:xfrm>
          <a:off x="0" y="0"/>
          <a:ext cx="0" cy="0"/>
          <a:chOff x="0" y="0"/>
          <a:chExt cx="0" cy="0"/>
        </a:xfrm>
      </p:grpSpPr>
      <p:pic>
        <p:nvPicPr>
          <p:cNvPr id="5" name="BG Slide-01.jpg" descr="BG Slide-01.jpg">
            <a:extLst>
              <a:ext uri="{FF2B5EF4-FFF2-40B4-BE49-F238E27FC236}">
                <a16:creationId xmlns:a16="http://schemas.microsoft.com/office/drawing/2014/main" id="{4290823B-2698-F44F-82ED-3153CB051CA0}"/>
              </a:ext>
            </a:extLst>
          </p:cNvPr>
          <p:cNvPicPr>
            <a:picLocks noChangeAspect="1"/>
          </p:cNvPicPr>
          <p:nvPr userDrawn="1"/>
        </p:nvPicPr>
        <p:blipFill>
          <a:blip r:embed="rId2"/>
          <a:srcRect l="165" r="165"/>
          <a:stretch>
            <a:fillRect/>
          </a:stretch>
        </p:blipFill>
        <p:spPr>
          <a:xfrm>
            <a:off x="-86098" y="-57547"/>
            <a:ext cx="24507155" cy="13831095"/>
          </a:xfrm>
          <a:prstGeom prst="rect">
            <a:avLst/>
          </a:prstGeom>
          <a:ln w="12700">
            <a:miter lim="400000"/>
          </a:ln>
        </p:spPr>
      </p:pic>
      <p:sp>
        <p:nvSpPr>
          <p:cNvPr id="8" name="Rectangle">
            <a:extLst>
              <a:ext uri="{FF2B5EF4-FFF2-40B4-BE49-F238E27FC236}">
                <a16:creationId xmlns:a16="http://schemas.microsoft.com/office/drawing/2014/main" id="{D74DB4AE-0419-BC41-9D4A-DC2FB6ABAE92}"/>
              </a:ext>
            </a:extLst>
          </p:cNvPr>
          <p:cNvSpPr/>
          <p:nvPr userDrawn="1"/>
        </p:nvSpPr>
        <p:spPr>
          <a:xfrm>
            <a:off x="0" y="0"/>
            <a:ext cx="24384000" cy="13716000"/>
          </a:xfrm>
          <a:prstGeom prst="rect">
            <a:avLst/>
          </a:prstGeom>
          <a:gradFill>
            <a:gsLst>
              <a:gs pos="0">
                <a:srgbClr val="2B7EC4"/>
              </a:gs>
              <a:gs pos="100000">
                <a:srgbClr val="57BFE8"/>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71" name="Section Title"/>
          <p:cNvSpPr txBox="1">
            <a:spLocks noGrp="1"/>
          </p:cNvSpPr>
          <p:nvPr>
            <p:ph type="title" hasCustomPrompt="1"/>
          </p:nvPr>
        </p:nvSpPr>
        <p:spPr>
          <a:xfrm>
            <a:off x="1206496" y="4533900"/>
            <a:ext cx="21971004" cy="4648200"/>
          </a:xfrm>
          <a:prstGeom prst="rect">
            <a:avLst/>
          </a:prstGeom>
        </p:spPr>
        <p:txBody>
          <a:bodyPr anchor="ctr"/>
          <a:lstStyle>
            <a:lvl1pPr algn="ctr">
              <a:defRPr kumimoji="0" sz="10000" b="0" i="0" u="none" strike="noStrike" cap="all" spc="0" normalizeH="0" baseline="0">
                <a:ln>
                  <a:noFill/>
                </a:ln>
                <a:solidFill>
                  <a:srgbClr val="FFFFFF"/>
                </a:solidFill>
                <a:effectLst/>
                <a:uFillTx/>
                <a:latin typeface="Open Sans Semibold"/>
                <a:ea typeface="Open Sans Semibold"/>
                <a:cs typeface="Open Sans Semibold"/>
                <a:sym typeface="Open Sans Semibold"/>
              </a:defRPr>
            </a:lvl1pPr>
          </a:lstStyle>
          <a:p>
            <a:r>
              <a:rPr dirty="0"/>
              <a:t>Section Title</a:t>
            </a:r>
          </a:p>
        </p:txBody>
      </p:sp>
      <p:pic>
        <p:nvPicPr>
          <p:cNvPr id="2" name="Picture 1">
            <a:extLst>
              <a:ext uri="{FF2B5EF4-FFF2-40B4-BE49-F238E27FC236}">
                <a16:creationId xmlns:a16="http://schemas.microsoft.com/office/drawing/2014/main" id="{2E3F9842-C644-B204-B6FB-F1DB2194706F}"/>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766722" y="758208"/>
            <a:ext cx="2698754" cy="1143002"/>
          </a:xfrm>
          <a:prstGeom prst="rect">
            <a:avLst/>
          </a:prstGeom>
        </p:spPr>
      </p:pic>
    </p:spTree>
    <p:extLst>
      <p:ext uri="{BB962C8B-B14F-4D97-AF65-F5344CB8AC3E}">
        <p14:creationId xmlns:p14="http://schemas.microsoft.com/office/powerpoint/2010/main" val="2488882905"/>
      </p:ext>
    </p:extLst>
  </p:cSld>
  <p:clrMapOvr>
    <a:masterClrMapping/>
  </p:clrMapOvr>
  <p:transition spd="med"/>
</p:sldLayout>
</file>

<file path=ppt/slideLayouts/slideLayout8.xml><?xml version="1.0" encoding="utf-8"?>
<p:sldLayout xmlns:a="http://schemas.openxmlformats.org/drawingml/2006/main" xmlns:r="http://schemas.openxmlformats.org/officeDocument/2006/relationships" xmlns:p="http://schemas.openxmlformats.org/presentationml/2006/main" type="tx" preserve="1">
  <p:cSld name="Section type 5">
    <p:spTree>
      <p:nvGrpSpPr>
        <p:cNvPr id="1" name=""/>
        <p:cNvGrpSpPr/>
        <p:nvPr/>
      </p:nvGrpSpPr>
      <p:grpSpPr>
        <a:xfrm>
          <a:off x="0" y="0"/>
          <a:ext cx="0" cy="0"/>
          <a:chOff x="0" y="0"/>
          <a:chExt cx="0" cy="0"/>
        </a:xfrm>
      </p:grpSpPr>
      <p:pic>
        <p:nvPicPr>
          <p:cNvPr id="5" name="BG Slide-01.jpg" descr="BG Slide-01.jpg">
            <a:extLst>
              <a:ext uri="{FF2B5EF4-FFF2-40B4-BE49-F238E27FC236}">
                <a16:creationId xmlns:a16="http://schemas.microsoft.com/office/drawing/2014/main" id="{4290823B-2698-F44F-82ED-3153CB051CA0}"/>
              </a:ext>
            </a:extLst>
          </p:cNvPr>
          <p:cNvPicPr>
            <a:picLocks noChangeAspect="1"/>
          </p:cNvPicPr>
          <p:nvPr userDrawn="1"/>
        </p:nvPicPr>
        <p:blipFill>
          <a:blip r:embed="rId2"/>
          <a:srcRect l="165" r="165"/>
          <a:stretch>
            <a:fillRect/>
          </a:stretch>
        </p:blipFill>
        <p:spPr>
          <a:xfrm>
            <a:off x="-86098" y="-57547"/>
            <a:ext cx="24507155" cy="13831095"/>
          </a:xfrm>
          <a:prstGeom prst="rect">
            <a:avLst/>
          </a:prstGeom>
          <a:ln w="12700">
            <a:miter lim="400000"/>
          </a:ln>
        </p:spPr>
      </p:pic>
      <p:sp>
        <p:nvSpPr>
          <p:cNvPr id="10" name="Rectangle">
            <a:extLst>
              <a:ext uri="{FF2B5EF4-FFF2-40B4-BE49-F238E27FC236}">
                <a16:creationId xmlns:a16="http://schemas.microsoft.com/office/drawing/2014/main" id="{5C668086-F712-8640-8B8D-2424E50E003F}"/>
              </a:ext>
            </a:extLst>
          </p:cNvPr>
          <p:cNvSpPr/>
          <p:nvPr userDrawn="1"/>
        </p:nvSpPr>
        <p:spPr>
          <a:xfrm>
            <a:off x="0" y="0"/>
            <a:ext cx="24384000" cy="13716000"/>
          </a:xfrm>
          <a:prstGeom prst="rect">
            <a:avLst/>
          </a:prstGeom>
          <a:gradFill>
            <a:gsLst>
              <a:gs pos="0">
                <a:srgbClr val="2670B8"/>
              </a:gs>
              <a:gs pos="100000">
                <a:srgbClr val="2258A7"/>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71" name="Section Title"/>
          <p:cNvSpPr txBox="1">
            <a:spLocks noGrp="1"/>
          </p:cNvSpPr>
          <p:nvPr>
            <p:ph type="title" hasCustomPrompt="1"/>
          </p:nvPr>
        </p:nvSpPr>
        <p:spPr>
          <a:xfrm>
            <a:off x="1206496" y="4533900"/>
            <a:ext cx="21971004" cy="4648200"/>
          </a:xfrm>
          <a:prstGeom prst="rect">
            <a:avLst/>
          </a:prstGeom>
        </p:spPr>
        <p:txBody>
          <a:bodyPr anchor="ctr"/>
          <a:lstStyle>
            <a:lvl1pPr algn="ctr">
              <a:defRPr kumimoji="0" sz="10000" b="0" i="0" u="none" strike="noStrike" cap="all" spc="0" normalizeH="0" baseline="0">
                <a:ln>
                  <a:noFill/>
                </a:ln>
                <a:solidFill>
                  <a:srgbClr val="FFFFFF"/>
                </a:solidFill>
                <a:effectLst/>
                <a:uFillTx/>
                <a:latin typeface="Open Sans Semibold"/>
                <a:ea typeface="Open Sans Semibold"/>
                <a:cs typeface="Open Sans Semibold"/>
                <a:sym typeface="Open Sans Semibold"/>
              </a:defRPr>
            </a:lvl1pPr>
          </a:lstStyle>
          <a:p>
            <a:r>
              <a:rPr dirty="0"/>
              <a:t>Section Title</a:t>
            </a:r>
          </a:p>
        </p:txBody>
      </p:sp>
      <p:pic>
        <p:nvPicPr>
          <p:cNvPr id="2" name="Picture 1">
            <a:extLst>
              <a:ext uri="{FF2B5EF4-FFF2-40B4-BE49-F238E27FC236}">
                <a16:creationId xmlns:a16="http://schemas.microsoft.com/office/drawing/2014/main" id="{F4F98E9C-690F-D5B2-6A0E-CA43C8C26AB9}"/>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766722" y="758208"/>
            <a:ext cx="2698754" cy="1143002"/>
          </a:xfrm>
          <a:prstGeom prst="rect">
            <a:avLst/>
          </a:prstGeom>
        </p:spPr>
      </p:pic>
    </p:spTree>
    <p:extLst>
      <p:ext uri="{BB962C8B-B14F-4D97-AF65-F5344CB8AC3E}">
        <p14:creationId xmlns:p14="http://schemas.microsoft.com/office/powerpoint/2010/main" val="1207302220"/>
      </p:ext>
    </p:extLst>
  </p:cSld>
  <p:clrMapOvr>
    <a:masterClrMapping/>
  </p:clrMapOvr>
  <p:transition spd="med"/>
</p:sldLayout>
</file>

<file path=ppt/slideLayouts/slideLayout9.xml><?xml version="1.0" encoding="utf-8"?>
<p:sldLayout xmlns:a="http://schemas.openxmlformats.org/drawingml/2006/main" xmlns:r="http://schemas.openxmlformats.org/officeDocument/2006/relationships" xmlns:p="http://schemas.openxmlformats.org/presentationml/2006/main" type="tx" preserve="1">
  <p:cSld name="Section type 6">
    <p:spTree>
      <p:nvGrpSpPr>
        <p:cNvPr id="1" name=""/>
        <p:cNvGrpSpPr/>
        <p:nvPr/>
      </p:nvGrpSpPr>
      <p:grpSpPr>
        <a:xfrm>
          <a:off x="0" y="0"/>
          <a:ext cx="0" cy="0"/>
          <a:chOff x="0" y="0"/>
          <a:chExt cx="0" cy="0"/>
        </a:xfrm>
      </p:grpSpPr>
      <p:pic>
        <p:nvPicPr>
          <p:cNvPr id="5" name="BG Slide-01.jpg" descr="BG Slide-01.jpg">
            <a:extLst>
              <a:ext uri="{FF2B5EF4-FFF2-40B4-BE49-F238E27FC236}">
                <a16:creationId xmlns:a16="http://schemas.microsoft.com/office/drawing/2014/main" id="{4290823B-2698-F44F-82ED-3153CB051CA0}"/>
              </a:ext>
            </a:extLst>
          </p:cNvPr>
          <p:cNvPicPr>
            <a:picLocks noChangeAspect="1"/>
          </p:cNvPicPr>
          <p:nvPr userDrawn="1"/>
        </p:nvPicPr>
        <p:blipFill>
          <a:blip r:embed="rId2"/>
          <a:srcRect l="165" r="165"/>
          <a:stretch>
            <a:fillRect/>
          </a:stretch>
        </p:blipFill>
        <p:spPr>
          <a:xfrm>
            <a:off x="-86098" y="-57547"/>
            <a:ext cx="24507155" cy="13831095"/>
          </a:xfrm>
          <a:prstGeom prst="rect">
            <a:avLst/>
          </a:prstGeom>
          <a:ln w="12700">
            <a:miter lim="400000"/>
          </a:ln>
        </p:spPr>
      </p:pic>
      <p:sp>
        <p:nvSpPr>
          <p:cNvPr id="8" name="Rectangle">
            <a:extLst>
              <a:ext uri="{FF2B5EF4-FFF2-40B4-BE49-F238E27FC236}">
                <a16:creationId xmlns:a16="http://schemas.microsoft.com/office/drawing/2014/main" id="{B6B9E9EC-92F4-2943-BCEE-A17DD1A638A8}"/>
              </a:ext>
            </a:extLst>
          </p:cNvPr>
          <p:cNvSpPr/>
          <p:nvPr userDrawn="1"/>
        </p:nvSpPr>
        <p:spPr>
          <a:xfrm>
            <a:off x="-56844" y="-25400"/>
            <a:ext cx="24497688" cy="13766800"/>
          </a:xfrm>
          <a:prstGeom prst="rect">
            <a:avLst/>
          </a:prstGeom>
          <a:gradFill>
            <a:gsLst>
              <a:gs pos="0">
                <a:srgbClr val="315094"/>
              </a:gs>
              <a:gs pos="100000">
                <a:srgbClr val="293C6E"/>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71" name="Section Title"/>
          <p:cNvSpPr txBox="1">
            <a:spLocks noGrp="1"/>
          </p:cNvSpPr>
          <p:nvPr>
            <p:ph type="title" hasCustomPrompt="1"/>
          </p:nvPr>
        </p:nvSpPr>
        <p:spPr>
          <a:xfrm>
            <a:off x="1206496" y="4533900"/>
            <a:ext cx="21971004" cy="4648200"/>
          </a:xfrm>
          <a:prstGeom prst="rect">
            <a:avLst/>
          </a:prstGeom>
        </p:spPr>
        <p:txBody>
          <a:bodyPr anchor="ctr"/>
          <a:lstStyle>
            <a:lvl1pPr algn="ctr">
              <a:defRPr kumimoji="0" sz="10000" b="0" i="0" u="none" strike="noStrike" cap="all" spc="0" normalizeH="0" baseline="0">
                <a:ln>
                  <a:noFill/>
                </a:ln>
                <a:solidFill>
                  <a:srgbClr val="FFFFFF"/>
                </a:solidFill>
                <a:effectLst/>
                <a:uFillTx/>
                <a:latin typeface="Open Sans Semibold"/>
                <a:ea typeface="Open Sans Semibold"/>
                <a:cs typeface="Open Sans Semibold"/>
                <a:sym typeface="Open Sans Semibold"/>
              </a:defRPr>
            </a:lvl1pPr>
          </a:lstStyle>
          <a:p>
            <a:r>
              <a:rPr dirty="0"/>
              <a:t>Section Title</a:t>
            </a:r>
          </a:p>
        </p:txBody>
      </p:sp>
      <p:pic>
        <p:nvPicPr>
          <p:cNvPr id="2" name="Picture 1">
            <a:extLst>
              <a:ext uri="{FF2B5EF4-FFF2-40B4-BE49-F238E27FC236}">
                <a16:creationId xmlns:a16="http://schemas.microsoft.com/office/drawing/2014/main" id="{8EEBA59A-5DC7-987B-985C-E7F05D80D330}"/>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766722" y="758208"/>
            <a:ext cx="2698754" cy="1143002"/>
          </a:xfrm>
          <a:prstGeom prst="rect">
            <a:avLst/>
          </a:prstGeom>
        </p:spPr>
      </p:pic>
    </p:spTree>
    <p:extLst>
      <p:ext uri="{BB962C8B-B14F-4D97-AF65-F5344CB8AC3E}">
        <p14:creationId xmlns:p14="http://schemas.microsoft.com/office/powerpoint/2010/main" val="2512683092"/>
      </p:ext>
    </p:extLst>
  </p:cSld>
  <p:clrMapOvr>
    <a:masterClrMapping/>
  </p:clrMapOvr>
  <p:transition spd="med"/>
</p:sldLayout>
</file>

<file path=ppt/slideLayouts/slideLayout10.xml><?xml version="1.0" encoding="utf-8"?>
<p:sldLayout xmlns:a="http://schemas.openxmlformats.org/drawingml/2006/main" xmlns:r="http://schemas.openxmlformats.org/officeDocument/2006/relationships" xmlns:p="http://schemas.openxmlformats.org/presentationml/2006/main" type="tx" preserve="1">
  <p:cSld name="Section type 7">
    <p:spTree>
      <p:nvGrpSpPr>
        <p:cNvPr id="1" name=""/>
        <p:cNvGrpSpPr/>
        <p:nvPr/>
      </p:nvGrpSpPr>
      <p:grpSpPr>
        <a:xfrm>
          <a:off x="0" y="0"/>
          <a:ext cx="0" cy="0"/>
          <a:chOff x="0" y="0"/>
          <a:chExt cx="0" cy="0"/>
        </a:xfrm>
      </p:grpSpPr>
      <p:pic>
        <p:nvPicPr>
          <p:cNvPr id="5" name="BG Slide-01.jpg" descr="BG Slide-01.jpg">
            <a:extLst>
              <a:ext uri="{FF2B5EF4-FFF2-40B4-BE49-F238E27FC236}">
                <a16:creationId xmlns:a16="http://schemas.microsoft.com/office/drawing/2014/main" id="{4290823B-2698-F44F-82ED-3153CB051CA0}"/>
              </a:ext>
            </a:extLst>
          </p:cNvPr>
          <p:cNvPicPr>
            <a:picLocks noChangeAspect="1"/>
          </p:cNvPicPr>
          <p:nvPr userDrawn="1"/>
        </p:nvPicPr>
        <p:blipFill>
          <a:blip r:embed="rId2"/>
          <a:srcRect l="165" r="165"/>
          <a:stretch>
            <a:fillRect/>
          </a:stretch>
        </p:blipFill>
        <p:spPr>
          <a:xfrm>
            <a:off x="-86098" y="-57547"/>
            <a:ext cx="24507155" cy="13831095"/>
          </a:xfrm>
          <a:prstGeom prst="rect">
            <a:avLst/>
          </a:prstGeom>
          <a:ln w="12700">
            <a:miter lim="400000"/>
          </a:ln>
        </p:spPr>
      </p:pic>
      <p:sp>
        <p:nvSpPr>
          <p:cNvPr id="10" name="Rectangle">
            <a:extLst>
              <a:ext uri="{FF2B5EF4-FFF2-40B4-BE49-F238E27FC236}">
                <a16:creationId xmlns:a16="http://schemas.microsoft.com/office/drawing/2014/main" id="{3B0134B8-92DD-5A47-83ED-ED2B1DC0A2FA}"/>
              </a:ext>
            </a:extLst>
          </p:cNvPr>
          <p:cNvSpPr/>
          <p:nvPr userDrawn="1"/>
        </p:nvSpPr>
        <p:spPr>
          <a:xfrm>
            <a:off x="-56844" y="-25400"/>
            <a:ext cx="24497688" cy="13766800"/>
          </a:xfrm>
          <a:prstGeom prst="rect">
            <a:avLst/>
          </a:prstGeom>
          <a:gradFill>
            <a:gsLst>
              <a:gs pos="0">
                <a:srgbClr val="797979"/>
              </a:gs>
              <a:gs pos="100000">
                <a:srgbClr val="A9A9A9"/>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71" name="Section Title"/>
          <p:cNvSpPr txBox="1">
            <a:spLocks noGrp="1"/>
          </p:cNvSpPr>
          <p:nvPr>
            <p:ph type="title" hasCustomPrompt="1"/>
          </p:nvPr>
        </p:nvSpPr>
        <p:spPr>
          <a:xfrm>
            <a:off x="1206496" y="4533900"/>
            <a:ext cx="21971004" cy="4648200"/>
          </a:xfrm>
          <a:prstGeom prst="rect">
            <a:avLst/>
          </a:prstGeom>
        </p:spPr>
        <p:txBody>
          <a:bodyPr anchor="ctr"/>
          <a:lstStyle>
            <a:lvl1pPr algn="ctr">
              <a:defRPr kumimoji="0" sz="10000" b="0" i="0" u="none" strike="noStrike" cap="all" spc="0" normalizeH="0" baseline="0">
                <a:ln>
                  <a:noFill/>
                </a:ln>
                <a:solidFill>
                  <a:srgbClr val="FFFFFF"/>
                </a:solidFill>
                <a:effectLst/>
                <a:uFillTx/>
                <a:latin typeface="Open Sans Semibold"/>
                <a:ea typeface="Open Sans Semibold"/>
                <a:cs typeface="Open Sans Semibold"/>
                <a:sym typeface="Open Sans Semibold"/>
              </a:defRPr>
            </a:lvl1pPr>
          </a:lstStyle>
          <a:p>
            <a:r>
              <a:rPr dirty="0"/>
              <a:t>Section Title</a:t>
            </a:r>
          </a:p>
        </p:txBody>
      </p:sp>
      <p:pic>
        <p:nvPicPr>
          <p:cNvPr id="2" name="Picture 1">
            <a:extLst>
              <a:ext uri="{FF2B5EF4-FFF2-40B4-BE49-F238E27FC236}">
                <a16:creationId xmlns:a16="http://schemas.microsoft.com/office/drawing/2014/main" id="{40722D20-F203-A321-C13A-3A85A24C3C30}"/>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766722" y="758208"/>
            <a:ext cx="2698754" cy="1143002"/>
          </a:xfrm>
          <a:prstGeom prst="rect">
            <a:avLst/>
          </a:prstGeom>
        </p:spPr>
      </p:pic>
    </p:spTree>
    <p:extLst>
      <p:ext uri="{BB962C8B-B14F-4D97-AF65-F5344CB8AC3E}">
        <p14:creationId xmlns:p14="http://schemas.microsoft.com/office/powerpoint/2010/main" val="3579463584"/>
      </p:ext>
    </p:extLst>
  </p:cSld>
  <p:clrMapOvr>
    <a:masterClrMapping/>
  </p:clrMapOvr>
  <p:transition spd="med"/>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1_Content type 1">
    <p:spTree>
      <p:nvGrpSpPr>
        <p:cNvPr id="1" name=""/>
        <p:cNvGrpSpPr/>
        <p:nvPr/>
      </p:nvGrpSpPr>
      <p:grpSpPr>
        <a:xfrm>
          <a:off x="0" y="0"/>
          <a:ext cx="0" cy="0"/>
          <a:chOff x="0" y="0"/>
          <a:chExt cx="0" cy="0"/>
        </a:xfrm>
      </p:grpSpPr>
      <p:sp>
        <p:nvSpPr>
          <p:cNvPr id="10" name="Rectangle">
            <a:extLst>
              <a:ext uri="{FF2B5EF4-FFF2-40B4-BE49-F238E27FC236}">
                <a16:creationId xmlns:a16="http://schemas.microsoft.com/office/drawing/2014/main" id="{0CE21BA8-841F-EE46-90AB-358900DBBA45}"/>
              </a:ext>
            </a:extLst>
          </p:cNvPr>
          <p:cNvSpPr/>
          <p:nvPr userDrawn="1"/>
        </p:nvSpPr>
        <p:spPr>
          <a:xfrm>
            <a:off x="0" y="2363008"/>
            <a:ext cx="24384000" cy="11436178"/>
          </a:xfrm>
          <a:prstGeom prst="rect">
            <a:avLst/>
          </a:prstGeom>
          <a:solidFill>
            <a:srgbClr val="EBEBEB"/>
          </a:soli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21" name="Rounded Rectangle 20">
            <a:extLst>
              <a:ext uri="{FF2B5EF4-FFF2-40B4-BE49-F238E27FC236}">
                <a16:creationId xmlns:a16="http://schemas.microsoft.com/office/drawing/2014/main" id="{86AB40C6-E41E-9F54-5391-1B969D0CD911}"/>
              </a:ext>
            </a:extLst>
          </p:cNvPr>
          <p:cNvSpPr/>
          <p:nvPr userDrawn="1"/>
        </p:nvSpPr>
        <p:spPr>
          <a:xfrm>
            <a:off x="6181816" y="4686855"/>
            <a:ext cx="15362340" cy="1800000"/>
          </a:xfrm>
          <a:prstGeom prst="roundRect">
            <a:avLst/>
          </a:prstGeom>
          <a:solidFill>
            <a:schemeClr val="tx1">
              <a:lumMod val="40000"/>
              <a:lumOff val="60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14" name="Rounded Rectangle 13">
            <a:extLst>
              <a:ext uri="{FF2B5EF4-FFF2-40B4-BE49-F238E27FC236}">
                <a16:creationId xmlns:a16="http://schemas.microsoft.com/office/drawing/2014/main" id="{080221CE-1DAF-B881-9928-5F7152658A68}"/>
              </a:ext>
            </a:extLst>
          </p:cNvPr>
          <p:cNvSpPr/>
          <p:nvPr userDrawn="1"/>
        </p:nvSpPr>
        <p:spPr>
          <a:xfrm>
            <a:off x="2167377" y="4686855"/>
            <a:ext cx="4545657" cy="1800000"/>
          </a:xfrm>
          <a:prstGeom prst="roundRect">
            <a:avLst/>
          </a:prstGeom>
          <a:solidFill>
            <a:schemeClr val="accent1">
              <a:lumMod val="75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dirty="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26" name="Text Placeholder 5">
            <a:extLst>
              <a:ext uri="{FF2B5EF4-FFF2-40B4-BE49-F238E27FC236}">
                <a16:creationId xmlns:a16="http://schemas.microsoft.com/office/drawing/2014/main" id="{769ADC5F-7856-93FC-73B6-D0FD6CF171F7}"/>
              </a:ext>
            </a:extLst>
          </p:cNvPr>
          <p:cNvSpPr>
            <a:spLocks noGrp="1"/>
          </p:cNvSpPr>
          <p:nvPr>
            <p:ph type="body" sz="quarter" idx="15"/>
          </p:nvPr>
        </p:nvSpPr>
        <p:spPr>
          <a:xfrm>
            <a:off x="7051814" y="4995800"/>
            <a:ext cx="13796177" cy="1204225"/>
          </a:xfrm>
        </p:spPr>
        <p:txBody>
          <a:bodyPr>
            <a:noAutofit/>
          </a:bodyPr>
          <a:lstStyle>
            <a:lvl1pPr marL="0" indent="0">
              <a:buNone/>
              <a:defRPr kumimoji="0" lang="en-US" sz="2400" b="0" i="0" u="none" strike="noStrike" cap="none" spc="0" normalizeH="0" baseline="0">
                <a:ln>
                  <a:noFill/>
                </a:ln>
                <a:solidFill>
                  <a:srgbClr val="FFFFFF"/>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29" name="Text Placeholder 5">
            <a:extLst>
              <a:ext uri="{FF2B5EF4-FFF2-40B4-BE49-F238E27FC236}">
                <a16:creationId xmlns:a16="http://schemas.microsoft.com/office/drawing/2014/main" id="{00A99FD3-8026-DED8-6415-E6F86A722F09}"/>
              </a:ext>
            </a:extLst>
          </p:cNvPr>
          <p:cNvSpPr>
            <a:spLocks noGrp="1"/>
          </p:cNvSpPr>
          <p:nvPr>
            <p:ph type="body" sz="quarter" idx="18" hasCustomPrompt="1"/>
          </p:nvPr>
        </p:nvSpPr>
        <p:spPr>
          <a:xfrm>
            <a:off x="2754063" y="4995800"/>
            <a:ext cx="3372284" cy="1204225"/>
          </a:xfrm>
        </p:spPr>
        <p:txBody>
          <a:bodyPr>
            <a:noAutofit/>
          </a:bodyPr>
          <a:lstStyle>
            <a:lvl1pPr marL="0" indent="0">
              <a:buNone/>
              <a:defRPr kumimoji="0" lang="en-US" sz="2800" b="0" i="0" u="none" strike="noStrike" cap="none" spc="0" normalizeH="0" baseline="0">
                <a:ln>
                  <a:noFill/>
                </a:ln>
                <a:solidFill>
                  <a:srgbClr val="FFFFFF"/>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dirty="0"/>
              <a:t>CLICK TO ADD TEXT</a:t>
            </a:r>
          </a:p>
        </p:txBody>
      </p:sp>
      <p:sp>
        <p:nvSpPr>
          <p:cNvPr id="5" name="Rounded Rectangle 4">
            <a:extLst>
              <a:ext uri="{FF2B5EF4-FFF2-40B4-BE49-F238E27FC236}">
                <a16:creationId xmlns:a16="http://schemas.microsoft.com/office/drawing/2014/main" id="{E247E1DC-6698-D91F-6E0F-EE6AA5A0EE44}"/>
              </a:ext>
            </a:extLst>
          </p:cNvPr>
          <p:cNvSpPr/>
          <p:nvPr userDrawn="1"/>
        </p:nvSpPr>
        <p:spPr>
          <a:xfrm>
            <a:off x="6181816" y="7440664"/>
            <a:ext cx="15362340" cy="1800000"/>
          </a:xfrm>
          <a:prstGeom prst="roundRect">
            <a:avLst/>
          </a:prstGeom>
          <a:solidFill>
            <a:schemeClr val="tx1">
              <a:lumMod val="40000"/>
              <a:lumOff val="60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6" name="Rounded Rectangle 5">
            <a:extLst>
              <a:ext uri="{FF2B5EF4-FFF2-40B4-BE49-F238E27FC236}">
                <a16:creationId xmlns:a16="http://schemas.microsoft.com/office/drawing/2014/main" id="{E4546BDD-E691-E2BA-47E5-B549A7229C89}"/>
              </a:ext>
            </a:extLst>
          </p:cNvPr>
          <p:cNvSpPr/>
          <p:nvPr userDrawn="1"/>
        </p:nvSpPr>
        <p:spPr>
          <a:xfrm>
            <a:off x="2167377" y="7440664"/>
            <a:ext cx="4545657" cy="1800000"/>
          </a:xfrm>
          <a:prstGeom prst="roundRect">
            <a:avLst/>
          </a:prstGeom>
          <a:solidFill>
            <a:schemeClr val="accent1">
              <a:lumMod val="75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8" name="Text Placeholder 5">
            <a:extLst>
              <a:ext uri="{FF2B5EF4-FFF2-40B4-BE49-F238E27FC236}">
                <a16:creationId xmlns:a16="http://schemas.microsoft.com/office/drawing/2014/main" id="{260AF2BE-EDAA-B7C2-8580-AB1ACF70EF35}"/>
              </a:ext>
            </a:extLst>
          </p:cNvPr>
          <p:cNvSpPr>
            <a:spLocks noGrp="1"/>
          </p:cNvSpPr>
          <p:nvPr>
            <p:ph type="body" sz="quarter" idx="19"/>
          </p:nvPr>
        </p:nvSpPr>
        <p:spPr>
          <a:xfrm>
            <a:off x="7051814" y="7749609"/>
            <a:ext cx="13796177" cy="1204225"/>
          </a:xfrm>
        </p:spPr>
        <p:txBody>
          <a:bodyPr>
            <a:noAutofit/>
          </a:bodyPr>
          <a:lstStyle>
            <a:lvl1pPr marL="0" indent="0">
              <a:buNone/>
              <a:defRPr kumimoji="0" lang="en-US" sz="2400" b="0" i="0" u="none" strike="noStrike" cap="none" spc="0" normalizeH="0" baseline="0">
                <a:ln>
                  <a:noFill/>
                </a:ln>
                <a:solidFill>
                  <a:srgbClr val="FFFFFF"/>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9" name="Text Placeholder 5">
            <a:extLst>
              <a:ext uri="{FF2B5EF4-FFF2-40B4-BE49-F238E27FC236}">
                <a16:creationId xmlns:a16="http://schemas.microsoft.com/office/drawing/2014/main" id="{0EC36AFE-3A01-B3EC-7E28-B8F97B900365}"/>
              </a:ext>
            </a:extLst>
          </p:cNvPr>
          <p:cNvSpPr>
            <a:spLocks noGrp="1"/>
          </p:cNvSpPr>
          <p:nvPr>
            <p:ph type="body" sz="quarter" idx="20" hasCustomPrompt="1"/>
          </p:nvPr>
        </p:nvSpPr>
        <p:spPr>
          <a:xfrm>
            <a:off x="2754063" y="7749609"/>
            <a:ext cx="3372284" cy="1204225"/>
          </a:xfrm>
        </p:spPr>
        <p:txBody>
          <a:bodyPr>
            <a:noAutofit/>
          </a:bodyPr>
          <a:lstStyle>
            <a:lvl1pPr marL="0" indent="0">
              <a:buNone/>
              <a:defRPr kumimoji="0" lang="en-US" sz="2800" b="0" i="0" u="none" strike="noStrike" cap="none" spc="0" normalizeH="0" baseline="0">
                <a:ln>
                  <a:noFill/>
                </a:ln>
                <a:solidFill>
                  <a:srgbClr val="FFFFFF"/>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dirty="0"/>
              <a:t>CLICK TO ADD TEXT</a:t>
            </a:r>
          </a:p>
        </p:txBody>
      </p:sp>
      <p:sp>
        <p:nvSpPr>
          <p:cNvPr id="11" name="Rounded Rectangle 10">
            <a:extLst>
              <a:ext uri="{FF2B5EF4-FFF2-40B4-BE49-F238E27FC236}">
                <a16:creationId xmlns:a16="http://schemas.microsoft.com/office/drawing/2014/main" id="{CE84B4FD-950C-7E7E-B32E-0106A01D53C4}"/>
              </a:ext>
            </a:extLst>
          </p:cNvPr>
          <p:cNvSpPr/>
          <p:nvPr userDrawn="1"/>
        </p:nvSpPr>
        <p:spPr>
          <a:xfrm>
            <a:off x="6181816" y="10194473"/>
            <a:ext cx="15362340" cy="1800000"/>
          </a:xfrm>
          <a:prstGeom prst="roundRect">
            <a:avLst/>
          </a:prstGeom>
          <a:solidFill>
            <a:schemeClr val="tx1">
              <a:lumMod val="40000"/>
              <a:lumOff val="60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12" name="Rounded Rectangle 11">
            <a:extLst>
              <a:ext uri="{FF2B5EF4-FFF2-40B4-BE49-F238E27FC236}">
                <a16:creationId xmlns:a16="http://schemas.microsoft.com/office/drawing/2014/main" id="{3B266147-1D67-88E4-9FE7-F833346E464A}"/>
              </a:ext>
            </a:extLst>
          </p:cNvPr>
          <p:cNvSpPr/>
          <p:nvPr userDrawn="1"/>
        </p:nvSpPr>
        <p:spPr>
          <a:xfrm>
            <a:off x="2167377" y="10194473"/>
            <a:ext cx="4545657" cy="1800000"/>
          </a:xfrm>
          <a:prstGeom prst="roundRect">
            <a:avLst/>
          </a:prstGeom>
          <a:solidFill>
            <a:schemeClr val="accent1">
              <a:lumMod val="75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15" name="Text Placeholder 5">
            <a:extLst>
              <a:ext uri="{FF2B5EF4-FFF2-40B4-BE49-F238E27FC236}">
                <a16:creationId xmlns:a16="http://schemas.microsoft.com/office/drawing/2014/main" id="{6248EF39-489B-0AB6-1C39-97964F6585CC}"/>
              </a:ext>
            </a:extLst>
          </p:cNvPr>
          <p:cNvSpPr>
            <a:spLocks noGrp="1"/>
          </p:cNvSpPr>
          <p:nvPr>
            <p:ph type="body" sz="quarter" idx="21"/>
          </p:nvPr>
        </p:nvSpPr>
        <p:spPr>
          <a:xfrm>
            <a:off x="7051814" y="10503418"/>
            <a:ext cx="13796177" cy="1204225"/>
          </a:xfrm>
        </p:spPr>
        <p:txBody>
          <a:bodyPr>
            <a:noAutofit/>
          </a:bodyPr>
          <a:lstStyle>
            <a:lvl1pPr marL="0" indent="0">
              <a:buNone/>
              <a:defRPr kumimoji="0" lang="en-US" sz="2400" b="0" i="0" u="none" strike="noStrike" cap="none" spc="0" normalizeH="0" baseline="0">
                <a:ln>
                  <a:noFill/>
                </a:ln>
                <a:solidFill>
                  <a:srgbClr val="FFFFFF"/>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16" name="Text Placeholder 5">
            <a:extLst>
              <a:ext uri="{FF2B5EF4-FFF2-40B4-BE49-F238E27FC236}">
                <a16:creationId xmlns:a16="http://schemas.microsoft.com/office/drawing/2014/main" id="{E37917F2-61C0-8B23-0D87-2AA3EEB8377A}"/>
              </a:ext>
            </a:extLst>
          </p:cNvPr>
          <p:cNvSpPr>
            <a:spLocks noGrp="1"/>
          </p:cNvSpPr>
          <p:nvPr>
            <p:ph type="body" sz="quarter" idx="22" hasCustomPrompt="1"/>
          </p:nvPr>
        </p:nvSpPr>
        <p:spPr>
          <a:xfrm>
            <a:off x="2754063" y="10503418"/>
            <a:ext cx="3372284" cy="1204225"/>
          </a:xfrm>
        </p:spPr>
        <p:txBody>
          <a:bodyPr>
            <a:noAutofit/>
          </a:bodyPr>
          <a:lstStyle>
            <a:lvl1pPr marL="0" indent="0">
              <a:buNone/>
              <a:defRPr kumimoji="0" lang="en-US" sz="2800" b="0" i="0" u="none" strike="noStrike" cap="none" spc="0" normalizeH="0" baseline="0">
                <a:ln>
                  <a:noFill/>
                </a:ln>
                <a:solidFill>
                  <a:srgbClr val="FFFFFF"/>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dirty="0"/>
              <a:t>CLICK TO ADD TEXT</a:t>
            </a:r>
          </a:p>
        </p:txBody>
      </p:sp>
      <p:sp>
        <p:nvSpPr>
          <p:cNvPr id="17" name="Title 2">
            <a:extLst>
              <a:ext uri="{FF2B5EF4-FFF2-40B4-BE49-F238E27FC236}">
                <a16:creationId xmlns:a16="http://schemas.microsoft.com/office/drawing/2014/main" id="{3F0C4EB7-81AE-6D10-33F3-83A99AC2F3BA}"/>
              </a:ext>
            </a:extLst>
          </p:cNvPr>
          <p:cNvSpPr>
            <a:spLocks noGrp="1"/>
          </p:cNvSpPr>
          <p:nvPr>
            <p:ph type="title" hasCustomPrompt="1"/>
          </p:nvPr>
        </p:nvSpPr>
        <p:spPr>
          <a:xfrm>
            <a:off x="2167377" y="1872058"/>
            <a:ext cx="14715569" cy="510281"/>
          </a:xfrm>
        </p:spPr>
        <p:txBody>
          <a:bodyPr>
            <a:normAutofit/>
          </a:bodyPr>
          <a:lstStyle>
            <a:lvl1pPr>
              <a:defRPr kumimoji="0" lang="en-US" sz="3800" b="1" i="0" u="none" strike="noStrike" cap="all" spc="0" normalizeH="0" baseline="0">
                <a:ln>
                  <a:noFill/>
                </a:ln>
                <a:solidFill>
                  <a:srgbClr val="128CCD"/>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r>
              <a:rPr lang="en-US" dirty="0"/>
              <a:t>SLIDE TITLE</a:t>
            </a:r>
          </a:p>
        </p:txBody>
      </p:sp>
      <p:sp>
        <p:nvSpPr>
          <p:cNvPr id="18" name="Text Placeholder 4">
            <a:extLst>
              <a:ext uri="{FF2B5EF4-FFF2-40B4-BE49-F238E27FC236}">
                <a16:creationId xmlns:a16="http://schemas.microsoft.com/office/drawing/2014/main" id="{043113C8-679B-440C-38CF-27CC1A6FF3A6}"/>
              </a:ext>
            </a:extLst>
          </p:cNvPr>
          <p:cNvSpPr>
            <a:spLocks noGrp="1"/>
          </p:cNvSpPr>
          <p:nvPr>
            <p:ph type="body" sz="quarter" idx="10" hasCustomPrompt="1"/>
          </p:nvPr>
        </p:nvSpPr>
        <p:spPr>
          <a:xfrm>
            <a:off x="2167377" y="2419728"/>
            <a:ext cx="9768875" cy="803546"/>
          </a:xfrm>
        </p:spPr>
        <p:txBody>
          <a:bodyPr/>
          <a:lstStyle>
            <a:lvl1pPr marL="0" indent="0">
              <a:buNone/>
              <a:defRPr kumimoji="0" lang="en-US" sz="3200" b="1" i="0" u="none" strike="noStrike" cap="all" spc="0" normalizeH="0" baseline="0">
                <a:ln>
                  <a:noFill/>
                </a:ln>
                <a:solidFill>
                  <a:srgbClr val="424242"/>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pPr lvl="0"/>
            <a:r>
              <a:rPr lang="en-US" dirty="0"/>
              <a:t>SUB TITLE</a:t>
            </a:r>
          </a:p>
        </p:txBody>
      </p:sp>
      <p:pic>
        <p:nvPicPr>
          <p:cNvPr id="2" name="Picture 1">
            <a:extLst>
              <a:ext uri="{FF2B5EF4-FFF2-40B4-BE49-F238E27FC236}">
                <a16:creationId xmlns:a16="http://schemas.microsoft.com/office/drawing/2014/main" id="{A7BDDA7B-8679-2A96-DA58-9B50735EAFF4}"/>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439334" y="-15464"/>
            <a:ext cx="3860800" cy="1473200"/>
          </a:xfrm>
          <a:prstGeom prst="rect">
            <a:avLst/>
          </a:prstGeom>
        </p:spPr>
      </p:pic>
    </p:spTree>
    <p:extLst>
      <p:ext uri="{BB962C8B-B14F-4D97-AF65-F5344CB8AC3E}">
        <p14:creationId xmlns:p14="http://schemas.microsoft.com/office/powerpoint/2010/main" val="3998102712"/>
      </p:ext>
    </p:extLst>
  </p:cSld>
  <p:clrMapOvr>
    <a:masterClrMapping/>
  </p:clrMapOvr>
  <p:transition spd="med"/>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Content type 3">
    <p:spTree>
      <p:nvGrpSpPr>
        <p:cNvPr id="1" name=""/>
        <p:cNvGrpSpPr/>
        <p:nvPr/>
      </p:nvGrpSpPr>
      <p:grpSpPr>
        <a:xfrm>
          <a:off x="0" y="0"/>
          <a:ext cx="0" cy="0"/>
          <a:chOff x="0" y="0"/>
          <a:chExt cx="0" cy="0"/>
        </a:xfrm>
      </p:grpSpPr>
      <p:sp>
        <p:nvSpPr>
          <p:cNvPr id="99" name="Rectangle">
            <a:extLst>
              <a:ext uri="{FF2B5EF4-FFF2-40B4-BE49-F238E27FC236}">
                <a16:creationId xmlns:a16="http://schemas.microsoft.com/office/drawing/2014/main" id="{5B500D99-BCA8-5A47-AC2D-7A5DFB585C9A}"/>
              </a:ext>
            </a:extLst>
          </p:cNvPr>
          <p:cNvSpPr/>
          <p:nvPr userDrawn="1"/>
        </p:nvSpPr>
        <p:spPr>
          <a:xfrm>
            <a:off x="-13856" y="2360348"/>
            <a:ext cx="24397856" cy="11436178"/>
          </a:xfrm>
          <a:prstGeom prst="rect">
            <a:avLst/>
          </a:prstGeom>
          <a:gradFill>
            <a:gsLst>
              <a:gs pos="0">
                <a:srgbClr val="2B7EC4"/>
              </a:gs>
              <a:gs pos="100000">
                <a:srgbClr val="57BFE8"/>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3" name="Title 2">
            <a:extLst>
              <a:ext uri="{FF2B5EF4-FFF2-40B4-BE49-F238E27FC236}">
                <a16:creationId xmlns:a16="http://schemas.microsoft.com/office/drawing/2014/main" id="{4C90E15E-9DC3-D24F-8189-931487225A46}"/>
              </a:ext>
            </a:extLst>
          </p:cNvPr>
          <p:cNvSpPr>
            <a:spLocks noGrp="1"/>
          </p:cNvSpPr>
          <p:nvPr>
            <p:ph type="title" hasCustomPrompt="1"/>
          </p:nvPr>
        </p:nvSpPr>
        <p:spPr>
          <a:xfrm>
            <a:off x="2167377" y="1871164"/>
            <a:ext cx="14715569" cy="511175"/>
          </a:xfrm>
        </p:spPr>
        <p:txBody>
          <a:bodyPr>
            <a:normAutofit/>
          </a:bodyPr>
          <a:lstStyle>
            <a:lvl1pPr>
              <a:defRPr kumimoji="0" lang="en-US" sz="3800" b="1" i="0" u="none" strike="noStrike" cap="all" spc="0" normalizeH="0" baseline="0">
                <a:ln>
                  <a:noFill/>
                </a:ln>
                <a:solidFill>
                  <a:srgbClr val="128CCD"/>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r>
              <a:rPr lang="en-US" dirty="0"/>
              <a:t>SLIDE TITLE</a:t>
            </a:r>
          </a:p>
        </p:txBody>
      </p:sp>
      <p:sp>
        <p:nvSpPr>
          <p:cNvPr id="13" name="Text Placeholder 4">
            <a:extLst>
              <a:ext uri="{FF2B5EF4-FFF2-40B4-BE49-F238E27FC236}">
                <a16:creationId xmlns:a16="http://schemas.microsoft.com/office/drawing/2014/main" id="{F9A081F0-DCC0-4F43-B885-A177263AC1B5}"/>
              </a:ext>
            </a:extLst>
          </p:cNvPr>
          <p:cNvSpPr>
            <a:spLocks noGrp="1"/>
          </p:cNvSpPr>
          <p:nvPr>
            <p:ph type="body" sz="quarter" idx="10" hasCustomPrompt="1"/>
          </p:nvPr>
        </p:nvSpPr>
        <p:spPr>
          <a:xfrm>
            <a:off x="2167377" y="2419728"/>
            <a:ext cx="9768875" cy="803546"/>
          </a:xfrm>
        </p:spPr>
        <p:txBody>
          <a:bodyPr/>
          <a:lstStyle>
            <a:lvl1pPr marL="0" indent="0">
              <a:buNone/>
              <a:defRPr kumimoji="0" lang="en-US" sz="3200" b="1" i="0" u="none" strike="noStrike" cap="all" spc="0" normalizeH="0" baseline="0">
                <a:ln>
                  <a:noFill/>
                </a:ln>
                <a:solidFill>
                  <a:schemeClr val="bg1"/>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pPr lvl="0"/>
            <a:r>
              <a:rPr lang="en-US" dirty="0"/>
              <a:t>SUB TITLE</a:t>
            </a:r>
          </a:p>
        </p:txBody>
      </p:sp>
      <p:sp>
        <p:nvSpPr>
          <p:cNvPr id="104" name="Content Placeholder 7">
            <a:extLst>
              <a:ext uri="{FF2B5EF4-FFF2-40B4-BE49-F238E27FC236}">
                <a16:creationId xmlns:a16="http://schemas.microsoft.com/office/drawing/2014/main" id="{A238D5AC-1068-5240-9AFA-91BA1250D945}"/>
              </a:ext>
            </a:extLst>
          </p:cNvPr>
          <p:cNvSpPr>
            <a:spLocks noGrp="1"/>
          </p:cNvSpPr>
          <p:nvPr>
            <p:ph sz="quarter" idx="11"/>
          </p:nvPr>
        </p:nvSpPr>
        <p:spPr>
          <a:xfrm>
            <a:off x="5486930" y="5334432"/>
            <a:ext cx="13714940" cy="4522264"/>
          </a:xfrm>
        </p:spPr>
        <p:txBody>
          <a:bodyPr>
            <a:normAutofit/>
          </a:bodyPr>
          <a:lstStyle>
            <a:lvl1pPr marL="266700" indent="-266700">
              <a:lnSpc>
                <a:spcPct val="100000"/>
              </a:lnSpc>
              <a:tabLst/>
              <a:defRPr kumimoji="0" lang="en-US" sz="2600" b="0" i="0" u="none" strike="noStrike" cap="none" spc="0" normalizeH="0" baseline="0">
                <a:ln>
                  <a:noFill/>
                </a:ln>
                <a:solidFill>
                  <a:schemeClr val="bg1"/>
                </a:solidFill>
                <a:effectLst/>
                <a:uFillTx/>
                <a:latin typeface="Open Sans Light"/>
                <a:ea typeface="Open Sans Light"/>
                <a:cs typeface="Open Sans Light"/>
                <a:sym typeface="Helvetica Neue"/>
              </a:defRPr>
            </a:lvl1pPr>
            <a:lvl2pPr marL="890588" indent="-280988">
              <a:lnSpc>
                <a:spcPct val="100000"/>
              </a:lnSpc>
              <a:tabLst/>
              <a:defRPr kumimoji="0" lang="en-US" sz="2600" b="0" i="0" u="none" strike="noStrike" cap="none" spc="0" normalizeH="0" baseline="0">
                <a:ln>
                  <a:noFill/>
                </a:ln>
                <a:solidFill>
                  <a:schemeClr val="bg1"/>
                </a:solidFill>
                <a:effectLst/>
                <a:uFillTx/>
                <a:latin typeface="Open Sans Light"/>
                <a:ea typeface="Open Sans Light"/>
                <a:cs typeface="Open Sans Light"/>
                <a:sym typeface="Helvetica Neue"/>
              </a:defRPr>
            </a:lvl2pPr>
            <a:lvl3pPr marL="1470025" indent="-250825">
              <a:lnSpc>
                <a:spcPct val="100000"/>
              </a:lnSpc>
              <a:tabLst/>
              <a:defRPr kumimoji="0" lang="en-US" sz="2600" b="0" i="0" u="none" strike="noStrike" cap="none" spc="0" normalizeH="0" baseline="0">
                <a:ln>
                  <a:noFill/>
                </a:ln>
                <a:solidFill>
                  <a:schemeClr val="bg1"/>
                </a:solidFill>
                <a:effectLst/>
                <a:uFillTx/>
                <a:latin typeface="Open Sans Light"/>
                <a:ea typeface="Open Sans Light"/>
                <a:cs typeface="Open Sans Light"/>
                <a:sym typeface="Helvetica Neue"/>
              </a:defRPr>
            </a:lvl3pPr>
            <a:lvl4pPr marL="2138363" indent="-309563">
              <a:lnSpc>
                <a:spcPct val="100000"/>
              </a:lnSpc>
              <a:tabLst/>
              <a:defRPr kumimoji="0" lang="en-US" sz="2600" b="0" i="0" u="none" strike="noStrike" cap="none" spc="0" normalizeH="0" baseline="0">
                <a:ln>
                  <a:noFill/>
                </a:ln>
                <a:solidFill>
                  <a:schemeClr val="bg1"/>
                </a:solidFill>
                <a:effectLst/>
                <a:uFillTx/>
                <a:latin typeface="Open Sans Light"/>
                <a:ea typeface="Open Sans Light"/>
                <a:cs typeface="Open Sans Light"/>
                <a:sym typeface="Helvetica Neue"/>
              </a:defRPr>
            </a:lvl4pPr>
            <a:lvl5pPr marL="2717800" indent="-279400">
              <a:lnSpc>
                <a:spcPct val="100000"/>
              </a:lnSpc>
              <a:tabLst/>
              <a:defRPr kumimoji="0" lang="en-US" sz="2600" b="0" i="0" u="none" strike="noStrike" cap="none" spc="0" normalizeH="0" baseline="0">
                <a:ln>
                  <a:noFill/>
                </a:ln>
                <a:solidFill>
                  <a:schemeClr val="bg1"/>
                </a:solidFill>
                <a:effectLst/>
                <a:uFillTx/>
                <a:latin typeface="Open Sans Light"/>
                <a:ea typeface="Open Sans Light"/>
                <a:cs typeface="Open Sans Light"/>
                <a:sym typeface="Helvetica Neu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2" name="Picture 1">
            <a:extLst>
              <a:ext uri="{FF2B5EF4-FFF2-40B4-BE49-F238E27FC236}">
                <a16:creationId xmlns:a16="http://schemas.microsoft.com/office/drawing/2014/main" id="{F2C79DE9-4AFD-C17C-6D01-10CB5913C734}"/>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439334" y="-15464"/>
            <a:ext cx="3860800" cy="1473200"/>
          </a:xfrm>
          <a:prstGeom prst="rect">
            <a:avLst/>
          </a:prstGeom>
        </p:spPr>
      </p:pic>
    </p:spTree>
    <p:extLst>
      <p:ext uri="{BB962C8B-B14F-4D97-AF65-F5344CB8AC3E}">
        <p14:creationId xmlns:p14="http://schemas.microsoft.com/office/powerpoint/2010/main" val="4134051035"/>
      </p:ext>
    </p:extLst>
  </p:cSld>
  <p:clrMapOvr>
    <a:masterClrMapping/>
  </p:clrMapOvr>
  <p:transition spd="med"/>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Content type 4">
    <p:spTree>
      <p:nvGrpSpPr>
        <p:cNvPr id="1" name=""/>
        <p:cNvGrpSpPr/>
        <p:nvPr/>
      </p:nvGrpSpPr>
      <p:grpSpPr>
        <a:xfrm>
          <a:off x="0" y="0"/>
          <a:ext cx="0" cy="0"/>
          <a:chOff x="0" y="0"/>
          <a:chExt cx="0" cy="0"/>
        </a:xfrm>
      </p:grpSpPr>
      <p:sp>
        <p:nvSpPr>
          <p:cNvPr id="5" name="Rectangle">
            <a:extLst>
              <a:ext uri="{FF2B5EF4-FFF2-40B4-BE49-F238E27FC236}">
                <a16:creationId xmlns:a16="http://schemas.microsoft.com/office/drawing/2014/main" id="{D2A636C9-947E-150D-EB07-22919761FA60}"/>
              </a:ext>
            </a:extLst>
          </p:cNvPr>
          <p:cNvSpPr/>
          <p:nvPr userDrawn="1"/>
        </p:nvSpPr>
        <p:spPr>
          <a:xfrm>
            <a:off x="-13856" y="2360348"/>
            <a:ext cx="24397856" cy="11436178"/>
          </a:xfrm>
          <a:prstGeom prst="rect">
            <a:avLst/>
          </a:prstGeom>
          <a:gradFill>
            <a:gsLst>
              <a:gs pos="0">
                <a:srgbClr val="2B7EC4"/>
              </a:gs>
              <a:gs pos="100000">
                <a:srgbClr val="57BFE8"/>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3" name="Title 2">
            <a:extLst>
              <a:ext uri="{FF2B5EF4-FFF2-40B4-BE49-F238E27FC236}">
                <a16:creationId xmlns:a16="http://schemas.microsoft.com/office/drawing/2014/main" id="{4C90E15E-9DC3-D24F-8189-931487225A46}"/>
              </a:ext>
            </a:extLst>
          </p:cNvPr>
          <p:cNvSpPr>
            <a:spLocks noGrp="1"/>
          </p:cNvSpPr>
          <p:nvPr>
            <p:ph type="title" hasCustomPrompt="1"/>
          </p:nvPr>
        </p:nvSpPr>
        <p:spPr>
          <a:xfrm>
            <a:off x="2167377" y="1871164"/>
            <a:ext cx="14715569" cy="511175"/>
          </a:xfrm>
        </p:spPr>
        <p:txBody>
          <a:bodyPr>
            <a:normAutofit/>
          </a:bodyPr>
          <a:lstStyle>
            <a:lvl1pPr>
              <a:defRPr kumimoji="0" lang="en-US" sz="3800" b="1" i="0" u="none" strike="noStrike" cap="all" spc="0" normalizeH="0" baseline="0">
                <a:ln>
                  <a:noFill/>
                </a:ln>
                <a:solidFill>
                  <a:srgbClr val="128CCD"/>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r>
              <a:rPr lang="en-US" dirty="0"/>
              <a:t>SLIDE TITLE</a:t>
            </a:r>
          </a:p>
        </p:txBody>
      </p:sp>
      <p:sp>
        <p:nvSpPr>
          <p:cNvPr id="13" name="Text Placeholder 4">
            <a:extLst>
              <a:ext uri="{FF2B5EF4-FFF2-40B4-BE49-F238E27FC236}">
                <a16:creationId xmlns:a16="http://schemas.microsoft.com/office/drawing/2014/main" id="{F9A081F0-DCC0-4F43-B885-A177263AC1B5}"/>
              </a:ext>
            </a:extLst>
          </p:cNvPr>
          <p:cNvSpPr>
            <a:spLocks noGrp="1"/>
          </p:cNvSpPr>
          <p:nvPr>
            <p:ph type="body" sz="quarter" idx="10" hasCustomPrompt="1"/>
          </p:nvPr>
        </p:nvSpPr>
        <p:spPr>
          <a:xfrm>
            <a:off x="2167377" y="2419728"/>
            <a:ext cx="9768875" cy="803546"/>
          </a:xfrm>
        </p:spPr>
        <p:txBody>
          <a:bodyPr/>
          <a:lstStyle>
            <a:lvl1pPr marL="0" indent="0">
              <a:buNone/>
              <a:defRPr kumimoji="0" lang="en-US" sz="3200" b="1" i="0" u="none" strike="noStrike" cap="all" spc="0" normalizeH="0" baseline="0">
                <a:ln>
                  <a:noFill/>
                </a:ln>
                <a:solidFill>
                  <a:schemeClr val="bg1"/>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pPr lvl="0"/>
            <a:r>
              <a:rPr lang="en-US" dirty="0"/>
              <a:t>SUB TITLE</a:t>
            </a:r>
          </a:p>
        </p:txBody>
      </p:sp>
      <p:sp>
        <p:nvSpPr>
          <p:cNvPr id="25" name="Text Placeholder 5">
            <a:extLst>
              <a:ext uri="{FF2B5EF4-FFF2-40B4-BE49-F238E27FC236}">
                <a16:creationId xmlns:a16="http://schemas.microsoft.com/office/drawing/2014/main" id="{0C2D7F5C-BD73-5445-9E3A-82A31E22F625}"/>
              </a:ext>
            </a:extLst>
          </p:cNvPr>
          <p:cNvSpPr>
            <a:spLocks noGrp="1"/>
          </p:cNvSpPr>
          <p:nvPr>
            <p:ph type="body" sz="quarter" idx="14"/>
          </p:nvPr>
        </p:nvSpPr>
        <p:spPr>
          <a:xfrm>
            <a:off x="2167377" y="9337350"/>
            <a:ext cx="4759266" cy="2315506"/>
          </a:xfrm>
        </p:spPr>
        <p:txBody>
          <a:bodyPr>
            <a:noAutofit/>
          </a:bodyPr>
          <a:lstStyle>
            <a:lvl1pPr marL="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26" name="Text Placeholder 5">
            <a:extLst>
              <a:ext uri="{FF2B5EF4-FFF2-40B4-BE49-F238E27FC236}">
                <a16:creationId xmlns:a16="http://schemas.microsoft.com/office/drawing/2014/main" id="{25FCA52D-C087-3347-A5F3-54D623B2115B}"/>
              </a:ext>
            </a:extLst>
          </p:cNvPr>
          <p:cNvSpPr>
            <a:spLocks noGrp="1"/>
          </p:cNvSpPr>
          <p:nvPr>
            <p:ph type="body" sz="quarter" idx="15"/>
          </p:nvPr>
        </p:nvSpPr>
        <p:spPr>
          <a:xfrm>
            <a:off x="9405342" y="9337350"/>
            <a:ext cx="4759266" cy="2315506"/>
          </a:xfrm>
        </p:spPr>
        <p:txBody>
          <a:bodyPr>
            <a:noAutofit/>
          </a:bodyPr>
          <a:lstStyle>
            <a:lvl1pPr marL="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27" name="Text Placeholder 5">
            <a:extLst>
              <a:ext uri="{FF2B5EF4-FFF2-40B4-BE49-F238E27FC236}">
                <a16:creationId xmlns:a16="http://schemas.microsoft.com/office/drawing/2014/main" id="{F4A212B9-DBD9-E746-BAFB-9234B89096E8}"/>
              </a:ext>
            </a:extLst>
          </p:cNvPr>
          <p:cNvSpPr>
            <a:spLocks noGrp="1"/>
          </p:cNvSpPr>
          <p:nvPr>
            <p:ph type="body" sz="quarter" idx="16"/>
          </p:nvPr>
        </p:nvSpPr>
        <p:spPr>
          <a:xfrm>
            <a:off x="16643307" y="9337350"/>
            <a:ext cx="4759266" cy="2315506"/>
          </a:xfrm>
        </p:spPr>
        <p:txBody>
          <a:bodyPr>
            <a:noAutofit/>
          </a:bodyPr>
          <a:lstStyle>
            <a:lvl1pPr marL="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28" name="Picture Placeholder 3">
            <a:extLst>
              <a:ext uri="{FF2B5EF4-FFF2-40B4-BE49-F238E27FC236}">
                <a16:creationId xmlns:a16="http://schemas.microsoft.com/office/drawing/2014/main" id="{3A552A97-F867-374E-B40D-BD84D808047E}"/>
              </a:ext>
            </a:extLst>
          </p:cNvPr>
          <p:cNvSpPr>
            <a:spLocks noGrp="1"/>
          </p:cNvSpPr>
          <p:nvPr>
            <p:ph type="pic" sz="quarter" idx="11"/>
          </p:nvPr>
        </p:nvSpPr>
        <p:spPr>
          <a:xfrm>
            <a:off x="2167377" y="4297293"/>
            <a:ext cx="4759266" cy="4172342"/>
          </a:xfrm>
        </p:spPr>
        <p:txBody>
          <a:bodyPr/>
          <a:lstStyle>
            <a:lvl1pPr marL="0" indent="0">
              <a:buNone/>
              <a:defRPr>
                <a:solidFill>
                  <a:schemeClr val="bg1"/>
                </a:solidFill>
              </a:defRPr>
            </a:lvl1pPr>
          </a:lstStyle>
          <a:p>
            <a:r>
              <a:rPr lang="en-US"/>
              <a:t>Click icon to add picture</a:t>
            </a:r>
            <a:endParaRPr lang="en-US" dirty="0"/>
          </a:p>
        </p:txBody>
      </p:sp>
      <p:sp>
        <p:nvSpPr>
          <p:cNvPr id="29" name="Picture Placeholder 3">
            <a:extLst>
              <a:ext uri="{FF2B5EF4-FFF2-40B4-BE49-F238E27FC236}">
                <a16:creationId xmlns:a16="http://schemas.microsoft.com/office/drawing/2014/main" id="{DB283EA2-01A0-334D-8038-2E3190C1B2B9}"/>
              </a:ext>
            </a:extLst>
          </p:cNvPr>
          <p:cNvSpPr>
            <a:spLocks noGrp="1"/>
          </p:cNvSpPr>
          <p:nvPr>
            <p:ph type="pic" sz="quarter" idx="12"/>
          </p:nvPr>
        </p:nvSpPr>
        <p:spPr>
          <a:xfrm>
            <a:off x="9405342" y="4297293"/>
            <a:ext cx="4759266" cy="4172342"/>
          </a:xfrm>
        </p:spPr>
        <p:txBody>
          <a:bodyPr/>
          <a:lstStyle>
            <a:lvl1pPr marL="0" indent="0">
              <a:buNone/>
              <a:defRPr>
                <a:solidFill>
                  <a:schemeClr val="bg1"/>
                </a:solidFill>
              </a:defRPr>
            </a:lvl1pPr>
          </a:lstStyle>
          <a:p>
            <a:r>
              <a:rPr lang="en-US"/>
              <a:t>Click icon to add picture</a:t>
            </a:r>
            <a:endParaRPr lang="en-US" dirty="0"/>
          </a:p>
        </p:txBody>
      </p:sp>
      <p:sp>
        <p:nvSpPr>
          <p:cNvPr id="30" name="Picture Placeholder 3">
            <a:extLst>
              <a:ext uri="{FF2B5EF4-FFF2-40B4-BE49-F238E27FC236}">
                <a16:creationId xmlns:a16="http://schemas.microsoft.com/office/drawing/2014/main" id="{B5710E30-F50B-2E47-A284-AB9A73F6AB8F}"/>
              </a:ext>
            </a:extLst>
          </p:cNvPr>
          <p:cNvSpPr>
            <a:spLocks noGrp="1"/>
          </p:cNvSpPr>
          <p:nvPr>
            <p:ph type="pic" sz="quarter" idx="13"/>
          </p:nvPr>
        </p:nvSpPr>
        <p:spPr>
          <a:xfrm>
            <a:off x="16643307" y="4297293"/>
            <a:ext cx="4759266" cy="4172342"/>
          </a:xfrm>
        </p:spPr>
        <p:txBody>
          <a:bodyPr/>
          <a:lstStyle>
            <a:lvl1pPr marL="0" indent="0">
              <a:buNone/>
              <a:defRPr>
                <a:solidFill>
                  <a:schemeClr val="bg1"/>
                </a:solidFill>
              </a:defRPr>
            </a:lvl1pPr>
          </a:lstStyle>
          <a:p>
            <a:r>
              <a:rPr lang="en-US"/>
              <a:t>Click icon to add picture</a:t>
            </a:r>
            <a:endParaRPr lang="en-US" dirty="0"/>
          </a:p>
        </p:txBody>
      </p:sp>
      <p:pic>
        <p:nvPicPr>
          <p:cNvPr id="2" name="Picture 1">
            <a:extLst>
              <a:ext uri="{FF2B5EF4-FFF2-40B4-BE49-F238E27FC236}">
                <a16:creationId xmlns:a16="http://schemas.microsoft.com/office/drawing/2014/main" id="{07CBA874-2A87-342A-D528-C2660A034B15}"/>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439334" y="-15464"/>
            <a:ext cx="3860800" cy="1473200"/>
          </a:xfrm>
          <a:prstGeom prst="rect">
            <a:avLst/>
          </a:prstGeom>
        </p:spPr>
      </p:pic>
    </p:spTree>
    <p:extLst>
      <p:ext uri="{BB962C8B-B14F-4D97-AF65-F5344CB8AC3E}">
        <p14:creationId xmlns:p14="http://schemas.microsoft.com/office/powerpoint/2010/main" val="3505189200"/>
      </p:ext>
    </p:extLst>
  </p:cSld>
  <p:clrMapOvr>
    <a:masterClrMapping/>
  </p:clrMapOvr>
  <p:transition spd="med"/>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3_Content type 4">
    <p:spTree>
      <p:nvGrpSpPr>
        <p:cNvPr id="1" name=""/>
        <p:cNvGrpSpPr/>
        <p:nvPr/>
      </p:nvGrpSpPr>
      <p:grpSpPr>
        <a:xfrm>
          <a:off x="0" y="0"/>
          <a:ext cx="0" cy="0"/>
          <a:chOff x="0" y="0"/>
          <a:chExt cx="0" cy="0"/>
        </a:xfrm>
      </p:grpSpPr>
      <p:sp>
        <p:nvSpPr>
          <p:cNvPr id="5" name="Rectangle">
            <a:extLst>
              <a:ext uri="{FF2B5EF4-FFF2-40B4-BE49-F238E27FC236}">
                <a16:creationId xmlns:a16="http://schemas.microsoft.com/office/drawing/2014/main" id="{3A325C97-8FC1-69A4-76A6-9BFCCE62D08F}"/>
              </a:ext>
            </a:extLst>
          </p:cNvPr>
          <p:cNvSpPr/>
          <p:nvPr userDrawn="1"/>
        </p:nvSpPr>
        <p:spPr>
          <a:xfrm>
            <a:off x="-13856" y="2360348"/>
            <a:ext cx="24397856" cy="11436178"/>
          </a:xfrm>
          <a:prstGeom prst="rect">
            <a:avLst/>
          </a:prstGeom>
          <a:gradFill>
            <a:gsLst>
              <a:gs pos="0">
                <a:srgbClr val="2B7EC4"/>
              </a:gs>
              <a:gs pos="100000">
                <a:srgbClr val="57BFE8"/>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3" name="Title 2">
            <a:extLst>
              <a:ext uri="{FF2B5EF4-FFF2-40B4-BE49-F238E27FC236}">
                <a16:creationId xmlns:a16="http://schemas.microsoft.com/office/drawing/2014/main" id="{4C90E15E-9DC3-D24F-8189-931487225A46}"/>
              </a:ext>
            </a:extLst>
          </p:cNvPr>
          <p:cNvSpPr>
            <a:spLocks noGrp="1"/>
          </p:cNvSpPr>
          <p:nvPr>
            <p:ph type="title" hasCustomPrompt="1"/>
          </p:nvPr>
        </p:nvSpPr>
        <p:spPr>
          <a:xfrm>
            <a:off x="2167377" y="1871164"/>
            <a:ext cx="14715569" cy="511175"/>
          </a:xfrm>
        </p:spPr>
        <p:txBody>
          <a:bodyPr>
            <a:normAutofit/>
          </a:bodyPr>
          <a:lstStyle>
            <a:lvl1pPr>
              <a:defRPr kumimoji="0" lang="en-US" sz="3800" b="1" i="0" u="none" strike="noStrike" cap="all" spc="0" normalizeH="0" baseline="0">
                <a:ln>
                  <a:noFill/>
                </a:ln>
                <a:solidFill>
                  <a:srgbClr val="128CCD"/>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r>
              <a:rPr lang="en-US" dirty="0"/>
              <a:t>SLIDE TITLE</a:t>
            </a:r>
          </a:p>
        </p:txBody>
      </p:sp>
      <p:sp>
        <p:nvSpPr>
          <p:cNvPr id="13" name="Text Placeholder 4">
            <a:extLst>
              <a:ext uri="{FF2B5EF4-FFF2-40B4-BE49-F238E27FC236}">
                <a16:creationId xmlns:a16="http://schemas.microsoft.com/office/drawing/2014/main" id="{F9A081F0-DCC0-4F43-B885-A177263AC1B5}"/>
              </a:ext>
            </a:extLst>
          </p:cNvPr>
          <p:cNvSpPr>
            <a:spLocks noGrp="1"/>
          </p:cNvSpPr>
          <p:nvPr>
            <p:ph type="body" sz="quarter" idx="10" hasCustomPrompt="1"/>
          </p:nvPr>
        </p:nvSpPr>
        <p:spPr>
          <a:xfrm>
            <a:off x="2167377" y="2419728"/>
            <a:ext cx="9768875" cy="803546"/>
          </a:xfrm>
        </p:spPr>
        <p:txBody>
          <a:bodyPr/>
          <a:lstStyle>
            <a:lvl1pPr marL="0" indent="0">
              <a:buNone/>
              <a:defRPr kumimoji="0" lang="en-US" sz="3200" b="1" i="0" u="none" strike="noStrike" cap="all" spc="0" normalizeH="0" baseline="0">
                <a:ln>
                  <a:noFill/>
                </a:ln>
                <a:solidFill>
                  <a:schemeClr val="bg1"/>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pPr lvl="0"/>
            <a:r>
              <a:rPr lang="en-US" dirty="0"/>
              <a:t>SUB TITLE</a:t>
            </a:r>
          </a:p>
        </p:txBody>
      </p:sp>
      <p:sp>
        <p:nvSpPr>
          <p:cNvPr id="4" name="Right Arrow 3">
            <a:extLst>
              <a:ext uri="{FF2B5EF4-FFF2-40B4-BE49-F238E27FC236}">
                <a16:creationId xmlns:a16="http://schemas.microsoft.com/office/drawing/2014/main" id="{8F28C692-0EE9-7D99-17B4-3313049F0A01}"/>
              </a:ext>
            </a:extLst>
          </p:cNvPr>
          <p:cNvSpPr/>
          <p:nvPr userDrawn="1"/>
        </p:nvSpPr>
        <p:spPr>
          <a:xfrm>
            <a:off x="7398337" y="6690612"/>
            <a:ext cx="1573640" cy="1182013"/>
          </a:xfrm>
          <a:prstGeom prst="rightArrow">
            <a:avLst/>
          </a:prstGeom>
          <a:solidFill>
            <a:schemeClr val="accent1">
              <a:lumMod val="50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2" name="Rounded Rectangle 1">
            <a:extLst>
              <a:ext uri="{FF2B5EF4-FFF2-40B4-BE49-F238E27FC236}">
                <a16:creationId xmlns:a16="http://schemas.microsoft.com/office/drawing/2014/main" id="{01B89336-F494-2062-ED79-0A44623AD4C4}"/>
              </a:ext>
            </a:extLst>
          </p:cNvPr>
          <p:cNvSpPr/>
          <p:nvPr userDrawn="1"/>
        </p:nvSpPr>
        <p:spPr>
          <a:xfrm>
            <a:off x="2167377" y="5155107"/>
            <a:ext cx="4924799" cy="4320000"/>
          </a:xfrm>
          <a:prstGeom prst="roundRect">
            <a:avLst>
              <a:gd name="adj" fmla="val 7112"/>
            </a:avLst>
          </a:prstGeom>
          <a:solidFill>
            <a:schemeClr val="bg1">
              <a:lumMod val="95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25" name="Text Placeholder 5">
            <a:extLst>
              <a:ext uri="{FF2B5EF4-FFF2-40B4-BE49-F238E27FC236}">
                <a16:creationId xmlns:a16="http://schemas.microsoft.com/office/drawing/2014/main" id="{0C2D7F5C-BD73-5445-9E3A-82A31E22F625}"/>
              </a:ext>
            </a:extLst>
          </p:cNvPr>
          <p:cNvSpPr>
            <a:spLocks noGrp="1"/>
          </p:cNvSpPr>
          <p:nvPr>
            <p:ph type="body" sz="quarter" idx="14"/>
          </p:nvPr>
        </p:nvSpPr>
        <p:spPr>
          <a:xfrm>
            <a:off x="2594247" y="5701845"/>
            <a:ext cx="3895763" cy="3300760"/>
          </a:xfrm>
        </p:spPr>
        <p:txBody>
          <a:bodyPr>
            <a:noAutofit/>
          </a:bodyPr>
          <a:lstStyle>
            <a:lvl1pPr marL="0" indent="0">
              <a:buNone/>
              <a:defRPr kumimoji="0" lang="en-US" sz="3200" b="0" i="0" u="none" strike="noStrike" cap="none" spc="0" normalizeH="0" baseline="0">
                <a:ln>
                  <a:noFill/>
                </a:ln>
                <a:solidFill>
                  <a:schemeClr val="accent1">
                    <a:lumMod val="50000"/>
                  </a:schemeClr>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17" name="Rounded Rectangle 16">
            <a:extLst>
              <a:ext uri="{FF2B5EF4-FFF2-40B4-BE49-F238E27FC236}">
                <a16:creationId xmlns:a16="http://schemas.microsoft.com/office/drawing/2014/main" id="{651AEE51-4476-0347-EE71-4727AC7D90CC}"/>
              </a:ext>
            </a:extLst>
          </p:cNvPr>
          <p:cNvSpPr/>
          <p:nvPr userDrawn="1"/>
        </p:nvSpPr>
        <p:spPr>
          <a:xfrm>
            <a:off x="9278138" y="5155107"/>
            <a:ext cx="4924799" cy="4320000"/>
          </a:xfrm>
          <a:prstGeom prst="roundRect">
            <a:avLst>
              <a:gd name="adj" fmla="val 7112"/>
            </a:avLst>
          </a:prstGeom>
          <a:solidFill>
            <a:schemeClr val="bg1">
              <a:lumMod val="95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19" name="Rounded Rectangle 18">
            <a:extLst>
              <a:ext uri="{FF2B5EF4-FFF2-40B4-BE49-F238E27FC236}">
                <a16:creationId xmlns:a16="http://schemas.microsoft.com/office/drawing/2014/main" id="{C8DF8073-7CBE-78F8-385D-33EC70507F81}"/>
              </a:ext>
            </a:extLst>
          </p:cNvPr>
          <p:cNvSpPr/>
          <p:nvPr userDrawn="1"/>
        </p:nvSpPr>
        <p:spPr>
          <a:xfrm>
            <a:off x="16388899" y="5155107"/>
            <a:ext cx="4924799" cy="4320000"/>
          </a:xfrm>
          <a:prstGeom prst="roundRect">
            <a:avLst>
              <a:gd name="adj" fmla="val 7112"/>
            </a:avLst>
          </a:prstGeom>
          <a:solidFill>
            <a:schemeClr val="bg1">
              <a:lumMod val="95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23" name="Text Placeholder 5">
            <a:extLst>
              <a:ext uri="{FF2B5EF4-FFF2-40B4-BE49-F238E27FC236}">
                <a16:creationId xmlns:a16="http://schemas.microsoft.com/office/drawing/2014/main" id="{5D06E93C-E9EF-DAD7-BDE3-8DDAB05CDF90}"/>
              </a:ext>
            </a:extLst>
          </p:cNvPr>
          <p:cNvSpPr>
            <a:spLocks noGrp="1"/>
          </p:cNvSpPr>
          <p:nvPr>
            <p:ph type="body" sz="quarter" idx="15"/>
          </p:nvPr>
        </p:nvSpPr>
        <p:spPr>
          <a:xfrm>
            <a:off x="9719708" y="5701845"/>
            <a:ext cx="3895763" cy="3300760"/>
          </a:xfrm>
        </p:spPr>
        <p:txBody>
          <a:bodyPr>
            <a:noAutofit/>
          </a:bodyPr>
          <a:lstStyle>
            <a:lvl1pPr marL="0" indent="0">
              <a:buNone/>
              <a:defRPr kumimoji="0" lang="en-US" sz="3200" b="0" i="0" u="none" strike="noStrike" cap="none" spc="0" normalizeH="0" baseline="0">
                <a:ln>
                  <a:noFill/>
                </a:ln>
                <a:solidFill>
                  <a:schemeClr val="accent1">
                    <a:lumMod val="50000"/>
                  </a:schemeClr>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24" name="Text Placeholder 5">
            <a:extLst>
              <a:ext uri="{FF2B5EF4-FFF2-40B4-BE49-F238E27FC236}">
                <a16:creationId xmlns:a16="http://schemas.microsoft.com/office/drawing/2014/main" id="{AB64C3FA-E7EC-73CE-DEC9-E0D1DACCC92F}"/>
              </a:ext>
            </a:extLst>
          </p:cNvPr>
          <p:cNvSpPr>
            <a:spLocks noGrp="1"/>
          </p:cNvSpPr>
          <p:nvPr>
            <p:ph type="body" sz="quarter" idx="16"/>
          </p:nvPr>
        </p:nvSpPr>
        <p:spPr>
          <a:xfrm>
            <a:off x="16882946" y="5701845"/>
            <a:ext cx="3895763" cy="3300760"/>
          </a:xfrm>
        </p:spPr>
        <p:txBody>
          <a:bodyPr>
            <a:noAutofit/>
          </a:bodyPr>
          <a:lstStyle>
            <a:lvl1pPr marL="0" indent="0">
              <a:buNone/>
              <a:defRPr kumimoji="0" lang="en-US" sz="3200" b="0" i="0" u="none" strike="noStrike" cap="none" spc="0" normalizeH="0" baseline="0">
                <a:ln>
                  <a:noFill/>
                </a:ln>
                <a:solidFill>
                  <a:schemeClr val="accent1">
                    <a:lumMod val="50000"/>
                  </a:schemeClr>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31" name="Text Placeholder 5">
            <a:extLst>
              <a:ext uri="{FF2B5EF4-FFF2-40B4-BE49-F238E27FC236}">
                <a16:creationId xmlns:a16="http://schemas.microsoft.com/office/drawing/2014/main" id="{1B745795-7EE3-42BF-EDBE-49D4FAD835F5}"/>
              </a:ext>
            </a:extLst>
          </p:cNvPr>
          <p:cNvSpPr>
            <a:spLocks noGrp="1"/>
          </p:cNvSpPr>
          <p:nvPr>
            <p:ph type="body" sz="quarter" idx="17"/>
          </p:nvPr>
        </p:nvSpPr>
        <p:spPr>
          <a:xfrm>
            <a:off x="2349891" y="10445295"/>
            <a:ext cx="19038148" cy="1701954"/>
          </a:xfrm>
        </p:spPr>
        <p:txBody>
          <a:bodyPr>
            <a:noAutofit/>
          </a:bodyPr>
          <a:lstStyle>
            <a:lvl1pPr marL="0" indent="0">
              <a:buNone/>
              <a:defRPr kumimoji="0" lang="en-US" sz="2800" b="0" i="0" u="none" strike="noStrike" cap="none" spc="0" normalizeH="0" baseline="0">
                <a:ln>
                  <a:noFill/>
                </a:ln>
                <a:solidFill>
                  <a:schemeClr val="bg1"/>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33" name="Right Arrow 32">
            <a:extLst>
              <a:ext uri="{FF2B5EF4-FFF2-40B4-BE49-F238E27FC236}">
                <a16:creationId xmlns:a16="http://schemas.microsoft.com/office/drawing/2014/main" id="{0AE76436-839B-BF36-E19E-893653562EA3}"/>
              </a:ext>
            </a:extLst>
          </p:cNvPr>
          <p:cNvSpPr/>
          <p:nvPr userDrawn="1"/>
        </p:nvSpPr>
        <p:spPr>
          <a:xfrm>
            <a:off x="14509098" y="6690612"/>
            <a:ext cx="1573640" cy="1182013"/>
          </a:xfrm>
          <a:prstGeom prst="rightArrow">
            <a:avLst/>
          </a:prstGeom>
          <a:solidFill>
            <a:schemeClr val="accent1">
              <a:lumMod val="50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8" name="Oval 7">
            <a:extLst>
              <a:ext uri="{FF2B5EF4-FFF2-40B4-BE49-F238E27FC236}">
                <a16:creationId xmlns:a16="http://schemas.microsoft.com/office/drawing/2014/main" id="{DCFF0438-821D-3C18-6D61-1BD73A4DC167}"/>
              </a:ext>
            </a:extLst>
          </p:cNvPr>
          <p:cNvSpPr/>
          <p:nvPr userDrawn="1"/>
        </p:nvSpPr>
        <p:spPr>
          <a:xfrm>
            <a:off x="4241849" y="4015089"/>
            <a:ext cx="775855" cy="836732"/>
          </a:xfrm>
          <a:prstGeom prst="ellipse">
            <a:avLst/>
          </a:prstGeom>
          <a:solidFill>
            <a:schemeClr val="bg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r>
              <a:rPr kumimoji="0" lang="en-US" sz="3200" b="0" i="0" u="none" strike="noStrike" cap="none" spc="0" normalizeH="0" baseline="0" dirty="0">
                <a:ln>
                  <a:noFill/>
                </a:ln>
                <a:solidFill>
                  <a:schemeClr val="tx1"/>
                </a:solidFill>
                <a:effectLst/>
                <a:uFillTx/>
                <a:latin typeface="Open Sans Light" pitchFamily="2" charset="0"/>
                <a:ea typeface="Open Sans Light" pitchFamily="2" charset="0"/>
                <a:cs typeface="Open Sans Light" pitchFamily="2" charset="0"/>
                <a:sym typeface="Helvetica Neue Medium"/>
              </a:rPr>
              <a:t>1</a:t>
            </a:r>
          </a:p>
        </p:txBody>
      </p:sp>
      <p:sp>
        <p:nvSpPr>
          <p:cNvPr id="10" name="Oval 9">
            <a:extLst>
              <a:ext uri="{FF2B5EF4-FFF2-40B4-BE49-F238E27FC236}">
                <a16:creationId xmlns:a16="http://schemas.microsoft.com/office/drawing/2014/main" id="{1BC35716-81E4-A54F-3272-89DAA37CF79D}"/>
              </a:ext>
            </a:extLst>
          </p:cNvPr>
          <p:cNvSpPr/>
          <p:nvPr userDrawn="1"/>
        </p:nvSpPr>
        <p:spPr>
          <a:xfrm>
            <a:off x="11279661" y="4015089"/>
            <a:ext cx="775855" cy="836732"/>
          </a:xfrm>
          <a:prstGeom prst="ellipse">
            <a:avLst/>
          </a:prstGeom>
          <a:solidFill>
            <a:schemeClr val="bg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r>
              <a:rPr kumimoji="0" lang="en-US" sz="3200" b="0" i="0" u="none" strike="noStrike" cap="none" spc="0" normalizeH="0" baseline="0" dirty="0">
                <a:ln>
                  <a:noFill/>
                </a:ln>
                <a:solidFill>
                  <a:schemeClr val="tx1"/>
                </a:solidFill>
                <a:effectLst/>
                <a:uFillTx/>
                <a:latin typeface="Open Sans Light" pitchFamily="2" charset="0"/>
                <a:ea typeface="Open Sans Light" pitchFamily="2" charset="0"/>
                <a:cs typeface="Open Sans Light" pitchFamily="2" charset="0"/>
                <a:sym typeface="Helvetica Neue Medium"/>
              </a:rPr>
              <a:t>2</a:t>
            </a:r>
          </a:p>
        </p:txBody>
      </p:sp>
      <p:sp>
        <p:nvSpPr>
          <p:cNvPr id="14" name="Oval 13">
            <a:extLst>
              <a:ext uri="{FF2B5EF4-FFF2-40B4-BE49-F238E27FC236}">
                <a16:creationId xmlns:a16="http://schemas.microsoft.com/office/drawing/2014/main" id="{6D587B62-738C-1BE8-E775-FC6EC9D2556E}"/>
              </a:ext>
            </a:extLst>
          </p:cNvPr>
          <p:cNvSpPr/>
          <p:nvPr userDrawn="1"/>
        </p:nvSpPr>
        <p:spPr>
          <a:xfrm>
            <a:off x="18463370" y="4015089"/>
            <a:ext cx="775855" cy="836732"/>
          </a:xfrm>
          <a:prstGeom prst="ellipse">
            <a:avLst/>
          </a:prstGeom>
          <a:solidFill>
            <a:schemeClr val="bg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r>
              <a:rPr kumimoji="0" lang="en-US" sz="3200" b="0" i="0" u="none" strike="noStrike" cap="none" spc="0" normalizeH="0" baseline="0" dirty="0">
                <a:ln>
                  <a:noFill/>
                </a:ln>
                <a:solidFill>
                  <a:schemeClr val="tx1"/>
                </a:solidFill>
                <a:effectLst/>
                <a:uFillTx/>
                <a:latin typeface="Open Sans Light" pitchFamily="2" charset="0"/>
                <a:ea typeface="Open Sans Light" pitchFamily="2" charset="0"/>
                <a:cs typeface="Open Sans Light" pitchFamily="2" charset="0"/>
                <a:sym typeface="Helvetica Neue Medium"/>
              </a:rPr>
              <a:t>3</a:t>
            </a:r>
          </a:p>
        </p:txBody>
      </p:sp>
      <p:pic>
        <p:nvPicPr>
          <p:cNvPr id="6" name="Picture 5">
            <a:extLst>
              <a:ext uri="{FF2B5EF4-FFF2-40B4-BE49-F238E27FC236}">
                <a16:creationId xmlns:a16="http://schemas.microsoft.com/office/drawing/2014/main" id="{9A703794-B39A-7A69-54AC-AFD888C8CB46}"/>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439334" y="-15464"/>
            <a:ext cx="3860800" cy="1473200"/>
          </a:xfrm>
          <a:prstGeom prst="rect">
            <a:avLst/>
          </a:prstGeom>
        </p:spPr>
      </p:pic>
    </p:spTree>
    <p:extLst>
      <p:ext uri="{BB962C8B-B14F-4D97-AF65-F5344CB8AC3E}">
        <p14:creationId xmlns:p14="http://schemas.microsoft.com/office/powerpoint/2010/main" val="1809284995"/>
      </p:ext>
    </p:extLst>
  </p:cSld>
  <p:clrMapOvr>
    <a:masterClrMapping/>
  </p:clrMapOvr>
  <p:transition spd="med"/>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Content type 5">
    <p:spTree>
      <p:nvGrpSpPr>
        <p:cNvPr id="1" name=""/>
        <p:cNvGrpSpPr/>
        <p:nvPr/>
      </p:nvGrpSpPr>
      <p:grpSpPr>
        <a:xfrm>
          <a:off x="0" y="0"/>
          <a:ext cx="0" cy="0"/>
          <a:chOff x="0" y="0"/>
          <a:chExt cx="0" cy="0"/>
        </a:xfrm>
      </p:grpSpPr>
      <p:sp>
        <p:nvSpPr>
          <p:cNvPr id="2" name="Rectangle">
            <a:extLst>
              <a:ext uri="{FF2B5EF4-FFF2-40B4-BE49-F238E27FC236}">
                <a16:creationId xmlns:a16="http://schemas.microsoft.com/office/drawing/2014/main" id="{95F33489-AE64-A520-339D-37FA55DCDDCD}"/>
              </a:ext>
            </a:extLst>
          </p:cNvPr>
          <p:cNvSpPr/>
          <p:nvPr userDrawn="1"/>
        </p:nvSpPr>
        <p:spPr>
          <a:xfrm>
            <a:off x="-13856" y="2360348"/>
            <a:ext cx="24397856" cy="11436178"/>
          </a:xfrm>
          <a:prstGeom prst="rect">
            <a:avLst/>
          </a:prstGeom>
          <a:gradFill>
            <a:gsLst>
              <a:gs pos="0">
                <a:srgbClr val="2B7EC4"/>
              </a:gs>
              <a:gs pos="100000">
                <a:srgbClr val="57BFE8"/>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3" name="Title 2">
            <a:extLst>
              <a:ext uri="{FF2B5EF4-FFF2-40B4-BE49-F238E27FC236}">
                <a16:creationId xmlns:a16="http://schemas.microsoft.com/office/drawing/2014/main" id="{4C90E15E-9DC3-D24F-8189-931487225A46}"/>
              </a:ext>
            </a:extLst>
          </p:cNvPr>
          <p:cNvSpPr>
            <a:spLocks noGrp="1"/>
          </p:cNvSpPr>
          <p:nvPr>
            <p:ph type="title" hasCustomPrompt="1"/>
          </p:nvPr>
        </p:nvSpPr>
        <p:spPr>
          <a:xfrm>
            <a:off x="2167377" y="1871164"/>
            <a:ext cx="14715569" cy="511175"/>
          </a:xfrm>
        </p:spPr>
        <p:txBody>
          <a:bodyPr>
            <a:normAutofit/>
          </a:bodyPr>
          <a:lstStyle>
            <a:lvl1pPr>
              <a:defRPr kumimoji="0" lang="en-US" sz="3800" b="1" i="0" u="none" strike="noStrike" cap="all" spc="0" normalizeH="0" baseline="0">
                <a:ln>
                  <a:noFill/>
                </a:ln>
                <a:solidFill>
                  <a:srgbClr val="128CCD"/>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r>
              <a:rPr lang="en-US" dirty="0"/>
              <a:t>SLIDE TITLE</a:t>
            </a:r>
          </a:p>
        </p:txBody>
      </p:sp>
      <p:sp>
        <p:nvSpPr>
          <p:cNvPr id="13" name="Text Placeholder 4">
            <a:extLst>
              <a:ext uri="{FF2B5EF4-FFF2-40B4-BE49-F238E27FC236}">
                <a16:creationId xmlns:a16="http://schemas.microsoft.com/office/drawing/2014/main" id="{F9A081F0-DCC0-4F43-B885-A177263AC1B5}"/>
              </a:ext>
            </a:extLst>
          </p:cNvPr>
          <p:cNvSpPr>
            <a:spLocks noGrp="1"/>
          </p:cNvSpPr>
          <p:nvPr>
            <p:ph type="body" sz="quarter" idx="10" hasCustomPrompt="1"/>
          </p:nvPr>
        </p:nvSpPr>
        <p:spPr>
          <a:xfrm>
            <a:off x="2167377" y="2419728"/>
            <a:ext cx="9768875" cy="803546"/>
          </a:xfrm>
        </p:spPr>
        <p:txBody>
          <a:bodyPr/>
          <a:lstStyle>
            <a:lvl1pPr marL="0" indent="0">
              <a:buNone/>
              <a:defRPr kumimoji="0" lang="en-US" sz="3200" b="1" i="0" u="none" strike="noStrike" cap="all" spc="0" normalizeH="0" baseline="0">
                <a:ln>
                  <a:noFill/>
                </a:ln>
                <a:solidFill>
                  <a:schemeClr val="bg1"/>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pPr lvl="0"/>
            <a:r>
              <a:rPr lang="en-US" dirty="0"/>
              <a:t>SUB TITLE</a:t>
            </a:r>
          </a:p>
        </p:txBody>
      </p:sp>
      <p:sp>
        <p:nvSpPr>
          <p:cNvPr id="27" name="Text Placeholder 5">
            <a:extLst>
              <a:ext uri="{FF2B5EF4-FFF2-40B4-BE49-F238E27FC236}">
                <a16:creationId xmlns:a16="http://schemas.microsoft.com/office/drawing/2014/main" id="{F4A212B9-DBD9-E746-BAFB-9234B89096E8}"/>
              </a:ext>
            </a:extLst>
          </p:cNvPr>
          <p:cNvSpPr>
            <a:spLocks noGrp="1"/>
          </p:cNvSpPr>
          <p:nvPr>
            <p:ph type="body" sz="quarter" idx="16"/>
          </p:nvPr>
        </p:nvSpPr>
        <p:spPr>
          <a:xfrm>
            <a:off x="2167377" y="6556917"/>
            <a:ext cx="9768906" cy="5575610"/>
          </a:xfrm>
        </p:spPr>
        <p:txBody>
          <a:bodyPr>
            <a:noAutofit/>
          </a:bodyPr>
          <a:lstStyle>
            <a:lvl1pPr marL="0" indent="0">
              <a:buNone/>
              <a:defRPr kumimoji="0" lang="en-US" sz="2600" b="0" i="0" u="none" strike="noStrike" cap="none" spc="0" normalizeH="0" baseline="0">
                <a:ln>
                  <a:noFill/>
                </a:ln>
                <a:solidFill>
                  <a:srgbClr val="FFFFFF"/>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34" name="Picture Placeholder 3">
            <a:extLst>
              <a:ext uri="{FF2B5EF4-FFF2-40B4-BE49-F238E27FC236}">
                <a16:creationId xmlns:a16="http://schemas.microsoft.com/office/drawing/2014/main" id="{199BEEEC-0D44-544B-A30D-8F854BF4A1E2}"/>
              </a:ext>
            </a:extLst>
          </p:cNvPr>
          <p:cNvSpPr>
            <a:spLocks noGrp="1"/>
          </p:cNvSpPr>
          <p:nvPr>
            <p:ph type="pic" sz="quarter" idx="13"/>
          </p:nvPr>
        </p:nvSpPr>
        <p:spPr>
          <a:xfrm>
            <a:off x="12339930" y="4210629"/>
            <a:ext cx="9099057" cy="7921898"/>
          </a:xfrm>
        </p:spPr>
        <p:txBody>
          <a:bodyPr/>
          <a:lstStyle>
            <a:lvl1pPr marL="0" indent="0">
              <a:buNone/>
              <a:defRPr b="0">
                <a:solidFill>
                  <a:schemeClr val="bg1"/>
                </a:solidFill>
              </a:defRPr>
            </a:lvl1pPr>
          </a:lstStyle>
          <a:p>
            <a:r>
              <a:rPr lang="en-US"/>
              <a:t>Click icon to add picture</a:t>
            </a:r>
            <a:endParaRPr lang="en-US" dirty="0"/>
          </a:p>
        </p:txBody>
      </p:sp>
      <p:sp>
        <p:nvSpPr>
          <p:cNvPr id="6" name="Text Placeholder 5">
            <a:extLst>
              <a:ext uri="{FF2B5EF4-FFF2-40B4-BE49-F238E27FC236}">
                <a16:creationId xmlns:a16="http://schemas.microsoft.com/office/drawing/2014/main" id="{313C6146-DC72-7FB3-6375-B120A24C107F}"/>
              </a:ext>
            </a:extLst>
          </p:cNvPr>
          <p:cNvSpPr>
            <a:spLocks noGrp="1"/>
          </p:cNvSpPr>
          <p:nvPr>
            <p:ph type="body" sz="quarter" idx="17" hasCustomPrompt="1"/>
          </p:nvPr>
        </p:nvSpPr>
        <p:spPr>
          <a:xfrm>
            <a:off x="2166938" y="4210049"/>
            <a:ext cx="9768874" cy="2039112"/>
          </a:xfrm>
        </p:spPr>
        <p:txBody>
          <a:bodyPr>
            <a:normAutofit/>
          </a:bodyPr>
          <a:lstStyle>
            <a:lvl1pPr marL="0" indent="0">
              <a:buNone/>
              <a:defRPr sz="4400">
                <a:solidFill>
                  <a:schemeClr val="bg1"/>
                </a:solidFill>
              </a:defRPr>
            </a:lvl1pPr>
            <a:lvl5pPr marL="2438400" indent="0" algn="l">
              <a:buFont typeface="Arial" panose="020B0604020202020204" pitchFamily="34" charset="0"/>
              <a:buNone/>
              <a:defRPr sz="4400">
                <a:solidFill>
                  <a:schemeClr val="bg1"/>
                </a:solidFill>
              </a:defRPr>
            </a:lvl5pPr>
          </a:lstStyle>
          <a:p>
            <a:pPr lvl="0"/>
            <a:r>
              <a:rPr lang="en-US" dirty="0"/>
              <a:t>Click to add text</a:t>
            </a:r>
          </a:p>
        </p:txBody>
      </p:sp>
      <p:pic>
        <p:nvPicPr>
          <p:cNvPr id="4" name="Picture 3">
            <a:extLst>
              <a:ext uri="{FF2B5EF4-FFF2-40B4-BE49-F238E27FC236}">
                <a16:creationId xmlns:a16="http://schemas.microsoft.com/office/drawing/2014/main" id="{64D25C93-1B77-566C-CD32-E4AC841F19C1}"/>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439334" y="-15464"/>
            <a:ext cx="3860800" cy="1473200"/>
          </a:xfrm>
          <a:prstGeom prst="rect">
            <a:avLst/>
          </a:prstGeom>
        </p:spPr>
      </p:pic>
    </p:spTree>
    <p:extLst>
      <p:ext uri="{BB962C8B-B14F-4D97-AF65-F5344CB8AC3E}">
        <p14:creationId xmlns:p14="http://schemas.microsoft.com/office/powerpoint/2010/main" val="2085329813"/>
      </p:ext>
    </p:extLst>
  </p:cSld>
  <p:clrMapOvr>
    <a:masterClrMapping/>
  </p:clrMapOvr>
  <p:transition spd="med"/>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1_Content type 5">
    <p:spTree>
      <p:nvGrpSpPr>
        <p:cNvPr id="1" name=""/>
        <p:cNvGrpSpPr/>
        <p:nvPr/>
      </p:nvGrpSpPr>
      <p:grpSpPr>
        <a:xfrm>
          <a:off x="0" y="0"/>
          <a:ext cx="0" cy="0"/>
          <a:chOff x="0" y="0"/>
          <a:chExt cx="0" cy="0"/>
        </a:xfrm>
      </p:grpSpPr>
      <p:sp>
        <p:nvSpPr>
          <p:cNvPr id="2" name="Rectangle">
            <a:extLst>
              <a:ext uri="{FF2B5EF4-FFF2-40B4-BE49-F238E27FC236}">
                <a16:creationId xmlns:a16="http://schemas.microsoft.com/office/drawing/2014/main" id="{28F252AD-5DE4-7070-6059-31CB6E8E15CC}"/>
              </a:ext>
            </a:extLst>
          </p:cNvPr>
          <p:cNvSpPr/>
          <p:nvPr userDrawn="1"/>
        </p:nvSpPr>
        <p:spPr>
          <a:xfrm>
            <a:off x="-13856" y="2360348"/>
            <a:ext cx="24397856" cy="11436178"/>
          </a:xfrm>
          <a:prstGeom prst="rect">
            <a:avLst/>
          </a:prstGeom>
          <a:gradFill>
            <a:gsLst>
              <a:gs pos="0">
                <a:srgbClr val="2B7EC4"/>
              </a:gs>
              <a:gs pos="100000">
                <a:srgbClr val="57BFE8"/>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3" name="Title 2">
            <a:extLst>
              <a:ext uri="{FF2B5EF4-FFF2-40B4-BE49-F238E27FC236}">
                <a16:creationId xmlns:a16="http://schemas.microsoft.com/office/drawing/2014/main" id="{4C90E15E-9DC3-D24F-8189-931487225A46}"/>
              </a:ext>
            </a:extLst>
          </p:cNvPr>
          <p:cNvSpPr>
            <a:spLocks noGrp="1"/>
          </p:cNvSpPr>
          <p:nvPr>
            <p:ph type="title" hasCustomPrompt="1"/>
          </p:nvPr>
        </p:nvSpPr>
        <p:spPr>
          <a:xfrm>
            <a:off x="2167377" y="1871164"/>
            <a:ext cx="14715569" cy="511175"/>
          </a:xfrm>
        </p:spPr>
        <p:txBody>
          <a:bodyPr>
            <a:normAutofit/>
          </a:bodyPr>
          <a:lstStyle>
            <a:lvl1pPr>
              <a:defRPr kumimoji="0" lang="en-US" sz="3800" b="1" i="0" u="none" strike="noStrike" cap="all" spc="0" normalizeH="0" baseline="0">
                <a:ln>
                  <a:noFill/>
                </a:ln>
                <a:solidFill>
                  <a:srgbClr val="128CCD"/>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r>
              <a:rPr lang="en-US" dirty="0"/>
              <a:t>SLIDE TITLE</a:t>
            </a:r>
          </a:p>
        </p:txBody>
      </p:sp>
      <p:sp>
        <p:nvSpPr>
          <p:cNvPr id="13" name="Text Placeholder 4">
            <a:extLst>
              <a:ext uri="{FF2B5EF4-FFF2-40B4-BE49-F238E27FC236}">
                <a16:creationId xmlns:a16="http://schemas.microsoft.com/office/drawing/2014/main" id="{F9A081F0-DCC0-4F43-B885-A177263AC1B5}"/>
              </a:ext>
            </a:extLst>
          </p:cNvPr>
          <p:cNvSpPr>
            <a:spLocks noGrp="1"/>
          </p:cNvSpPr>
          <p:nvPr>
            <p:ph type="body" sz="quarter" idx="10" hasCustomPrompt="1"/>
          </p:nvPr>
        </p:nvSpPr>
        <p:spPr>
          <a:xfrm>
            <a:off x="2167377" y="2419728"/>
            <a:ext cx="9768875" cy="803546"/>
          </a:xfrm>
        </p:spPr>
        <p:txBody>
          <a:bodyPr/>
          <a:lstStyle>
            <a:lvl1pPr marL="0" indent="0">
              <a:buNone/>
              <a:defRPr kumimoji="0" lang="en-US" sz="3200" b="1" i="0" u="none" strike="noStrike" cap="all" spc="0" normalizeH="0" baseline="0">
                <a:ln>
                  <a:noFill/>
                </a:ln>
                <a:solidFill>
                  <a:schemeClr val="bg1"/>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pPr lvl="0"/>
            <a:r>
              <a:rPr lang="en-US" dirty="0"/>
              <a:t>SUB TITLE</a:t>
            </a:r>
          </a:p>
        </p:txBody>
      </p:sp>
      <p:sp>
        <p:nvSpPr>
          <p:cNvPr id="4" name="Or 3">
            <a:extLst>
              <a:ext uri="{FF2B5EF4-FFF2-40B4-BE49-F238E27FC236}">
                <a16:creationId xmlns:a16="http://schemas.microsoft.com/office/drawing/2014/main" id="{E68A1B27-C10C-399D-6C52-E0B8F062FF6D}"/>
              </a:ext>
            </a:extLst>
          </p:cNvPr>
          <p:cNvSpPr/>
          <p:nvPr userDrawn="1"/>
        </p:nvSpPr>
        <p:spPr>
          <a:xfrm>
            <a:off x="7481303" y="3712458"/>
            <a:ext cx="9144000" cy="9144000"/>
          </a:xfrm>
          <a:prstGeom prst="flowChartOr">
            <a:avLst/>
          </a:prstGeom>
          <a:solidFill>
            <a:schemeClr val="bg1">
              <a:lumMod val="95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dirty="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cxnSp>
        <p:nvCxnSpPr>
          <p:cNvPr id="8" name="Straight Connector 7">
            <a:extLst>
              <a:ext uri="{FF2B5EF4-FFF2-40B4-BE49-F238E27FC236}">
                <a16:creationId xmlns:a16="http://schemas.microsoft.com/office/drawing/2014/main" id="{9AE1FE12-D6E7-CC76-3FE4-BC8F0EC78DF0}"/>
              </a:ext>
            </a:extLst>
          </p:cNvPr>
          <p:cNvCxnSpPr>
            <a:cxnSpLocks/>
            <a:stCxn id="4" idx="0"/>
          </p:cNvCxnSpPr>
          <p:nvPr userDrawn="1"/>
        </p:nvCxnSpPr>
        <p:spPr>
          <a:xfrm>
            <a:off x="12053303" y="3712458"/>
            <a:ext cx="22098" cy="9144000"/>
          </a:xfrm>
          <a:prstGeom prst="line">
            <a:avLst/>
          </a:prstGeom>
          <a:noFill/>
          <a:ln w="76200" cap="flat">
            <a:solidFill>
              <a:srgbClr val="314F93"/>
            </a:solidFill>
            <a:prstDash val="solid"/>
            <a:miter lim="400000"/>
          </a:ln>
          <a:effectLst/>
          <a:sp3d/>
        </p:spPr>
        <p:style>
          <a:lnRef idx="0">
            <a:scrgbClr r="0" g="0" b="0"/>
          </a:lnRef>
          <a:fillRef idx="0">
            <a:scrgbClr r="0" g="0" b="0"/>
          </a:fillRef>
          <a:effectRef idx="0">
            <a:scrgbClr r="0" g="0" b="0"/>
          </a:effectRef>
          <a:fontRef idx="none"/>
        </p:style>
      </p:cxnSp>
      <p:cxnSp>
        <p:nvCxnSpPr>
          <p:cNvPr id="18" name="Straight Connector 17">
            <a:extLst>
              <a:ext uri="{FF2B5EF4-FFF2-40B4-BE49-F238E27FC236}">
                <a16:creationId xmlns:a16="http://schemas.microsoft.com/office/drawing/2014/main" id="{4945EE12-0322-D3C6-8589-1B9554503365}"/>
              </a:ext>
            </a:extLst>
          </p:cNvPr>
          <p:cNvCxnSpPr>
            <a:cxnSpLocks/>
            <a:endCxn id="4" idx="2"/>
          </p:cNvCxnSpPr>
          <p:nvPr userDrawn="1"/>
        </p:nvCxnSpPr>
        <p:spPr>
          <a:xfrm flipH="1">
            <a:off x="7481303" y="8284458"/>
            <a:ext cx="9144000" cy="0"/>
          </a:xfrm>
          <a:prstGeom prst="line">
            <a:avLst/>
          </a:prstGeom>
          <a:noFill/>
          <a:ln w="76200" cap="flat">
            <a:solidFill>
              <a:srgbClr val="314F93"/>
            </a:solidFill>
            <a:prstDash val="solid"/>
            <a:miter lim="400000"/>
          </a:ln>
          <a:effectLst/>
          <a:sp3d/>
        </p:spPr>
        <p:style>
          <a:lnRef idx="0">
            <a:scrgbClr r="0" g="0" b="0"/>
          </a:lnRef>
          <a:fillRef idx="0">
            <a:scrgbClr r="0" g="0" b="0"/>
          </a:fillRef>
          <a:effectRef idx="0">
            <a:scrgbClr r="0" g="0" b="0"/>
          </a:effectRef>
          <a:fontRef idx="none"/>
        </p:style>
      </p:cxnSp>
      <p:sp>
        <p:nvSpPr>
          <p:cNvPr id="16" name="Text Placeholder 15">
            <a:extLst>
              <a:ext uri="{FF2B5EF4-FFF2-40B4-BE49-F238E27FC236}">
                <a16:creationId xmlns:a16="http://schemas.microsoft.com/office/drawing/2014/main" id="{9B267469-4390-8C92-5D06-4DA338A102E6}"/>
              </a:ext>
            </a:extLst>
          </p:cNvPr>
          <p:cNvSpPr>
            <a:spLocks noGrp="1"/>
          </p:cNvSpPr>
          <p:nvPr>
            <p:ph type="body" sz="quarter" idx="11" hasCustomPrompt="1"/>
          </p:nvPr>
        </p:nvSpPr>
        <p:spPr>
          <a:xfrm>
            <a:off x="2166939" y="4018728"/>
            <a:ext cx="4683924" cy="3600000"/>
          </a:xfrm>
        </p:spPr>
        <p:txBody>
          <a:bodyPr>
            <a:normAutofit/>
          </a:bodyPr>
          <a:lstStyle>
            <a:lvl1pPr marL="0" indent="0">
              <a:buNone/>
              <a:defRPr sz="2800">
                <a:solidFill>
                  <a:schemeClr val="bg1"/>
                </a:solidFill>
              </a:defRPr>
            </a:lvl1pPr>
            <a:lvl5pPr marL="2438400" indent="0">
              <a:buNone/>
              <a:defRPr/>
            </a:lvl5pPr>
          </a:lstStyle>
          <a:p>
            <a:pPr lvl="0"/>
            <a:r>
              <a:rPr lang="en-US" dirty="0"/>
              <a:t>Click to add text</a:t>
            </a:r>
          </a:p>
        </p:txBody>
      </p:sp>
      <p:sp>
        <p:nvSpPr>
          <p:cNvPr id="25" name="Text Placeholder 15">
            <a:extLst>
              <a:ext uri="{FF2B5EF4-FFF2-40B4-BE49-F238E27FC236}">
                <a16:creationId xmlns:a16="http://schemas.microsoft.com/office/drawing/2014/main" id="{FC4F9637-2BA1-E3F7-1599-2295EF076CCC}"/>
              </a:ext>
            </a:extLst>
          </p:cNvPr>
          <p:cNvSpPr>
            <a:spLocks noGrp="1"/>
          </p:cNvSpPr>
          <p:nvPr>
            <p:ph type="body" sz="quarter" idx="12" hasCustomPrompt="1"/>
          </p:nvPr>
        </p:nvSpPr>
        <p:spPr>
          <a:xfrm>
            <a:off x="8056949" y="7294814"/>
            <a:ext cx="3795402" cy="751262"/>
          </a:xfrm>
        </p:spPr>
        <p:txBody>
          <a:bodyPr>
            <a:normAutofit/>
          </a:bodyPr>
          <a:lstStyle>
            <a:lvl1pPr marL="0" indent="0" algn="ctr">
              <a:buNone/>
              <a:defRPr sz="2800">
                <a:solidFill>
                  <a:srgbClr val="002060"/>
                </a:solidFill>
              </a:defRPr>
            </a:lvl1pPr>
            <a:lvl5pPr marL="2438400" indent="0">
              <a:buNone/>
              <a:defRPr/>
            </a:lvl5pPr>
          </a:lstStyle>
          <a:p>
            <a:pPr lvl="0"/>
            <a:r>
              <a:rPr lang="en-US" dirty="0"/>
              <a:t>Click to add text</a:t>
            </a:r>
          </a:p>
        </p:txBody>
      </p:sp>
      <p:sp>
        <p:nvSpPr>
          <p:cNvPr id="26" name="Text Placeholder 15">
            <a:extLst>
              <a:ext uri="{FF2B5EF4-FFF2-40B4-BE49-F238E27FC236}">
                <a16:creationId xmlns:a16="http://schemas.microsoft.com/office/drawing/2014/main" id="{47270689-CD03-86EE-AD4E-701F61CD37A1}"/>
              </a:ext>
            </a:extLst>
          </p:cNvPr>
          <p:cNvSpPr>
            <a:spLocks noGrp="1"/>
          </p:cNvSpPr>
          <p:nvPr>
            <p:ph type="body" sz="quarter" idx="13" hasCustomPrompt="1"/>
          </p:nvPr>
        </p:nvSpPr>
        <p:spPr>
          <a:xfrm>
            <a:off x="8056949" y="8617313"/>
            <a:ext cx="3795402" cy="751262"/>
          </a:xfrm>
        </p:spPr>
        <p:txBody>
          <a:bodyPr>
            <a:normAutofit/>
          </a:bodyPr>
          <a:lstStyle>
            <a:lvl1pPr marL="0" indent="0" algn="ctr">
              <a:buNone/>
              <a:defRPr sz="2800">
                <a:solidFill>
                  <a:srgbClr val="002060"/>
                </a:solidFill>
              </a:defRPr>
            </a:lvl1pPr>
            <a:lvl5pPr marL="2438400" indent="0">
              <a:buNone/>
              <a:defRPr/>
            </a:lvl5pPr>
          </a:lstStyle>
          <a:p>
            <a:pPr lvl="0"/>
            <a:r>
              <a:rPr lang="en-US" dirty="0"/>
              <a:t>Click to add text</a:t>
            </a:r>
          </a:p>
        </p:txBody>
      </p:sp>
      <p:sp>
        <p:nvSpPr>
          <p:cNvPr id="28" name="Text Placeholder 15">
            <a:extLst>
              <a:ext uri="{FF2B5EF4-FFF2-40B4-BE49-F238E27FC236}">
                <a16:creationId xmlns:a16="http://schemas.microsoft.com/office/drawing/2014/main" id="{B5939A4B-8504-2C32-E90E-9DA4843EF0EF}"/>
              </a:ext>
            </a:extLst>
          </p:cNvPr>
          <p:cNvSpPr>
            <a:spLocks noGrp="1"/>
          </p:cNvSpPr>
          <p:nvPr>
            <p:ph type="body" sz="quarter" idx="14" hasCustomPrompt="1"/>
          </p:nvPr>
        </p:nvSpPr>
        <p:spPr>
          <a:xfrm>
            <a:off x="12365741" y="7298299"/>
            <a:ext cx="3795402" cy="751262"/>
          </a:xfrm>
        </p:spPr>
        <p:txBody>
          <a:bodyPr>
            <a:normAutofit/>
          </a:bodyPr>
          <a:lstStyle>
            <a:lvl1pPr marL="0" indent="0" algn="ctr">
              <a:buNone/>
              <a:defRPr sz="2800">
                <a:solidFill>
                  <a:srgbClr val="002060"/>
                </a:solidFill>
              </a:defRPr>
            </a:lvl1pPr>
            <a:lvl5pPr marL="2438400" indent="0">
              <a:buNone/>
              <a:defRPr/>
            </a:lvl5pPr>
          </a:lstStyle>
          <a:p>
            <a:pPr lvl="0"/>
            <a:r>
              <a:rPr lang="en-US" dirty="0"/>
              <a:t>Click to add text</a:t>
            </a:r>
          </a:p>
        </p:txBody>
      </p:sp>
      <p:sp>
        <p:nvSpPr>
          <p:cNvPr id="29" name="Text Placeholder 15">
            <a:extLst>
              <a:ext uri="{FF2B5EF4-FFF2-40B4-BE49-F238E27FC236}">
                <a16:creationId xmlns:a16="http://schemas.microsoft.com/office/drawing/2014/main" id="{44D6C0A8-7DC7-6F84-E472-8E0CA423C51E}"/>
              </a:ext>
            </a:extLst>
          </p:cNvPr>
          <p:cNvSpPr>
            <a:spLocks noGrp="1"/>
          </p:cNvSpPr>
          <p:nvPr>
            <p:ph type="body" sz="quarter" idx="15" hasCustomPrompt="1"/>
          </p:nvPr>
        </p:nvSpPr>
        <p:spPr>
          <a:xfrm>
            <a:off x="12427997" y="8595891"/>
            <a:ext cx="3795402" cy="751262"/>
          </a:xfrm>
        </p:spPr>
        <p:txBody>
          <a:bodyPr>
            <a:normAutofit/>
          </a:bodyPr>
          <a:lstStyle>
            <a:lvl1pPr marL="0" indent="0" algn="ctr">
              <a:buNone/>
              <a:defRPr sz="2800">
                <a:solidFill>
                  <a:srgbClr val="002060"/>
                </a:solidFill>
              </a:defRPr>
            </a:lvl1pPr>
            <a:lvl5pPr marL="2438400" indent="0">
              <a:buNone/>
              <a:defRPr/>
            </a:lvl5pPr>
          </a:lstStyle>
          <a:p>
            <a:pPr lvl="0"/>
            <a:r>
              <a:rPr lang="en-US" dirty="0"/>
              <a:t>Click to add text</a:t>
            </a:r>
          </a:p>
        </p:txBody>
      </p:sp>
      <p:sp>
        <p:nvSpPr>
          <p:cNvPr id="30" name="Text Placeholder 15">
            <a:extLst>
              <a:ext uri="{FF2B5EF4-FFF2-40B4-BE49-F238E27FC236}">
                <a16:creationId xmlns:a16="http://schemas.microsoft.com/office/drawing/2014/main" id="{F6BCDD7A-9667-FF15-DEDB-20C0D431E0A3}"/>
              </a:ext>
            </a:extLst>
          </p:cNvPr>
          <p:cNvSpPr>
            <a:spLocks noGrp="1"/>
          </p:cNvSpPr>
          <p:nvPr>
            <p:ph type="body" sz="quarter" idx="16" hasCustomPrompt="1"/>
          </p:nvPr>
        </p:nvSpPr>
        <p:spPr>
          <a:xfrm>
            <a:off x="2166939" y="8938684"/>
            <a:ext cx="4683924" cy="3600000"/>
          </a:xfrm>
        </p:spPr>
        <p:txBody>
          <a:bodyPr>
            <a:normAutofit/>
          </a:bodyPr>
          <a:lstStyle>
            <a:lvl1pPr marL="0" indent="0">
              <a:buNone/>
              <a:defRPr sz="2800">
                <a:solidFill>
                  <a:schemeClr val="bg1"/>
                </a:solidFill>
              </a:defRPr>
            </a:lvl1pPr>
            <a:lvl5pPr marL="2438400" indent="0">
              <a:buNone/>
              <a:defRPr/>
            </a:lvl5pPr>
          </a:lstStyle>
          <a:p>
            <a:pPr lvl="0"/>
            <a:r>
              <a:rPr lang="en-US" dirty="0"/>
              <a:t>Click to add text</a:t>
            </a:r>
          </a:p>
        </p:txBody>
      </p:sp>
      <p:sp>
        <p:nvSpPr>
          <p:cNvPr id="31" name="Text Placeholder 15">
            <a:extLst>
              <a:ext uri="{FF2B5EF4-FFF2-40B4-BE49-F238E27FC236}">
                <a16:creationId xmlns:a16="http://schemas.microsoft.com/office/drawing/2014/main" id="{6ADBE3FB-D313-E2BC-715C-D8600CF8BD21}"/>
              </a:ext>
            </a:extLst>
          </p:cNvPr>
          <p:cNvSpPr>
            <a:spLocks noGrp="1"/>
          </p:cNvSpPr>
          <p:nvPr>
            <p:ph type="body" sz="quarter" idx="17" hasCustomPrompt="1"/>
          </p:nvPr>
        </p:nvSpPr>
        <p:spPr>
          <a:xfrm>
            <a:off x="17255744" y="4018728"/>
            <a:ext cx="4683924" cy="3600000"/>
          </a:xfrm>
        </p:spPr>
        <p:txBody>
          <a:bodyPr>
            <a:normAutofit/>
          </a:bodyPr>
          <a:lstStyle>
            <a:lvl1pPr marL="0" indent="0">
              <a:buNone/>
              <a:defRPr sz="2800">
                <a:solidFill>
                  <a:schemeClr val="bg1"/>
                </a:solidFill>
              </a:defRPr>
            </a:lvl1pPr>
            <a:lvl5pPr marL="2438400" indent="0">
              <a:buNone/>
              <a:defRPr/>
            </a:lvl5pPr>
          </a:lstStyle>
          <a:p>
            <a:pPr lvl="0"/>
            <a:r>
              <a:rPr lang="en-US" dirty="0"/>
              <a:t>Click to add text</a:t>
            </a:r>
          </a:p>
        </p:txBody>
      </p:sp>
      <p:sp>
        <p:nvSpPr>
          <p:cNvPr id="32" name="Text Placeholder 15">
            <a:extLst>
              <a:ext uri="{FF2B5EF4-FFF2-40B4-BE49-F238E27FC236}">
                <a16:creationId xmlns:a16="http://schemas.microsoft.com/office/drawing/2014/main" id="{A79FD328-17AF-2BB2-5730-3D5CA0EE9704}"/>
              </a:ext>
            </a:extLst>
          </p:cNvPr>
          <p:cNvSpPr>
            <a:spLocks noGrp="1"/>
          </p:cNvSpPr>
          <p:nvPr>
            <p:ph type="body" sz="quarter" idx="18" hasCustomPrompt="1"/>
          </p:nvPr>
        </p:nvSpPr>
        <p:spPr>
          <a:xfrm>
            <a:off x="17255744" y="8938684"/>
            <a:ext cx="4683924" cy="3600000"/>
          </a:xfrm>
        </p:spPr>
        <p:txBody>
          <a:bodyPr>
            <a:normAutofit/>
          </a:bodyPr>
          <a:lstStyle>
            <a:lvl1pPr marL="0" indent="0">
              <a:buNone/>
              <a:defRPr sz="2800">
                <a:solidFill>
                  <a:schemeClr val="bg1"/>
                </a:solidFill>
              </a:defRPr>
            </a:lvl1pPr>
            <a:lvl5pPr marL="2438400" indent="0">
              <a:buNone/>
              <a:defRPr/>
            </a:lvl5pPr>
          </a:lstStyle>
          <a:p>
            <a:pPr lvl="0"/>
            <a:r>
              <a:rPr lang="en-US" dirty="0"/>
              <a:t>Click to add text</a:t>
            </a:r>
          </a:p>
        </p:txBody>
      </p:sp>
      <p:pic>
        <p:nvPicPr>
          <p:cNvPr id="20" name="Graphic 19" descr="Artificial Intelligence with solid fill">
            <a:extLst>
              <a:ext uri="{FF2B5EF4-FFF2-40B4-BE49-F238E27FC236}">
                <a16:creationId xmlns:a16="http://schemas.microsoft.com/office/drawing/2014/main" id="{717E632E-7C2D-8BE2-BA0D-FBA56ED592A2}"/>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9328162" y="4999921"/>
            <a:ext cx="1936946" cy="1936946"/>
          </a:xfrm>
          <a:prstGeom prst="rect">
            <a:avLst/>
          </a:prstGeom>
        </p:spPr>
      </p:pic>
      <p:pic>
        <p:nvPicPr>
          <p:cNvPr id="22" name="Graphic 21" descr="Atom with solid fill">
            <a:extLst>
              <a:ext uri="{FF2B5EF4-FFF2-40B4-BE49-F238E27FC236}">
                <a16:creationId xmlns:a16="http://schemas.microsoft.com/office/drawing/2014/main" id="{CCE4C43E-15B3-15EB-CF11-EB3378A3CEF1}"/>
              </a:ext>
            </a:extLst>
          </p:cNvPr>
          <p:cNvPicPr>
            <a:picLocks noChangeAspect="1"/>
          </p:cNvPicPr>
          <p:nvPr userDrawn="1"/>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2837038" y="4968699"/>
            <a:ext cx="1958731" cy="1958731"/>
          </a:xfrm>
          <a:prstGeom prst="rect">
            <a:avLst/>
          </a:prstGeom>
        </p:spPr>
      </p:pic>
      <p:pic>
        <p:nvPicPr>
          <p:cNvPr id="24" name="Graphic 23" descr="Bar chart with solid fill">
            <a:extLst>
              <a:ext uri="{FF2B5EF4-FFF2-40B4-BE49-F238E27FC236}">
                <a16:creationId xmlns:a16="http://schemas.microsoft.com/office/drawing/2014/main" id="{0445AAA4-0C9A-80AB-86CE-F91A16FFC29C}"/>
              </a:ext>
            </a:extLst>
          </p:cNvPr>
          <p:cNvPicPr>
            <a:picLocks noChangeAspect="1"/>
          </p:cNvPicPr>
          <p:nvPr userDrawn="1"/>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9504135" y="9715514"/>
            <a:ext cx="1696410" cy="1696410"/>
          </a:xfrm>
          <a:prstGeom prst="rect">
            <a:avLst/>
          </a:prstGeom>
        </p:spPr>
      </p:pic>
      <p:pic>
        <p:nvPicPr>
          <p:cNvPr id="35" name="Graphic 34" descr="Blockchain with solid fill">
            <a:extLst>
              <a:ext uri="{FF2B5EF4-FFF2-40B4-BE49-F238E27FC236}">
                <a16:creationId xmlns:a16="http://schemas.microsoft.com/office/drawing/2014/main" id="{CB7D00AA-1C33-1508-6057-E10BDF964F0D}"/>
              </a:ext>
            </a:extLst>
          </p:cNvPr>
          <p:cNvPicPr>
            <a:picLocks noChangeAspect="1"/>
          </p:cNvPicPr>
          <p:nvPr userDrawn="1"/>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12837038" y="9711819"/>
            <a:ext cx="1700105" cy="1700105"/>
          </a:xfrm>
          <a:prstGeom prst="rect">
            <a:avLst/>
          </a:prstGeom>
        </p:spPr>
      </p:pic>
      <p:pic>
        <p:nvPicPr>
          <p:cNvPr id="7" name="Picture 6">
            <a:extLst>
              <a:ext uri="{FF2B5EF4-FFF2-40B4-BE49-F238E27FC236}">
                <a16:creationId xmlns:a16="http://schemas.microsoft.com/office/drawing/2014/main" id="{08A923CA-0AF7-7160-B581-2CACED786620}"/>
              </a:ext>
              <a:ext uri="{C183D7F6-B498-43B3-948B-1728B52AA6E4}">
                <adec:decorative xmlns:adec="http://schemas.microsoft.com/office/drawing/2017/decorative" val="1"/>
              </a:ext>
            </a:extLst>
          </p:cNvPr>
          <p:cNvPicPr>
            <a:picLocks noChangeAspect="1"/>
          </p:cNvPicPr>
          <p:nvPr userDrawn="1"/>
        </p:nvPicPr>
        <p:blipFill>
          <a:blip r:embed="rId10">
            <a:extLst>
              <a:ext uri="{28A0092B-C50C-407E-A947-70E740481C1C}">
                <a14:useLocalDpi xmlns:a14="http://schemas.microsoft.com/office/drawing/2010/main" val="0"/>
              </a:ext>
            </a:extLst>
          </a:blip>
          <a:stretch>
            <a:fillRect/>
          </a:stretch>
        </p:blipFill>
        <p:spPr>
          <a:xfrm>
            <a:off x="439334" y="-15464"/>
            <a:ext cx="3860800" cy="1473200"/>
          </a:xfrm>
          <a:prstGeom prst="rect">
            <a:avLst/>
          </a:prstGeom>
        </p:spPr>
      </p:pic>
    </p:spTree>
    <p:extLst>
      <p:ext uri="{BB962C8B-B14F-4D97-AF65-F5344CB8AC3E}">
        <p14:creationId xmlns:p14="http://schemas.microsoft.com/office/powerpoint/2010/main" val="1070102926"/>
      </p:ext>
    </p:extLst>
  </p:cSld>
  <p:clrMapOvr>
    <a:masterClrMapping/>
  </p:clrMapOvr>
  <p:transition spd="med"/>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2_Content type 5">
    <p:spTree>
      <p:nvGrpSpPr>
        <p:cNvPr id="1" name=""/>
        <p:cNvGrpSpPr/>
        <p:nvPr/>
      </p:nvGrpSpPr>
      <p:grpSpPr>
        <a:xfrm>
          <a:off x="0" y="0"/>
          <a:ext cx="0" cy="0"/>
          <a:chOff x="0" y="0"/>
          <a:chExt cx="0" cy="0"/>
        </a:xfrm>
      </p:grpSpPr>
      <p:sp>
        <p:nvSpPr>
          <p:cNvPr id="2" name="Rectangle">
            <a:extLst>
              <a:ext uri="{FF2B5EF4-FFF2-40B4-BE49-F238E27FC236}">
                <a16:creationId xmlns:a16="http://schemas.microsoft.com/office/drawing/2014/main" id="{F55631E8-C878-10B3-37B6-B446CE8244F9}"/>
              </a:ext>
            </a:extLst>
          </p:cNvPr>
          <p:cNvSpPr/>
          <p:nvPr userDrawn="1"/>
        </p:nvSpPr>
        <p:spPr>
          <a:xfrm>
            <a:off x="-13856" y="2360348"/>
            <a:ext cx="24397856" cy="11436178"/>
          </a:xfrm>
          <a:prstGeom prst="rect">
            <a:avLst/>
          </a:prstGeom>
          <a:gradFill>
            <a:gsLst>
              <a:gs pos="0">
                <a:srgbClr val="2B7EC4"/>
              </a:gs>
              <a:gs pos="100000">
                <a:srgbClr val="57BFE8"/>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b="0" i="0" dirty="0">
              <a:latin typeface="OCRB" panose="020F0502020204030204" pitchFamily="34" charset="0"/>
              <a:ea typeface="Open Sans Light" pitchFamily="2" charset="0"/>
              <a:cs typeface="OCRB" panose="020F0502020204030204" pitchFamily="34" charset="0"/>
            </a:endParaRPr>
          </a:p>
        </p:txBody>
      </p:sp>
      <p:sp>
        <p:nvSpPr>
          <p:cNvPr id="3" name="Title 2">
            <a:extLst>
              <a:ext uri="{FF2B5EF4-FFF2-40B4-BE49-F238E27FC236}">
                <a16:creationId xmlns:a16="http://schemas.microsoft.com/office/drawing/2014/main" id="{4C90E15E-9DC3-D24F-8189-931487225A46}"/>
              </a:ext>
            </a:extLst>
          </p:cNvPr>
          <p:cNvSpPr>
            <a:spLocks noGrp="1"/>
          </p:cNvSpPr>
          <p:nvPr>
            <p:ph type="title" hasCustomPrompt="1"/>
          </p:nvPr>
        </p:nvSpPr>
        <p:spPr>
          <a:xfrm>
            <a:off x="2167377" y="1871164"/>
            <a:ext cx="14715569" cy="511175"/>
          </a:xfrm>
        </p:spPr>
        <p:txBody>
          <a:bodyPr>
            <a:normAutofit/>
          </a:bodyPr>
          <a:lstStyle>
            <a:lvl1pPr>
              <a:defRPr kumimoji="0" lang="en-US" sz="3800" b="1" i="0" u="none" strike="noStrike" cap="all" spc="0" normalizeH="0" baseline="0">
                <a:ln>
                  <a:noFill/>
                </a:ln>
                <a:solidFill>
                  <a:srgbClr val="128CCD"/>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r>
              <a:rPr lang="en-US" dirty="0"/>
              <a:t>SLIDE TITLE</a:t>
            </a:r>
          </a:p>
        </p:txBody>
      </p:sp>
      <p:sp>
        <p:nvSpPr>
          <p:cNvPr id="13" name="Text Placeholder 4">
            <a:extLst>
              <a:ext uri="{FF2B5EF4-FFF2-40B4-BE49-F238E27FC236}">
                <a16:creationId xmlns:a16="http://schemas.microsoft.com/office/drawing/2014/main" id="{F9A081F0-DCC0-4F43-B885-A177263AC1B5}"/>
              </a:ext>
            </a:extLst>
          </p:cNvPr>
          <p:cNvSpPr>
            <a:spLocks noGrp="1"/>
          </p:cNvSpPr>
          <p:nvPr>
            <p:ph type="body" sz="quarter" idx="10" hasCustomPrompt="1"/>
          </p:nvPr>
        </p:nvSpPr>
        <p:spPr>
          <a:xfrm>
            <a:off x="2167377" y="2419728"/>
            <a:ext cx="9768875" cy="803546"/>
          </a:xfrm>
        </p:spPr>
        <p:txBody>
          <a:bodyPr/>
          <a:lstStyle>
            <a:lvl1pPr marL="0" indent="0">
              <a:buNone/>
              <a:defRPr kumimoji="0" lang="en-US" sz="3200" b="1" i="0" u="none" strike="noStrike" cap="all" spc="0" normalizeH="0" baseline="0">
                <a:ln>
                  <a:noFill/>
                </a:ln>
                <a:solidFill>
                  <a:schemeClr val="bg1"/>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pPr lvl="0"/>
            <a:r>
              <a:rPr lang="en-US" dirty="0"/>
              <a:t>SUB TITLE</a:t>
            </a:r>
          </a:p>
        </p:txBody>
      </p:sp>
      <p:sp>
        <p:nvSpPr>
          <p:cNvPr id="16" name="Text Placeholder 15">
            <a:extLst>
              <a:ext uri="{FF2B5EF4-FFF2-40B4-BE49-F238E27FC236}">
                <a16:creationId xmlns:a16="http://schemas.microsoft.com/office/drawing/2014/main" id="{9B267469-4390-8C92-5D06-4DA338A102E6}"/>
              </a:ext>
            </a:extLst>
          </p:cNvPr>
          <p:cNvSpPr>
            <a:spLocks noGrp="1"/>
          </p:cNvSpPr>
          <p:nvPr>
            <p:ph type="body" sz="quarter" idx="11" hasCustomPrompt="1"/>
          </p:nvPr>
        </p:nvSpPr>
        <p:spPr>
          <a:xfrm>
            <a:off x="2166938" y="4349750"/>
            <a:ext cx="12097701" cy="3462458"/>
          </a:xfrm>
        </p:spPr>
        <p:txBody>
          <a:bodyPr>
            <a:normAutofit/>
          </a:bodyPr>
          <a:lstStyle>
            <a:lvl1pPr marL="0" indent="0">
              <a:buNone/>
              <a:defRPr sz="4000">
                <a:solidFill>
                  <a:schemeClr val="bg1"/>
                </a:solidFill>
              </a:defRPr>
            </a:lvl1pPr>
            <a:lvl5pPr marL="2438400" indent="0">
              <a:buNone/>
              <a:defRPr/>
            </a:lvl5pPr>
          </a:lstStyle>
          <a:p>
            <a:pPr lvl="0"/>
            <a:r>
              <a:rPr lang="en-US" dirty="0"/>
              <a:t>Click to add text</a:t>
            </a:r>
          </a:p>
        </p:txBody>
      </p:sp>
      <p:sp>
        <p:nvSpPr>
          <p:cNvPr id="30" name="Text Placeholder 15">
            <a:extLst>
              <a:ext uri="{FF2B5EF4-FFF2-40B4-BE49-F238E27FC236}">
                <a16:creationId xmlns:a16="http://schemas.microsoft.com/office/drawing/2014/main" id="{F6BCDD7A-9667-FF15-DEDB-20C0D431E0A3}"/>
              </a:ext>
            </a:extLst>
          </p:cNvPr>
          <p:cNvSpPr>
            <a:spLocks noGrp="1"/>
          </p:cNvSpPr>
          <p:nvPr>
            <p:ph type="body" sz="quarter" idx="16" hasCustomPrompt="1"/>
          </p:nvPr>
        </p:nvSpPr>
        <p:spPr>
          <a:xfrm>
            <a:off x="2166938" y="8938684"/>
            <a:ext cx="19839621" cy="3676241"/>
          </a:xfrm>
        </p:spPr>
        <p:txBody>
          <a:bodyPr>
            <a:normAutofit/>
          </a:bodyPr>
          <a:lstStyle>
            <a:lvl1pPr marL="0" indent="0">
              <a:buNone/>
              <a:defRPr sz="3600">
                <a:solidFill>
                  <a:schemeClr val="bg1"/>
                </a:solidFill>
              </a:defRPr>
            </a:lvl1pPr>
            <a:lvl5pPr marL="2438400" indent="0">
              <a:buNone/>
              <a:defRPr/>
            </a:lvl5pPr>
          </a:lstStyle>
          <a:p>
            <a:pPr lvl="0"/>
            <a:r>
              <a:rPr lang="en-US" dirty="0"/>
              <a:t>Click to add text</a:t>
            </a:r>
          </a:p>
        </p:txBody>
      </p:sp>
      <p:pic>
        <p:nvPicPr>
          <p:cNvPr id="5" name="Graphic 4" descr="Checklist with solid fill">
            <a:extLst>
              <a:ext uri="{FF2B5EF4-FFF2-40B4-BE49-F238E27FC236}">
                <a16:creationId xmlns:a16="http://schemas.microsoft.com/office/drawing/2014/main" id="{EEEA3E7D-43D1-BB41-8C28-FEDBD7273D07}"/>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5240000" y="4320116"/>
            <a:ext cx="3535680" cy="3535680"/>
          </a:xfrm>
          <a:prstGeom prst="rect">
            <a:avLst/>
          </a:prstGeom>
        </p:spPr>
      </p:pic>
      <p:pic>
        <p:nvPicPr>
          <p:cNvPr id="4" name="Picture 3">
            <a:extLst>
              <a:ext uri="{FF2B5EF4-FFF2-40B4-BE49-F238E27FC236}">
                <a16:creationId xmlns:a16="http://schemas.microsoft.com/office/drawing/2014/main" id="{CE62FAA5-6C99-7043-5D20-4F0B7F8633F3}"/>
              </a:ext>
              <a:ext uri="{C183D7F6-B498-43B3-948B-1728B52AA6E4}">
                <adec:decorative xmlns:adec="http://schemas.microsoft.com/office/drawing/2017/decorative" val="1"/>
              </a:ext>
            </a:extLst>
          </p:cNvPr>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439334" y="-15464"/>
            <a:ext cx="3860800" cy="1473200"/>
          </a:xfrm>
          <a:prstGeom prst="rect">
            <a:avLst/>
          </a:prstGeom>
        </p:spPr>
      </p:pic>
    </p:spTree>
    <p:extLst>
      <p:ext uri="{BB962C8B-B14F-4D97-AF65-F5344CB8AC3E}">
        <p14:creationId xmlns:p14="http://schemas.microsoft.com/office/powerpoint/2010/main" val="2227040866"/>
      </p:ext>
    </p:extLst>
  </p:cSld>
  <p:clrMapOvr>
    <a:masterClrMapping/>
  </p:clrMapOvr>
  <p:transition spd="med"/>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1_Content type 4">
    <p:spTree>
      <p:nvGrpSpPr>
        <p:cNvPr id="1" name=""/>
        <p:cNvGrpSpPr/>
        <p:nvPr/>
      </p:nvGrpSpPr>
      <p:grpSpPr>
        <a:xfrm>
          <a:off x="0" y="0"/>
          <a:ext cx="0" cy="0"/>
          <a:chOff x="0" y="0"/>
          <a:chExt cx="0" cy="0"/>
        </a:xfrm>
      </p:grpSpPr>
      <p:sp>
        <p:nvSpPr>
          <p:cNvPr id="17" name="Rectangle">
            <a:extLst>
              <a:ext uri="{FF2B5EF4-FFF2-40B4-BE49-F238E27FC236}">
                <a16:creationId xmlns:a16="http://schemas.microsoft.com/office/drawing/2014/main" id="{57D6C136-B186-B244-9E34-B1B3CC503956}"/>
              </a:ext>
            </a:extLst>
          </p:cNvPr>
          <p:cNvSpPr/>
          <p:nvPr userDrawn="1"/>
        </p:nvSpPr>
        <p:spPr>
          <a:xfrm>
            <a:off x="0" y="2360348"/>
            <a:ext cx="24384000" cy="11436178"/>
          </a:xfrm>
          <a:prstGeom prst="rect">
            <a:avLst/>
          </a:prstGeom>
          <a:gradFill>
            <a:gsLst>
              <a:gs pos="0">
                <a:srgbClr val="F15A24"/>
              </a:gs>
              <a:gs pos="100000">
                <a:srgbClr val="F8A036"/>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3" name="Title 2">
            <a:extLst>
              <a:ext uri="{FF2B5EF4-FFF2-40B4-BE49-F238E27FC236}">
                <a16:creationId xmlns:a16="http://schemas.microsoft.com/office/drawing/2014/main" id="{4C90E15E-9DC3-D24F-8189-931487225A46}"/>
              </a:ext>
            </a:extLst>
          </p:cNvPr>
          <p:cNvSpPr>
            <a:spLocks noGrp="1"/>
          </p:cNvSpPr>
          <p:nvPr>
            <p:ph type="title" hasCustomPrompt="1"/>
          </p:nvPr>
        </p:nvSpPr>
        <p:spPr>
          <a:xfrm>
            <a:off x="2167377" y="1871164"/>
            <a:ext cx="14715569" cy="511175"/>
          </a:xfrm>
        </p:spPr>
        <p:txBody>
          <a:bodyPr>
            <a:normAutofit/>
          </a:bodyPr>
          <a:lstStyle>
            <a:lvl1pPr>
              <a:defRPr kumimoji="0" lang="en-US" sz="3800" b="1" i="0" u="none" strike="noStrike" cap="all" spc="0" normalizeH="0" baseline="0">
                <a:ln>
                  <a:noFill/>
                </a:ln>
                <a:solidFill>
                  <a:srgbClr val="128CCD"/>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r>
              <a:rPr lang="en-US" dirty="0"/>
              <a:t>SLIDE TITLE</a:t>
            </a:r>
          </a:p>
        </p:txBody>
      </p:sp>
      <p:sp>
        <p:nvSpPr>
          <p:cNvPr id="13" name="Text Placeholder 4">
            <a:extLst>
              <a:ext uri="{FF2B5EF4-FFF2-40B4-BE49-F238E27FC236}">
                <a16:creationId xmlns:a16="http://schemas.microsoft.com/office/drawing/2014/main" id="{F9A081F0-DCC0-4F43-B885-A177263AC1B5}"/>
              </a:ext>
            </a:extLst>
          </p:cNvPr>
          <p:cNvSpPr>
            <a:spLocks noGrp="1"/>
          </p:cNvSpPr>
          <p:nvPr>
            <p:ph type="body" sz="quarter" idx="10" hasCustomPrompt="1"/>
          </p:nvPr>
        </p:nvSpPr>
        <p:spPr>
          <a:xfrm>
            <a:off x="2167377" y="2419728"/>
            <a:ext cx="9768875" cy="803546"/>
          </a:xfrm>
        </p:spPr>
        <p:txBody>
          <a:bodyPr/>
          <a:lstStyle>
            <a:lvl1pPr marL="0" indent="0">
              <a:buNone/>
              <a:defRPr kumimoji="0" lang="en-US" sz="3200" b="1" i="0" u="none" strike="noStrike" cap="all" spc="0" normalizeH="0" baseline="0">
                <a:ln>
                  <a:noFill/>
                </a:ln>
                <a:solidFill>
                  <a:schemeClr val="bg1"/>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pPr lvl="0"/>
            <a:r>
              <a:rPr lang="en-US" dirty="0"/>
              <a:t>SUB TITLE</a:t>
            </a:r>
          </a:p>
        </p:txBody>
      </p:sp>
      <p:sp>
        <p:nvSpPr>
          <p:cNvPr id="25" name="Text Placeholder 5">
            <a:extLst>
              <a:ext uri="{FF2B5EF4-FFF2-40B4-BE49-F238E27FC236}">
                <a16:creationId xmlns:a16="http://schemas.microsoft.com/office/drawing/2014/main" id="{0C2D7F5C-BD73-5445-9E3A-82A31E22F625}"/>
              </a:ext>
            </a:extLst>
          </p:cNvPr>
          <p:cNvSpPr>
            <a:spLocks noGrp="1"/>
          </p:cNvSpPr>
          <p:nvPr>
            <p:ph type="body" sz="quarter" idx="14"/>
          </p:nvPr>
        </p:nvSpPr>
        <p:spPr>
          <a:xfrm>
            <a:off x="3176751" y="10942822"/>
            <a:ext cx="8523218" cy="1444847"/>
          </a:xfrm>
        </p:spPr>
        <p:txBody>
          <a:bodyPr>
            <a:noAutofit/>
          </a:bodyPr>
          <a:lstStyle>
            <a:lvl1pPr marL="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26" name="Text Placeholder 5">
            <a:extLst>
              <a:ext uri="{FF2B5EF4-FFF2-40B4-BE49-F238E27FC236}">
                <a16:creationId xmlns:a16="http://schemas.microsoft.com/office/drawing/2014/main" id="{25FCA52D-C087-3347-A5F3-54D623B2115B}"/>
              </a:ext>
            </a:extLst>
          </p:cNvPr>
          <p:cNvSpPr>
            <a:spLocks noGrp="1"/>
          </p:cNvSpPr>
          <p:nvPr>
            <p:ph type="body" sz="quarter" idx="15"/>
          </p:nvPr>
        </p:nvSpPr>
        <p:spPr>
          <a:xfrm>
            <a:off x="12684029" y="10972442"/>
            <a:ext cx="8523218" cy="1444848"/>
          </a:xfrm>
        </p:spPr>
        <p:txBody>
          <a:bodyPr>
            <a:noAutofit/>
          </a:bodyPr>
          <a:lstStyle>
            <a:lvl1pPr marL="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33" name="Picture Placeholder 3">
            <a:extLst>
              <a:ext uri="{FF2B5EF4-FFF2-40B4-BE49-F238E27FC236}">
                <a16:creationId xmlns:a16="http://schemas.microsoft.com/office/drawing/2014/main" id="{3520A367-5826-4047-8F6E-214336795336}"/>
              </a:ext>
            </a:extLst>
          </p:cNvPr>
          <p:cNvSpPr>
            <a:spLocks noGrp="1"/>
          </p:cNvSpPr>
          <p:nvPr>
            <p:ph type="pic" sz="quarter" idx="11"/>
          </p:nvPr>
        </p:nvSpPr>
        <p:spPr>
          <a:xfrm>
            <a:off x="3176751" y="4582010"/>
            <a:ext cx="8523218" cy="5555977"/>
          </a:xfrm>
        </p:spPr>
        <p:txBody>
          <a:bodyPr/>
          <a:lstStyle>
            <a:lvl1pPr marL="0" indent="0">
              <a:buNone/>
              <a:defRPr>
                <a:solidFill>
                  <a:schemeClr val="bg1"/>
                </a:solidFill>
              </a:defRPr>
            </a:lvl1pPr>
          </a:lstStyle>
          <a:p>
            <a:r>
              <a:rPr lang="en-US"/>
              <a:t>Click icon to add picture</a:t>
            </a:r>
            <a:endParaRPr lang="en-US" dirty="0"/>
          </a:p>
        </p:txBody>
      </p:sp>
      <p:sp>
        <p:nvSpPr>
          <p:cNvPr id="34" name="Picture Placeholder 3">
            <a:extLst>
              <a:ext uri="{FF2B5EF4-FFF2-40B4-BE49-F238E27FC236}">
                <a16:creationId xmlns:a16="http://schemas.microsoft.com/office/drawing/2014/main" id="{09A473F0-3B7E-704A-AA89-F4277FCB9971}"/>
              </a:ext>
            </a:extLst>
          </p:cNvPr>
          <p:cNvSpPr>
            <a:spLocks noGrp="1"/>
          </p:cNvSpPr>
          <p:nvPr>
            <p:ph type="pic" sz="quarter" idx="12"/>
          </p:nvPr>
        </p:nvSpPr>
        <p:spPr>
          <a:xfrm>
            <a:off x="12684029" y="4582010"/>
            <a:ext cx="8523218" cy="5577461"/>
          </a:xfrm>
        </p:spPr>
        <p:txBody>
          <a:bodyPr/>
          <a:lstStyle>
            <a:lvl1pPr marL="0" indent="0">
              <a:buNone/>
              <a:defRPr>
                <a:solidFill>
                  <a:schemeClr val="bg1"/>
                </a:solidFill>
              </a:defRPr>
            </a:lvl1pPr>
          </a:lstStyle>
          <a:p>
            <a:r>
              <a:rPr lang="en-US"/>
              <a:t>Click icon to add picture</a:t>
            </a:r>
            <a:endParaRPr lang="en-US" dirty="0"/>
          </a:p>
        </p:txBody>
      </p:sp>
      <p:pic>
        <p:nvPicPr>
          <p:cNvPr id="2" name="Picture 1">
            <a:extLst>
              <a:ext uri="{FF2B5EF4-FFF2-40B4-BE49-F238E27FC236}">
                <a16:creationId xmlns:a16="http://schemas.microsoft.com/office/drawing/2014/main" id="{7BD28E23-B05B-27F7-5B39-9129277EE124}"/>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439334" y="-15464"/>
            <a:ext cx="3860800" cy="1473200"/>
          </a:xfrm>
          <a:prstGeom prst="rect">
            <a:avLst/>
          </a:prstGeom>
        </p:spPr>
      </p:pic>
    </p:spTree>
    <p:extLst>
      <p:ext uri="{BB962C8B-B14F-4D97-AF65-F5344CB8AC3E}">
        <p14:creationId xmlns:p14="http://schemas.microsoft.com/office/powerpoint/2010/main" val="779245570"/>
      </p:ext>
    </p:extLst>
  </p:cSld>
  <p:clrMapOvr>
    <a:masterClrMapping/>
  </p:clrMapOvr>
  <p:transition spd="med"/>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Chart layout">
    <p:spTree>
      <p:nvGrpSpPr>
        <p:cNvPr id="1" name=""/>
        <p:cNvGrpSpPr/>
        <p:nvPr/>
      </p:nvGrpSpPr>
      <p:grpSpPr>
        <a:xfrm>
          <a:off x="0" y="0"/>
          <a:ext cx="0" cy="0"/>
          <a:chOff x="0" y="0"/>
          <a:chExt cx="0" cy="0"/>
        </a:xfrm>
      </p:grpSpPr>
      <p:sp>
        <p:nvSpPr>
          <p:cNvPr id="2" name="Rectangle">
            <a:extLst>
              <a:ext uri="{FF2B5EF4-FFF2-40B4-BE49-F238E27FC236}">
                <a16:creationId xmlns:a16="http://schemas.microsoft.com/office/drawing/2014/main" id="{450F1BD6-0F15-C34E-9F74-50970B5378D2}"/>
              </a:ext>
            </a:extLst>
          </p:cNvPr>
          <p:cNvSpPr/>
          <p:nvPr userDrawn="1"/>
        </p:nvSpPr>
        <p:spPr>
          <a:xfrm>
            <a:off x="0" y="2360348"/>
            <a:ext cx="24384000" cy="11436178"/>
          </a:xfrm>
          <a:prstGeom prst="rect">
            <a:avLst/>
          </a:prstGeom>
          <a:gradFill>
            <a:gsLst>
              <a:gs pos="0">
                <a:srgbClr val="F15A24"/>
              </a:gs>
              <a:gs pos="100000">
                <a:srgbClr val="F8A036"/>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3" name="Title 2">
            <a:extLst>
              <a:ext uri="{FF2B5EF4-FFF2-40B4-BE49-F238E27FC236}">
                <a16:creationId xmlns:a16="http://schemas.microsoft.com/office/drawing/2014/main" id="{4C90E15E-9DC3-D24F-8189-931487225A46}"/>
              </a:ext>
            </a:extLst>
          </p:cNvPr>
          <p:cNvSpPr>
            <a:spLocks noGrp="1"/>
          </p:cNvSpPr>
          <p:nvPr>
            <p:ph type="title" hasCustomPrompt="1"/>
          </p:nvPr>
        </p:nvSpPr>
        <p:spPr>
          <a:xfrm>
            <a:off x="2167377" y="1871164"/>
            <a:ext cx="14715569" cy="511175"/>
          </a:xfrm>
        </p:spPr>
        <p:txBody>
          <a:bodyPr>
            <a:normAutofit/>
          </a:bodyPr>
          <a:lstStyle>
            <a:lvl1pPr>
              <a:defRPr kumimoji="0" lang="en-US" sz="3800" b="1" i="0" u="none" strike="noStrike" cap="all" spc="0" normalizeH="0" baseline="0">
                <a:ln>
                  <a:noFill/>
                </a:ln>
                <a:solidFill>
                  <a:srgbClr val="128CCD"/>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r>
              <a:rPr lang="en-US" dirty="0"/>
              <a:t>SLIDE TITLE</a:t>
            </a:r>
          </a:p>
        </p:txBody>
      </p:sp>
      <p:sp>
        <p:nvSpPr>
          <p:cNvPr id="13" name="Text Placeholder 4">
            <a:extLst>
              <a:ext uri="{FF2B5EF4-FFF2-40B4-BE49-F238E27FC236}">
                <a16:creationId xmlns:a16="http://schemas.microsoft.com/office/drawing/2014/main" id="{F9A081F0-DCC0-4F43-B885-A177263AC1B5}"/>
              </a:ext>
            </a:extLst>
          </p:cNvPr>
          <p:cNvSpPr>
            <a:spLocks noGrp="1"/>
          </p:cNvSpPr>
          <p:nvPr>
            <p:ph type="body" sz="quarter" idx="10" hasCustomPrompt="1"/>
          </p:nvPr>
        </p:nvSpPr>
        <p:spPr>
          <a:xfrm>
            <a:off x="2167377" y="2419728"/>
            <a:ext cx="9768875" cy="803546"/>
          </a:xfrm>
        </p:spPr>
        <p:txBody>
          <a:bodyPr/>
          <a:lstStyle>
            <a:lvl1pPr marL="0" indent="0">
              <a:buNone/>
              <a:defRPr kumimoji="0" lang="en-US" sz="3200" b="1" i="0" u="none" strike="noStrike" cap="all" spc="0" normalizeH="0" baseline="0">
                <a:ln>
                  <a:noFill/>
                </a:ln>
                <a:solidFill>
                  <a:schemeClr val="bg1"/>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pPr lvl="0"/>
            <a:r>
              <a:rPr lang="en-US" dirty="0"/>
              <a:t>SUB TITLE</a:t>
            </a:r>
          </a:p>
        </p:txBody>
      </p:sp>
      <p:sp>
        <p:nvSpPr>
          <p:cNvPr id="4" name="Chart Placeholder 3">
            <a:extLst>
              <a:ext uri="{FF2B5EF4-FFF2-40B4-BE49-F238E27FC236}">
                <a16:creationId xmlns:a16="http://schemas.microsoft.com/office/drawing/2014/main" id="{64D80AC6-9CFD-09B5-1CEF-F695884CCD02}"/>
              </a:ext>
            </a:extLst>
          </p:cNvPr>
          <p:cNvSpPr>
            <a:spLocks noGrp="1"/>
          </p:cNvSpPr>
          <p:nvPr>
            <p:ph type="chart" sz="quarter" idx="11" hasCustomPrompt="1"/>
          </p:nvPr>
        </p:nvSpPr>
        <p:spPr>
          <a:xfrm>
            <a:off x="11460163" y="3962400"/>
            <a:ext cx="12118975" cy="9083675"/>
          </a:xfrm>
        </p:spPr>
        <p:txBody>
          <a:bodyPr>
            <a:normAutofit/>
          </a:bodyPr>
          <a:lstStyle>
            <a:lvl1pPr marL="0" indent="0">
              <a:buNone/>
              <a:defRPr sz="4000">
                <a:solidFill>
                  <a:schemeClr val="bg1"/>
                </a:solidFill>
              </a:defRPr>
            </a:lvl1pPr>
          </a:lstStyle>
          <a:p>
            <a:r>
              <a:rPr lang="en-US" dirty="0"/>
              <a:t>Click to insert chart</a:t>
            </a:r>
          </a:p>
        </p:txBody>
      </p:sp>
      <p:sp>
        <p:nvSpPr>
          <p:cNvPr id="6" name="Text Placeholder 5">
            <a:extLst>
              <a:ext uri="{FF2B5EF4-FFF2-40B4-BE49-F238E27FC236}">
                <a16:creationId xmlns:a16="http://schemas.microsoft.com/office/drawing/2014/main" id="{DEA6CC15-DCB9-9ABD-A03B-8B586BD05B11}"/>
              </a:ext>
            </a:extLst>
          </p:cNvPr>
          <p:cNvSpPr>
            <a:spLocks noGrp="1"/>
          </p:cNvSpPr>
          <p:nvPr>
            <p:ph type="body" sz="quarter" idx="12"/>
          </p:nvPr>
        </p:nvSpPr>
        <p:spPr>
          <a:xfrm>
            <a:off x="3902075" y="3962399"/>
            <a:ext cx="7010400" cy="4058049"/>
          </a:xfrm>
        </p:spPr>
        <p:txBody>
          <a:bodyPr>
            <a:normAutofit/>
          </a:bodyPr>
          <a:lstStyle>
            <a:lvl1pPr marL="0" indent="0">
              <a:buNone/>
              <a:defRPr sz="3600">
                <a:solidFill>
                  <a:schemeClr val="bg1"/>
                </a:solidFill>
              </a:defRPr>
            </a:lvl1pPr>
          </a:lstStyle>
          <a:p>
            <a:pPr lvl="0"/>
            <a:r>
              <a:rPr lang="en-US"/>
              <a:t>Click to edit Master text styles</a:t>
            </a:r>
          </a:p>
        </p:txBody>
      </p:sp>
      <p:pic>
        <p:nvPicPr>
          <p:cNvPr id="9" name="Graphic 8" descr="Blockchain with solid fill">
            <a:extLst>
              <a:ext uri="{FF2B5EF4-FFF2-40B4-BE49-F238E27FC236}">
                <a16:creationId xmlns:a16="http://schemas.microsoft.com/office/drawing/2014/main" id="{C6F9FEE2-3F55-6EBA-4F92-F43ABD638BA7}"/>
              </a:ext>
            </a:extLst>
          </p:cNvPr>
          <p:cNvPicPr>
            <a:picLocks noChangeAspect="1"/>
          </p:cNvPicPr>
          <p:nvPr userDrawn="1"/>
        </p:nvPicPr>
        <p:blipFill>
          <a:blip r:embed="rId2" cstate="print">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2137047" y="3962400"/>
            <a:ext cx="1403522" cy="1403522"/>
          </a:xfrm>
          <a:prstGeom prst="rect">
            <a:avLst/>
          </a:prstGeom>
        </p:spPr>
      </p:pic>
      <p:sp>
        <p:nvSpPr>
          <p:cNvPr id="20" name="Text Placeholder 5">
            <a:extLst>
              <a:ext uri="{FF2B5EF4-FFF2-40B4-BE49-F238E27FC236}">
                <a16:creationId xmlns:a16="http://schemas.microsoft.com/office/drawing/2014/main" id="{8597BD3B-4478-8A1D-BD26-1D9EFAA7FCF2}"/>
              </a:ext>
            </a:extLst>
          </p:cNvPr>
          <p:cNvSpPr>
            <a:spLocks noGrp="1"/>
          </p:cNvSpPr>
          <p:nvPr>
            <p:ph type="body" sz="quarter" idx="13"/>
          </p:nvPr>
        </p:nvSpPr>
        <p:spPr>
          <a:xfrm>
            <a:off x="3902075" y="8861383"/>
            <a:ext cx="7010400" cy="4058049"/>
          </a:xfrm>
        </p:spPr>
        <p:txBody>
          <a:bodyPr>
            <a:normAutofit/>
          </a:bodyPr>
          <a:lstStyle>
            <a:lvl1pPr marL="0" indent="0">
              <a:buNone/>
              <a:defRPr sz="3600">
                <a:solidFill>
                  <a:schemeClr val="bg1"/>
                </a:solidFill>
              </a:defRPr>
            </a:lvl1pPr>
          </a:lstStyle>
          <a:p>
            <a:pPr lvl="0"/>
            <a:r>
              <a:rPr lang="en-US"/>
              <a:t>Click to edit Master text styles</a:t>
            </a:r>
          </a:p>
        </p:txBody>
      </p:sp>
      <p:pic>
        <p:nvPicPr>
          <p:cNvPr id="11" name="Graphic 10" descr="Bullseye with solid fill">
            <a:extLst>
              <a:ext uri="{FF2B5EF4-FFF2-40B4-BE49-F238E27FC236}">
                <a16:creationId xmlns:a16="http://schemas.microsoft.com/office/drawing/2014/main" id="{D6B829BF-9E0D-0105-F75C-8DDD429EFC01}"/>
              </a:ext>
            </a:extLst>
          </p:cNvPr>
          <p:cNvPicPr>
            <a:picLocks noChangeAspect="1"/>
          </p:cNvPicPr>
          <p:nvPr userDrawn="1"/>
        </p:nvPicPr>
        <p:blipFill>
          <a:blip r:embed="rId4" cstate="print">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2287110" y="8648744"/>
            <a:ext cx="1403521" cy="1403521"/>
          </a:xfrm>
          <a:prstGeom prst="rect">
            <a:avLst/>
          </a:prstGeom>
        </p:spPr>
      </p:pic>
      <p:pic>
        <p:nvPicPr>
          <p:cNvPr id="5" name="Picture 4">
            <a:extLst>
              <a:ext uri="{FF2B5EF4-FFF2-40B4-BE49-F238E27FC236}">
                <a16:creationId xmlns:a16="http://schemas.microsoft.com/office/drawing/2014/main" id="{39A795C1-A678-59F7-F2CE-A32633731DCB}"/>
              </a:ext>
              <a:ext uri="{C183D7F6-B498-43B3-948B-1728B52AA6E4}">
                <adec:decorative xmlns:adec="http://schemas.microsoft.com/office/drawing/2017/decorative" val="1"/>
              </a:ext>
            </a:extLst>
          </p:cNvPr>
          <p:cNvPicPr>
            <a:picLocks noChangeAspect="1"/>
          </p:cNvPicPr>
          <p:nvPr userDrawn="1"/>
        </p:nvPicPr>
        <p:blipFill>
          <a:blip r:embed="rId6">
            <a:extLst>
              <a:ext uri="{28A0092B-C50C-407E-A947-70E740481C1C}">
                <a14:useLocalDpi xmlns:a14="http://schemas.microsoft.com/office/drawing/2010/main" val="0"/>
              </a:ext>
            </a:extLst>
          </a:blip>
          <a:stretch>
            <a:fillRect/>
          </a:stretch>
        </p:blipFill>
        <p:spPr>
          <a:xfrm>
            <a:off x="439334" y="-15464"/>
            <a:ext cx="3860800" cy="1473200"/>
          </a:xfrm>
          <a:prstGeom prst="rect">
            <a:avLst/>
          </a:prstGeom>
        </p:spPr>
      </p:pic>
    </p:spTree>
    <p:extLst>
      <p:ext uri="{BB962C8B-B14F-4D97-AF65-F5344CB8AC3E}">
        <p14:creationId xmlns:p14="http://schemas.microsoft.com/office/powerpoint/2010/main" val="3811012248"/>
      </p:ext>
    </p:extLst>
  </p:cSld>
  <p:clrMapOvr>
    <a:masterClrMapping/>
  </p:clrMapOvr>
  <p:transition spd="med"/>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2_Content type 4">
    <p:spTree>
      <p:nvGrpSpPr>
        <p:cNvPr id="1" name=""/>
        <p:cNvGrpSpPr/>
        <p:nvPr/>
      </p:nvGrpSpPr>
      <p:grpSpPr>
        <a:xfrm>
          <a:off x="0" y="0"/>
          <a:ext cx="0" cy="0"/>
          <a:chOff x="0" y="0"/>
          <a:chExt cx="0" cy="0"/>
        </a:xfrm>
      </p:grpSpPr>
      <p:sp>
        <p:nvSpPr>
          <p:cNvPr id="2" name="Rectangle">
            <a:extLst>
              <a:ext uri="{FF2B5EF4-FFF2-40B4-BE49-F238E27FC236}">
                <a16:creationId xmlns:a16="http://schemas.microsoft.com/office/drawing/2014/main" id="{6D051288-6E3E-A95D-1377-4372C7DC1C4F}"/>
              </a:ext>
            </a:extLst>
          </p:cNvPr>
          <p:cNvSpPr/>
          <p:nvPr userDrawn="1"/>
        </p:nvSpPr>
        <p:spPr>
          <a:xfrm>
            <a:off x="0" y="2360348"/>
            <a:ext cx="24384000" cy="11436178"/>
          </a:xfrm>
          <a:prstGeom prst="rect">
            <a:avLst/>
          </a:prstGeom>
          <a:gradFill>
            <a:gsLst>
              <a:gs pos="0">
                <a:srgbClr val="F15A24"/>
              </a:gs>
              <a:gs pos="100000">
                <a:srgbClr val="F8A036"/>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pic>
        <p:nvPicPr>
          <p:cNvPr id="7" name="Image" descr="Image">
            <a:extLst>
              <a:ext uri="{FF2B5EF4-FFF2-40B4-BE49-F238E27FC236}">
                <a16:creationId xmlns:a16="http://schemas.microsoft.com/office/drawing/2014/main" id="{13156DDE-55E0-C14A-879A-962B00D82A08}"/>
              </a:ext>
            </a:extLst>
          </p:cNvPr>
          <p:cNvPicPr>
            <a:picLocks noChangeAspect="1"/>
          </p:cNvPicPr>
          <p:nvPr userDrawn="1"/>
        </p:nvPicPr>
        <p:blipFill>
          <a:blip r:embed="rId2"/>
          <a:stretch>
            <a:fillRect/>
          </a:stretch>
        </p:blipFill>
        <p:spPr>
          <a:xfrm>
            <a:off x="21016357" y="354127"/>
            <a:ext cx="2563550" cy="1083872"/>
          </a:xfrm>
          <a:prstGeom prst="rect">
            <a:avLst/>
          </a:prstGeom>
          <a:ln w="12700">
            <a:miter lim="400000"/>
          </a:ln>
        </p:spPr>
      </p:pic>
      <p:sp>
        <p:nvSpPr>
          <p:cNvPr id="3" name="Title 2">
            <a:extLst>
              <a:ext uri="{FF2B5EF4-FFF2-40B4-BE49-F238E27FC236}">
                <a16:creationId xmlns:a16="http://schemas.microsoft.com/office/drawing/2014/main" id="{4C90E15E-9DC3-D24F-8189-931487225A46}"/>
              </a:ext>
            </a:extLst>
          </p:cNvPr>
          <p:cNvSpPr>
            <a:spLocks noGrp="1"/>
          </p:cNvSpPr>
          <p:nvPr>
            <p:ph type="title" hasCustomPrompt="1"/>
          </p:nvPr>
        </p:nvSpPr>
        <p:spPr>
          <a:xfrm>
            <a:off x="2167377" y="1871164"/>
            <a:ext cx="14715569" cy="511175"/>
          </a:xfrm>
        </p:spPr>
        <p:txBody>
          <a:bodyPr>
            <a:normAutofit/>
          </a:bodyPr>
          <a:lstStyle>
            <a:lvl1pPr>
              <a:defRPr kumimoji="0" lang="en-US" sz="3800" b="1" i="0" u="none" strike="noStrike" cap="all" spc="0" normalizeH="0" baseline="0">
                <a:ln>
                  <a:noFill/>
                </a:ln>
                <a:solidFill>
                  <a:srgbClr val="128CCD"/>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r>
              <a:rPr lang="en-US" dirty="0"/>
              <a:t>SLIDE TITLE</a:t>
            </a:r>
          </a:p>
        </p:txBody>
      </p:sp>
      <p:sp>
        <p:nvSpPr>
          <p:cNvPr id="13" name="Text Placeholder 4">
            <a:extLst>
              <a:ext uri="{FF2B5EF4-FFF2-40B4-BE49-F238E27FC236}">
                <a16:creationId xmlns:a16="http://schemas.microsoft.com/office/drawing/2014/main" id="{F9A081F0-DCC0-4F43-B885-A177263AC1B5}"/>
              </a:ext>
            </a:extLst>
          </p:cNvPr>
          <p:cNvSpPr>
            <a:spLocks noGrp="1"/>
          </p:cNvSpPr>
          <p:nvPr>
            <p:ph type="body" sz="quarter" idx="10" hasCustomPrompt="1"/>
          </p:nvPr>
        </p:nvSpPr>
        <p:spPr>
          <a:xfrm>
            <a:off x="2167377" y="2419728"/>
            <a:ext cx="9768875" cy="803546"/>
          </a:xfrm>
        </p:spPr>
        <p:txBody>
          <a:bodyPr/>
          <a:lstStyle>
            <a:lvl1pPr marL="0" indent="0">
              <a:buNone/>
              <a:defRPr kumimoji="0" lang="en-US" sz="3200" b="1" i="0" u="none" strike="noStrike" cap="all" spc="0" normalizeH="0" baseline="0">
                <a:ln>
                  <a:noFill/>
                </a:ln>
                <a:solidFill>
                  <a:schemeClr val="bg1"/>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pPr lvl="0"/>
            <a:r>
              <a:rPr lang="en-US" dirty="0"/>
              <a:t>SUB TITLE</a:t>
            </a:r>
          </a:p>
        </p:txBody>
      </p:sp>
      <p:sp>
        <p:nvSpPr>
          <p:cNvPr id="23" name="Picture Placeholder 3">
            <a:extLst>
              <a:ext uri="{FF2B5EF4-FFF2-40B4-BE49-F238E27FC236}">
                <a16:creationId xmlns:a16="http://schemas.microsoft.com/office/drawing/2014/main" id="{4D652F67-94A0-0840-AE16-55B87BEAF320}"/>
              </a:ext>
            </a:extLst>
          </p:cNvPr>
          <p:cNvSpPr>
            <a:spLocks noGrp="1"/>
          </p:cNvSpPr>
          <p:nvPr>
            <p:ph type="pic" sz="quarter" idx="11"/>
          </p:nvPr>
        </p:nvSpPr>
        <p:spPr>
          <a:xfrm>
            <a:off x="2167377" y="4120517"/>
            <a:ext cx="9469197" cy="8568593"/>
          </a:xfrm>
        </p:spPr>
        <p:txBody>
          <a:bodyPr/>
          <a:lstStyle>
            <a:lvl1pPr marL="0" indent="0">
              <a:buNone/>
              <a:defRPr>
                <a:solidFill>
                  <a:schemeClr val="bg1"/>
                </a:solidFill>
              </a:defRPr>
            </a:lvl1pPr>
          </a:lstStyle>
          <a:p>
            <a:r>
              <a:rPr lang="en-US"/>
              <a:t>Click icon to add picture</a:t>
            </a:r>
            <a:endParaRPr lang="en-US" dirty="0"/>
          </a:p>
        </p:txBody>
      </p:sp>
      <p:sp>
        <p:nvSpPr>
          <p:cNvPr id="12" name="Text Placeholder 5">
            <a:extLst>
              <a:ext uri="{FF2B5EF4-FFF2-40B4-BE49-F238E27FC236}">
                <a16:creationId xmlns:a16="http://schemas.microsoft.com/office/drawing/2014/main" id="{6A7F952E-8DC5-6A79-9AE3-813B3AE4D1F2}"/>
              </a:ext>
            </a:extLst>
          </p:cNvPr>
          <p:cNvSpPr>
            <a:spLocks noGrp="1"/>
          </p:cNvSpPr>
          <p:nvPr>
            <p:ph type="body" sz="quarter" idx="16"/>
          </p:nvPr>
        </p:nvSpPr>
        <p:spPr>
          <a:xfrm>
            <a:off x="12747867" y="6462508"/>
            <a:ext cx="8024838" cy="6226602"/>
          </a:xfrm>
        </p:spPr>
        <p:txBody>
          <a:bodyPr>
            <a:noAutofit/>
          </a:bodyPr>
          <a:lstStyle>
            <a:lvl1pPr marL="0" indent="0">
              <a:buNone/>
              <a:defRPr kumimoji="0" lang="en-US" sz="2600" b="0" i="0" u="none" strike="noStrike" cap="none" spc="0" normalizeH="0" baseline="0">
                <a:ln>
                  <a:noFill/>
                </a:ln>
                <a:solidFill>
                  <a:srgbClr val="FFFFFF"/>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14" name="Text Placeholder 5">
            <a:extLst>
              <a:ext uri="{FF2B5EF4-FFF2-40B4-BE49-F238E27FC236}">
                <a16:creationId xmlns:a16="http://schemas.microsoft.com/office/drawing/2014/main" id="{BA033C1D-E65C-08C9-F39B-80EFE57D65D8}"/>
              </a:ext>
            </a:extLst>
          </p:cNvPr>
          <p:cNvSpPr>
            <a:spLocks noGrp="1"/>
          </p:cNvSpPr>
          <p:nvPr>
            <p:ph type="body" sz="quarter" idx="17" hasCustomPrompt="1"/>
          </p:nvPr>
        </p:nvSpPr>
        <p:spPr>
          <a:xfrm>
            <a:off x="12747428" y="4115640"/>
            <a:ext cx="8024812" cy="1968425"/>
          </a:xfrm>
        </p:spPr>
        <p:txBody>
          <a:bodyPr>
            <a:normAutofit/>
          </a:bodyPr>
          <a:lstStyle>
            <a:lvl1pPr marL="0" indent="0">
              <a:buNone/>
              <a:defRPr sz="4400">
                <a:solidFill>
                  <a:schemeClr val="bg1"/>
                </a:solidFill>
              </a:defRPr>
            </a:lvl1pPr>
            <a:lvl5pPr marL="2438400" indent="0" algn="l">
              <a:buFont typeface="Arial" panose="020B0604020202020204" pitchFamily="34" charset="0"/>
              <a:buNone/>
              <a:defRPr sz="4400">
                <a:solidFill>
                  <a:schemeClr val="bg1"/>
                </a:solidFill>
              </a:defRPr>
            </a:lvl5pPr>
          </a:lstStyle>
          <a:p>
            <a:pPr lvl="0"/>
            <a:r>
              <a:rPr lang="en-US" dirty="0"/>
              <a:t>Click to add text</a:t>
            </a:r>
          </a:p>
        </p:txBody>
      </p:sp>
      <p:pic>
        <p:nvPicPr>
          <p:cNvPr id="4" name="Picture 3">
            <a:extLst>
              <a:ext uri="{FF2B5EF4-FFF2-40B4-BE49-F238E27FC236}">
                <a16:creationId xmlns:a16="http://schemas.microsoft.com/office/drawing/2014/main" id="{3F4008AF-17B2-1560-3039-4C723BA0CB22}"/>
              </a:ext>
              <a:ext uri="{C183D7F6-B498-43B3-948B-1728B52AA6E4}">
                <adec:decorative xmlns:adec="http://schemas.microsoft.com/office/drawing/2017/decorative" val="1"/>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439334" y="-15464"/>
            <a:ext cx="3860800" cy="1473200"/>
          </a:xfrm>
          <a:prstGeom prst="rect">
            <a:avLst/>
          </a:prstGeom>
        </p:spPr>
      </p:pic>
    </p:spTree>
    <p:extLst>
      <p:ext uri="{BB962C8B-B14F-4D97-AF65-F5344CB8AC3E}">
        <p14:creationId xmlns:p14="http://schemas.microsoft.com/office/powerpoint/2010/main" val="1134045232"/>
      </p:ext>
    </p:extLst>
  </p:cSld>
  <p:clrMapOvr>
    <a:masterClrMapping/>
  </p:clrMapOvr>
  <p:transition spd="med"/>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Quiz layout 1">
    <p:spTree>
      <p:nvGrpSpPr>
        <p:cNvPr id="1" name=""/>
        <p:cNvGrpSpPr/>
        <p:nvPr/>
      </p:nvGrpSpPr>
      <p:grpSpPr>
        <a:xfrm>
          <a:off x="0" y="0"/>
          <a:ext cx="0" cy="0"/>
          <a:chOff x="0" y="0"/>
          <a:chExt cx="0" cy="0"/>
        </a:xfrm>
      </p:grpSpPr>
      <p:sp>
        <p:nvSpPr>
          <p:cNvPr id="2" name="Rectangle">
            <a:extLst>
              <a:ext uri="{FF2B5EF4-FFF2-40B4-BE49-F238E27FC236}">
                <a16:creationId xmlns:a16="http://schemas.microsoft.com/office/drawing/2014/main" id="{FABE8965-C5C7-9C39-4D77-41321DCB42C7}"/>
              </a:ext>
            </a:extLst>
          </p:cNvPr>
          <p:cNvSpPr/>
          <p:nvPr userDrawn="1"/>
        </p:nvSpPr>
        <p:spPr>
          <a:xfrm>
            <a:off x="0" y="2360348"/>
            <a:ext cx="24384000" cy="11436178"/>
          </a:xfrm>
          <a:prstGeom prst="rect">
            <a:avLst/>
          </a:prstGeom>
          <a:gradFill>
            <a:gsLst>
              <a:gs pos="0">
                <a:srgbClr val="F15A24"/>
              </a:gs>
              <a:gs pos="100000">
                <a:srgbClr val="F8A036"/>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3" name="Title 2">
            <a:extLst>
              <a:ext uri="{FF2B5EF4-FFF2-40B4-BE49-F238E27FC236}">
                <a16:creationId xmlns:a16="http://schemas.microsoft.com/office/drawing/2014/main" id="{4C90E15E-9DC3-D24F-8189-931487225A46}"/>
              </a:ext>
            </a:extLst>
          </p:cNvPr>
          <p:cNvSpPr>
            <a:spLocks noGrp="1"/>
          </p:cNvSpPr>
          <p:nvPr>
            <p:ph type="title" hasCustomPrompt="1"/>
          </p:nvPr>
        </p:nvSpPr>
        <p:spPr>
          <a:xfrm>
            <a:off x="2167377" y="1871164"/>
            <a:ext cx="14715569" cy="511175"/>
          </a:xfrm>
        </p:spPr>
        <p:txBody>
          <a:bodyPr>
            <a:normAutofit/>
          </a:bodyPr>
          <a:lstStyle>
            <a:lvl1pPr>
              <a:defRPr kumimoji="0" lang="en-US" sz="3800" b="1" i="0" u="none" strike="noStrike" cap="all" spc="0" normalizeH="0" baseline="0">
                <a:ln>
                  <a:noFill/>
                </a:ln>
                <a:solidFill>
                  <a:srgbClr val="128CCD"/>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r>
              <a:rPr lang="en-US" dirty="0"/>
              <a:t>SLIDE TITLE</a:t>
            </a:r>
          </a:p>
        </p:txBody>
      </p:sp>
      <p:sp>
        <p:nvSpPr>
          <p:cNvPr id="13" name="Text Placeholder 4">
            <a:extLst>
              <a:ext uri="{FF2B5EF4-FFF2-40B4-BE49-F238E27FC236}">
                <a16:creationId xmlns:a16="http://schemas.microsoft.com/office/drawing/2014/main" id="{F9A081F0-DCC0-4F43-B885-A177263AC1B5}"/>
              </a:ext>
            </a:extLst>
          </p:cNvPr>
          <p:cNvSpPr>
            <a:spLocks noGrp="1"/>
          </p:cNvSpPr>
          <p:nvPr>
            <p:ph type="body" sz="quarter" idx="10" hasCustomPrompt="1"/>
          </p:nvPr>
        </p:nvSpPr>
        <p:spPr>
          <a:xfrm>
            <a:off x="2167377" y="2419728"/>
            <a:ext cx="9768875" cy="803546"/>
          </a:xfrm>
        </p:spPr>
        <p:txBody>
          <a:bodyPr/>
          <a:lstStyle>
            <a:lvl1pPr marL="0" indent="0">
              <a:buNone/>
              <a:defRPr kumimoji="0" lang="en-US" sz="3200" b="1" i="0" u="none" strike="noStrike" cap="all" spc="0" normalizeH="0" baseline="0">
                <a:ln>
                  <a:noFill/>
                </a:ln>
                <a:solidFill>
                  <a:schemeClr val="bg1"/>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pPr lvl="0"/>
            <a:r>
              <a:rPr lang="en-US" dirty="0"/>
              <a:t>SUB TITLE</a:t>
            </a:r>
          </a:p>
        </p:txBody>
      </p:sp>
      <p:sp>
        <p:nvSpPr>
          <p:cNvPr id="4" name="Round Same Side Corner Rectangle 3">
            <a:extLst>
              <a:ext uri="{FF2B5EF4-FFF2-40B4-BE49-F238E27FC236}">
                <a16:creationId xmlns:a16="http://schemas.microsoft.com/office/drawing/2014/main" id="{FA29A0C7-63A9-37AE-C36E-28D29DB1FC0C}"/>
              </a:ext>
            </a:extLst>
          </p:cNvPr>
          <p:cNvSpPr/>
          <p:nvPr userDrawn="1"/>
        </p:nvSpPr>
        <p:spPr>
          <a:xfrm>
            <a:off x="2124334" y="5228017"/>
            <a:ext cx="7712393" cy="8605898"/>
          </a:xfrm>
          <a:prstGeom prst="round2SameRect">
            <a:avLst>
              <a:gd name="adj1" fmla="val 7123"/>
              <a:gd name="adj2" fmla="val 0"/>
            </a:avLst>
          </a:prstGeom>
          <a:solidFill>
            <a:schemeClr val="bg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dirty="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16" name="Text Placeholder 5">
            <a:extLst>
              <a:ext uri="{FF2B5EF4-FFF2-40B4-BE49-F238E27FC236}">
                <a16:creationId xmlns:a16="http://schemas.microsoft.com/office/drawing/2014/main" id="{00BFA553-2EAA-7D5D-66A4-3CB0B3039A4F}"/>
              </a:ext>
            </a:extLst>
          </p:cNvPr>
          <p:cNvSpPr>
            <a:spLocks noGrp="1"/>
          </p:cNvSpPr>
          <p:nvPr>
            <p:ph type="body" sz="quarter" idx="16"/>
          </p:nvPr>
        </p:nvSpPr>
        <p:spPr>
          <a:xfrm>
            <a:off x="2594247" y="7248019"/>
            <a:ext cx="6817382" cy="6226602"/>
          </a:xfrm>
        </p:spPr>
        <p:txBody>
          <a:bodyPr>
            <a:noAutofit/>
          </a:bodyPr>
          <a:lstStyle>
            <a:lvl1pPr marL="0" indent="0">
              <a:buNone/>
              <a:defRPr kumimoji="0" lang="en-US" sz="2600" b="0" i="0" u="none" strike="noStrike" cap="none" spc="0" normalizeH="0" baseline="0">
                <a:ln>
                  <a:noFill/>
                </a:ln>
                <a:solidFill>
                  <a:schemeClr val="tx2">
                    <a:lumMod val="75000"/>
                  </a:schemeClr>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pic>
        <p:nvPicPr>
          <p:cNvPr id="6" name="Graphic 5" descr="Help with solid fill">
            <a:extLst>
              <a:ext uri="{FF2B5EF4-FFF2-40B4-BE49-F238E27FC236}">
                <a16:creationId xmlns:a16="http://schemas.microsoft.com/office/drawing/2014/main" id="{5BCC09F5-BEFD-455C-0F2F-F18D468EC78F}"/>
              </a:ext>
            </a:extLst>
          </p:cNvPr>
          <p:cNvPicPr>
            <a:picLocks noChangeAspect="1"/>
          </p:cNvPicPr>
          <p:nvPr userDrawn="1"/>
        </p:nvPicPr>
        <p:blipFill>
          <a:blip r:embed="rId2" cstate="print">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2594247" y="5468810"/>
            <a:ext cx="1427671" cy="1427671"/>
          </a:xfrm>
          <a:prstGeom prst="rect">
            <a:avLst/>
          </a:prstGeom>
        </p:spPr>
      </p:pic>
      <p:sp>
        <p:nvSpPr>
          <p:cNvPr id="8" name="Rounded Rectangle 7">
            <a:extLst>
              <a:ext uri="{FF2B5EF4-FFF2-40B4-BE49-F238E27FC236}">
                <a16:creationId xmlns:a16="http://schemas.microsoft.com/office/drawing/2014/main" id="{7A5EDB33-736C-0AA5-C7CD-BDFF535E7A9C}"/>
              </a:ext>
            </a:extLst>
          </p:cNvPr>
          <p:cNvSpPr/>
          <p:nvPr userDrawn="1"/>
        </p:nvSpPr>
        <p:spPr>
          <a:xfrm>
            <a:off x="11485756" y="5237573"/>
            <a:ext cx="11731083" cy="1080000"/>
          </a:xfrm>
          <a:prstGeom prst="roundRect">
            <a:avLst/>
          </a:prstGeom>
          <a:solidFill>
            <a:schemeClr val="bg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19" name="Rounded Rectangle 18">
            <a:extLst>
              <a:ext uri="{FF2B5EF4-FFF2-40B4-BE49-F238E27FC236}">
                <a16:creationId xmlns:a16="http://schemas.microsoft.com/office/drawing/2014/main" id="{9A29247D-C253-CBDD-13EE-F16B85217807}"/>
              </a:ext>
            </a:extLst>
          </p:cNvPr>
          <p:cNvSpPr/>
          <p:nvPr userDrawn="1"/>
        </p:nvSpPr>
        <p:spPr>
          <a:xfrm>
            <a:off x="11485756" y="6937152"/>
            <a:ext cx="11731083" cy="1080000"/>
          </a:xfrm>
          <a:prstGeom prst="roundRect">
            <a:avLst/>
          </a:prstGeom>
          <a:solidFill>
            <a:schemeClr val="bg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20" name="Rounded Rectangle 19">
            <a:extLst>
              <a:ext uri="{FF2B5EF4-FFF2-40B4-BE49-F238E27FC236}">
                <a16:creationId xmlns:a16="http://schemas.microsoft.com/office/drawing/2014/main" id="{640D50B7-0BFF-E456-7675-C96913EC6D02}"/>
              </a:ext>
            </a:extLst>
          </p:cNvPr>
          <p:cNvSpPr/>
          <p:nvPr userDrawn="1"/>
        </p:nvSpPr>
        <p:spPr>
          <a:xfrm>
            <a:off x="11485756" y="8615938"/>
            <a:ext cx="11731083" cy="1080000"/>
          </a:xfrm>
          <a:prstGeom prst="roundRect">
            <a:avLst/>
          </a:prstGeom>
          <a:solidFill>
            <a:schemeClr val="bg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21" name="Rounded Rectangle 20">
            <a:extLst>
              <a:ext uri="{FF2B5EF4-FFF2-40B4-BE49-F238E27FC236}">
                <a16:creationId xmlns:a16="http://schemas.microsoft.com/office/drawing/2014/main" id="{A4EB9AD0-97D9-EA55-1897-8E787ACA18AD}"/>
              </a:ext>
            </a:extLst>
          </p:cNvPr>
          <p:cNvSpPr/>
          <p:nvPr userDrawn="1"/>
        </p:nvSpPr>
        <p:spPr>
          <a:xfrm>
            <a:off x="11485756" y="10294724"/>
            <a:ext cx="11731083" cy="1080000"/>
          </a:xfrm>
          <a:prstGeom prst="roundRect">
            <a:avLst/>
          </a:prstGeom>
          <a:solidFill>
            <a:schemeClr val="bg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22" name="Rounded Rectangle 21">
            <a:extLst>
              <a:ext uri="{FF2B5EF4-FFF2-40B4-BE49-F238E27FC236}">
                <a16:creationId xmlns:a16="http://schemas.microsoft.com/office/drawing/2014/main" id="{1FE4A142-7345-2F27-77AC-6B8D7F3BB8F0}"/>
              </a:ext>
            </a:extLst>
          </p:cNvPr>
          <p:cNvSpPr/>
          <p:nvPr userDrawn="1"/>
        </p:nvSpPr>
        <p:spPr>
          <a:xfrm>
            <a:off x="11485756" y="11973510"/>
            <a:ext cx="11731083" cy="1080000"/>
          </a:xfrm>
          <a:prstGeom prst="roundRect">
            <a:avLst/>
          </a:prstGeom>
          <a:solidFill>
            <a:schemeClr val="bg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24" name="Text Placeholder 5">
            <a:extLst>
              <a:ext uri="{FF2B5EF4-FFF2-40B4-BE49-F238E27FC236}">
                <a16:creationId xmlns:a16="http://schemas.microsoft.com/office/drawing/2014/main" id="{8ED258EB-0A79-0CC4-9AC5-E5BB65095D9B}"/>
              </a:ext>
            </a:extLst>
          </p:cNvPr>
          <p:cNvSpPr>
            <a:spLocks noGrp="1"/>
          </p:cNvSpPr>
          <p:nvPr>
            <p:ph type="body" sz="quarter" idx="17"/>
          </p:nvPr>
        </p:nvSpPr>
        <p:spPr>
          <a:xfrm>
            <a:off x="11936252" y="5570897"/>
            <a:ext cx="10801828" cy="468000"/>
          </a:xfrm>
        </p:spPr>
        <p:txBody>
          <a:bodyPr>
            <a:noAutofit/>
          </a:bodyPr>
          <a:lstStyle>
            <a:lvl1pPr marL="0" indent="0">
              <a:buNone/>
              <a:defRPr kumimoji="0" lang="en-US" sz="2600" b="0" i="0" u="none" strike="noStrike" cap="none" spc="0" normalizeH="0" baseline="0">
                <a:ln>
                  <a:noFill/>
                </a:ln>
                <a:solidFill>
                  <a:schemeClr val="tx2">
                    <a:lumMod val="75000"/>
                  </a:schemeClr>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25" name="Text Placeholder 5">
            <a:extLst>
              <a:ext uri="{FF2B5EF4-FFF2-40B4-BE49-F238E27FC236}">
                <a16:creationId xmlns:a16="http://schemas.microsoft.com/office/drawing/2014/main" id="{D7D34A3F-BE3B-171A-71BC-2F827D2C4C80}"/>
              </a:ext>
            </a:extLst>
          </p:cNvPr>
          <p:cNvSpPr>
            <a:spLocks noGrp="1"/>
          </p:cNvSpPr>
          <p:nvPr>
            <p:ph type="body" sz="quarter" idx="18"/>
          </p:nvPr>
        </p:nvSpPr>
        <p:spPr>
          <a:xfrm>
            <a:off x="11936252" y="7270476"/>
            <a:ext cx="10801828" cy="468000"/>
          </a:xfrm>
        </p:spPr>
        <p:txBody>
          <a:bodyPr>
            <a:noAutofit/>
          </a:bodyPr>
          <a:lstStyle>
            <a:lvl1pPr marL="0" indent="0">
              <a:buNone/>
              <a:defRPr kumimoji="0" lang="en-US" sz="2600" b="0" i="0" u="none" strike="noStrike" cap="none" spc="0" normalizeH="0" baseline="0">
                <a:ln>
                  <a:noFill/>
                </a:ln>
                <a:solidFill>
                  <a:schemeClr val="tx2">
                    <a:lumMod val="75000"/>
                  </a:schemeClr>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26" name="Text Placeholder 5">
            <a:extLst>
              <a:ext uri="{FF2B5EF4-FFF2-40B4-BE49-F238E27FC236}">
                <a16:creationId xmlns:a16="http://schemas.microsoft.com/office/drawing/2014/main" id="{3421587F-10AC-7EBE-6901-E1BA33DF8AE1}"/>
              </a:ext>
            </a:extLst>
          </p:cNvPr>
          <p:cNvSpPr>
            <a:spLocks noGrp="1"/>
          </p:cNvSpPr>
          <p:nvPr>
            <p:ph type="body" sz="quarter" idx="19"/>
          </p:nvPr>
        </p:nvSpPr>
        <p:spPr>
          <a:xfrm>
            <a:off x="11936252" y="8949262"/>
            <a:ext cx="10801828" cy="468000"/>
          </a:xfrm>
        </p:spPr>
        <p:txBody>
          <a:bodyPr>
            <a:noAutofit/>
          </a:bodyPr>
          <a:lstStyle>
            <a:lvl1pPr marL="0" indent="0">
              <a:buNone/>
              <a:defRPr kumimoji="0" lang="en-US" sz="2600" b="0" i="0" u="none" strike="noStrike" cap="none" spc="0" normalizeH="0" baseline="0">
                <a:ln>
                  <a:noFill/>
                </a:ln>
                <a:solidFill>
                  <a:schemeClr val="tx2">
                    <a:lumMod val="75000"/>
                  </a:schemeClr>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27" name="Text Placeholder 5">
            <a:extLst>
              <a:ext uri="{FF2B5EF4-FFF2-40B4-BE49-F238E27FC236}">
                <a16:creationId xmlns:a16="http://schemas.microsoft.com/office/drawing/2014/main" id="{B1FF3B0B-6113-DB9F-2F3C-96810CE90162}"/>
              </a:ext>
            </a:extLst>
          </p:cNvPr>
          <p:cNvSpPr>
            <a:spLocks noGrp="1"/>
          </p:cNvSpPr>
          <p:nvPr>
            <p:ph type="body" sz="quarter" idx="20"/>
          </p:nvPr>
        </p:nvSpPr>
        <p:spPr>
          <a:xfrm>
            <a:off x="11936252" y="10628048"/>
            <a:ext cx="10801828" cy="468000"/>
          </a:xfrm>
        </p:spPr>
        <p:txBody>
          <a:bodyPr>
            <a:noAutofit/>
          </a:bodyPr>
          <a:lstStyle>
            <a:lvl1pPr marL="0" indent="0">
              <a:buNone/>
              <a:defRPr kumimoji="0" lang="en-US" sz="2600" b="0" i="0" u="none" strike="noStrike" cap="none" spc="0" normalizeH="0" baseline="0">
                <a:ln>
                  <a:noFill/>
                </a:ln>
                <a:solidFill>
                  <a:schemeClr val="tx2">
                    <a:lumMod val="75000"/>
                  </a:schemeClr>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28" name="Text Placeholder 5">
            <a:extLst>
              <a:ext uri="{FF2B5EF4-FFF2-40B4-BE49-F238E27FC236}">
                <a16:creationId xmlns:a16="http://schemas.microsoft.com/office/drawing/2014/main" id="{1B78CB5C-262B-068C-9251-A2C3C592CF45}"/>
              </a:ext>
            </a:extLst>
          </p:cNvPr>
          <p:cNvSpPr>
            <a:spLocks noGrp="1"/>
          </p:cNvSpPr>
          <p:nvPr>
            <p:ph type="body" sz="quarter" idx="21"/>
          </p:nvPr>
        </p:nvSpPr>
        <p:spPr>
          <a:xfrm>
            <a:off x="11936252" y="12306834"/>
            <a:ext cx="10801828" cy="468000"/>
          </a:xfrm>
        </p:spPr>
        <p:txBody>
          <a:bodyPr>
            <a:noAutofit/>
          </a:bodyPr>
          <a:lstStyle>
            <a:lvl1pPr marL="0" indent="0">
              <a:buNone/>
              <a:defRPr kumimoji="0" lang="en-US" sz="2600" b="0" i="0" u="none" strike="noStrike" cap="none" spc="0" normalizeH="0" baseline="0">
                <a:ln>
                  <a:noFill/>
                </a:ln>
                <a:solidFill>
                  <a:schemeClr val="tx2">
                    <a:lumMod val="75000"/>
                  </a:schemeClr>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pic>
        <p:nvPicPr>
          <p:cNvPr id="5" name="Picture 4">
            <a:extLst>
              <a:ext uri="{FF2B5EF4-FFF2-40B4-BE49-F238E27FC236}">
                <a16:creationId xmlns:a16="http://schemas.microsoft.com/office/drawing/2014/main" id="{A5BF6EF1-CFA9-A58C-D0E2-EFC77F0A6544}"/>
              </a:ext>
              <a:ext uri="{C183D7F6-B498-43B3-948B-1728B52AA6E4}">
                <adec:decorative xmlns:adec="http://schemas.microsoft.com/office/drawing/2017/decorative" val="1"/>
              </a:ext>
            </a:extLst>
          </p:cNvPr>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439334" y="-15464"/>
            <a:ext cx="3860800" cy="1473200"/>
          </a:xfrm>
          <a:prstGeom prst="rect">
            <a:avLst/>
          </a:prstGeom>
        </p:spPr>
      </p:pic>
    </p:spTree>
    <p:extLst>
      <p:ext uri="{BB962C8B-B14F-4D97-AF65-F5344CB8AC3E}">
        <p14:creationId xmlns:p14="http://schemas.microsoft.com/office/powerpoint/2010/main" val="1151361529"/>
      </p:ext>
    </p:extLst>
  </p:cSld>
  <p:clrMapOvr>
    <a:masterClrMapping/>
  </p:clrMapOvr>
  <p:transition spd="med"/>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Closing type 1">
    <p:spTree>
      <p:nvGrpSpPr>
        <p:cNvPr id="1" name=""/>
        <p:cNvGrpSpPr/>
        <p:nvPr/>
      </p:nvGrpSpPr>
      <p:grpSpPr>
        <a:xfrm>
          <a:off x="0" y="0"/>
          <a:ext cx="0" cy="0"/>
          <a:chOff x="0" y="0"/>
          <a:chExt cx="0" cy="0"/>
        </a:xfrm>
      </p:grpSpPr>
      <p:pic>
        <p:nvPicPr>
          <p:cNvPr id="6" name="BG Slide-01.jpg" descr="BG Slide-01.jpg">
            <a:extLst>
              <a:ext uri="{FF2B5EF4-FFF2-40B4-BE49-F238E27FC236}">
                <a16:creationId xmlns:a16="http://schemas.microsoft.com/office/drawing/2014/main" id="{EB456242-AA88-DF45-9244-298FA0B8369B}"/>
              </a:ext>
            </a:extLst>
          </p:cNvPr>
          <p:cNvPicPr>
            <a:picLocks noChangeAspect="1"/>
          </p:cNvPicPr>
          <p:nvPr userDrawn="1"/>
        </p:nvPicPr>
        <p:blipFill>
          <a:blip r:embed="rId2"/>
          <a:srcRect l="165" r="165"/>
          <a:stretch>
            <a:fillRect/>
          </a:stretch>
        </p:blipFill>
        <p:spPr>
          <a:xfrm>
            <a:off x="-86098" y="-57547"/>
            <a:ext cx="24507155" cy="13831095"/>
          </a:xfrm>
          <a:prstGeom prst="rect">
            <a:avLst/>
          </a:prstGeom>
          <a:ln w="12700">
            <a:miter lim="400000"/>
          </a:ln>
        </p:spPr>
      </p:pic>
      <p:sp>
        <p:nvSpPr>
          <p:cNvPr id="8" name="UNIVERSITAS BINA NUSANTARA">
            <a:extLst>
              <a:ext uri="{FF2B5EF4-FFF2-40B4-BE49-F238E27FC236}">
                <a16:creationId xmlns:a16="http://schemas.microsoft.com/office/drawing/2014/main" id="{1D553A28-04FA-E944-90CB-BDB2AEBEA300}"/>
              </a:ext>
            </a:extLst>
          </p:cNvPr>
          <p:cNvSpPr txBox="1"/>
          <p:nvPr userDrawn="1"/>
        </p:nvSpPr>
        <p:spPr>
          <a:xfrm>
            <a:off x="9823213" y="8366096"/>
            <a:ext cx="4727256" cy="301044"/>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0" tIns="0" rIns="0" bIns="0">
            <a:spAutoFit/>
          </a:bodyPr>
          <a:lstStyle/>
          <a:p>
            <a:pPr algn="l" defTabSz="821531">
              <a:lnSpc>
                <a:spcPct val="80000"/>
              </a:lnSpc>
              <a:defRPr sz="3600">
                <a:solidFill>
                  <a:srgbClr val="FFFFFF"/>
                </a:solidFill>
                <a:latin typeface="Open Sans Light"/>
                <a:ea typeface="Open Sans Light"/>
                <a:cs typeface="Open Sans Light"/>
                <a:sym typeface="Open Sans"/>
              </a:defRPr>
            </a:pPr>
            <a:r>
              <a:rPr sz="2400" dirty="0"/>
              <a:t>UNIVERSITAS</a:t>
            </a:r>
            <a:r>
              <a:rPr sz="2400" b="1" dirty="0"/>
              <a:t> BINA NUSANTARA</a:t>
            </a:r>
          </a:p>
        </p:txBody>
      </p:sp>
      <p:sp>
        <p:nvSpPr>
          <p:cNvPr id="9" name="Rounded Rectangle">
            <a:extLst>
              <a:ext uri="{FF2B5EF4-FFF2-40B4-BE49-F238E27FC236}">
                <a16:creationId xmlns:a16="http://schemas.microsoft.com/office/drawing/2014/main" id="{A398922F-A33B-3C44-AAA1-709DF0A7FE30}"/>
              </a:ext>
            </a:extLst>
          </p:cNvPr>
          <p:cNvSpPr/>
          <p:nvPr userDrawn="1"/>
        </p:nvSpPr>
        <p:spPr>
          <a:xfrm>
            <a:off x="11684000" y="9025087"/>
            <a:ext cx="1016000" cy="88901"/>
          </a:xfrm>
          <a:prstGeom prst="roundRect">
            <a:avLst>
              <a:gd name="adj" fmla="val 50000"/>
            </a:avLst>
          </a:prstGeom>
          <a:solidFill>
            <a:srgbClr val="F08700"/>
          </a:solidFill>
          <a:ln w="12700">
            <a:miter lim="400000"/>
          </a:ln>
        </p:spPr>
        <p:txBody>
          <a:bodyPr lIns="50800" tIns="50800" rIns="50800" bIns="50800" anchor="ctr"/>
          <a:lstStyle/>
          <a:p>
            <a:pPr defTabSz="825500">
              <a:defRPr sz="32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13" name="Body Level One…"/>
          <p:cNvSpPr txBox="1">
            <a:spLocks noGrp="1"/>
          </p:cNvSpPr>
          <p:nvPr>
            <p:ph type="body" sz="quarter" idx="1" hasCustomPrompt="1"/>
          </p:nvPr>
        </p:nvSpPr>
        <p:spPr>
          <a:xfrm>
            <a:off x="1201342" y="7438335"/>
            <a:ext cx="21971001" cy="864672"/>
          </a:xfrm>
          <a:prstGeom prst="rect">
            <a:avLst/>
          </a:prstGeom>
        </p:spPr>
        <p:txBody>
          <a:bodyPr/>
          <a:lstStyle>
            <a:lvl1pPr marL="0" indent="0" algn="ctr" defTabSz="825500">
              <a:lnSpc>
                <a:spcPct val="100000"/>
              </a:lnSpc>
              <a:spcBef>
                <a:spcPts val="0"/>
              </a:spcBef>
              <a:buSzTx/>
              <a:buNone/>
              <a:defRPr kumimoji="0" sz="5000" b="0" i="0" u="none" strike="noStrike" cap="all" spc="0" normalizeH="0" baseline="0">
                <a:ln>
                  <a:noFill/>
                </a:ln>
                <a:solidFill>
                  <a:srgbClr val="FFFFFF"/>
                </a:solidFill>
                <a:effectLst/>
                <a:uFillTx/>
                <a:latin typeface="Open Sans Semibold"/>
                <a:ea typeface="Open Sans Semibold"/>
                <a:cs typeface="Open Sans Semibold"/>
                <a:sym typeface="Open Sans Semibold"/>
              </a:defRPr>
            </a:lvl1pPr>
            <a:lvl2pPr marL="0" indent="457200" defTabSz="825500">
              <a:lnSpc>
                <a:spcPct val="100000"/>
              </a:lnSpc>
              <a:spcBef>
                <a:spcPts val="0"/>
              </a:spcBef>
              <a:buSzTx/>
              <a:buNone/>
              <a:defRPr sz="5500" b="1"/>
            </a:lvl2pPr>
            <a:lvl3pPr marL="0" indent="914400" defTabSz="825500">
              <a:lnSpc>
                <a:spcPct val="100000"/>
              </a:lnSpc>
              <a:spcBef>
                <a:spcPts val="0"/>
              </a:spcBef>
              <a:buSzTx/>
              <a:buNone/>
              <a:defRPr sz="5500" b="1"/>
            </a:lvl3pPr>
            <a:lvl4pPr marL="0" indent="1371600" defTabSz="825500">
              <a:lnSpc>
                <a:spcPct val="100000"/>
              </a:lnSpc>
              <a:spcBef>
                <a:spcPts val="0"/>
              </a:spcBef>
              <a:buSzTx/>
              <a:buNone/>
              <a:defRPr sz="5500" b="1"/>
            </a:lvl4pPr>
            <a:lvl5pPr marL="0" indent="1828800" defTabSz="825500">
              <a:lnSpc>
                <a:spcPct val="100000"/>
              </a:lnSpc>
              <a:spcBef>
                <a:spcPts val="0"/>
              </a:spcBef>
              <a:buSzTx/>
              <a:buNone/>
              <a:defRPr sz="5500" b="1"/>
            </a:lvl5pPr>
          </a:lstStyle>
          <a:p>
            <a:r>
              <a:rPr dirty="0"/>
              <a:t>Presentation </a:t>
            </a:r>
            <a:r>
              <a:rPr lang="en-US" dirty="0"/>
              <a:t>TITLE</a:t>
            </a:r>
            <a:endParaRPr dirty="0"/>
          </a:p>
        </p:txBody>
      </p:sp>
      <p:sp>
        <p:nvSpPr>
          <p:cNvPr id="18" name="Presentation Title">
            <a:extLst>
              <a:ext uri="{FF2B5EF4-FFF2-40B4-BE49-F238E27FC236}">
                <a16:creationId xmlns:a16="http://schemas.microsoft.com/office/drawing/2014/main" id="{15CBFADB-E6B3-9B4E-8320-314E3790EC2E}"/>
              </a:ext>
            </a:extLst>
          </p:cNvPr>
          <p:cNvSpPr txBox="1">
            <a:spLocks noGrp="1"/>
          </p:cNvSpPr>
          <p:nvPr>
            <p:ph type="title" hasCustomPrompt="1"/>
          </p:nvPr>
        </p:nvSpPr>
        <p:spPr>
          <a:xfrm>
            <a:off x="1206496" y="3058757"/>
            <a:ext cx="21971004" cy="3746281"/>
          </a:xfrm>
          <a:prstGeom prst="rect">
            <a:avLst/>
          </a:prstGeom>
        </p:spPr>
        <p:txBody>
          <a:bodyPr anchor="b">
            <a:normAutofit/>
          </a:bodyPr>
          <a:lstStyle>
            <a:lvl1pPr algn="ctr">
              <a:defRPr kumimoji="0" sz="12000" b="0" i="0" u="none" strike="noStrike" cap="all" spc="0" normalizeH="0" baseline="0">
                <a:ln>
                  <a:noFill/>
                </a:ln>
                <a:solidFill>
                  <a:srgbClr val="FFFFFF"/>
                </a:solidFill>
                <a:effectLst/>
                <a:uFillTx/>
                <a:latin typeface="Open Sans Semibold"/>
                <a:ea typeface="Open Sans Semibold"/>
                <a:cs typeface="Open Sans Semibold"/>
                <a:sym typeface="Open Sans Semibold"/>
              </a:defRPr>
            </a:lvl1pPr>
          </a:lstStyle>
          <a:p>
            <a:r>
              <a:rPr lang="en-US" dirty="0"/>
              <a:t>THANK YOU message</a:t>
            </a:r>
            <a:endParaRPr dirty="0"/>
          </a:p>
        </p:txBody>
      </p:sp>
      <p:sp>
        <p:nvSpPr>
          <p:cNvPr id="19" name="Text Placeholder 2">
            <a:extLst>
              <a:ext uri="{FF2B5EF4-FFF2-40B4-BE49-F238E27FC236}">
                <a16:creationId xmlns:a16="http://schemas.microsoft.com/office/drawing/2014/main" id="{9973D83C-1488-3E4C-B9DF-5608E0394C08}"/>
              </a:ext>
            </a:extLst>
          </p:cNvPr>
          <p:cNvSpPr>
            <a:spLocks noGrp="1"/>
          </p:cNvSpPr>
          <p:nvPr>
            <p:ph type="body" sz="quarter" idx="10" hasCustomPrompt="1"/>
          </p:nvPr>
        </p:nvSpPr>
        <p:spPr>
          <a:xfrm>
            <a:off x="9075574" y="9486762"/>
            <a:ext cx="6222535" cy="358278"/>
          </a:xfrm>
        </p:spPr>
        <p:txBody>
          <a:bodyPr>
            <a:normAutofit/>
          </a:bodyPr>
          <a:lstStyle>
            <a:lvl1pPr marL="0" indent="0" algn="ctr">
              <a:buNone/>
              <a:defRPr kumimoji="0" lang="en-US" sz="2000" b="0" i="0" u="none" strike="noStrike" cap="none" spc="0" normalizeH="0" baseline="0">
                <a:ln>
                  <a:noFill/>
                </a:ln>
                <a:solidFill>
                  <a:srgbClr val="FFFFFF"/>
                </a:solidFill>
                <a:effectLst/>
                <a:uFillTx/>
                <a:latin typeface="Open Sans Semibold"/>
                <a:ea typeface="Open Sans Semibold"/>
                <a:cs typeface="Open Sans Semibold"/>
                <a:sym typeface="Open Sans Semibold"/>
              </a:defRPr>
            </a:lvl1pPr>
          </a:lstStyle>
          <a:p>
            <a:pPr lvl="0"/>
            <a:r>
              <a:rPr kumimoji="0" lang="en-US" sz="2000" b="0" i="0" u="none" strike="noStrike" cap="none" spc="0" normalizeH="0" baseline="0">
                <a:ln>
                  <a:noFill/>
                </a:ln>
                <a:solidFill>
                  <a:srgbClr val="FFFFFF"/>
                </a:solidFill>
                <a:effectLst/>
                <a:uFillTx/>
                <a:latin typeface="Open Sans Semibold"/>
                <a:ea typeface="Open Sans Semibold"/>
                <a:cs typeface="Open Sans Semibold"/>
                <a:sym typeface="Open Sans Semibold"/>
              </a:rPr>
              <a:t>MONTH YEAR</a:t>
            </a:r>
            <a:endParaRPr lang="en-US"/>
          </a:p>
        </p:txBody>
      </p:sp>
      <p:pic>
        <p:nvPicPr>
          <p:cNvPr id="2" name="Picture 1">
            <a:extLst>
              <a:ext uri="{FF2B5EF4-FFF2-40B4-BE49-F238E27FC236}">
                <a16:creationId xmlns:a16="http://schemas.microsoft.com/office/drawing/2014/main" id="{C4995F2D-6472-91D6-94D4-E6E20D969685}"/>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766722" y="758208"/>
            <a:ext cx="2698754" cy="1143002"/>
          </a:xfrm>
          <a:prstGeom prst="rect">
            <a:avLst/>
          </a:prstGeom>
        </p:spPr>
      </p:pic>
    </p:spTree>
    <p:extLst>
      <p:ext uri="{BB962C8B-B14F-4D97-AF65-F5344CB8AC3E}">
        <p14:creationId xmlns:p14="http://schemas.microsoft.com/office/powerpoint/2010/main" val="2273209878"/>
      </p:ext>
    </p:extLst>
  </p:cSld>
  <p:clrMapOvr>
    <a:masterClrMapping/>
  </p:clrMapOvr>
  <p:transition spd="med"/>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Closing type 2">
    <p:spTree>
      <p:nvGrpSpPr>
        <p:cNvPr id="1" name=""/>
        <p:cNvGrpSpPr/>
        <p:nvPr/>
      </p:nvGrpSpPr>
      <p:grpSpPr>
        <a:xfrm>
          <a:off x="0" y="0"/>
          <a:ext cx="0" cy="0"/>
          <a:chOff x="0" y="0"/>
          <a:chExt cx="0" cy="0"/>
        </a:xfrm>
      </p:grpSpPr>
      <p:pic>
        <p:nvPicPr>
          <p:cNvPr id="6" name="BG Slide-01.jpg" descr="BG Slide-01.jpg">
            <a:extLst>
              <a:ext uri="{FF2B5EF4-FFF2-40B4-BE49-F238E27FC236}">
                <a16:creationId xmlns:a16="http://schemas.microsoft.com/office/drawing/2014/main" id="{EB456242-AA88-DF45-9244-298FA0B8369B}"/>
              </a:ext>
            </a:extLst>
          </p:cNvPr>
          <p:cNvPicPr>
            <a:picLocks noChangeAspect="1"/>
          </p:cNvPicPr>
          <p:nvPr userDrawn="1"/>
        </p:nvPicPr>
        <p:blipFill>
          <a:blip r:embed="rId2"/>
          <a:srcRect l="165" r="165"/>
          <a:stretch>
            <a:fillRect/>
          </a:stretch>
        </p:blipFill>
        <p:spPr>
          <a:xfrm>
            <a:off x="-86098" y="-57547"/>
            <a:ext cx="24507155" cy="13831095"/>
          </a:xfrm>
          <a:prstGeom prst="rect">
            <a:avLst/>
          </a:prstGeom>
          <a:ln w="12700">
            <a:miter lim="400000"/>
          </a:ln>
        </p:spPr>
      </p:pic>
      <p:sp>
        <p:nvSpPr>
          <p:cNvPr id="10" name="Rectangle">
            <a:extLst>
              <a:ext uri="{FF2B5EF4-FFF2-40B4-BE49-F238E27FC236}">
                <a16:creationId xmlns:a16="http://schemas.microsoft.com/office/drawing/2014/main" id="{BE73ECD8-9761-904C-83FC-7C21B825FC86}"/>
              </a:ext>
            </a:extLst>
          </p:cNvPr>
          <p:cNvSpPr/>
          <p:nvPr userDrawn="1"/>
        </p:nvSpPr>
        <p:spPr>
          <a:xfrm>
            <a:off x="0" y="0"/>
            <a:ext cx="24384000" cy="13716000"/>
          </a:xfrm>
          <a:prstGeom prst="rect">
            <a:avLst/>
          </a:prstGeom>
          <a:gradFill>
            <a:gsLst>
              <a:gs pos="0">
                <a:srgbClr val="2670B8"/>
              </a:gs>
              <a:gs pos="100000">
                <a:srgbClr val="2258A7"/>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9" name="Rounded Rectangle">
            <a:extLst>
              <a:ext uri="{FF2B5EF4-FFF2-40B4-BE49-F238E27FC236}">
                <a16:creationId xmlns:a16="http://schemas.microsoft.com/office/drawing/2014/main" id="{A398922F-A33B-3C44-AAA1-709DF0A7FE30}"/>
              </a:ext>
            </a:extLst>
          </p:cNvPr>
          <p:cNvSpPr/>
          <p:nvPr userDrawn="1"/>
        </p:nvSpPr>
        <p:spPr>
          <a:xfrm>
            <a:off x="11684000" y="9025087"/>
            <a:ext cx="1016000" cy="88901"/>
          </a:xfrm>
          <a:prstGeom prst="roundRect">
            <a:avLst>
              <a:gd name="adj" fmla="val 50000"/>
            </a:avLst>
          </a:prstGeom>
          <a:solidFill>
            <a:srgbClr val="F08700"/>
          </a:solidFill>
          <a:ln w="12700">
            <a:miter lim="400000"/>
          </a:ln>
        </p:spPr>
        <p:txBody>
          <a:bodyPr lIns="50800" tIns="50800" rIns="50800" bIns="50800" anchor="ctr"/>
          <a:lstStyle/>
          <a:p>
            <a:pPr defTabSz="825500">
              <a:defRPr sz="32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13" name="Body Level One…"/>
          <p:cNvSpPr txBox="1">
            <a:spLocks noGrp="1"/>
          </p:cNvSpPr>
          <p:nvPr>
            <p:ph type="body" sz="quarter" idx="1" hasCustomPrompt="1"/>
          </p:nvPr>
        </p:nvSpPr>
        <p:spPr>
          <a:xfrm>
            <a:off x="1201342" y="7438335"/>
            <a:ext cx="21971001" cy="864672"/>
          </a:xfrm>
          <a:prstGeom prst="rect">
            <a:avLst/>
          </a:prstGeom>
        </p:spPr>
        <p:txBody>
          <a:bodyPr/>
          <a:lstStyle>
            <a:lvl1pPr marL="0" indent="0" algn="ctr" defTabSz="825500">
              <a:lnSpc>
                <a:spcPct val="100000"/>
              </a:lnSpc>
              <a:spcBef>
                <a:spcPts val="0"/>
              </a:spcBef>
              <a:buSzTx/>
              <a:buNone/>
              <a:defRPr kumimoji="0" sz="5000" b="0" i="0" u="none" strike="noStrike" cap="all" spc="0" normalizeH="0" baseline="0">
                <a:ln>
                  <a:noFill/>
                </a:ln>
                <a:solidFill>
                  <a:srgbClr val="FFFFFF"/>
                </a:solidFill>
                <a:effectLst/>
                <a:uFillTx/>
                <a:latin typeface="Open Sans Semibold"/>
                <a:ea typeface="Open Sans Semibold"/>
                <a:cs typeface="Open Sans Semibold"/>
                <a:sym typeface="Open Sans Semibold"/>
              </a:defRPr>
            </a:lvl1pPr>
            <a:lvl2pPr marL="0" indent="457200" defTabSz="825500">
              <a:lnSpc>
                <a:spcPct val="100000"/>
              </a:lnSpc>
              <a:spcBef>
                <a:spcPts val="0"/>
              </a:spcBef>
              <a:buSzTx/>
              <a:buNone/>
              <a:defRPr sz="5500" b="1"/>
            </a:lvl2pPr>
            <a:lvl3pPr marL="0" indent="914400" defTabSz="825500">
              <a:lnSpc>
                <a:spcPct val="100000"/>
              </a:lnSpc>
              <a:spcBef>
                <a:spcPts val="0"/>
              </a:spcBef>
              <a:buSzTx/>
              <a:buNone/>
              <a:defRPr sz="5500" b="1"/>
            </a:lvl3pPr>
            <a:lvl4pPr marL="0" indent="1371600" defTabSz="825500">
              <a:lnSpc>
                <a:spcPct val="100000"/>
              </a:lnSpc>
              <a:spcBef>
                <a:spcPts val="0"/>
              </a:spcBef>
              <a:buSzTx/>
              <a:buNone/>
              <a:defRPr sz="5500" b="1"/>
            </a:lvl4pPr>
            <a:lvl5pPr marL="0" indent="1828800" defTabSz="825500">
              <a:lnSpc>
                <a:spcPct val="100000"/>
              </a:lnSpc>
              <a:spcBef>
                <a:spcPts val="0"/>
              </a:spcBef>
              <a:buSzTx/>
              <a:buNone/>
              <a:defRPr sz="5500" b="1"/>
            </a:lvl5pPr>
          </a:lstStyle>
          <a:p>
            <a:r>
              <a:rPr dirty="0"/>
              <a:t>Presentation </a:t>
            </a:r>
            <a:r>
              <a:rPr lang="en-US" dirty="0"/>
              <a:t>TITLE</a:t>
            </a:r>
            <a:endParaRPr dirty="0"/>
          </a:p>
        </p:txBody>
      </p:sp>
      <p:sp>
        <p:nvSpPr>
          <p:cNvPr id="18" name="Presentation Title">
            <a:extLst>
              <a:ext uri="{FF2B5EF4-FFF2-40B4-BE49-F238E27FC236}">
                <a16:creationId xmlns:a16="http://schemas.microsoft.com/office/drawing/2014/main" id="{15CBFADB-E6B3-9B4E-8320-314E3790EC2E}"/>
              </a:ext>
            </a:extLst>
          </p:cNvPr>
          <p:cNvSpPr txBox="1">
            <a:spLocks noGrp="1"/>
          </p:cNvSpPr>
          <p:nvPr>
            <p:ph type="title" hasCustomPrompt="1"/>
          </p:nvPr>
        </p:nvSpPr>
        <p:spPr>
          <a:xfrm>
            <a:off x="1206496" y="3058757"/>
            <a:ext cx="21971004" cy="3746281"/>
          </a:xfrm>
          <a:prstGeom prst="rect">
            <a:avLst/>
          </a:prstGeom>
        </p:spPr>
        <p:txBody>
          <a:bodyPr anchor="b">
            <a:normAutofit/>
          </a:bodyPr>
          <a:lstStyle>
            <a:lvl1pPr algn="ctr">
              <a:defRPr kumimoji="0" sz="12000" b="0" i="0" u="none" strike="noStrike" cap="all" spc="0" normalizeH="0" baseline="0">
                <a:ln>
                  <a:noFill/>
                </a:ln>
                <a:solidFill>
                  <a:srgbClr val="FFFFFF"/>
                </a:solidFill>
                <a:effectLst/>
                <a:uFillTx/>
                <a:latin typeface="Open Sans Semibold"/>
                <a:ea typeface="Open Sans Semibold"/>
                <a:cs typeface="Open Sans Semibold"/>
                <a:sym typeface="Open Sans Semibold"/>
              </a:defRPr>
            </a:lvl1pPr>
          </a:lstStyle>
          <a:p>
            <a:r>
              <a:rPr lang="en-US"/>
              <a:t>THANK YOU message</a:t>
            </a:r>
            <a:endParaRPr/>
          </a:p>
        </p:txBody>
      </p:sp>
      <p:sp>
        <p:nvSpPr>
          <p:cNvPr id="19" name="Text Placeholder 2">
            <a:extLst>
              <a:ext uri="{FF2B5EF4-FFF2-40B4-BE49-F238E27FC236}">
                <a16:creationId xmlns:a16="http://schemas.microsoft.com/office/drawing/2014/main" id="{9973D83C-1488-3E4C-B9DF-5608E0394C08}"/>
              </a:ext>
            </a:extLst>
          </p:cNvPr>
          <p:cNvSpPr>
            <a:spLocks noGrp="1"/>
          </p:cNvSpPr>
          <p:nvPr>
            <p:ph type="body" sz="quarter" idx="10" hasCustomPrompt="1"/>
          </p:nvPr>
        </p:nvSpPr>
        <p:spPr>
          <a:xfrm>
            <a:off x="9075574" y="9486762"/>
            <a:ext cx="6222535" cy="358278"/>
          </a:xfrm>
        </p:spPr>
        <p:txBody>
          <a:bodyPr>
            <a:normAutofit/>
          </a:bodyPr>
          <a:lstStyle>
            <a:lvl1pPr marL="0" indent="0" algn="ctr">
              <a:buNone/>
              <a:defRPr kumimoji="0" lang="en-US" sz="2000" b="0" i="0" u="none" strike="noStrike" cap="none" spc="0" normalizeH="0" baseline="0">
                <a:ln>
                  <a:noFill/>
                </a:ln>
                <a:solidFill>
                  <a:srgbClr val="FFFFFF"/>
                </a:solidFill>
                <a:effectLst/>
                <a:uFillTx/>
                <a:latin typeface="Open Sans Semibold"/>
                <a:ea typeface="Open Sans Semibold"/>
                <a:cs typeface="Open Sans Semibold"/>
                <a:sym typeface="Open Sans Semibold"/>
              </a:defRPr>
            </a:lvl1pPr>
          </a:lstStyle>
          <a:p>
            <a:pPr lvl="0"/>
            <a:r>
              <a:rPr kumimoji="0" lang="en-US" sz="2000" b="0" i="0" u="none" strike="noStrike" cap="none" spc="0" normalizeH="0" baseline="0">
                <a:ln>
                  <a:noFill/>
                </a:ln>
                <a:solidFill>
                  <a:srgbClr val="FFFFFF"/>
                </a:solidFill>
                <a:effectLst/>
                <a:uFillTx/>
                <a:latin typeface="Open Sans Semibold"/>
                <a:ea typeface="Open Sans Semibold"/>
                <a:cs typeface="Open Sans Semibold"/>
                <a:sym typeface="Open Sans Semibold"/>
              </a:rPr>
              <a:t>MONTH YEAR</a:t>
            </a:r>
            <a:endParaRPr lang="en-US"/>
          </a:p>
        </p:txBody>
      </p:sp>
      <p:pic>
        <p:nvPicPr>
          <p:cNvPr id="2" name="Picture 1">
            <a:extLst>
              <a:ext uri="{FF2B5EF4-FFF2-40B4-BE49-F238E27FC236}">
                <a16:creationId xmlns:a16="http://schemas.microsoft.com/office/drawing/2014/main" id="{453551FA-97E6-2245-9BD6-C384100F7F4B}"/>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766722" y="758208"/>
            <a:ext cx="2698754" cy="1143002"/>
          </a:xfrm>
          <a:prstGeom prst="rect">
            <a:avLst/>
          </a:prstGeom>
        </p:spPr>
      </p:pic>
    </p:spTree>
    <p:extLst>
      <p:ext uri="{BB962C8B-B14F-4D97-AF65-F5344CB8AC3E}">
        <p14:creationId xmlns:p14="http://schemas.microsoft.com/office/powerpoint/2010/main" val="2109941728"/>
      </p:ext>
    </p:extLst>
  </p:cSld>
  <p:clrMapOvr>
    <a:masterClrMapping/>
  </p:clrMapOvr>
  <p:transition spd="med"/>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theme" Target="../theme/theme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lide Title"/>
          <p:cNvSpPr txBox="1">
            <a:spLocks noGrp="1"/>
          </p:cNvSpPr>
          <p:nvPr>
            <p:ph type="title" hasCustomPrompt="1"/>
          </p:nvPr>
        </p:nvSpPr>
        <p:spPr>
          <a:xfrm>
            <a:off x="1206500" y="1079500"/>
            <a:ext cx="21971000" cy="1433163"/>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50800" tIns="50800" rIns="50800" bIns="50800">
            <a:normAutofit/>
          </a:bodyPr>
          <a:lstStyle/>
          <a:p>
            <a:r>
              <a:rPr dirty="0"/>
              <a:t>Slide Title</a:t>
            </a:r>
          </a:p>
        </p:txBody>
      </p:sp>
      <p:sp>
        <p:nvSpPr>
          <p:cNvPr id="3" name="Body Level One…"/>
          <p:cNvSpPr txBox="1">
            <a:spLocks noGrp="1"/>
          </p:cNvSpPr>
          <p:nvPr>
            <p:ph type="body" idx="1" hasCustomPrompt="1"/>
          </p:nvPr>
        </p:nvSpPr>
        <p:spPr>
          <a:xfrm>
            <a:off x="1206500" y="4248504"/>
            <a:ext cx="21971000" cy="8256012"/>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50800" tIns="50800" rIns="50800" bIns="50800">
            <a:normAutofit/>
          </a:bodyPr>
          <a:lstStyle/>
          <a:p>
            <a:r>
              <a:rPr dirty="0"/>
              <a:t>Slide bullet text</a:t>
            </a:r>
          </a:p>
          <a:p>
            <a:pPr lvl="1"/>
            <a:endParaRPr dirty="0"/>
          </a:p>
          <a:p>
            <a:pPr lvl="2"/>
            <a:endParaRPr dirty="0"/>
          </a:p>
          <a:p>
            <a:pPr lvl="3"/>
            <a:endParaRPr dirty="0"/>
          </a:p>
          <a:p>
            <a:pPr lvl="4"/>
            <a:endParaRPr dirty="0"/>
          </a:p>
        </p:txBody>
      </p:sp>
      <p:sp>
        <p:nvSpPr>
          <p:cNvPr id="4" name="Slide Number"/>
          <p:cNvSpPr txBox="1">
            <a:spLocks noGrp="1"/>
          </p:cNvSpPr>
          <p:nvPr>
            <p:ph type="sldNum" sz="quarter" idx="2"/>
          </p:nvPr>
        </p:nvSpPr>
        <p:spPr>
          <a:xfrm>
            <a:off x="11989384" y="13076008"/>
            <a:ext cx="392736" cy="379591"/>
          </a:xfrm>
          <a:prstGeom prst="rect">
            <a:avLst/>
          </a:prstGeom>
          <a:ln w="12700">
            <a:miter lim="400000"/>
          </a:ln>
        </p:spPr>
        <p:txBody>
          <a:bodyPr wrap="none" lIns="50800" tIns="50800" rIns="50800" bIns="50800" anchor="b">
            <a:spAutoFit/>
          </a:bodyPr>
          <a:lstStyle>
            <a:lvl1pPr defTabSz="584200">
              <a:defRPr sz="1800">
                <a:solidFill>
                  <a:srgbClr val="000000"/>
                </a:solidFill>
                <a:latin typeface="Open Sans Light" panose="020B0606030504020204" pitchFamily="34" charset="0"/>
                <a:ea typeface="Open Sans Light" panose="020B0606030504020204" pitchFamily="34" charset="0"/>
                <a:cs typeface="Open Sans Light" panose="020B0606030504020204" pitchFamily="34" charset="0"/>
              </a:defRPr>
            </a:lvl1pPr>
          </a:lstStyle>
          <a:p>
            <a:fld id="{86CB4B4D-7CA3-9044-876B-883B54F8677D}" type="slidenum">
              <a:rPr lang="en-ID"/>
              <a:pPr/>
              <a:t>‹#›</a:t>
            </a:fld>
            <a:endParaRPr lang="en-ID" dirty="0"/>
          </a:p>
        </p:txBody>
      </p:sp>
    </p:spTree>
  </p:cSld>
  <p:clrMap bg1="lt1" tx1="dk1" bg2="lt2" tx2="dk2" accent1="accent1" accent2="accent2" accent3="accent3" accent4="accent4" accent5="accent5" accent6="accent6" hlink="hlink" folHlink="folHlink"/>
  <p:sldLayoutIdLst>
    <p:sldLayoutId id="2147483672" r:id="rId1"/>
    <p:sldLayoutId id="2147483666" r:id="rId2"/>
    <p:sldLayoutId id="2147483682" r:id="rId3"/>
    <p:sldLayoutId id="2147483673" r:id="rId4"/>
    <p:sldLayoutId id="2147483674" r:id="rId5"/>
    <p:sldLayoutId id="2147483675" r:id="rId6"/>
    <p:sldLayoutId id="2147483676" r:id="rId7"/>
    <p:sldLayoutId id="2147483677" r:id="rId8"/>
    <p:sldLayoutId id="2147483678" r:id="rId9"/>
    <p:sldLayoutId id="2147483679" r:id="rId10"/>
    <p:sldLayoutId id="2147483684" r:id="rId11"/>
    <p:sldLayoutId id="2147483667" r:id="rId12"/>
    <p:sldLayoutId id="2147483668" r:id="rId13"/>
    <p:sldLayoutId id="2147483685" r:id="rId14"/>
    <p:sldLayoutId id="2147483669" r:id="rId15"/>
    <p:sldLayoutId id="2147483683" r:id="rId16"/>
    <p:sldLayoutId id="2147483688" r:id="rId17"/>
    <p:sldLayoutId id="2147483670" r:id="rId18"/>
    <p:sldLayoutId id="2147483687" r:id="rId19"/>
    <p:sldLayoutId id="2147483671" r:id="rId20"/>
    <p:sldLayoutId id="2147483686" r:id="rId21"/>
    <p:sldLayoutId id="2147483680" r:id="rId22"/>
    <p:sldLayoutId id="2147483681" r:id="rId23"/>
  </p:sldLayoutIdLst>
  <p:transition spd="med"/>
  <p:txStyles>
    <p:titleStyle>
      <a:lvl1pPr marL="0" marR="0" indent="0" algn="l" defTabSz="2438338" rtl="0" eaLnBrk="1" latinLnBrk="0" hangingPunct="1">
        <a:lnSpc>
          <a:spcPct val="80000"/>
        </a:lnSpc>
        <a:spcBef>
          <a:spcPts val="0"/>
        </a:spcBef>
        <a:spcAft>
          <a:spcPts val="0"/>
        </a:spcAft>
        <a:buClrTx/>
        <a:buSzTx/>
        <a:buFontTx/>
        <a:buNone/>
        <a:tabLst/>
        <a:defRPr sz="8500" b="1" i="0" u="none" strike="noStrike" cap="none" spc="-170" baseline="0">
          <a:solidFill>
            <a:srgbClr val="000000"/>
          </a:solidFill>
          <a:uFillTx/>
          <a:latin typeface="Open Sans ExtraBold" panose="020B0606030504020204" pitchFamily="34" charset="0"/>
          <a:ea typeface="Open Sans ExtraBold" panose="020B0606030504020204" pitchFamily="34" charset="0"/>
          <a:cs typeface="Open Sans ExtraBold" panose="020B0606030504020204" pitchFamily="34" charset="0"/>
          <a:sym typeface="Helvetica Neue"/>
        </a:defRPr>
      </a:lvl1pPr>
      <a:lvl2pPr marL="0" marR="0" indent="457200" algn="l" defTabSz="2438338" rtl="0" eaLnBrk="1" latinLnBrk="0" hangingPunct="1">
        <a:lnSpc>
          <a:spcPct val="80000"/>
        </a:lnSpc>
        <a:spcBef>
          <a:spcPts val="0"/>
        </a:spcBef>
        <a:spcAft>
          <a:spcPts val="0"/>
        </a:spcAft>
        <a:buClrTx/>
        <a:buSzTx/>
        <a:buFontTx/>
        <a:buNone/>
        <a:tabLst/>
        <a:defRPr sz="8500" b="1" i="0" u="none" strike="noStrike" cap="none" spc="-170" baseline="0">
          <a:solidFill>
            <a:srgbClr val="000000"/>
          </a:solidFill>
          <a:uFillTx/>
          <a:latin typeface="+mn-lt"/>
          <a:ea typeface="+mn-ea"/>
          <a:cs typeface="+mn-cs"/>
          <a:sym typeface="Helvetica Neue"/>
        </a:defRPr>
      </a:lvl2pPr>
      <a:lvl3pPr marL="0" marR="0" indent="914400" algn="l" defTabSz="2438338" rtl="0" eaLnBrk="1" latinLnBrk="0" hangingPunct="1">
        <a:lnSpc>
          <a:spcPct val="80000"/>
        </a:lnSpc>
        <a:spcBef>
          <a:spcPts val="0"/>
        </a:spcBef>
        <a:spcAft>
          <a:spcPts val="0"/>
        </a:spcAft>
        <a:buClrTx/>
        <a:buSzTx/>
        <a:buFontTx/>
        <a:buNone/>
        <a:tabLst/>
        <a:defRPr sz="8500" b="1" i="0" u="none" strike="noStrike" cap="none" spc="-170" baseline="0">
          <a:solidFill>
            <a:srgbClr val="000000"/>
          </a:solidFill>
          <a:uFillTx/>
          <a:latin typeface="+mn-lt"/>
          <a:ea typeface="+mn-ea"/>
          <a:cs typeface="+mn-cs"/>
          <a:sym typeface="Helvetica Neue"/>
        </a:defRPr>
      </a:lvl3pPr>
      <a:lvl4pPr marL="0" marR="0" indent="1371600" algn="l" defTabSz="2438338" rtl="0" eaLnBrk="1" latinLnBrk="0" hangingPunct="1">
        <a:lnSpc>
          <a:spcPct val="80000"/>
        </a:lnSpc>
        <a:spcBef>
          <a:spcPts val="0"/>
        </a:spcBef>
        <a:spcAft>
          <a:spcPts val="0"/>
        </a:spcAft>
        <a:buClrTx/>
        <a:buSzTx/>
        <a:buFontTx/>
        <a:buNone/>
        <a:tabLst/>
        <a:defRPr sz="8500" b="1" i="0" u="none" strike="noStrike" cap="none" spc="-170" baseline="0">
          <a:solidFill>
            <a:srgbClr val="000000"/>
          </a:solidFill>
          <a:uFillTx/>
          <a:latin typeface="+mn-lt"/>
          <a:ea typeface="+mn-ea"/>
          <a:cs typeface="+mn-cs"/>
          <a:sym typeface="Helvetica Neue"/>
        </a:defRPr>
      </a:lvl4pPr>
      <a:lvl5pPr marL="0" marR="0" indent="1828800" algn="l" defTabSz="2438338" rtl="0" eaLnBrk="1" latinLnBrk="0" hangingPunct="1">
        <a:lnSpc>
          <a:spcPct val="80000"/>
        </a:lnSpc>
        <a:spcBef>
          <a:spcPts val="0"/>
        </a:spcBef>
        <a:spcAft>
          <a:spcPts val="0"/>
        </a:spcAft>
        <a:buClrTx/>
        <a:buSzTx/>
        <a:buFontTx/>
        <a:buNone/>
        <a:tabLst/>
        <a:defRPr sz="8500" b="1" i="0" u="none" strike="noStrike" cap="none" spc="-170" baseline="0">
          <a:solidFill>
            <a:srgbClr val="000000"/>
          </a:solidFill>
          <a:uFillTx/>
          <a:latin typeface="+mn-lt"/>
          <a:ea typeface="+mn-ea"/>
          <a:cs typeface="+mn-cs"/>
          <a:sym typeface="Helvetica Neue"/>
        </a:defRPr>
      </a:lvl5pPr>
      <a:lvl6pPr marL="0" marR="0" indent="2286000" algn="l" defTabSz="2438338" rtl="0" eaLnBrk="1" latinLnBrk="0" hangingPunct="1">
        <a:lnSpc>
          <a:spcPct val="80000"/>
        </a:lnSpc>
        <a:spcBef>
          <a:spcPts val="0"/>
        </a:spcBef>
        <a:spcAft>
          <a:spcPts val="0"/>
        </a:spcAft>
        <a:buClrTx/>
        <a:buSzTx/>
        <a:buFontTx/>
        <a:buNone/>
        <a:tabLst/>
        <a:defRPr sz="8500" b="1" i="0" u="none" strike="noStrike" cap="none" spc="-170" baseline="0">
          <a:solidFill>
            <a:srgbClr val="000000"/>
          </a:solidFill>
          <a:uFillTx/>
          <a:latin typeface="+mn-lt"/>
          <a:ea typeface="+mn-ea"/>
          <a:cs typeface="+mn-cs"/>
          <a:sym typeface="Helvetica Neue"/>
        </a:defRPr>
      </a:lvl6pPr>
      <a:lvl7pPr marL="0" marR="0" indent="2743200" algn="l" defTabSz="2438338" rtl="0" eaLnBrk="1" latinLnBrk="0" hangingPunct="1">
        <a:lnSpc>
          <a:spcPct val="80000"/>
        </a:lnSpc>
        <a:spcBef>
          <a:spcPts val="0"/>
        </a:spcBef>
        <a:spcAft>
          <a:spcPts val="0"/>
        </a:spcAft>
        <a:buClrTx/>
        <a:buSzTx/>
        <a:buFontTx/>
        <a:buNone/>
        <a:tabLst/>
        <a:defRPr sz="8500" b="1" i="0" u="none" strike="noStrike" cap="none" spc="-170" baseline="0">
          <a:solidFill>
            <a:srgbClr val="000000"/>
          </a:solidFill>
          <a:uFillTx/>
          <a:latin typeface="+mn-lt"/>
          <a:ea typeface="+mn-ea"/>
          <a:cs typeface="+mn-cs"/>
          <a:sym typeface="Helvetica Neue"/>
        </a:defRPr>
      </a:lvl7pPr>
      <a:lvl8pPr marL="0" marR="0" indent="3200400" algn="l" defTabSz="2438338" rtl="0" eaLnBrk="1" latinLnBrk="0" hangingPunct="1">
        <a:lnSpc>
          <a:spcPct val="80000"/>
        </a:lnSpc>
        <a:spcBef>
          <a:spcPts val="0"/>
        </a:spcBef>
        <a:spcAft>
          <a:spcPts val="0"/>
        </a:spcAft>
        <a:buClrTx/>
        <a:buSzTx/>
        <a:buFontTx/>
        <a:buNone/>
        <a:tabLst/>
        <a:defRPr sz="8500" b="1" i="0" u="none" strike="noStrike" cap="none" spc="-170" baseline="0">
          <a:solidFill>
            <a:srgbClr val="000000"/>
          </a:solidFill>
          <a:uFillTx/>
          <a:latin typeface="+mn-lt"/>
          <a:ea typeface="+mn-ea"/>
          <a:cs typeface="+mn-cs"/>
          <a:sym typeface="Helvetica Neue"/>
        </a:defRPr>
      </a:lvl8pPr>
      <a:lvl9pPr marL="0" marR="0" indent="3657600" algn="l" defTabSz="2438338" rtl="0" eaLnBrk="1" latinLnBrk="0" hangingPunct="1">
        <a:lnSpc>
          <a:spcPct val="80000"/>
        </a:lnSpc>
        <a:spcBef>
          <a:spcPts val="0"/>
        </a:spcBef>
        <a:spcAft>
          <a:spcPts val="0"/>
        </a:spcAft>
        <a:buClrTx/>
        <a:buSzTx/>
        <a:buFontTx/>
        <a:buNone/>
        <a:tabLst/>
        <a:defRPr sz="8500" b="1" i="0" u="none" strike="noStrike" cap="none" spc="-170" baseline="0">
          <a:solidFill>
            <a:srgbClr val="000000"/>
          </a:solidFill>
          <a:uFillTx/>
          <a:latin typeface="+mn-lt"/>
          <a:ea typeface="+mn-ea"/>
          <a:cs typeface="+mn-cs"/>
          <a:sym typeface="Helvetica Neue"/>
        </a:defRPr>
      </a:lvl9pPr>
    </p:titleStyle>
    <p:bodyStyle>
      <a:lvl1pPr marL="6096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Open Sans Light" panose="020B0606030504020204" pitchFamily="34" charset="0"/>
          <a:ea typeface="Open Sans Light" panose="020B0606030504020204" pitchFamily="34" charset="0"/>
          <a:cs typeface="Open Sans Light" panose="020B0606030504020204" pitchFamily="34" charset="0"/>
          <a:sym typeface="Helvetica Neue"/>
        </a:defRPr>
      </a:lvl1pPr>
      <a:lvl2pPr marL="12192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Open Sans Light" panose="020B0606030504020204" pitchFamily="34" charset="0"/>
          <a:ea typeface="Open Sans Light" panose="020B0606030504020204" pitchFamily="34" charset="0"/>
          <a:cs typeface="Open Sans Light" panose="020B0606030504020204" pitchFamily="34" charset="0"/>
          <a:sym typeface="Helvetica Neue"/>
        </a:defRPr>
      </a:lvl2pPr>
      <a:lvl3pPr marL="18288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Open Sans Light" panose="020B0606030504020204" pitchFamily="34" charset="0"/>
          <a:ea typeface="Open Sans Light" panose="020B0606030504020204" pitchFamily="34" charset="0"/>
          <a:cs typeface="Open Sans Light" panose="020B0606030504020204" pitchFamily="34" charset="0"/>
          <a:sym typeface="Helvetica Neue"/>
        </a:defRPr>
      </a:lvl3pPr>
      <a:lvl4pPr marL="24384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Open Sans Light" panose="020B0606030504020204" pitchFamily="34" charset="0"/>
          <a:ea typeface="Open Sans Light" panose="020B0606030504020204" pitchFamily="34" charset="0"/>
          <a:cs typeface="Open Sans Light" panose="020B0606030504020204" pitchFamily="34" charset="0"/>
          <a:sym typeface="Helvetica Neue"/>
        </a:defRPr>
      </a:lvl4pPr>
      <a:lvl5pPr marL="30480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Open Sans Light" panose="020B0606030504020204" pitchFamily="34" charset="0"/>
          <a:ea typeface="Open Sans Light" panose="020B0606030504020204" pitchFamily="34" charset="0"/>
          <a:cs typeface="Open Sans Light" panose="020B0606030504020204" pitchFamily="34" charset="0"/>
          <a:sym typeface="Helvetica Neue"/>
        </a:defRPr>
      </a:lvl5pPr>
      <a:lvl6pPr marL="36576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6pPr>
      <a:lvl7pPr marL="42672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7pPr>
      <a:lvl8pPr marL="48768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8pPr>
      <a:lvl9pPr marL="54864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9pPr>
    </p:bodyStyle>
    <p:otherStyle>
      <a:lvl1pPr marL="0" marR="0" indent="0" algn="ctr" defTabSz="584200" rtl="0" eaLnBrk="1" latinLnBrk="0" hangingPunct="1">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Helvetica Neue"/>
        </a:defRPr>
      </a:lvl1pPr>
      <a:lvl2pPr marL="0" marR="0" indent="457200" algn="ctr" defTabSz="584200" rtl="0" eaLnBrk="1" latinLnBrk="0" hangingPunct="1">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Helvetica Neue"/>
        </a:defRPr>
      </a:lvl2pPr>
      <a:lvl3pPr marL="0" marR="0" indent="914400" algn="ctr" defTabSz="584200" rtl="0" eaLnBrk="1" latinLnBrk="0" hangingPunct="1">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Helvetica Neue"/>
        </a:defRPr>
      </a:lvl3pPr>
      <a:lvl4pPr marL="0" marR="0" indent="1371600" algn="ctr" defTabSz="584200" rtl="0" eaLnBrk="1" latinLnBrk="0" hangingPunct="1">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Helvetica Neue"/>
        </a:defRPr>
      </a:lvl4pPr>
      <a:lvl5pPr marL="0" marR="0" indent="1828800" algn="ctr" defTabSz="584200" rtl="0" eaLnBrk="1" latinLnBrk="0" hangingPunct="1">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Helvetica Neue"/>
        </a:defRPr>
      </a:lvl5pPr>
      <a:lvl6pPr marL="0" marR="0" indent="2286000" algn="ctr" defTabSz="584200" rtl="0" eaLnBrk="1" latinLnBrk="0" hangingPunct="1">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Helvetica Neue"/>
        </a:defRPr>
      </a:lvl6pPr>
      <a:lvl7pPr marL="0" marR="0" indent="2743200" algn="ctr" defTabSz="584200" rtl="0" eaLnBrk="1" latinLnBrk="0" hangingPunct="1">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Helvetica Neue"/>
        </a:defRPr>
      </a:lvl7pPr>
      <a:lvl8pPr marL="0" marR="0" indent="3200400" algn="ctr" defTabSz="584200" rtl="0" eaLnBrk="1" latinLnBrk="0" hangingPunct="1">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Helvetica Neue"/>
        </a:defRPr>
      </a:lvl8pPr>
      <a:lvl9pPr marL="0" marR="0" indent="3657600" algn="ctr" defTabSz="584200" rtl="0" eaLnBrk="1" latinLnBrk="0" hangingPunct="1">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Helvetica Neue"/>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9.xml.rels><?xml version="1.0" encoding="UTF-8" standalone="yes"?>
<Relationships xmlns="http://schemas.openxmlformats.org/package/2006/relationships"><Relationship Id="rId2" Type="http://schemas.openxmlformats.org/officeDocument/2006/relationships/hyperlink" Target="https://www.internetsociety.org/deploy360/tls/basics/" TargetMode="External"/><Relationship Id="rId1" Type="http://schemas.openxmlformats.org/officeDocument/2006/relationships/slideLayout" Target="../slideLayouts/slideLayout1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5C0E2BF-BBBC-BF27-4255-C5149D193112}"/>
              </a:ext>
            </a:extLst>
          </p:cNvPr>
          <p:cNvSpPr>
            <a:spLocks noGrp="1"/>
          </p:cNvSpPr>
          <p:nvPr>
            <p:ph type="title"/>
          </p:nvPr>
        </p:nvSpPr>
        <p:spPr>
          <a:xfrm>
            <a:off x="1206498" y="6428534"/>
            <a:ext cx="21971004" cy="3917819"/>
          </a:xfrm>
        </p:spPr>
        <p:txBody>
          <a:bodyPr>
            <a:normAutofit fontScale="90000"/>
          </a:bodyPr>
          <a:lstStyle/>
          <a:p>
            <a:r>
              <a:rPr lang="en-US" sz="8900" dirty="0"/>
              <a:t>Securing Communication </a:t>
            </a:r>
            <a:br>
              <a:rPr lang="en-US" sz="8900" dirty="0"/>
            </a:br>
            <a:r>
              <a:rPr lang="en-US" sz="8900" dirty="0"/>
              <a:t>with TLS</a:t>
            </a:r>
            <a:br>
              <a:rPr lang="en-US" dirty="0"/>
            </a:br>
            <a:br>
              <a:rPr lang="en-US" dirty="0"/>
            </a:br>
            <a:r>
              <a:rPr lang="en-US" sz="6000"/>
              <a:t>Session 10</a:t>
            </a:r>
            <a:endParaRPr lang="en-US" sz="6000" dirty="0"/>
          </a:p>
        </p:txBody>
      </p:sp>
      <p:sp>
        <p:nvSpPr>
          <p:cNvPr id="4" name="Text Placeholder 3">
            <a:extLst>
              <a:ext uri="{FF2B5EF4-FFF2-40B4-BE49-F238E27FC236}">
                <a16:creationId xmlns:a16="http://schemas.microsoft.com/office/drawing/2014/main" id="{319DA326-32BB-7EBF-F49C-D0308881B79F}"/>
              </a:ext>
            </a:extLst>
          </p:cNvPr>
          <p:cNvSpPr>
            <a:spLocks noGrp="1"/>
          </p:cNvSpPr>
          <p:nvPr>
            <p:ph type="body" sz="quarter" idx="11"/>
          </p:nvPr>
        </p:nvSpPr>
        <p:spPr/>
        <p:txBody>
          <a:bodyPr/>
          <a:lstStyle/>
          <a:p>
            <a:r>
              <a:rPr lang="en-US" dirty="0"/>
              <a:t>Ivan Sebastian </a:t>
            </a:r>
            <a:r>
              <a:rPr lang="en-US" dirty="0" err="1"/>
              <a:t>Edbert</a:t>
            </a:r>
            <a:endParaRPr lang="en-US" dirty="0"/>
          </a:p>
        </p:txBody>
      </p:sp>
      <p:sp>
        <p:nvSpPr>
          <p:cNvPr id="5" name="Rectangle 7">
            <a:extLst>
              <a:ext uri="{FF2B5EF4-FFF2-40B4-BE49-F238E27FC236}">
                <a16:creationId xmlns:a16="http://schemas.microsoft.com/office/drawing/2014/main" id="{D93D5A33-4AE1-DFDD-5778-A52549DBFAFF}"/>
              </a:ext>
            </a:extLst>
          </p:cNvPr>
          <p:cNvSpPr>
            <a:spLocks noChangeArrowheads="1"/>
          </p:cNvSpPr>
          <p:nvPr/>
        </p:nvSpPr>
        <p:spPr bwMode="auto">
          <a:xfrm>
            <a:off x="1850571" y="3352800"/>
            <a:ext cx="20748172" cy="1870076"/>
          </a:xfrm>
          <a:prstGeom prst="rect">
            <a:avLst/>
          </a:prstGeom>
          <a:noFill/>
          <a:ln w="9525">
            <a:noFill/>
            <a:miter lim="800000"/>
            <a:headEnd/>
            <a:tailEnd/>
          </a:ln>
        </p:spPr>
        <p:txBody>
          <a:bodyPr/>
          <a:lstStyle/>
          <a:p>
            <a:pPr>
              <a:spcBef>
                <a:spcPct val="20000"/>
              </a:spcBef>
              <a:tabLst>
                <a:tab pos="2641600" algn="l"/>
                <a:tab pos="4108450" algn="l"/>
              </a:tabLst>
            </a:pPr>
            <a:r>
              <a:rPr lang="en-US" sz="4000" dirty="0">
                <a:solidFill>
                  <a:schemeClr val="bg1"/>
                </a:solidFill>
                <a:latin typeface="Tahoma" panose="020B0604030504040204" pitchFamily="34" charset="0"/>
                <a:ea typeface="Tahoma" panose="020B0604030504040204" pitchFamily="34" charset="0"/>
                <a:cs typeface="Tahoma" panose="020B0604030504040204" pitchFamily="34" charset="0"/>
              </a:rPr>
              <a:t>Course		: COMP6584001 – Network and Systems Programming </a:t>
            </a:r>
          </a:p>
        </p:txBody>
      </p:sp>
    </p:spTree>
    <p:extLst>
      <p:ext uri="{BB962C8B-B14F-4D97-AF65-F5344CB8AC3E}">
        <p14:creationId xmlns:p14="http://schemas.microsoft.com/office/powerpoint/2010/main" val="3807564589"/>
      </p:ext>
    </p:extLst>
  </p:cSld>
  <p:clrMapOvr>
    <a:masterClrMapping/>
  </p:clrMapOvr>
  <p:transition spd="me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803F1C-0D61-4D2A-AE66-A44AB8F933D7}"/>
              </a:ext>
            </a:extLst>
          </p:cNvPr>
          <p:cNvSpPr>
            <a:spLocks noGrp="1"/>
          </p:cNvSpPr>
          <p:nvPr>
            <p:ph type="title"/>
          </p:nvPr>
        </p:nvSpPr>
        <p:spPr/>
        <p:txBody>
          <a:bodyPr>
            <a:normAutofit fontScale="90000"/>
          </a:bodyPr>
          <a:lstStyle/>
          <a:p>
            <a:r>
              <a:rPr lang="en-ID" dirty="0"/>
              <a:t>Learning Objectives</a:t>
            </a:r>
          </a:p>
        </p:txBody>
      </p:sp>
      <p:sp>
        <p:nvSpPr>
          <p:cNvPr id="4" name="Text Placeholder 3">
            <a:extLst>
              <a:ext uri="{FF2B5EF4-FFF2-40B4-BE49-F238E27FC236}">
                <a16:creationId xmlns:a16="http://schemas.microsoft.com/office/drawing/2014/main" id="{19B515F5-D54A-2C91-194C-DEE35FCDBF1E}"/>
              </a:ext>
            </a:extLst>
          </p:cNvPr>
          <p:cNvSpPr>
            <a:spLocks noGrp="1"/>
          </p:cNvSpPr>
          <p:nvPr>
            <p:ph type="body" sz="quarter" idx="10"/>
          </p:nvPr>
        </p:nvSpPr>
        <p:spPr/>
        <p:txBody>
          <a:bodyPr/>
          <a:lstStyle/>
          <a:p>
            <a:endParaRPr lang="en-US"/>
          </a:p>
        </p:txBody>
      </p:sp>
      <p:sp>
        <p:nvSpPr>
          <p:cNvPr id="3" name="Content Placeholder 2">
            <a:extLst>
              <a:ext uri="{FF2B5EF4-FFF2-40B4-BE49-F238E27FC236}">
                <a16:creationId xmlns:a16="http://schemas.microsoft.com/office/drawing/2014/main" id="{32603A01-370D-40D0-943E-E2F4C055BA40}"/>
              </a:ext>
            </a:extLst>
          </p:cNvPr>
          <p:cNvSpPr>
            <a:spLocks noGrp="1"/>
          </p:cNvSpPr>
          <p:nvPr>
            <p:ph sz="quarter" idx="11"/>
          </p:nvPr>
        </p:nvSpPr>
        <p:spPr>
          <a:xfrm>
            <a:off x="2167377" y="3260663"/>
            <a:ext cx="13714940" cy="9823966"/>
          </a:xfrm>
        </p:spPr>
        <p:txBody>
          <a:bodyPr>
            <a:noAutofit/>
          </a:bodyPr>
          <a:lstStyle/>
          <a:p>
            <a:pPr marL="0" indent="0">
              <a:buNone/>
            </a:pPr>
            <a:r>
              <a:rPr lang="en-US" sz="3200" dirty="0"/>
              <a:t>At the end of this session, the student will be expected to :</a:t>
            </a:r>
          </a:p>
          <a:p>
            <a:pPr marL="0" indent="0">
              <a:buNone/>
            </a:pPr>
            <a:endParaRPr lang="en-ID" sz="3200" dirty="0"/>
          </a:p>
          <a:p>
            <a:r>
              <a:rPr lang="en-ID" sz="3200" dirty="0"/>
              <a:t>Understand about transport layer security (TLS)</a:t>
            </a:r>
          </a:p>
          <a:p>
            <a:endParaRPr lang="en-ID" sz="3200" dirty="0"/>
          </a:p>
          <a:p>
            <a:r>
              <a:rPr lang="en-ID" sz="3200" dirty="0"/>
              <a:t>Able to protect data transit</a:t>
            </a:r>
          </a:p>
          <a:p>
            <a:endParaRPr lang="en-ID" sz="3200" dirty="0"/>
          </a:p>
          <a:p>
            <a:r>
              <a:rPr lang="en-ID" sz="3200" dirty="0"/>
              <a:t>Able to TLS Authentication</a:t>
            </a:r>
          </a:p>
          <a:p>
            <a:pPr marL="0" indent="0">
              <a:buNone/>
            </a:pPr>
            <a:endParaRPr lang="en-ID" sz="3200" dirty="0"/>
          </a:p>
        </p:txBody>
      </p:sp>
    </p:spTree>
    <p:extLst>
      <p:ext uri="{BB962C8B-B14F-4D97-AF65-F5344CB8AC3E}">
        <p14:creationId xmlns:p14="http://schemas.microsoft.com/office/powerpoint/2010/main" val="1095015831"/>
      </p:ext>
    </p:extLst>
  </p:cSld>
  <p:clrMapOvr>
    <a:masterClrMapping/>
  </p:clrMapOvr>
  <p:transition spd="med"/>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78EE7E-7D6D-1075-C43E-31110FFB87EF}"/>
              </a:ext>
            </a:extLst>
          </p:cNvPr>
          <p:cNvSpPr>
            <a:spLocks noGrp="1"/>
          </p:cNvSpPr>
          <p:nvPr>
            <p:ph type="title"/>
          </p:nvPr>
        </p:nvSpPr>
        <p:spPr/>
        <p:txBody>
          <a:bodyPr>
            <a:normAutofit fontScale="90000"/>
          </a:bodyPr>
          <a:lstStyle/>
          <a:p>
            <a:r>
              <a:rPr lang="en-US" dirty="0"/>
              <a:t>Outline</a:t>
            </a:r>
          </a:p>
        </p:txBody>
      </p:sp>
      <p:sp>
        <p:nvSpPr>
          <p:cNvPr id="5" name="Text Placeholder 4">
            <a:extLst>
              <a:ext uri="{FF2B5EF4-FFF2-40B4-BE49-F238E27FC236}">
                <a16:creationId xmlns:a16="http://schemas.microsoft.com/office/drawing/2014/main" id="{45F26CDD-3EFB-2B8E-0F76-60A23F660E6B}"/>
              </a:ext>
            </a:extLst>
          </p:cNvPr>
          <p:cNvSpPr>
            <a:spLocks noGrp="1"/>
          </p:cNvSpPr>
          <p:nvPr>
            <p:ph type="body" sz="quarter" idx="10"/>
          </p:nvPr>
        </p:nvSpPr>
        <p:spPr/>
        <p:txBody>
          <a:bodyPr/>
          <a:lstStyle/>
          <a:p>
            <a:endParaRPr lang="en-US"/>
          </a:p>
        </p:txBody>
      </p:sp>
      <p:sp>
        <p:nvSpPr>
          <p:cNvPr id="4" name="Content Placeholder 3">
            <a:extLst>
              <a:ext uri="{FF2B5EF4-FFF2-40B4-BE49-F238E27FC236}">
                <a16:creationId xmlns:a16="http://schemas.microsoft.com/office/drawing/2014/main" id="{820D9012-F4DE-DB8A-ABB7-846D54F87075}"/>
              </a:ext>
            </a:extLst>
          </p:cNvPr>
          <p:cNvSpPr>
            <a:spLocks noGrp="1"/>
          </p:cNvSpPr>
          <p:nvPr>
            <p:ph sz="quarter" idx="11"/>
          </p:nvPr>
        </p:nvSpPr>
        <p:spPr>
          <a:xfrm>
            <a:off x="2167377" y="3260663"/>
            <a:ext cx="13714940" cy="4522264"/>
          </a:xfrm>
        </p:spPr>
        <p:txBody>
          <a:bodyPr>
            <a:noAutofit/>
          </a:bodyPr>
          <a:lstStyle/>
          <a:p>
            <a:r>
              <a:rPr lang="en-ID" sz="3200" dirty="0"/>
              <a:t>Transport Layer Security</a:t>
            </a:r>
          </a:p>
          <a:p>
            <a:r>
              <a:rPr lang="en-ID" sz="3200" dirty="0"/>
              <a:t>Protect Data Transit</a:t>
            </a:r>
          </a:p>
          <a:p>
            <a:r>
              <a:rPr lang="en-ID" sz="3200" dirty="0"/>
              <a:t>TLS Authentication</a:t>
            </a:r>
          </a:p>
        </p:txBody>
      </p:sp>
    </p:spTree>
    <p:extLst>
      <p:ext uri="{BB962C8B-B14F-4D97-AF65-F5344CB8AC3E}">
        <p14:creationId xmlns:p14="http://schemas.microsoft.com/office/powerpoint/2010/main" val="1504276071"/>
      </p:ext>
    </p:extLst>
  </p:cSld>
  <p:clrMapOvr>
    <a:masterClrMapping/>
  </p:clrMapOvr>
  <p:transition spd="med"/>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B3683E20-3E92-DD52-C661-C10C6224C635}"/>
              </a:ext>
            </a:extLst>
          </p:cNvPr>
          <p:cNvSpPr>
            <a:spLocks noGrp="1"/>
          </p:cNvSpPr>
          <p:nvPr>
            <p:ph type="title"/>
          </p:nvPr>
        </p:nvSpPr>
        <p:spPr/>
        <p:txBody>
          <a:bodyPr/>
          <a:lstStyle/>
          <a:p>
            <a:r>
              <a:rPr lang="en-ID" sz="9600" dirty="0"/>
              <a:t>Transport security layer</a:t>
            </a:r>
          </a:p>
        </p:txBody>
      </p:sp>
    </p:spTree>
    <p:extLst>
      <p:ext uri="{BB962C8B-B14F-4D97-AF65-F5344CB8AC3E}">
        <p14:creationId xmlns:p14="http://schemas.microsoft.com/office/powerpoint/2010/main" val="514583037"/>
      </p:ext>
    </p:extLst>
  </p:cSld>
  <p:clrMapOvr>
    <a:masterClrMapping/>
  </p:clrMapOvr>
  <p:transition spd="med"/>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8F436D-F214-C3FC-5A31-6C209B8F352F}"/>
              </a:ext>
            </a:extLst>
          </p:cNvPr>
          <p:cNvSpPr>
            <a:spLocks noGrp="1"/>
          </p:cNvSpPr>
          <p:nvPr>
            <p:ph type="title"/>
          </p:nvPr>
        </p:nvSpPr>
        <p:spPr/>
        <p:txBody>
          <a:bodyPr>
            <a:normAutofit fontScale="90000"/>
          </a:bodyPr>
          <a:lstStyle/>
          <a:p>
            <a:r>
              <a:rPr lang="en-US" dirty="0"/>
              <a:t>Transport security layer (TLS)</a:t>
            </a:r>
          </a:p>
        </p:txBody>
      </p:sp>
      <p:sp>
        <p:nvSpPr>
          <p:cNvPr id="3" name="Text Placeholder 2">
            <a:extLst>
              <a:ext uri="{FF2B5EF4-FFF2-40B4-BE49-F238E27FC236}">
                <a16:creationId xmlns:a16="http://schemas.microsoft.com/office/drawing/2014/main" id="{61C979AD-25FE-77F9-B2A8-00FBDC941FAB}"/>
              </a:ext>
            </a:extLst>
          </p:cNvPr>
          <p:cNvSpPr>
            <a:spLocks noGrp="1"/>
          </p:cNvSpPr>
          <p:nvPr>
            <p:ph type="body" sz="quarter" idx="10"/>
          </p:nvPr>
        </p:nvSpPr>
        <p:spPr/>
        <p:txBody>
          <a:bodyPr/>
          <a:lstStyle/>
          <a:p>
            <a:endParaRPr lang="en-US" dirty="0"/>
          </a:p>
        </p:txBody>
      </p:sp>
      <p:sp>
        <p:nvSpPr>
          <p:cNvPr id="4" name="Content Placeholder 3">
            <a:extLst>
              <a:ext uri="{FF2B5EF4-FFF2-40B4-BE49-F238E27FC236}">
                <a16:creationId xmlns:a16="http://schemas.microsoft.com/office/drawing/2014/main" id="{CCB3B9A7-A62E-882E-9675-C4019A5E96E8}"/>
              </a:ext>
            </a:extLst>
          </p:cNvPr>
          <p:cNvSpPr>
            <a:spLocks noGrp="1"/>
          </p:cNvSpPr>
          <p:nvPr>
            <p:ph sz="quarter" idx="11"/>
          </p:nvPr>
        </p:nvSpPr>
        <p:spPr>
          <a:xfrm>
            <a:off x="5334530" y="4159954"/>
            <a:ext cx="13714940" cy="7684882"/>
          </a:xfrm>
        </p:spPr>
        <p:txBody>
          <a:bodyPr>
            <a:normAutofit/>
          </a:bodyPr>
          <a:lstStyle/>
          <a:p>
            <a:pPr algn="just"/>
            <a:r>
              <a:rPr lang="en-US" sz="3200" dirty="0"/>
              <a:t>TLS (Transport Layer Security) is a cryptographic protocol designed to provide secure communication over a computer network. </a:t>
            </a:r>
          </a:p>
          <a:p>
            <a:pPr algn="just"/>
            <a:r>
              <a:rPr lang="en-US" sz="3200" dirty="0"/>
              <a:t>It is the successor to SSL (Secure Sockets Layer) and is commonly used to secure data transmission on the internet. TLS ensures that the data exchanged between a client and a server is encrypted and remains confidential.</a:t>
            </a:r>
          </a:p>
          <a:p>
            <a:pPr algn="just"/>
            <a:r>
              <a:rPr lang="en-US" sz="3200" dirty="0"/>
              <a:t>TLS was first specified in RFC 2246 in 1999 as an applications independent protocol, and whilst was not directly interoperable with SSL 3.0, offered a fallback mode if necessary. However, SSL 3.0 is now considered insecure and was deprecated by RFC 7568 in June 2015, with the recommendation that TLS 1.2 should be used. TLS 1.3 is also currently (as of December 2015) under development and will drop support for less secure algorithms.</a:t>
            </a:r>
          </a:p>
          <a:p>
            <a:pPr algn="just"/>
            <a:endParaRPr lang="en-US" sz="3200" dirty="0"/>
          </a:p>
          <a:p>
            <a:pPr algn="just"/>
            <a:endParaRPr lang="en-US" sz="3200" dirty="0"/>
          </a:p>
        </p:txBody>
      </p:sp>
    </p:spTree>
    <p:extLst>
      <p:ext uri="{BB962C8B-B14F-4D97-AF65-F5344CB8AC3E}">
        <p14:creationId xmlns:p14="http://schemas.microsoft.com/office/powerpoint/2010/main" val="1664783516"/>
      </p:ext>
    </p:extLst>
  </p:cSld>
  <p:clrMapOvr>
    <a:masterClrMapping/>
  </p:clrMapOvr>
  <p:transition spd="med"/>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5260C6-9AA9-8829-E232-DE32E240932F}"/>
              </a:ext>
            </a:extLst>
          </p:cNvPr>
          <p:cNvSpPr>
            <a:spLocks noGrp="1"/>
          </p:cNvSpPr>
          <p:nvPr>
            <p:ph type="title"/>
          </p:nvPr>
        </p:nvSpPr>
        <p:spPr/>
        <p:txBody>
          <a:bodyPr>
            <a:normAutofit fontScale="90000"/>
          </a:bodyPr>
          <a:lstStyle/>
          <a:p>
            <a:r>
              <a:rPr lang="en-US" dirty="0"/>
              <a:t>Transport security layer (TLS)</a:t>
            </a:r>
          </a:p>
        </p:txBody>
      </p:sp>
      <p:sp>
        <p:nvSpPr>
          <p:cNvPr id="3" name="Text Placeholder 2">
            <a:extLst>
              <a:ext uri="{FF2B5EF4-FFF2-40B4-BE49-F238E27FC236}">
                <a16:creationId xmlns:a16="http://schemas.microsoft.com/office/drawing/2014/main" id="{19983800-EC9C-45E4-05BE-578205F601C3}"/>
              </a:ext>
            </a:extLst>
          </p:cNvPr>
          <p:cNvSpPr>
            <a:spLocks noGrp="1"/>
          </p:cNvSpPr>
          <p:nvPr>
            <p:ph type="body" sz="quarter" idx="10"/>
          </p:nvPr>
        </p:nvSpPr>
        <p:spPr/>
        <p:txBody>
          <a:bodyPr/>
          <a:lstStyle/>
          <a:p>
            <a:r>
              <a:rPr lang="en-US" dirty="0"/>
              <a:t>Handshake protocol</a:t>
            </a:r>
          </a:p>
        </p:txBody>
      </p:sp>
      <p:sp>
        <p:nvSpPr>
          <p:cNvPr id="4" name="Content Placeholder 3">
            <a:extLst>
              <a:ext uri="{FF2B5EF4-FFF2-40B4-BE49-F238E27FC236}">
                <a16:creationId xmlns:a16="http://schemas.microsoft.com/office/drawing/2014/main" id="{F5130A81-3FE7-55C8-92DE-EC36607E11DC}"/>
              </a:ext>
            </a:extLst>
          </p:cNvPr>
          <p:cNvSpPr>
            <a:spLocks noGrp="1"/>
          </p:cNvSpPr>
          <p:nvPr>
            <p:ph sz="quarter" idx="11"/>
          </p:nvPr>
        </p:nvSpPr>
        <p:spPr>
          <a:xfrm>
            <a:off x="5334530" y="3679803"/>
            <a:ext cx="13714940" cy="4522264"/>
          </a:xfrm>
        </p:spPr>
        <p:txBody>
          <a:bodyPr>
            <a:noAutofit/>
          </a:bodyPr>
          <a:lstStyle/>
          <a:p>
            <a:pPr algn="just"/>
            <a:r>
              <a:rPr lang="en-US" sz="3200" dirty="0"/>
              <a:t>The TLS handshake is the initial phase where the client and server establish a secure connection.</a:t>
            </a:r>
          </a:p>
          <a:p>
            <a:pPr algn="just"/>
            <a:r>
              <a:rPr lang="en-US" sz="3200" dirty="0"/>
              <a:t>The client initiates the handshake by sending a "</a:t>
            </a:r>
            <a:r>
              <a:rPr lang="en-US" sz="3200" dirty="0" err="1"/>
              <a:t>ClientHello</a:t>
            </a:r>
            <a:r>
              <a:rPr lang="en-US" sz="3200" dirty="0"/>
              <a:t>" message to the server, indicating supported cryptographic algorithms and other parameters.</a:t>
            </a:r>
          </a:p>
          <a:p>
            <a:pPr algn="just"/>
            <a:r>
              <a:rPr lang="en-US" sz="3200" dirty="0"/>
              <a:t>The server responds with a "</a:t>
            </a:r>
            <a:r>
              <a:rPr lang="en-US" sz="3200" dirty="0" err="1"/>
              <a:t>ServerHello</a:t>
            </a:r>
            <a:r>
              <a:rPr lang="en-US" sz="3200" dirty="0"/>
              <a:t>" message, choosing a mutually supported cryptographic suite.</a:t>
            </a:r>
          </a:p>
          <a:p>
            <a:pPr algn="just"/>
            <a:r>
              <a:rPr lang="en-US" sz="3200" dirty="0"/>
              <a:t>The server also sends its digital certificate to the client. The certificate contains the server's public key and is signed by a certificate authority (CA), establishing the server's identity.</a:t>
            </a:r>
          </a:p>
          <a:p>
            <a:pPr algn="just"/>
            <a:r>
              <a:rPr lang="en-US" sz="3200" dirty="0"/>
              <a:t>The client verifies the certificate's authenticity using the CA's public key, ensuring that the server is who it claims to be.</a:t>
            </a:r>
          </a:p>
        </p:txBody>
      </p:sp>
    </p:spTree>
    <p:extLst>
      <p:ext uri="{BB962C8B-B14F-4D97-AF65-F5344CB8AC3E}">
        <p14:creationId xmlns:p14="http://schemas.microsoft.com/office/powerpoint/2010/main" val="3132315700"/>
      </p:ext>
    </p:extLst>
  </p:cSld>
  <p:clrMapOvr>
    <a:masterClrMapping/>
  </p:clrMapOvr>
  <p:transition spd="med"/>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C4FE73-2868-BCED-A324-83D0736C33D8}"/>
              </a:ext>
            </a:extLst>
          </p:cNvPr>
          <p:cNvSpPr>
            <a:spLocks noGrp="1"/>
          </p:cNvSpPr>
          <p:nvPr>
            <p:ph type="title"/>
          </p:nvPr>
        </p:nvSpPr>
        <p:spPr/>
        <p:txBody>
          <a:bodyPr>
            <a:normAutofit fontScale="90000"/>
          </a:bodyPr>
          <a:lstStyle/>
          <a:p>
            <a:r>
              <a:rPr lang="en-US" dirty="0"/>
              <a:t>Transport security layer (TLS)</a:t>
            </a:r>
          </a:p>
        </p:txBody>
      </p:sp>
      <p:sp>
        <p:nvSpPr>
          <p:cNvPr id="3" name="Text Placeholder 2">
            <a:extLst>
              <a:ext uri="{FF2B5EF4-FFF2-40B4-BE49-F238E27FC236}">
                <a16:creationId xmlns:a16="http://schemas.microsoft.com/office/drawing/2014/main" id="{DA14011D-2B0D-121B-3109-B6E12A149375}"/>
              </a:ext>
            </a:extLst>
          </p:cNvPr>
          <p:cNvSpPr>
            <a:spLocks noGrp="1"/>
          </p:cNvSpPr>
          <p:nvPr>
            <p:ph type="body" sz="quarter" idx="10"/>
          </p:nvPr>
        </p:nvSpPr>
        <p:spPr/>
        <p:txBody>
          <a:bodyPr/>
          <a:lstStyle/>
          <a:p>
            <a:endParaRPr lang="en-US"/>
          </a:p>
        </p:txBody>
      </p:sp>
      <p:sp>
        <p:nvSpPr>
          <p:cNvPr id="4" name="Content Placeholder 3">
            <a:extLst>
              <a:ext uri="{FF2B5EF4-FFF2-40B4-BE49-F238E27FC236}">
                <a16:creationId xmlns:a16="http://schemas.microsoft.com/office/drawing/2014/main" id="{EE9D8597-13E5-2D32-4F9F-0BE2EB25EBB5}"/>
              </a:ext>
            </a:extLst>
          </p:cNvPr>
          <p:cNvSpPr>
            <a:spLocks noGrp="1"/>
          </p:cNvSpPr>
          <p:nvPr>
            <p:ph sz="quarter" idx="11"/>
          </p:nvPr>
        </p:nvSpPr>
        <p:spPr>
          <a:xfrm>
            <a:off x="5078782" y="3260663"/>
            <a:ext cx="13714940" cy="9557225"/>
          </a:xfrm>
        </p:spPr>
        <p:txBody>
          <a:bodyPr>
            <a:noAutofit/>
          </a:bodyPr>
          <a:lstStyle/>
          <a:p>
            <a:pPr marL="0" indent="0">
              <a:buNone/>
            </a:pPr>
            <a:r>
              <a:rPr lang="en-US" sz="3000" b="1" dirty="0">
                <a:solidFill>
                  <a:srgbClr val="FFFF00"/>
                </a:solidFill>
              </a:rPr>
              <a:t>Key Exchange:</a:t>
            </a:r>
          </a:p>
          <a:p>
            <a:r>
              <a:rPr lang="en-US" sz="3000" dirty="0"/>
              <a:t>After verifying the server's identity, the client generates a pre-master secret and encrypts it using the server's public key (obtained from the server's certificate).</a:t>
            </a:r>
          </a:p>
          <a:p>
            <a:r>
              <a:rPr lang="en-US" sz="3000" dirty="0"/>
              <a:t>The client sends the encrypted pre-master secret to the server.</a:t>
            </a:r>
          </a:p>
          <a:p>
            <a:r>
              <a:rPr lang="en-US" sz="3000" dirty="0"/>
              <a:t>Both the client and server independently derive a shared secret (master secret) from the pre-master secret and other exchanged parameters.</a:t>
            </a:r>
          </a:p>
          <a:p>
            <a:endParaRPr lang="en-US" sz="3000" dirty="0"/>
          </a:p>
          <a:p>
            <a:r>
              <a:rPr lang="en-US" sz="3000" b="1" dirty="0">
                <a:solidFill>
                  <a:srgbClr val="FFFF00"/>
                </a:solidFill>
              </a:rPr>
              <a:t>Symmetric Encryption</a:t>
            </a:r>
            <a:r>
              <a:rPr lang="en-US" sz="3000" dirty="0"/>
              <a:t>:</a:t>
            </a:r>
          </a:p>
          <a:p>
            <a:r>
              <a:rPr lang="en-US" sz="3000" dirty="0"/>
              <a:t>With the shared master secret established, both the client and server generate session keys used for symmetric encryption and decryption.</a:t>
            </a:r>
          </a:p>
          <a:p>
            <a:r>
              <a:rPr lang="en-US" sz="3000" dirty="0"/>
              <a:t>Symmetric encryption is more efficient than asymmetric encryption and is used to encrypt the actual data being transmitted.</a:t>
            </a:r>
          </a:p>
        </p:txBody>
      </p:sp>
    </p:spTree>
    <p:extLst>
      <p:ext uri="{BB962C8B-B14F-4D97-AF65-F5344CB8AC3E}">
        <p14:creationId xmlns:p14="http://schemas.microsoft.com/office/powerpoint/2010/main" val="407059828"/>
      </p:ext>
    </p:extLst>
  </p:cSld>
  <p:clrMapOvr>
    <a:masterClrMapping/>
  </p:clrMapOvr>
  <p:transition spd="med"/>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C4FE73-2868-BCED-A324-83D0736C33D8}"/>
              </a:ext>
            </a:extLst>
          </p:cNvPr>
          <p:cNvSpPr>
            <a:spLocks noGrp="1"/>
          </p:cNvSpPr>
          <p:nvPr>
            <p:ph type="title"/>
          </p:nvPr>
        </p:nvSpPr>
        <p:spPr/>
        <p:txBody>
          <a:bodyPr>
            <a:normAutofit fontScale="90000"/>
          </a:bodyPr>
          <a:lstStyle/>
          <a:p>
            <a:r>
              <a:rPr lang="en-US" dirty="0"/>
              <a:t>Transport security layer (TLS)</a:t>
            </a:r>
          </a:p>
        </p:txBody>
      </p:sp>
      <p:sp>
        <p:nvSpPr>
          <p:cNvPr id="3" name="Text Placeholder 2">
            <a:extLst>
              <a:ext uri="{FF2B5EF4-FFF2-40B4-BE49-F238E27FC236}">
                <a16:creationId xmlns:a16="http://schemas.microsoft.com/office/drawing/2014/main" id="{DA14011D-2B0D-121B-3109-B6E12A149375}"/>
              </a:ext>
            </a:extLst>
          </p:cNvPr>
          <p:cNvSpPr>
            <a:spLocks noGrp="1"/>
          </p:cNvSpPr>
          <p:nvPr>
            <p:ph type="body" sz="quarter" idx="10"/>
          </p:nvPr>
        </p:nvSpPr>
        <p:spPr/>
        <p:txBody>
          <a:bodyPr/>
          <a:lstStyle/>
          <a:p>
            <a:endParaRPr lang="en-US"/>
          </a:p>
        </p:txBody>
      </p:sp>
      <p:sp>
        <p:nvSpPr>
          <p:cNvPr id="4" name="Content Placeholder 3">
            <a:extLst>
              <a:ext uri="{FF2B5EF4-FFF2-40B4-BE49-F238E27FC236}">
                <a16:creationId xmlns:a16="http://schemas.microsoft.com/office/drawing/2014/main" id="{EE9D8597-13E5-2D32-4F9F-0BE2EB25EBB5}"/>
              </a:ext>
            </a:extLst>
          </p:cNvPr>
          <p:cNvSpPr>
            <a:spLocks noGrp="1"/>
          </p:cNvSpPr>
          <p:nvPr>
            <p:ph sz="quarter" idx="11"/>
          </p:nvPr>
        </p:nvSpPr>
        <p:spPr>
          <a:xfrm>
            <a:off x="5078782" y="3462088"/>
            <a:ext cx="13714940" cy="9557225"/>
          </a:xfrm>
        </p:spPr>
        <p:txBody>
          <a:bodyPr>
            <a:noAutofit/>
          </a:bodyPr>
          <a:lstStyle/>
          <a:p>
            <a:pPr marL="0" indent="0">
              <a:buNone/>
            </a:pPr>
            <a:r>
              <a:rPr lang="en-US" sz="3000" b="1" dirty="0">
                <a:solidFill>
                  <a:srgbClr val="FFFF00"/>
                </a:solidFill>
              </a:rPr>
              <a:t>Data Transfer:</a:t>
            </a:r>
          </a:p>
          <a:p>
            <a:r>
              <a:rPr lang="en-US" sz="3000" dirty="0"/>
              <a:t>Once the secure connection is established, data can be transmitted securely between the client and server.</a:t>
            </a:r>
          </a:p>
          <a:p>
            <a:r>
              <a:rPr lang="en-US" sz="3000" dirty="0"/>
              <a:t>The data is encrypted using the agreed-upon symmetric session keys, ensuring its confidentiality.</a:t>
            </a:r>
          </a:p>
          <a:p>
            <a:r>
              <a:rPr lang="en-US" sz="3000" dirty="0"/>
              <a:t>TLS also provides integrity checks to detect any tampering of the data during transmission.</a:t>
            </a:r>
          </a:p>
          <a:p>
            <a:endParaRPr lang="en-US" sz="3000" b="1" dirty="0"/>
          </a:p>
          <a:p>
            <a:pPr marL="0" indent="0">
              <a:buNone/>
            </a:pPr>
            <a:r>
              <a:rPr lang="en-US" sz="3000" b="1" dirty="0">
                <a:solidFill>
                  <a:srgbClr val="FFFF00"/>
                </a:solidFill>
              </a:rPr>
              <a:t>Session Resumption:</a:t>
            </a:r>
          </a:p>
          <a:p>
            <a:r>
              <a:rPr lang="en-US" sz="3000" dirty="0"/>
              <a:t>To avoid the overhead of repeating the handshake for subsequent connections, TLS supports session resumption. The client and server can reuse previously established session keys for subsequent connections, improving performance.</a:t>
            </a:r>
          </a:p>
        </p:txBody>
      </p:sp>
    </p:spTree>
    <p:extLst>
      <p:ext uri="{BB962C8B-B14F-4D97-AF65-F5344CB8AC3E}">
        <p14:creationId xmlns:p14="http://schemas.microsoft.com/office/powerpoint/2010/main" val="3461686846"/>
      </p:ext>
    </p:extLst>
  </p:cSld>
  <p:clrMapOvr>
    <a:masterClrMapping/>
  </p:clrMapOvr>
  <p:transition spd="med"/>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C4FE73-2868-BCED-A324-83D0736C33D8}"/>
              </a:ext>
            </a:extLst>
          </p:cNvPr>
          <p:cNvSpPr>
            <a:spLocks noGrp="1"/>
          </p:cNvSpPr>
          <p:nvPr>
            <p:ph type="title"/>
          </p:nvPr>
        </p:nvSpPr>
        <p:spPr/>
        <p:txBody>
          <a:bodyPr>
            <a:normAutofit fontScale="90000"/>
          </a:bodyPr>
          <a:lstStyle/>
          <a:p>
            <a:r>
              <a:rPr lang="en-US" dirty="0"/>
              <a:t>Transport security layer (TLS)</a:t>
            </a:r>
          </a:p>
        </p:txBody>
      </p:sp>
      <p:sp>
        <p:nvSpPr>
          <p:cNvPr id="3" name="Text Placeholder 2">
            <a:extLst>
              <a:ext uri="{FF2B5EF4-FFF2-40B4-BE49-F238E27FC236}">
                <a16:creationId xmlns:a16="http://schemas.microsoft.com/office/drawing/2014/main" id="{DA14011D-2B0D-121B-3109-B6E12A149375}"/>
              </a:ext>
            </a:extLst>
          </p:cNvPr>
          <p:cNvSpPr>
            <a:spLocks noGrp="1"/>
          </p:cNvSpPr>
          <p:nvPr>
            <p:ph type="body" sz="quarter" idx="10"/>
          </p:nvPr>
        </p:nvSpPr>
        <p:spPr/>
        <p:txBody>
          <a:bodyPr/>
          <a:lstStyle/>
          <a:p>
            <a:endParaRPr lang="en-US"/>
          </a:p>
        </p:txBody>
      </p:sp>
      <p:sp>
        <p:nvSpPr>
          <p:cNvPr id="4" name="Content Placeholder 3">
            <a:extLst>
              <a:ext uri="{FF2B5EF4-FFF2-40B4-BE49-F238E27FC236}">
                <a16:creationId xmlns:a16="http://schemas.microsoft.com/office/drawing/2014/main" id="{EE9D8597-13E5-2D32-4F9F-0BE2EB25EBB5}"/>
              </a:ext>
            </a:extLst>
          </p:cNvPr>
          <p:cNvSpPr>
            <a:spLocks noGrp="1"/>
          </p:cNvSpPr>
          <p:nvPr>
            <p:ph sz="quarter" idx="11"/>
          </p:nvPr>
        </p:nvSpPr>
        <p:spPr>
          <a:xfrm>
            <a:off x="5078782" y="3462088"/>
            <a:ext cx="13714940" cy="9557225"/>
          </a:xfrm>
        </p:spPr>
        <p:txBody>
          <a:bodyPr>
            <a:noAutofit/>
          </a:bodyPr>
          <a:lstStyle/>
          <a:p>
            <a:pPr marL="0" indent="0" algn="just">
              <a:buNone/>
            </a:pPr>
            <a:r>
              <a:rPr lang="en-US" sz="3200" b="1" dirty="0">
                <a:solidFill>
                  <a:srgbClr val="FFFF00"/>
                </a:solidFill>
              </a:rPr>
              <a:t>Termination:</a:t>
            </a:r>
          </a:p>
          <a:p>
            <a:pPr algn="just"/>
            <a:r>
              <a:rPr lang="en-US" sz="3200" dirty="0"/>
              <a:t>The secure connection can be terminated gracefully by either party.</a:t>
            </a:r>
          </a:p>
          <a:p>
            <a:pPr algn="just"/>
            <a:r>
              <a:rPr lang="en-US" sz="3200" dirty="0"/>
              <a:t>A "Goodbye" message is exchanged to signal the intention to close the connection.</a:t>
            </a:r>
          </a:p>
          <a:p>
            <a:pPr algn="just"/>
            <a:endParaRPr lang="en-US" sz="3200" dirty="0"/>
          </a:p>
          <a:p>
            <a:pPr marL="0" indent="0" algn="just">
              <a:buNone/>
            </a:pPr>
            <a:r>
              <a:rPr lang="en-US" sz="3200" dirty="0">
                <a:solidFill>
                  <a:srgbClr val="FFFF00"/>
                </a:solidFill>
              </a:rPr>
              <a:t>TLS continues to evolve, with newer versions addressing security vulnerabilities and introducing improvements. It's important to stay updated with the latest TLS versions and best practices for secure communication.</a:t>
            </a:r>
          </a:p>
        </p:txBody>
      </p:sp>
    </p:spTree>
    <p:extLst>
      <p:ext uri="{BB962C8B-B14F-4D97-AF65-F5344CB8AC3E}">
        <p14:creationId xmlns:p14="http://schemas.microsoft.com/office/powerpoint/2010/main" val="567667276"/>
      </p:ext>
    </p:extLst>
  </p:cSld>
  <p:clrMapOvr>
    <a:masterClrMapping/>
  </p:clrMapOvr>
  <p:transition spd="med"/>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B3683E20-3E92-DD52-C661-C10C6224C635}"/>
              </a:ext>
            </a:extLst>
          </p:cNvPr>
          <p:cNvSpPr>
            <a:spLocks noGrp="1"/>
          </p:cNvSpPr>
          <p:nvPr>
            <p:ph type="title"/>
          </p:nvPr>
        </p:nvSpPr>
        <p:spPr/>
        <p:txBody>
          <a:bodyPr/>
          <a:lstStyle/>
          <a:p>
            <a:r>
              <a:rPr lang="en-ID" sz="9600" dirty="0"/>
              <a:t>Protect data transit</a:t>
            </a:r>
          </a:p>
        </p:txBody>
      </p:sp>
    </p:spTree>
    <p:extLst>
      <p:ext uri="{BB962C8B-B14F-4D97-AF65-F5344CB8AC3E}">
        <p14:creationId xmlns:p14="http://schemas.microsoft.com/office/powerpoint/2010/main" val="2324158137"/>
      </p:ext>
    </p:extLst>
  </p:cSld>
  <p:clrMapOvr>
    <a:masterClrMapping/>
  </p:clrMapOvr>
  <p:transition spd="med"/>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BA7D85-FA93-4D8A-B503-145369620A55}"/>
              </a:ext>
            </a:extLst>
          </p:cNvPr>
          <p:cNvSpPr>
            <a:spLocks noGrp="1"/>
          </p:cNvSpPr>
          <p:nvPr>
            <p:ph type="title"/>
          </p:nvPr>
        </p:nvSpPr>
        <p:spPr/>
        <p:txBody>
          <a:bodyPr>
            <a:normAutofit fontScale="90000"/>
          </a:bodyPr>
          <a:lstStyle/>
          <a:p>
            <a:r>
              <a:rPr lang="en-US" dirty="0"/>
              <a:t>Protect data transit</a:t>
            </a:r>
          </a:p>
        </p:txBody>
      </p:sp>
      <p:sp>
        <p:nvSpPr>
          <p:cNvPr id="3" name="Text Placeholder 2">
            <a:extLst>
              <a:ext uri="{FF2B5EF4-FFF2-40B4-BE49-F238E27FC236}">
                <a16:creationId xmlns:a16="http://schemas.microsoft.com/office/drawing/2014/main" id="{5707D457-B60A-66BD-3AF1-06E982DEDC87}"/>
              </a:ext>
            </a:extLst>
          </p:cNvPr>
          <p:cNvSpPr>
            <a:spLocks noGrp="1"/>
          </p:cNvSpPr>
          <p:nvPr>
            <p:ph type="body" sz="quarter" idx="10"/>
          </p:nvPr>
        </p:nvSpPr>
        <p:spPr/>
        <p:txBody>
          <a:bodyPr/>
          <a:lstStyle/>
          <a:p>
            <a:endParaRPr lang="en-US"/>
          </a:p>
        </p:txBody>
      </p:sp>
      <p:sp>
        <p:nvSpPr>
          <p:cNvPr id="4" name="Content Placeholder 3">
            <a:extLst>
              <a:ext uri="{FF2B5EF4-FFF2-40B4-BE49-F238E27FC236}">
                <a16:creationId xmlns:a16="http://schemas.microsoft.com/office/drawing/2014/main" id="{BF593C01-47A8-3634-C5A1-4F2889E97F01}"/>
              </a:ext>
            </a:extLst>
          </p:cNvPr>
          <p:cNvSpPr>
            <a:spLocks noGrp="1"/>
          </p:cNvSpPr>
          <p:nvPr>
            <p:ph sz="quarter" idx="11"/>
          </p:nvPr>
        </p:nvSpPr>
        <p:spPr>
          <a:xfrm>
            <a:off x="2003502" y="3260663"/>
            <a:ext cx="20682327" cy="9432080"/>
          </a:xfrm>
        </p:spPr>
        <p:txBody>
          <a:bodyPr>
            <a:normAutofit/>
          </a:bodyPr>
          <a:lstStyle/>
          <a:p>
            <a:pPr algn="just"/>
            <a:r>
              <a:rPr lang="en-US" sz="3200" dirty="0"/>
              <a:t>Protecting data in transit is crucial to ensure the confidentiality and integrity of information as it travels over a network. Transport Layer Security (TLS) is a widely used protocol for achieving secure communication over the internet. Below are key practices and considerations for protecting data in transit:</a:t>
            </a:r>
          </a:p>
          <a:p>
            <a:pPr marL="514350" indent="-514350" algn="just">
              <a:buFont typeface="+mj-lt"/>
              <a:buAutoNum type="arabicPeriod"/>
            </a:pPr>
            <a:r>
              <a:rPr lang="en-US" sz="3200" dirty="0">
                <a:solidFill>
                  <a:srgbClr val="FFFF00"/>
                </a:solidFill>
              </a:rPr>
              <a:t>Use TLS/SSL</a:t>
            </a:r>
            <a:r>
              <a:rPr lang="en-US" sz="3200" dirty="0"/>
              <a:t>:</a:t>
            </a:r>
          </a:p>
          <a:p>
            <a:pPr algn="just"/>
            <a:r>
              <a:rPr lang="en-US" sz="3200" dirty="0"/>
              <a:t>Employ TLS (or its predecessor, SSL) for securing communication channels. TLS encrypts data, preventing unauthorized access or eavesdropping. Most web applications use HTTPS, which is HTTP over TLS.</a:t>
            </a:r>
          </a:p>
          <a:p>
            <a:pPr marL="0" indent="0" algn="just">
              <a:buNone/>
            </a:pPr>
            <a:endParaRPr lang="en-US" sz="3200" dirty="0"/>
          </a:p>
          <a:p>
            <a:pPr marL="514350" indent="-514350" algn="just">
              <a:buFont typeface="+mj-lt"/>
              <a:buAutoNum type="arabicPeriod" startAt="2"/>
            </a:pPr>
            <a:r>
              <a:rPr lang="en-US" sz="3200" dirty="0">
                <a:solidFill>
                  <a:srgbClr val="FFFF00"/>
                </a:solidFill>
              </a:rPr>
              <a:t>HTTPS for Web Applications</a:t>
            </a:r>
            <a:r>
              <a:rPr lang="en-US" sz="3200" dirty="0"/>
              <a:t>:</a:t>
            </a:r>
          </a:p>
          <a:p>
            <a:pPr algn="just"/>
            <a:r>
              <a:rPr lang="en-US" sz="3200" dirty="0"/>
              <a:t>When transmitting sensitive information over the web, use HTTPS to encrypt data between the client and server. Obtain an SSL/TLS certificate from a trusted certificate authority (CA) to establish a secure connection.</a:t>
            </a:r>
          </a:p>
          <a:p>
            <a:pPr algn="just"/>
            <a:endParaRPr lang="en-US" sz="3200" dirty="0"/>
          </a:p>
        </p:txBody>
      </p:sp>
    </p:spTree>
    <p:extLst>
      <p:ext uri="{BB962C8B-B14F-4D97-AF65-F5344CB8AC3E}">
        <p14:creationId xmlns:p14="http://schemas.microsoft.com/office/powerpoint/2010/main" val="749677822"/>
      </p:ext>
    </p:extLst>
  </p:cSld>
  <p:clrMapOvr>
    <a:masterClrMapping/>
  </p:clrMapOvr>
  <p:transition spd="med"/>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BA7D85-FA93-4D8A-B503-145369620A55}"/>
              </a:ext>
            </a:extLst>
          </p:cNvPr>
          <p:cNvSpPr>
            <a:spLocks noGrp="1"/>
          </p:cNvSpPr>
          <p:nvPr>
            <p:ph type="title"/>
          </p:nvPr>
        </p:nvSpPr>
        <p:spPr/>
        <p:txBody>
          <a:bodyPr>
            <a:normAutofit fontScale="90000"/>
          </a:bodyPr>
          <a:lstStyle/>
          <a:p>
            <a:r>
              <a:rPr lang="en-US" dirty="0"/>
              <a:t>Protect data transit</a:t>
            </a:r>
          </a:p>
        </p:txBody>
      </p:sp>
      <p:sp>
        <p:nvSpPr>
          <p:cNvPr id="3" name="Text Placeholder 2">
            <a:extLst>
              <a:ext uri="{FF2B5EF4-FFF2-40B4-BE49-F238E27FC236}">
                <a16:creationId xmlns:a16="http://schemas.microsoft.com/office/drawing/2014/main" id="{5707D457-B60A-66BD-3AF1-06E982DEDC87}"/>
              </a:ext>
            </a:extLst>
          </p:cNvPr>
          <p:cNvSpPr>
            <a:spLocks noGrp="1"/>
          </p:cNvSpPr>
          <p:nvPr>
            <p:ph type="body" sz="quarter" idx="10"/>
          </p:nvPr>
        </p:nvSpPr>
        <p:spPr/>
        <p:txBody>
          <a:bodyPr/>
          <a:lstStyle/>
          <a:p>
            <a:endParaRPr lang="en-US"/>
          </a:p>
        </p:txBody>
      </p:sp>
      <p:sp>
        <p:nvSpPr>
          <p:cNvPr id="4" name="Content Placeholder 3">
            <a:extLst>
              <a:ext uri="{FF2B5EF4-FFF2-40B4-BE49-F238E27FC236}">
                <a16:creationId xmlns:a16="http://schemas.microsoft.com/office/drawing/2014/main" id="{BF593C01-47A8-3634-C5A1-4F2889E97F01}"/>
              </a:ext>
            </a:extLst>
          </p:cNvPr>
          <p:cNvSpPr>
            <a:spLocks noGrp="1"/>
          </p:cNvSpPr>
          <p:nvPr>
            <p:ph sz="quarter" idx="11"/>
          </p:nvPr>
        </p:nvSpPr>
        <p:spPr>
          <a:xfrm>
            <a:off x="2003502" y="3260663"/>
            <a:ext cx="20682327" cy="9432080"/>
          </a:xfrm>
        </p:spPr>
        <p:txBody>
          <a:bodyPr>
            <a:normAutofit lnSpcReduction="10000"/>
          </a:bodyPr>
          <a:lstStyle/>
          <a:p>
            <a:pPr marL="514350" indent="-514350" algn="just">
              <a:buFont typeface="+mj-lt"/>
              <a:buAutoNum type="arabicPeriod" startAt="3"/>
            </a:pPr>
            <a:r>
              <a:rPr lang="en-US" sz="3200" dirty="0">
                <a:solidFill>
                  <a:srgbClr val="FFFF00"/>
                </a:solidFill>
              </a:rPr>
              <a:t>Secure Socket Layer (SSL) Termination</a:t>
            </a:r>
            <a:r>
              <a:rPr lang="en-US" sz="3200" dirty="0"/>
              <a:t>:</a:t>
            </a:r>
          </a:p>
          <a:p>
            <a:pPr algn="just"/>
            <a:r>
              <a:rPr lang="en-US" sz="3200" dirty="0"/>
              <a:t>Terminate SSL at the load balancer or a reverse proxy. This way, communication within the internal network can occur without encryption, reducing the computational load on internal servers.</a:t>
            </a:r>
          </a:p>
          <a:p>
            <a:pPr algn="just"/>
            <a:endParaRPr lang="en-US" sz="3200" dirty="0"/>
          </a:p>
          <a:p>
            <a:pPr marL="514350" indent="-514350" algn="just">
              <a:buFont typeface="+mj-lt"/>
              <a:buAutoNum type="arabicPeriod" startAt="4"/>
            </a:pPr>
            <a:r>
              <a:rPr lang="en-US" sz="3200" dirty="0">
                <a:solidFill>
                  <a:srgbClr val="FFFF00"/>
                </a:solidFill>
              </a:rPr>
              <a:t>Encrypt Communication Channels</a:t>
            </a:r>
            <a:r>
              <a:rPr lang="en-US" sz="3200" dirty="0"/>
              <a:t>:</a:t>
            </a:r>
          </a:p>
          <a:p>
            <a:pPr algn="just"/>
            <a:r>
              <a:rPr lang="en-US" sz="3200" dirty="0"/>
              <a:t>Use encrypted communication protocols for various services, such as Secure File Transfer Protocol (SFTP) for file transfers, Secure Shell (SSH) for remote access, and encrypted email protocols (e.g., SMTP with TLS).</a:t>
            </a:r>
          </a:p>
          <a:p>
            <a:pPr algn="just"/>
            <a:endParaRPr lang="en-US" sz="3200" dirty="0"/>
          </a:p>
          <a:p>
            <a:pPr marL="514350" indent="-514350" algn="just">
              <a:buFont typeface="+mj-lt"/>
              <a:buAutoNum type="arabicPeriod" startAt="5"/>
            </a:pPr>
            <a:r>
              <a:rPr lang="en-US" sz="3200" dirty="0">
                <a:solidFill>
                  <a:srgbClr val="FFFF00"/>
                </a:solidFill>
              </a:rPr>
              <a:t>Implement Perfect Forward Secrecy (PFS</a:t>
            </a:r>
            <a:r>
              <a:rPr lang="en-US" sz="3200" dirty="0"/>
              <a:t>):</a:t>
            </a:r>
          </a:p>
          <a:p>
            <a:pPr algn="just"/>
            <a:r>
              <a:rPr lang="en-US" sz="3200" dirty="0"/>
              <a:t>PFS ensures that even if a long-term key is compromised, past communications remain secure. Configure servers to support </a:t>
            </a:r>
            <a:r>
              <a:rPr lang="en-US" sz="3200" dirty="0" err="1"/>
              <a:t>ciphersuites</a:t>
            </a:r>
            <a:r>
              <a:rPr lang="en-US" sz="3200" dirty="0"/>
              <a:t> that provide Perfect Forward Secrecy.</a:t>
            </a:r>
          </a:p>
        </p:txBody>
      </p:sp>
    </p:spTree>
    <p:extLst>
      <p:ext uri="{BB962C8B-B14F-4D97-AF65-F5344CB8AC3E}">
        <p14:creationId xmlns:p14="http://schemas.microsoft.com/office/powerpoint/2010/main" val="1690156720"/>
      </p:ext>
    </p:extLst>
  </p:cSld>
  <p:clrMapOvr>
    <a:masterClrMapping/>
  </p:clrMapOvr>
  <p:transition spd="med"/>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BA7D85-FA93-4D8A-B503-145369620A55}"/>
              </a:ext>
            </a:extLst>
          </p:cNvPr>
          <p:cNvSpPr>
            <a:spLocks noGrp="1"/>
          </p:cNvSpPr>
          <p:nvPr>
            <p:ph type="title"/>
          </p:nvPr>
        </p:nvSpPr>
        <p:spPr/>
        <p:txBody>
          <a:bodyPr>
            <a:normAutofit fontScale="90000"/>
          </a:bodyPr>
          <a:lstStyle/>
          <a:p>
            <a:r>
              <a:rPr lang="en-US" dirty="0"/>
              <a:t>Protect data transit</a:t>
            </a:r>
          </a:p>
        </p:txBody>
      </p:sp>
      <p:sp>
        <p:nvSpPr>
          <p:cNvPr id="3" name="Text Placeholder 2">
            <a:extLst>
              <a:ext uri="{FF2B5EF4-FFF2-40B4-BE49-F238E27FC236}">
                <a16:creationId xmlns:a16="http://schemas.microsoft.com/office/drawing/2014/main" id="{5707D457-B60A-66BD-3AF1-06E982DEDC87}"/>
              </a:ext>
            </a:extLst>
          </p:cNvPr>
          <p:cNvSpPr>
            <a:spLocks noGrp="1"/>
          </p:cNvSpPr>
          <p:nvPr>
            <p:ph type="body" sz="quarter" idx="10"/>
          </p:nvPr>
        </p:nvSpPr>
        <p:spPr/>
        <p:txBody>
          <a:bodyPr/>
          <a:lstStyle/>
          <a:p>
            <a:endParaRPr lang="en-US"/>
          </a:p>
        </p:txBody>
      </p:sp>
      <p:sp>
        <p:nvSpPr>
          <p:cNvPr id="4" name="Content Placeholder 3">
            <a:extLst>
              <a:ext uri="{FF2B5EF4-FFF2-40B4-BE49-F238E27FC236}">
                <a16:creationId xmlns:a16="http://schemas.microsoft.com/office/drawing/2014/main" id="{BF593C01-47A8-3634-C5A1-4F2889E97F01}"/>
              </a:ext>
            </a:extLst>
          </p:cNvPr>
          <p:cNvSpPr>
            <a:spLocks noGrp="1"/>
          </p:cNvSpPr>
          <p:nvPr>
            <p:ph sz="quarter" idx="11"/>
          </p:nvPr>
        </p:nvSpPr>
        <p:spPr>
          <a:xfrm>
            <a:off x="2003502" y="3260663"/>
            <a:ext cx="20682327" cy="9432080"/>
          </a:xfrm>
        </p:spPr>
        <p:txBody>
          <a:bodyPr>
            <a:normAutofit lnSpcReduction="10000"/>
          </a:bodyPr>
          <a:lstStyle/>
          <a:p>
            <a:pPr marL="514350" indent="-514350" algn="just">
              <a:buFont typeface="+mj-lt"/>
              <a:buAutoNum type="arabicPeriod" startAt="6"/>
            </a:pPr>
            <a:r>
              <a:rPr lang="en-US" sz="3200" dirty="0">
                <a:solidFill>
                  <a:srgbClr val="FFFF00"/>
                </a:solidFill>
              </a:rPr>
              <a:t>Regularly Update SSL/TLS Versions:</a:t>
            </a:r>
          </a:p>
          <a:p>
            <a:pPr algn="just"/>
            <a:r>
              <a:rPr lang="en-US" sz="3200" dirty="0"/>
              <a:t>Keep SSL/TLS libraries and configurations up to date. Older versions may have known vulnerabilities. Disable deprecated and insecure protocols, such as SSLv2 and SSLv3.</a:t>
            </a:r>
          </a:p>
          <a:p>
            <a:pPr algn="just"/>
            <a:endParaRPr lang="en-US" sz="3200" dirty="0"/>
          </a:p>
          <a:p>
            <a:pPr marL="514350" indent="-514350" algn="just">
              <a:buFont typeface="+mj-lt"/>
              <a:buAutoNum type="arabicPeriod" startAt="7"/>
            </a:pPr>
            <a:r>
              <a:rPr lang="en-US" sz="3200" dirty="0">
                <a:solidFill>
                  <a:srgbClr val="FFFF00"/>
                </a:solidFill>
              </a:rPr>
              <a:t>Secure Configuration:</a:t>
            </a:r>
          </a:p>
          <a:p>
            <a:pPr algn="just"/>
            <a:r>
              <a:rPr lang="en-US" sz="3200" dirty="0"/>
              <a:t>Configure TLS securely by adhering to best practices, such as enabling strong </a:t>
            </a:r>
            <a:r>
              <a:rPr lang="en-US" sz="3200" dirty="0" err="1"/>
              <a:t>ciphersuites</a:t>
            </a:r>
            <a:r>
              <a:rPr lang="en-US" sz="3200" dirty="0"/>
              <a:t>, disabling weak ones, and using secure protocol versions.</a:t>
            </a:r>
          </a:p>
          <a:p>
            <a:pPr algn="just"/>
            <a:endParaRPr lang="en-US" sz="3200" dirty="0">
              <a:solidFill>
                <a:srgbClr val="FFFF00"/>
              </a:solidFill>
            </a:endParaRPr>
          </a:p>
          <a:p>
            <a:pPr marL="514350" indent="-514350" algn="just">
              <a:buFont typeface="+mj-lt"/>
              <a:buAutoNum type="arabicPeriod" startAt="8"/>
            </a:pPr>
            <a:r>
              <a:rPr lang="en-US" sz="3200" dirty="0">
                <a:solidFill>
                  <a:srgbClr val="FFFF00"/>
                </a:solidFill>
              </a:rPr>
              <a:t>Certificate Validation:</a:t>
            </a:r>
          </a:p>
          <a:p>
            <a:pPr algn="just"/>
            <a:r>
              <a:rPr lang="en-US" sz="3200" dirty="0"/>
              <a:t>Ensure proper validation of SSL/TLS certificates. Clients should verify the server's certificate, and servers should authenticate clients if required.</a:t>
            </a:r>
          </a:p>
        </p:txBody>
      </p:sp>
    </p:spTree>
    <p:extLst>
      <p:ext uri="{BB962C8B-B14F-4D97-AF65-F5344CB8AC3E}">
        <p14:creationId xmlns:p14="http://schemas.microsoft.com/office/powerpoint/2010/main" val="237399237"/>
      </p:ext>
    </p:extLst>
  </p:cSld>
  <p:clrMapOvr>
    <a:masterClrMapping/>
  </p:clrMapOvr>
  <p:transition spd="med"/>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BA7D85-FA93-4D8A-B503-145369620A55}"/>
              </a:ext>
            </a:extLst>
          </p:cNvPr>
          <p:cNvSpPr>
            <a:spLocks noGrp="1"/>
          </p:cNvSpPr>
          <p:nvPr>
            <p:ph type="title"/>
          </p:nvPr>
        </p:nvSpPr>
        <p:spPr/>
        <p:txBody>
          <a:bodyPr>
            <a:normAutofit fontScale="90000"/>
          </a:bodyPr>
          <a:lstStyle/>
          <a:p>
            <a:r>
              <a:rPr lang="en-US" dirty="0"/>
              <a:t>Protect data transit</a:t>
            </a:r>
          </a:p>
        </p:txBody>
      </p:sp>
      <p:sp>
        <p:nvSpPr>
          <p:cNvPr id="4" name="Content Placeholder 3">
            <a:extLst>
              <a:ext uri="{FF2B5EF4-FFF2-40B4-BE49-F238E27FC236}">
                <a16:creationId xmlns:a16="http://schemas.microsoft.com/office/drawing/2014/main" id="{BF593C01-47A8-3634-C5A1-4F2889E97F01}"/>
              </a:ext>
            </a:extLst>
          </p:cNvPr>
          <p:cNvSpPr>
            <a:spLocks noGrp="1"/>
          </p:cNvSpPr>
          <p:nvPr>
            <p:ph sz="quarter" idx="11"/>
          </p:nvPr>
        </p:nvSpPr>
        <p:spPr>
          <a:xfrm>
            <a:off x="2167377" y="2934091"/>
            <a:ext cx="20682327" cy="9432080"/>
          </a:xfrm>
        </p:spPr>
        <p:txBody>
          <a:bodyPr>
            <a:noAutofit/>
          </a:bodyPr>
          <a:lstStyle/>
          <a:p>
            <a:pPr marL="514350" indent="-514350" algn="just">
              <a:buFont typeface="+mj-lt"/>
              <a:buAutoNum type="arabicPeriod" startAt="9"/>
            </a:pPr>
            <a:r>
              <a:rPr lang="en-US" sz="3200" dirty="0">
                <a:solidFill>
                  <a:srgbClr val="FFFF00"/>
                </a:solidFill>
              </a:rPr>
              <a:t>Hardening Server Security:</a:t>
            </a:r>
          </a:p>
          <a:p>
            <a:pPr algn="just"/>
            <a:r>
              <a:rPr lang="en-US" sz="3200" dirty="0"/>
              <a:t>Implement server hardening practices to enhance the overall security of systems involved in data transmission. This includes regular security updates, least privilege principles, and proper firewall configurations.</a:t>
            </a:r>
          </a:p>
          <a:p>
            <a:pPr marL="514350" indent="-514350" algn="just">
              <a:buFont typeface="+mj-lt"/>
              <a:buAutoNum type="arabicPeriod" startAt="10"/>
            </a:pPr>
            <a:r>
              <a:rPr lang="en-US" sz="3200" dirty="0">
                <a:solidFill>
                  <a:srgbClr val="FFFF00"/>
                </a:solidFill>
              </a:rPr>
              <a:t>Data Compression:</a:t>
            </a:r>
          </a:p>
          <a:p>
            <a:pPr algn="just"/>
            <a:r>
              <a:rPr lang="en-US" sz="3200" dirty="0"/>
              <a:t>Avoid using compression for encrypted data. Compression-based attacks (e.g., CRIME and BREACH) may exploit vulnerabilities when combining compression with encryption.</a:t>
            </a:r>
          </a:p>
          <a:p>
            <a:pPr marL="514350" indent="-514350" algn="just">
              <a:buFont typeface="+mj-lt"/>
              <a:buAutoNum type="arabicPeriod" startAt="11"/>
            </a:pPr>
            <a:r>
              <a:rPr lang="en-US" sz="3200" dirty="0">
                <a:solidFill>
                  <a:srgbClr val="FFFF00"/>
                </a:solidFill>
              </a:rPr>
              <a:t>Regular Security Audits and Monitoring:</a:t>
            </a:r>
          </a:p>
          <a:p>
            <a:pPr algn="just"/>
            <a:r>
              <a:rPr lang="en-US" sz="3200" dirty="0"/>
              <a:t>Conduct regular security audits to identify vulnerabilities in the network infrastructure. Implement monitoring solutions to detect and respond to suspicious activities.</a:t>
            </a:r>
          </a:p>
          <a:p>
            <a:pPr marL="514350" indent="-514350" algn="just">
              <a:buFont typeface="+mj-lt"/>
              <a:buAutoNum type="arabicPeriod" startAt="12"/>
            </a:pPr>
            <a:r>
              <a:rPr lang="en-US" sz="3200" dirty="0">
                <a:solidFill>
                  <a:srgbClr val="FFFF00"/>
                </a:solidFill>
              </a:rPr>
              <a:t>Security Headers:</a:t>
            </a:r>
          </a:p>
          <a:p>
            <a:pPr algn="just"/>
            <a:r>
              <a:rPr lang="en-US" sz="3200" dirty="0"/>
              <a:t>Use security headers, such as HTTP Strict Transport Security (HSTS), to instruct browsers to use HTTPS, preventing downgrade attacks.</a:t>
            </a:r>
          </a:p>
        </p:txBody>
      </p:sp>
    </p:spTree>
    <p:extLst>
      <p:ext uri="{BB962C8B-B14F-4D97-AF65-F5344CB8AC3E}">
        <p14:creationId xmlns:p14="http://schemas.microsoft.com/office/powerpoint/2010/main" val="3487594288"/>
      </p:ext>
    </p:extLst>
  </p:cSld>
  <p:clrMapOvr>
    <a:masterClrMapping/>
  </p:clrMapOvr>
  <p:transition spd="med"/>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B3683E20-3E92-DD52-C661-C10C6224C635}"/>
              </a:ext>
            </a:extLst>
          </p:cNvPr>
          <p:cNvSpPr>
            <a:spLocks noGrp="1"/>
          </p:cNvSpPr>
          <p:nvPr>
            <p:ph type="title"/>
          </p:nvPr>
        </p:nvSpPr>
        <p:spPr/>
        <p:txBody>
          <a:bodyPr/>
          <a:lstStyle/>
          <a:p>
            <a:r>
              <a:rPr lang="en-ID" sz="9600" dirty="0"/>
              <a:t>TLS Authentication</a:t>
            </a:r>
          </a:p>
        </p:txBody>
      </p:sp>
    </p:spTree>
    <p:extLst>
      <p:ext uri="{BB962C8B-B14F-4D97-AF65-F5344CB8AC3E}">
        <p14:creationId xmlns:p14="http://schemas.microsoft.com/office/powerpoint/2010/main" val="3487121"/>
      </p:ext>
    </p:extLst>
  </p:cSld>
  <p:clrMapOvr>
    <a:masterClrMapping/>
  </p:clrMapOvr>
  <p:transition spd="med"/>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4224CF-EE4B-A732-2C0F-101AC5A67534}"/>
              </a:ext>
            </a:extLst>
          </p:cNvPr>
          <p:cNvSpPr>
            <a:spLocks noGrp="1"/>
          </p:cNvSpPr>
          <p:nvPr>
            <p:ph type="title"/>
          </p:nvPr>
        </p:nvSpPr>
        <p:spPr/>
        <p:txBody>
          <a:bodyPr>
            <a:normAutofit fontScale="90000"/>
          </a:bodyPr>
          <a:lstStyle/>
          <a:p>
            <a:r>
              <a:rPr lang="en-US" dirty="0"/>
              <a:t>TLS </a:t>
            </a:r>
            <a:r>
              <a:rPr lang="en-US" dirty="0" err="1"/>
              <a:t>AUthentication</a:t>
            </a:r>
            <a:endParaRPr lang="en-US" dirty="0"/>
          </a:p>
        </p:txBody>
      </p:sp>
      <p:sp>
        <p:nvSpPr>
          <p:cNvPr id="3" name="Text Placeholder 2">
            <a:extLst>
              <a:ext uri="{FF2B5EF4-FFF2-40B4-BE49-F238E27FC236}">
                <a16:creationId xmlns:a16="http://schemas.microsoft.com/office/drawing/2014/main" id="{D1CA8FF0-FABE-4D3A-B395-5744D88CA1AB}"/>
              </a:ext>
            </a:extLst>
          </p:cNvPr>
          <p:cNvSpPr>
            <a:spLocks noGrp="1"/>
          </p:cNvSpPr>
          <p:nvPr>
            <p:ph type="body" sz="quarter" idx="10"/>
          </p:nvPr>
        </p:nvSpPr>
        <p:spPr/>
        <p:txBody>
          <a:bodyPr/>
          <a:lstStyle/>
          <a:p>
            <a:endParaRPr lang="en-US"/>
          </a:p>
        </p:txBody>
      </p:sp>
      <p:sp>
        <p:nvSpPr>
          <p:cNvPr id="4" name="Content Placeholder 3">
            <a:extLst>
              <a:ext uri="{FF2B5EF4-FFF2-40B4-BE49-F238E27FC236}">
                <a16:creationId xmlns:a16="http://schemas.microsoft.com/office/drawing/2014/main" id="{57F847A6-AA4F-AA12-E8DA-2764083AB0EE}"/>
              </a:ext>
            </a:extLst>
          </p:cNvPr>
          <p:cNvSpPr>
            <a:spLocks noGrp="1"/>
          </p:cNvSpPr>
          <p:nvPr>
            <p:ph sz="quarter" idx="11"/>
          </p:nvPr>
        </p:nvSpPr>
        <p:spPr>
          <a:xfrm>
            <a:off x="2167377" y="3260662"/>
            <a:ext cx="20823252" cy="9758651"/>
          </a:xfrm>
        </p:spPr>
        <p:txBody>
          <a:bodyPr>
            <a:normAutofit/>
          </a:bodyPr>
          <a:lstStyle/>
          <a:p>
            <a:pPr algn="just"/>
            <a:r>
              <a:rPr lang="en-US" sz="3200" dirty="0"/>
              <a:t>TLS authentication, also known as mutual authentication or two-way authentication, involves both the client and the server presenting digital certificates to each other during the TLS handshake. This process ensures that both parties can authenticate each other's identity, providing a higher level of security than one-way authentication (where only the server is authenticated).</a:t>
            </a:r>
          </a:p>
          <a:p>
            <a:pPr algn="just"/>
            <a:r>
              <a:rPr lang="en-US" sz="3200" dirty="0"/>
              <a:t>How TLS Mutual Authentication works:</a:t>
            </a:r>
          </a:p>
          <a:p>
            <a:pPr marL="514350" indent="-514350" algn="just">
              <a:buFont typeface="+mj-lt"/>
              <a:buAutoNum type="arabicPeriod"/>
            </a:pPr>
            <a:r>
              <a:rPr lang="en-US" sz="3200" b="1" dirty="0">
                <a:solidFill>
                  <a:srgbClr val="FFFF00"/>
                </a:solidFill>
              </a:rPr>
              <a:t>Client Hello:</a:t>
            </a:r>
          </a:p>
          <a:p>
            <a:pPr algn="just"/>
            <a:r>
              <a:rPr lang="en-US" sz="3200" dirty="0"/>
              <a:t>The TLS handshake begins with the client sending a "</a:t>
            </a:r>
            <a:r>
              <a:rPr lang="en-US" sz="3200" dirty="0" err="1"/>
              <a:t>ClientHello</a:t>
            </a:r>
            <a:r>
              <a:rPr lang="en-US" sz="3200" dirty="0"/>
              <a:t>" message to the server, indicating support for mutual authentication.</a:t>
            </a:r>
          </a:p>
          <a:p>
            <a:pPr marL="0" indent="0" algn="just">
              <a:buNone/>
            </a:pPr>
            <a:endParaRPr lang="en-US" sz="3200" dirty="0"/>
          </a:p>
          <a:p>
            <a:pPr marL="514350" indent="-514350" algn="just">
              <a:buFont typeface="+mj-lt"/>
              <a:buAutoNum type="arabicPeriod" startAt="2"/>
            </a:pPr>
            <a:r>
              <a:rPr lang="en-US" sz="3200" b="1" dirty="0">
                <a:solidFill>
                  <a:srgbClr val="FFFF00"/>
                </a:solidFill>
              </a:rPr>
              <a:t>Server Hello:</a:t>
            </a:r>
          </a:p>
          <a:p>
            <a:pPr algn="just"/>
            <a:r>
              <a:rPr lang="en-US" sz="3200" dirty="0"/>
              <a:t>The server responds with a "</a:t>
            </a:r>
            <a:r>
              <a:rPr lang="en-US" sz="3200" dirty="0" err="1"/>
              <a:t>ServerHello</a:t>
            </a:r>
            <a:r>
              <a:rPr lang="en-US" sz="3200" dirty="0"/>
              <a:t>" message, selecting a mutually supported cryptographic suite and indicating its willingness to perform mutual authentication.</a:t>
            </a:r>
          </a:p>
        </p:txBody>
      </p:sp>
    </p:spTree>
    <p:extLst>
      <p:ext uri="{BB962C8B-B14F-4D97-AF65-F5344CB8AC3E}">
        <p14:creationId xmlns:p14="http://schemas.microsoft.com/office/powerpoint/2010/main" val="4281984966"/>
      </p:ext>
    </p:extLst>
  </p:cSld>
  <p:clrMapOvr>
    <a:masterClrMapping/>
  </p:clrMapOvr>
  <p:transition spd="med"/>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4224CF-EE4B-A732-2C0F-101AC5A67534}"/>
              </a:ext>
            </a:extLst>
          </p:cNvPr>
          <p:cNvSpPr>
            <a:spLocks noGrp="1"/>
          </p:cNvSpPr>
          <p:nvPr>
            <p:ph type="title"/>
          </p:nvPr>
        </p:nvSpPr>
        <p:spPr/>
        <p:txBody>
          <a:bodyPr>
            <a:normAutofit fontScale="90000"/>
          </a:bodyPr>
          <a:lstStyle/>
          <a:p>
            <a:r>
              <a:rPr lang="en-US" dirty="0"/>
              <a:t>TLS </a:t>
            </a:r>
            <a:r>
              <a:rPr lang="en-US" dirty="0" err="1"/>
              <a:t>AUthentication</a:t>
            </a:r>
            <a:endParaRPr lang="en-US" dirty="0"/>
          </a:p>
        </p:txBody>
      </p:sp>
      <p:sp>
        <p:nvSpPr>
          <p:cNvPr id="3" name="Text Placeholder 2">
            <a:extLst>
              <a:ext uri="{FF2B5EF4-FFF2-40B4-BE49-F238E27FC236}">
                <a16:creationId xmlns:a16="http://schemas.microsoft.com/office/drawing/2014/main" id="{D1CA8FF0-FABE-4D3A-B395-5744D88CA1AB}"/>
              </a:ext>
            </a:extLst>
          </p:cNvPr>
          <p:cNvSpPr>
            <a:spLocks noGrp="1"/>
          </p:cNvSpPr>
          <p:nvPr>
            <p:ph type="body" sz="quarter" idx="10"/>
          </p:nvPr>
        </p:nvSpPr>
        <p:spPr/>
        <p:txBody>
          <a:bodyPr/>
          <a:lstStyle/>
          <a:p>
            <a:endParaRPr lang="en-US"/>
          </a:p>
        </p:txBody>
      </p:sp>
      <p:sp>
        <p:nvSpPr>
          <p:cNvPr id="4" name="Content Placeholder 3">
            <a:extLst>
              <a:ext uri="{FF2B5EF4-FFF2-40B4-BE49-F238E27FC236}">
                <a16:creationId xmlns:a16="http://schemas.microsoft.com/office/drawing/2014/main" id="{57F847A6-AA4F-AA12-E8DA-2764083AB0EE}"/>
              </a:ext>
            </a:extLst>
          </p:cNvPr>
          <p:cNvSpPr>
            <a:spLocks noGrp="1"/>
          </p:cNvSpPr>
          <p:nvPr>
            <p:ph sz="quarter" idx="11"/>
          </p:nvPr>
        </p:nvSpPr>
        <p:spPr>
          <a:xfrm>
            <a:off x="2167377" y="3260662"/>
            <a:ext cx="20823252" cy="9758651"/>
          </a:xfrm>
        </p:spPr>
        <p:txBody>
          <a:bodyPr>
            <a:normAutofit/>
          </a:bodyPr>
          <a:lstStyle/>
          <a:p>
            <a:pPr marL="514350" indent="-514350" algn="just">
              <a:buFont typeface="+mj-lt"/>
              <a:buAutoNum type="arabicPeriod" startAt="3"/>
            </a:pPr>
            <a:r>
              <a:rPr lang="en-US" sz="3200" dirty="0">
                <a:solidFill>
                  <a:srgbClr val="FFFF00"/>
                </a:solidFill>
              </a:rPr>
              <a:t>Server Certificate:</a:t>
            </a:r>
          </a:p>
          <a:p>
            <a:pPr algn="just"/>
            <a:r>
              <a:rPr lang="en-US" sz="3200" dirty="0"/>
              <a:t>The server sends its digital certificate to the client. The certificate includes the server's public key and is signed by a trusted certificate authority (CA).</a:t>
            </a:r>
          </a:p>
          <a:p>
            <a:pPr algn="just"/>
            <a:endParaRPr lang="en-US" sz="3200" dirty="0"/>
          </a:p>
          <a:p>
            <a:pPr marL="514350" indent="-514350" algn="just">
              <a:buFont typeface="+mj-lt"/>
              <a:buAutoNum type="arabicPeriod" startAt="4"/>
            </a:pPr>
            <a:r>
              <a:rPr lang="en-US" sz="3200" dirty="0">
                <a:solidFill>
                  <a:srgbClr val="FFFF00"/>
                </a:solidFill>
              </a:rPr>
              <a:t>Client Certificate Request:</a:t>
            </a:r>
          </a:p>
          <a:p>
            <a:pPr algn="just"/>
            <a:r>
              <a:rPr lang="en-US" sz="3200" dirty="0"/>
              <a:t>The server may send a "</a:t>
            </a:r>
            <a:r>
              <a:rPr lang="en-US" sz="3200" dirty="0" err="1"/>
              <a:t>CertificateRequest</a:t>
            </a:r>
            <a:r>
              <a:rPr lang="en-US" sz="3200" dirty="0"/>
              <a:t>" message, requesting the client to provide its digital certificate.</a:t>
            </a:r>
          </a:p>
          <a:p>
            <a:pPr algn="just"/>
            <a:endParaRPr lang="en-US" sz="3200" dirty="0"/>
          </a:p>
          <a:p>
            <a:pPr marL="514350" indent="-514350" algn="just">
              <a:buFont typeface="+mj-lt"/>
              <a:buAutoNum type="arabicPeriod" startAt="5"/>
            </a:pPr>
            <a:r>
              <a:rPr lang="en-US" sz="3200" dirty="0">
                <a:solidFill>
                  <a:srgbClr val="FFFF00"/>
                </a:solidFill>
              </a:rPr>
              <a:t>Client Certificate:</a:t>
            </a:r>
          </a:p>
          <a:p>
            <a:pPr algn="just"/>
            <a:r>
              <a:rPr lang="en-US" sz="3200" dirty="0"/>
              <a:t>If the server requested a client certificate, the client sends its digital certificate to the server. This certificate contains the client's public key and is also signed by a trusted CA.</a:t>
            </a:r>
          </a:p>
        </p:txBody>
      </p:sp>
    </p:spTree>
    <p:extLst>
      <p:ext uri="{BB962C8B-B14F-4D97-AF65-F5344CB8AC3E}">
        <p14:creationId xmlns:p14="http://schemas.microsoft.com/office/powerpoint/2010/main" val="2790632424"/>
      </p:ext>
    </p:extLst>
  </p:cSld>
  <p:clrMapOvr>
    <a:masterClrMapping/>
  </p:clrMapOvr>
  <p:transition spd="med"/>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4224CF-EE4B-A732-2C0F-101AC5A67534}"/>
              </a:ext>
            </a:extLst>
          </p:cNvPr>
          <p:cNvSpPr>
            <a:spLocks noGrp="1"/>
          </p:cNvSpPr>
          <p:nvPr>
            <p:ph type="title"/>
          </p:nvPr>
        </p:nvSpPr>
        <p:spPr/>
        <p:txBody>
          <a:bodyPr>
            <a:normAutofit fontScale="90000"/>
          </a:bodyPr>
          <a:lstStyle/>
          <a:p>
            <a:r>
              <a:rPr lang="en-US" dirty="0"/>
              <a:t>TLS </a:t>
            </a:r>
            <a:r>
              <a:rPr lang="en-US" dirty="0" err="1"/>
              <a:t>AUthentication</a:t>
            </a:r>
            <a:endParaRPr lang="en-US" dirty="0"/>
          </a:p>
        </p:txBody>
      </p:sp>
      <p:sp>
        <p:nvSpPr>
          <p:cNvPr id="3" name="Text Placeholder 2">
            <a:extLst>
              <a:ext uri="{FF2B5EF4-FFF2-40B4-BE49-F238E27FC236}">
                <a16:creationId xmlns:a16="http://schemas.microsoft.com/office/drawing/2014/main" id="{D1CA8FF0-FABE-4D3A-B395-5744D88CA1AB}"/>
              </a:ext>
            </a:extLst>
          </p:cNvPr>
          <p:cNvSpPr>
            <a:spLocks noGrp="1"/>
          </p:cNvSpPr>
          <p:nvPr>
            <p:ph type="body" sz="quarter" idx="10"/>
          </p:nvPr>
        </p:nvSpPr>
        <p:spPr/>
        <p:txBody>
          <a:bodyPr/>
          <a:lstStyle/>
          <a:p>
            <a:endParaRPr lang="en-US"/>
          </a:p>
        </p:txBody>
      </p:sp>
      <p:sp>
        <p:nvSpPr>
          <p:cNvPr id="4" name="Content Placeholder 3">
            <a:extLst>
              <a:ext uri="{FF2B5EF4-FFF2-40B4-BE49-F238E27FC236}">
                <a16:creationId xmlns:a16="http://schemas.microsoft.com/office/drawing/2014/main" id="{57F847A6-AA4F-AA12-E8DA-2764083AB0EE}"/>
              </a:ext>
            </a:extLst>
          </p:cNvPr>
          <p:cNvSpPr>
            <a:spLocks noGrp="1"/>
          </p:cNvSpPr>
          <p:nvPr>
            <p:ph sz="quarter" idx="11"/>
          </p:nvPr>
        </p:nvSpPr>
        <p:spPr>
          <a:xfrm>
            <a:off x="2167377" y="3260662"/>
            <a:ext cx="20823252" cy="9758651"/>
          </a:xfrm>
        </p:spPr>
        <p:txBody>
          <a:bodyPr>
            <a:normAutofit/>
          </a:bodyPr>
          <a:lstStyle/>
          <a:p>
            <a:pPr marL="514350" indent="-514350" algn="just">
              <a:buFont typeface="+mj-lt"/>
              <a:buAutoNum type="arabicPeriod" startAt="6"/>
            </a:pPr>
            <a:r>
              <a:rPr lang="en-US" sz="3200" dirty="0">
                <a:solidFill>
                  <a:srgbClr val="FFFF00"/>
                </a:solidFill>
              </a:rPr>
              <a:t>Key Exchange and Finished:</a:t>
            </a:r>
          </a:p>
          <a:p>
            <a:pPr algn="just"/>
            <a:r>
              <a:rPr lang="en-US" sz="3200" dirty="0"/>
              <a:t>Both the client and server exchange cryptographic parameters, including pre-master secrets.</a:t>
            </a:r>
          </a:p>
          <a:p>
            <a:pPr algn="just"/>
            <a:r>
              <a:rPr lang="en-US" sz="3200" dirty="0"/>
              <a:t>Both parties independently derive a shared master secret from the exchanged parameters.</a:t>
            </a:r>
          </a:p>
          <a:p>
            <a:pPr algn="just"/>
            <a:r>
              <a:rPr lang="en-US" sz="3200" dirty="0"/>
              <a:t>The handshake concludes with "Finished" messages from both the client and the server, confirming that they can now communicate securely.</a:t>
            </a:r>
          </a:p>
          <a:p>
            <a:pPr algn="just"/>
            <a:endParaRPr lang="en-US" sz="3200" dirty="0"/>
          </a:p>
          <a:p>
            <a:pPr algn="just"/>
            <a:r>
              <a:rPr lang="en-US" sz="3200" dirty="0">
                <a:solidFill>
                  <a:srgbClr val="FFFF00"/>
                </a:solidFill>
              </a:rPr>
              <a:t>TLS mutual authentication enhances security by ensuring that the client is connecting to the intended server, and the server can verify the identity of the client. This is particularly valuable in scenarios where the server requires confidence in the client's identity, such as in financial transactions or access to sensitive resources.</a:t>
            </a:r>
          </a:p>
        </p:txBody>
      </p:sp>
    </p:spTree>
    <p:extLst>
      <p:ext uri="{BB962C8B-B14F-4D97-AF65-F5344CB8AC3E}">
        <p14:creationId xmlns:p14="http://schemas.microsoft.com/office/powerpoint/2010/main" val="1367539585"/>
      </p:ext>
    </p:extLst>
  </p:cSld>
  <p:clrMapOvr>
    <a:masterClrMapping/>
  </p:clrMapOvr>
  <p:transition spd="med"/>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D9C294-9DFB-4F93-9B96-A70432466BF7}"/>
              </a:ext>
            </a:extLst>
          </p:cNvPr>
          <p:cNvSpPr>
            <a:spLocks noGrp="1"/>
          </p:cNvSpPr>
          <p:nvPr>
            <p:ph type="title"/>
          </p:nvPr>
        </p:nvSpPr>
        <p:spPr/>
        <p:txBody>
          <a:bodyPr>
            <a:normAutofit fontScale="90000"/>
          </a:bodyPr>
          <a:lstStyle/>
          <a:p>
            <a:r>
              <a:rPr lang="en-US" dirty="0"/>
              <a:t>references</a:t>
            </a:r>
          </a:p>
        </p:txBody>
      </p:sp>
      <p:sp>
        <p:nvSpPr>
          <p:cNvPr id="3" name="Text Placeholder 2">
            <a:extLst>
              <a:ext uri="{FF2B5EF4-FFF2-40B4-BE49-F238E27FC236}">
                <a16:creationId xmlns:a16="http://schemas.microsoft.com/office/drawing/2014/main" id="{9EA721AC-E3DF-22B1-8422-76608B997B94}"/>
              </a:ext>
            </a:extLst>
          </p:cNvPr>
          <p:cNvSpPr>
            <a:spLocks noGrp="1"/>
          </p:cNvSpPr>
          <p:nvPr>
            <p:ph type="body" sz="quarter" idx="10"/>
          </p:nvPr>
        </p:nvSpPr>
        <p:spPr/>
        <p:txBody>
          <a:bodyPr/>
          <a:lstStyle/>
          <a:p>
            <a:endParaRPr lang="en-US"/>
          </a:p>
        </p:txBody>
      </p:sp>
      <p:sp>
        <p:nvSpPr>
          <p:cNvPr id="4" name="Content Placeholder 3">
            <a:extLst>
              <a:ext uri="{FF2B5EF4-FFF2-40B4-BE49-F238E27FC236}">
                <a16:creationId xmlns:a16="http://schemas.microsoft.com/office/drawing/2014/main" id="{DFC3A658-0629-8224-9928-EE85A4D909BC}"/>
              </a:ext>
            </a:extLst>
          </p:cNvPr>
          <p:cNvSpPr>
            <a:spLocks noGrp="1"/>
          </p:cNvSpPr>
          <p:nvPr>
            <p:ph sz="quarter" idx="11"/>
          </p:nvPr>
        </p:nvSpPr>
        <p:spPr>
          <a:xfrm>
            <a:off x="5334530" y="4596868"/>
            <a:ext cx="13714940" cy="8204732"/>
          </a:xfrm>
        </p:spPr>
        <p:txBody>
          <a:bodyPr>
            <a:noAutofit/>
          </a:bodyPr>
          <a:lstStyle/>
          <a:p>
            <a:pPr algn="just"/>
            <a:r>
              <a:rPr lang="en-US" sz="3200" dirty="0"/>
              <a:t>Adam </a:t>
            </a:r>
            <a:r>
              <a:rPr lang="en-US" sz="3200" dirty="0" err="1"/>
              <a:t>Woodbeck</a:t>
            </a:r>
            <a:r>
              <a:rPr lang="en-US" sz="3200" dirty="0"/>
              <a:t> - Network Programming with Go_ Learn to Code Secure and Reliable Network Services from Scratch-No Starch Press (2021).</a:t>
            </a:r>
          </a:p>
          <a:p>
            <a:pPr algn="just"/>
            <a:r>
              <a:rPr lang="en-US" sz="3200" dirty="0">
                <a:hlinkClick r:id="rId2"/>
              </a:rPr>
              <a:t>https://www.internetsociety.org/deploy360/tls/basics/</a:t>
            </a:r>
            <a:endParaRPr lang="en-US" sz="3200" dirty="0"/>
          </a:p>
          <a:p>
            <a:pPr algn="just"/>
            <a:endParaRPr lang="en-US" sz="3200" dirty="0"/>
          </a:p>
          <a:p>
            <a:pPr algn="just"/>
            <a:endParaRPr lang="en-US" sz="3200" dirty="0"/>
          </a:p>
          <a:p>
            <a:pPr algn="just"/>
            <a:endParaRPr lang="en-US" sz="3200" dirty="0"/>
          </a:p>
          <a:p>
            <a:pPr algn="just"/>
            <a:endParaRPr lang="en-US" sz="3200" dirty="0"/>
          </a:p>
          <a:p>
            <a:pPr algn="just"/>
            <a:endParaRPr lang="en-US" sz="3200" dirty="0"/>
          </a:p>
          <a:p>
            <a:pPr algn="just"/>
            <a:endParaRPr lang="en-US" sz="3200" dirty="0"/>
          </a:p>
          <a:p>
            <a:pPr algn="just"/>
            <a:endParaRPr lang="en-US" sz="3200" dirty="0"/>
          </a:p>
          <a:p>
            <a:pPr algn="just"/>
            <a:endParaRPr lang="en-US" sz="3200" dirty="0"/>
          </a:p>
          <a:p>
            <a:pPr algn="just"/>
            <a:endParaRPr lang="en-US" sz="3200" dirty="0"/>
          </a:p>
          <a:p>
            <a:pPr algn="just"/>
            <a:endParaRPr lang="en-US" sz="3200" dirty="0"/>
          </a:p>
          <a:p>
            <a:pPr algn="just"/>
            <a:endParaRPr lang="en-US" sz="3200" dirty="0"/>
          </a:p>
          <a:p>
            <a:pPr algn="just"/>
            <a:endParaRPr lang="en-US" sz="3200" dirty="0"/>
          </a:p>
          <a:p>
            <a:pPr algn="just"/>
            <a:endParaRPr lang="en-US" sz="3200" dirty="0"/>
          </a:p>
          <a:p>
            <a:pPr algn="just"/>
            <a:endParaRPr lang="en-US" sz="3200" dirty="0"/>
          </a:p>
          <a:p>
            <a:pPr algn="just"/>
            <a:endParaRPr lang="en-US" sz="3200" dirty="0"/>
          </a:p>
        </p:txBody>
      </p:sp>
    </p:spTree>
    <p:extLst>
      <p:ext uri="{BB962C8B-B14F-4D97-AF65-F5344CB8AC3E}">
        <p14:creationId xmlns:p14="http://schemas.microsoft.com/office/powerpoint/2010/main" val="2887389767"/>
      </p:ext>
    </p:extLst>
  </p:cSld>
  <p:clrMapOvr>
    <a:masterClrMapping/>
  </p:clrMapOvr>
  <p:transition spd="med"/>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D6B9CA93-CCBC-0E81-9FD6-1A448158A5B2}"/>
              </a:ext>
            </a:extLst>
          </p:cNvPr>
          <p:cNvSpPr>
            <a:spLocks noGrp="1"/>
          </p:cNvSpPr>
          <p:nvPr>
            <p:ph type="title"/>
          </p:nvPr>
        </p:nvSpPr>
        <p:spPr>
          <a:xfrm>
            <a:off x="1206498" y="4535865"/>
            <a:ext cx="21971004" cy="3746281"/>
          </a:xfrm>
        </p:spPr>
        <p:txBody>
          <a:bodyPr/>
          <a:lstStyle/>
          <a:p>
            <a:r>
              <a:rPr lang="en-US" dirty="0"/>
              <a:t>Thankyou</a:t>
            </a:r>
          </a:p>
        </p:txBody>
      </p:sp>
    </p:spTree>
    <p:extLst>
      <p:ext uri="{BB962C8B-B14F-4D97-AF65-F5344CB8AC3E}">
        <p14:creationId xmlns:p14="http://schemas.microsoft.com/office/powerpoint/2010/main" val="679265943"/>
      </p:ext>
    </p:extLst>
  </p:cSld>
  <p:clrMapOvr>
    <a:masterClrMapping/>
  </p:clrMapOvr>
  <p:transition spd="med"/>
</p:sld>
</file>

<file path=ppt/theme/theme1.xml><?xml version="1.0" encoding="utf-8"?>
<a:theme xmlns:a="http://schemas.openxmlformats.org/drawingml/2006/main" name="21_BasicWhite">
  <a:themeElements>
    <a:clrScheme name="21_BasicWhite">
      <a:dk1>
        <a:srgbClr val="5E5E5E"/>
      </a:dk1>
      <a:lt1>
        <a:srgbClr val="FFFFFF"/>
      </a:lt1>
      <a:dk2>
        <a:srgbClr val="5E5E5E"/>
      </a:dk2>
      <a:lt2>
        <a:srgbClr val="D5D5D5"/>
      </a:lt2>
      <a:accent1>
        <a:srgbClr val="00A2FF"/>
      </a:accent1>
      <a:accent2>
        <a:srgbClr val="16E7CF"/>
      </a:accent2>
      <a:accent3>
        <a:srgbClr val="61D836"/>
      </a:accent3>
      <a:accent4>
        <a:srgbClr val="FFD932"/>
      </a:accent4>
      <a:accent5>
        <a:srgbClr val="FF644E"/>
      </a:accent5>
      <a:accent6>
        <a:srgbClr val="FF42A1"/>
      </a:accent6>
      <a:hlink>
        <a:srgbClr val="0000FF"/>
      </a:hlink>
      <a:folHlink>
        <a:srgbClr val="FF00FF"/>
      </a:folHlink>
    </a:clrScheme>
    <a:fontScheme name="Custom 1">
      <a:majorFont>
        <a:latin typeface="Open Sans"/>
        <a:ea typeface=""/>
        <a:cs typeface=""/>
      </a:majorFont>
      <a:minorFont>
        <a:latin typeface="Open Sans"/>
        <a:ea typeface=""/>
        <a:cs typeface=""/>
      </a:minorFont>
    </a:fontScheme>
    <a:fmtScheme name="21_BasicWhit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000000"/>
        </a:solidFill>
        <a:ln w="12700" cap="flat">
          <a:noFill/>
          <a:miter lim="400000"/>
        </a:ln>
        <a:effectLst/>
        <a:sp3d/>
      </a:spPr>
      <a:bodyPr rot="0" spcFirstLastPara="1" vertOverflow="overflow" horzOverflow="overflow" vert="horz" wrap="square" lIns="50800" tIns="50800" rIns="50800" bIns="50800" numCol="1" spcCol="38100" rtlCol="0" anchor="ctr">
        <a:spAutoFit/>
      </a:bodyPr>
      <a:lstStyle>
        <a:defPPr marL="0" marR="0" indent="0" algn="ctr" defTabSz="825500" rtl="0" fontAlgn="auto" latinLnBrk="0" hangingPunct="0">
          <a:lnSpc>
            <a:spcPct val="100000"/>
          </a:lnSpc>
          <a:spcBef>
            <a:spcPts val="0"/>
          </a:spcBef>
          <a:spcAft>
            <a:spcPts val="0"/>
          </a:spcAft>
          <a:buClrTx/>
          <a:buSzTx/>
          <a:buFontTx/>
          <a:buNone/>
          <a:tabLst/>
          <a:defRPr kumimoji="0"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25400" cap="flat">
          <a:solidFill>
            <a:srgbClr val="000000"/>
          </a:solidFill>
          <a:prstDash val="solid"/>
          <a:miter lim="400000"/>
        </a:ln>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50800" tIns="50800" rIns="50800" bIns="50800" numCol="1" spcCol="38100" rtlCol="0" anchor="ctr">
        <a:spAutoFit/>
      </a:bodyPr>
      <a:lstStyle>
        <a:defPPr marL="0" marR="0" indent="0" algn="ctr" defTabSz="2438338"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n-lt"/>
            <a:ea typeface="+mn-ea"/>
            <a:cs typeface="+mn-cs"/>
            <a:sym typeface="Helvetica Neue"/>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extLst>
    <a:ext uri="{05A4C25C-085E-4340-85A3-A5531E510DB2}">
      <thm15:themeFamily xmlns:thm15="http://schemas.microsoft.com/office/thememl/2012/main" name="Presentation1" id="{FEBCA056-F2A5-496F-A830-7BAED988D208}" vid="{3C0D7A97-88A3-424B-BF48-73EB1D05E1BE}"/>
    </a:ext>
  </a:extLst>
</a:theme>
</file>

<file path=ppt/theme/theme2.xml><?xml version="1.0" encoding="utf-8"?>
<a:theme xmlns:a="http://schemas.openxmlformats.org/drawingml/2006/main" name="21_BasicWhite">
  <a:themeElements>
    <a:clrScheme name="21_BasicWhite">
      <a:dk1>
        <a:srgbClr val="000000"/>
      </a:dk1>
      <a:lt1>
        <a:srgbClr val="FFFFFF"/>
      </a:lt1>
      <a:dk2>
        <a:srgbClr val="5E5E5E"/>
      </a:dk2>
      <a:lt2>
        <a:srgbClr val="D5D5D5"/>
      </a:lt2>
      <a:accent1>
        <a:srgbClr val="00A2FF"/>
      </a:accent1>
      <a:accent2>
        <a:srgbClr val="16E7CF"/>
      </a:accent2>
      <a:accent3>
        <a:srgbClr val="61D836"/>
      </a:accent3>
      <a:accent4>
        <a:srgbClr val="FFD932"/>
      </a:accent4>
      <a:accent5>
        <a:srgbClr val="FF644E"/>
      </a:accent5>
      <a:accent6>
        <a:srgbClr val="FF42A1"/>
      </a:accent6>
      <a:hlink>
        <a:srgbClr val="0000FF"/>
      </a:hlink>
      <a:folHlink>
        <a:srgbClr val="FF00FF"/>
      </a:folHlink>
    </a:clrScheme>
    <a:fontScheme name="21_BasicWhite">
      <a:majorFont>
        <a:latin typeface="Helvetica Neue"/>
        <a:ea typeface="Helvetica Neue"/>
        <a:cs typeface="Helvetica Neue"/>
      </a:majorFont>
      <a:minorFont>
        <a:latin typeface="Helvetica Neue"/>
        <a:ea typeface="Helvetica Neue"/>
        <a:cs typeface="Helvetica Neue"/>
      </a:minorFont>
    </a:fontScheme>
    <a:fmtScheme name="21_BasicWhit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000000"/>
        </a:solidFill>
        <a:ln w="12700" cap="flat">
          <a:noFill/>
          <a:miter lim="400000"/>
        </a:ln>
        <a:effectLst/>
        <a:sp3d/>
      </a:spPr>
      <a:bodyPr rot="0" spcFirstLastPara="1" vertOverflow="overflow" horzOverflow="overflow" vert="horz" wrap="square" lIns="50800" tIns="50800" rIns="50800" bIns="50800" numCol="1" spcCol="38100" rtlCol="0" anchor="ctr">
        <a:spAutoFit/>
      </a:bodyPr>
      <a:lstStyle>
        <a:defPPr marL="0" marR="0" indent="0" algn="ctr" defTabSz="825500" rtl="0" fontAlgn="auto" latinLnBrk="0" hangingPunct="0">
          <a:lnSpc>
            <a:spcPct val="100000"/>
          </a:lnSpc>
          <a:spcBef>
            <a:spcPts val="0"/>
          </a:spcBef>
          <a:spcAft>
            <a:spcPts val="0"/>
          </a:spcAft>
          <a:buClrTx/>
          <a:buSzTx/>
          <a:buFontTx/>
          <a:buNone/>
          <a:tabLst/>
          <a:defRPr kumimoji="0"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25400" cap="flat">
          <a:solidFill>
            <a:srgbClr val="000000"/>
          </a:solidFill>
          <a:prstDash val="solid"/>
          <a:miter lim="400000"/>
        </a:ln>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50800" tIns="50800" rIns="50800" bIns="50800" numCol="1" spcCol="38100" rtlCol="0" anchor="ctr">
        <a:spAutoFit/>
      </a:bodyPr>
      <a:lstStyle>
        <a:defPPr marL="0" marR="0" indent="0" algn="ctr" defTabSz="2438338"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n-lt"/>
            <a:ea typeface="+mn-ea"/>
            <a:cs typeface="+mn-cs"/>
            <a:sym typeface="Helvetica Neue"/>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docMetadata/LabelInfo.xml><?xml version="1.0" encoding="utf-8"?>
<clbl:labelList xmlns:clbl="http://schemas.microsoft.com/office/2020/mipLabelMetadata">
  <clbl:label id="{3485b963-82ba-4a6f-810f-b5cc226ff898}" enabled="0" method="" siteId="{3485b963-82ba-4a6f-810f-b5cc226ff898}" removed="1"/>
</clbl:labelList>
</file>

<file path=docProps/app.xml><?xml version="1.0" encoding="utf-8"?>
<Properties xmlns="http://schemas.openxmlformats.org/officeDocument/2006/extended-properties" xmlns:vt="http://schemas.openxmlformats.org/officeDocument/2006/docPropsVTypes">
  <Template>OR 10</Template>
  <TotalTime>13949</TotalTime>
  <Words>1466</Words>
  <Application>Microsoft Macintosh PowerPoint</Application>
  <PresentationFormat>Custom</PresentationFormat>
  <Paragraphs>127</Paragraphs>
  <Slides>20</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20</vt:i4>
      </vt:variant>
    </vt:vector>
  </HeadingPairs>
  <TitlesOfParts>
    <vt:vector size="27" baseType="lpstr">
      <vt:lpstr>Tahoma</vt:lpstr>
      <vt:lpstr>Open Sans ExtraBold</vt:lpstr>
      <vt:lpstr>Arial</vt:lpstr>
      <vt:lpstr>OCRB</vt:lpstr>
      <vt:lpstr>Open Sans Semibold</vt:lpstr>
      <vt:lpstr>Open Sans Light</vt:lpstr>
      <vt:lpstr>21_BasicWhite</vt:lpstr>
      <vt:lpstr>Securing Communication  with TLS  Session 10</vt:lpstr>
      <vt:lpstr>Learning Objectives</vt:lpstr>
      <vt:lpstr>Outline</vt:lpstr>
      <vt:lpstr>Transport security layer</vt:lpstr>
      <vt:lpstr>Transport security layer (TLS)</vt:lpstr>
      <vt:lpstr>Transport security layer (TLS)</vt:lpstr>
      <vt:lpstr>Transport security layer (TLS)</vt:lpstr>
      <vt:lpstr>Transport security layer (TLS)</vt:lpstr>
      <vt:lpstr>Transport security layer (TLS)</vt:lpstr>
      <vt:lpstr>Protect data transit</vt:lpstr>
      <vt:lpstr>Protect data transit</vt:lpstr>
      <vt:lpstr>Protect data transit</vt:lpstr>
      <vt:lpstr>Protect data transit</vt:lpstr>
      <vt:lpstr>Protect data transit</vt:lpstr>
      <vt:lpstr>TLS Authentication</vt:lpstr>
      <vt:lpstr>TLS AUthentication</vt:lpstr>
      <vt:lpstr>TLS AUthentication</vt:lpstr>
      <vt:lpstr>TLS AUthentication</vt:lpstr>
      <vt:lpstr>references</vt:lpstr>
      <vt:lpstr>Thankyou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Kali Linux</dc:title>
  <dc:creator>NICHOLAUS HENDRIK JEREMY</dc:creator>
  <cp:lastModifiedBy>IVAN SEBASTIAN EDBERT</cp:lastModifiedBy>
  <cp:revision>23</cp:revision>
  <dcterms:created xsi:type="dcterms:W3CDTF">2023-06-28T08:14:57Z</dcterms:created>
  <dcterms:modified xsi:type="dcterms:W3CDTF">2023-12-18T10:41:28Z</dcterms:modified>
</cp:coreProperties>
</file>