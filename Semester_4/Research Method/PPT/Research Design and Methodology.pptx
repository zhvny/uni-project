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440" r:id="rId5"/>
    <p:sldId id="441" r:id="rId6"/>
    <p:sldId id="442" r:id="rId7"/>
    <p:sldId id="443" r:id="rId8"/>
    <p:sldId id="444" r:id="rId9"/>
    <p:sldId id="445" r:id="rId10"/>
    <p:sldId id="439" r:id="rId11"/>
    <p:sldId id="423" r:id="rId12"/>
    <p:sldId id="272" r:id="rId13"/>
  </p:sldIdLst>
  <p:sldSz cx="24384000" cy="13716000"/>
  <p:notesSz cx="6858000" cy="9144000"/>
  <p:embeddedFontLst>
    <p:embeddedFont>
      <p:font typeface="OCRB" panose="020B0609020202020204" pitchFamily="49" charset="0"/>
      <p:regular r:id="rId15"/>
    </p:embeddedFont>
    <p:embeddedFont>
      <p:font typeface="Open Sans ExtraBold" panose="020B0906030804020204" pitchFamily="34" charset="0"/>
      <p:bold r:id="rId16"/>
      <p:italic r:id="rId17"/>
      <p:boldItalic r:id="rId18"/>
    </p:embeddedFont>
    <p:embeddedFont>
      <p:font typeface="Open Sans Light" panose="020B0306030504020204" pitchFamily="34" charset="0"/>
      <p:regular r:id="rId19"/>
      <p:italic r:id="rId20"/>
    </p:embeddedFont>
    <p:embeddedFont>
      <p:font typeface="Open Sans Semibold" panose="020B0706030804020204" pitchFamily="34" charset="0"/>
      <p:bold r:id="rId21"/>
      <p:boldItalic r:id="rId2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0086B2-EED4-46D3-9F34-84019598D958}" v="1" dt="2024-12-17T08:11:42.29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54" d="100"/>
          <a:sy n="54" d="100"/>
        </p:scale>
        <p:origin x="558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9A0086B2-EED4-46D3-9F34-84019598D958}"/>
    <pc:docChg chg="undo redo custSel addSld modSld">
      <pc:chgData name="Hidayaturrahman" userId="b9dd9925-3f63-4f58-a981-e486d2a99324" providerId="ADAL" clId="{9A0086B2-EED4-46D3-9F34-84019598D958}" dt="2024-12-18T03:58:10.213" v="188" actId="20577"/>
      <pc:docMkLst>
        <pc:docMk/>
      </pc:docMkLst>
      <pc:sldChg chg="modSp mod">
        <pc:chgData name="Hidayaturrahman" userId="b9dd9925-3f63-4f58-a981-e486d2a99324" providerId="ADAL" clId="{9A0086B2-EED4-46D3-9F34-84019598D958}" dt="2024-12-18T03:58:10.213" v="188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9A0086B2-EED4-46D3-9F34-84019598D958}" dt="2024-12-18T03:58:10.213" v="188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9A0086B2-EED4-46D3-9F34-84019598D958}" dt="2024-12-17T08:05:12.556" v="2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9A0086B2-EED4-46D3-9F34-84019598D958}" dt="2024-12-17T08:05:22.053" v="4" actId="20577"/>
        <pc:sldMkLst>
          <pc:docMk/>
          <pc:sldMk cId="2766454393" sldId="257"/>
        </pc:sldMkLst>
        <pc:spChg chg="mod">
          <ac:chgData name="Hidayaturrahman" userId="b9dd9925-3f63-4f58-a981-e486d2a99324" providerId="ADAL" clId="{9A0086B2-EED4-46D3-9F34-84019598D958}" dt="2024-12-17T08:05:22.053" v="4" actId="20577"/>
          <ac:spMkLst>
            <pc:docMk/>
            <pc:sldMk cId="2766454393" sldId="257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9A0086B2-EED4-46D3-9F34-84019598D958}" dt="2024-12-17T08:06:34.764" v="25" actId="404"/>
        <pc:sldMkLst>
          <pc:docMk/>
          <pc:sldMk cId="2266460145" sldId="258"/>
        </pc:sldMkLst>
        <pc:spChg chg="mod">
          <ac:chgData name="Hidayaturrahman" userId="b9dd9925-3f63-4f58-a981-e486d2a99324" providerId="ADAL" clId="{9A0086B2-EED4-46D3-9F34-84019598D958}" dt="2024-12-17T08:06:34.764" v="25" actId="404"/>
          <ac:spMkLst>
            <pc:docMk/>
            <pc:sldMk cId="2266460145" sldId="258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9A0086B2-EED4-46D3-9F34-84019598D958}" dt="2024-12-17T08:11:31.133" v="165" actId="404"/>
        <pc:sldMkLst>
          <pc:docMk/>
          <pc:sldMk cId="1299448681" sldId="439"/>
        </pc:sldMkLst>
        <pc:spChg chg="mod">
          <ac:chgData name="Hidayaturrahman" userId="b9dd9925-3f63-4f58-a981-e486d2a99324" providerId="ADAL" clId="{9A0086B2-EED4-46D3-9F34-84019598D958}" dt="2024-12-17T08:11:31.133" v="165" actId="404"/>
          <ac:spMkLst>
            <pc:docMk/>
            <pc:sldMk cId="1299448681" sldId="439"/>
            <ac:spMk id="8" creationId="{89E4543B-9557-7175-B80E-2D050579821F}"/>
          </ac:spMkLst>
        </pc:spChg>
      </pc:sldChg>
      <pc:sldChg chg="modSp add mod">
        <pc:chgData name="Hidayaturrahman" userId="b9dd9925-3f63-4f58-a981-e486d2a99324" providerId="ADAL" clId="{9A0086B2-EED4-46D3-9F34-84019598D958}" dt="2024-12-17T08:08:12.621" v="71" actId="115"/>
        <pc:sldMkLst>
          <pc:docMk/>
          <pc:sldMk cId="1610207319" sldId="440"/>
        </pc:sldMkLst>
        <pc:spChg chg="mod">
          <ac:chgData name="Hidayaturrahman" userId="b9dd9925-3f63-4f58-a981-e486d2a99324" providerId="ADAL" clId="{9A0086B2-EED4-46D3-9F34-84019598D958}" dt="2024-12-17T08:07:31.898" v="49"/>
          <ac:spMkLst>
            <pc:docMk/>
            <pc:sldMk cId="1610207319" sldId="440"/>
            <ac:spMk id="13" creationId="{4562F640-BD0E-5129-7920-76E64A50A374}"/>
          </ac:spMkLst>
        </pc:spChg>
        <pc:spChg chg="mod">
          <ac:chgData name="Hidayaturrahman" userId="b9dd9925-3f63-4f58-a981-e486d2a99324" providerId="ADAL" clId="{9A0086B2-EED4-46D3-9F34-84019598D958}" dt="2024-12-17T08:08:12.621" v="71" actId="115"/>
          <ac:spMkLst>
            <pc:docMk/>
            <pc:sldMk cId="1610207319" sldId="440"/>
            <ac:spMk id="15" creationId="{6C4A6D7F-E536-DA1B-1D1D-EFF6720B17A6}"/>
          </ac:spMkLst>
        </pc:spChg>
      </pc:sldChg>
      <pc:sldChg chg="modSp add mod">
        <pc:chgData name="Hidayaturrahman" userId="b9dd9925-3f63-4f58-a981-e486d2a99324" providerId="ADAL" clId="{9A0086B2-EED4-46D3-9F34-84019598D958}" dt="2024-12-17T08:08:51.868" v="90" actId="403"/>
        <pc:sldMkLst>
          <pc:docMk/>
          <pc:sldMk cId="1004492793" sldId="441"/>
        </pc:sldMkLst>
        <pc:spChg chg="mod">
          <ac:chgData name="Hidayaturrahman" userId="b9dd9925-3f63-4f58-a981-e486d2a99324" providerId="ADAL" clId="{9A0086B2-EED4-46D3-9F34-84019598D958}" dt="2024-12-17T08:07:23.935" v="45"/>
          <ac:spMkLst>
            <pc:docMk/>
            <pc:sldMk cId="1004492793" sldId="441"/>
            <ac:spMk id="13" creationId="{362AB60C-F5A6-D8BA-DC07-36B1C326CA22}"/>
          </ac:spMkLst>
        </pc:spChg>
        <pc:spChg chg="mod">
          <ac:chgData name="Hidayaturrahman" userId="b9dd9925-3f63-4f58-a981-e486d2a99324" providerId="ADAL" clId="{9A0086B2-EED4-46D3-9F34-84019598D958}" dt="2024-12-17T08:08:51.868" v="90" actId="403"/>
          <ac:spMkLst>
            <pc:docMk/>
            <pc:sldMk cId="1004492793" sldId="441"/>
            <ac:spMk id="15" creationId="{214A1881-FEA0-BBF9-A56C-5EFC1F55C494}"/>
          </ac:spMkLst>
        </pc:spChg>
      </pc:sldChg>
      <pc:sldChg chg="modSp add mod">
        <pc:chgData name="Hidayaturrahman" userId="b9dd9925-3f63-4f58-a981-e486d2a99324" providerId="ADAL" clId="{9A0086B2-EED4-46D3-9F34-84019598D958}" dt="2024-12-17T08:10:17.819" v="129" actId="20577"/>
        <pc:sldMkLst>
          <pc:docMk/>
          <pc:sldMk cId="520851301" sldId="442"/>
        </pc:sldMkLst>
        <pc:spChg chg="mod">
          <ac:chgData name="Hidayaturrahman" userId="b9dd9925-3f63-4f58-a981-e486d2a99324" providerId="ADAL" clId="{9A0086B2-EED4-46D3-9F34-84019598D958}" dt="2024-12-17T08:07:15.198" v="41"/>
          <ac:spMkLst>
            <pc:docMk/>
            <pc:sldMk cId="520851301" sldId="442"/>
            <ac:spMk id="13" creationId="{7ACF2FDE-01C2-736D-1473-A9DBA239C0A4}"/>
          </ac:spMkLst>
        </pc:spChg>
        <pc:spChg chg="mod">
          <ac:chgData name="Hidayaturrahman" userId="b9dd9925-3f63-4f58-a981-e486d2a99324" providerId="ADAL" clId="{9A0086B2-EED4-46D3-9F34-84019598D958}" dt="2024-12-17T08:10:17.819" v="129" actId="20577"/>
          <ac:spMkLst>
            <pc:docMk/>
            <pc:sldMk cId="520851301" sldId="442"/>
            <ac:spMk id="15" creationId="{DEC2EA06-4881-37AE-7321-38BF0B5875E6}"/>
          </ac:spMkLst>
        </pc:spChg>
      </pc:sldChg>
      <pc:sldChg chg="modSp add mod">
        <pc:chgData name="Hidayaturrahman" userId="b9dd9925-3f63-4f58-a981-e486d2a99324" providerId="ADAL" clId="{9A0086B2-EED4-46D3-9F34-84019598D958}" dt="2024-12-17T08:10:46.780" v="140" actId="403"/>
        <pc:sldMkLst>
          <pc:docMk/>
          <pc:sldMk cId="801958725" sldId="443"/>
        </pc:sldMkLst>
        <pc:spChg chg="mod">
          <ac:chgData name="Hidayaturrahman" userId="b9dd9925-3f63-4f58-a981-e486d2a99324" providerId="ADAL" clId="{9A0086B2-EED4-46D3-9F34-84019598D958}" dt="2024-12-17T08:07:07.337" v="36"/>
          <ac:spMkLst>
            <pc:docMk/>
            <pc:sldMk cId="801958725" sldId="443"/>
            <ac:spMk id="13" creationId="{20712FB2-C374-12C2-5BBA-FE7645D7A10C}"/>
          </ac:spMkLst>
        </pc:spChg>
        <pc:spChg chg="mod">
          <ac:chgData name="Hidayaturrahman" userId="b9dd9925-3f63-4f58-a981-e486d2a99324" providerId="ADAL" clId="{9A0086B2-EED4-46D3-9F34-84019598D958}" dt="2024-12-17T08:10:46.780" v="140" actId="403"/>
          <ac:spMkLst>
            <pc:docMk/>
            <pc:sldMk cId="801958725" sldId="443"/>
            <ac:spMk id="15" creationId="{3EEC75DD-540B-C4EA-8B87-445E7632BBBB}"/>
          </ac:spMkLst>
        </pc:spChg>
      </pc:sldChg>
      <pc:sldChg chg="modSp add mod">
        <pc:chgData name="Hidayaturrahman" userId="b9dd9925-3f63-4f58-a981-e486d2a99324" providerId="ADAL" clId="{9A0086B2-EED4-46D3-9F34-84019598D958}" dt="2024-12-17T08:11:15.029" v="152" actId="403"/>
        <pc:sldMkLst>
          <pc:docMk/>
          <pc:sldMk cId="2499959096" sldId="444"/>
        </pc:sldMkLst>
        <pc:spChg chg="mod">
          <ac:chgData name="Hidayaturrahman" userId="b9dd9925-3f63-4f58-a981-e486d2a99324" providerId="ADAL" clId="{9A0086B2-EED4-46D3-9F34-84019598D958}" dt="2024-12-17T08:06:58.423" v="32"/>
          <ac:spMkLst>
            <pc:docMk/>
            <pc:sldMk cId="2499959096" sldId="444"/>
            <ac:spMk id="13" creationId="{3230E298-3972-BBCB-E93D-897DE966BFC0}"/>
          </ac:spMkLst>
        </pc:spChg>
        <pc:spChg chg="mod">
          <ac:chgData name="Hidayaturrahman" userId="b9dd9925-3f63-4f58-a981-e486d2a99324" providerId="ADAL" clId="{9A0086B2-EED4-46D3-9F34-84019598D958}" dt="2024-12-17T08:11:15.029" v="152" actId="403"/>
          <ac:spMkLst>
            <pc:docMk/>
            <pc:sldMk cId="2499959096" sldId="444"/>
            <ac:spMk id="15" creationId="{A8848186-CC3E-0435-2325-959EFEEFA3C8}"/>
          </ac:spMkLst>
        </pc:spChg>
      </pc:sldChg>
      <pc:sldChg chg="modSp add mod">
        <pc:chgData name="Hidayaturrahman" userId="b9dd9925-3f63-4f58-a981-e486d2a99324" providerId="ADAL" clId="{9A0086B2-EED4-46D3-9F34-84019598D958}" dt="2024-12-17T08:11:56.172" v="186" actId="403"/>
        <pc:sldMkLst>
          <pc:docMk/>
          <pc:sldMk cId="715387091" sldId="445"/>
        </pc:sldMkLst>
        <pc:spChg chg="mod">
          <ac:chgData name="Hidayaturrahman" userId="b9dd9925-3f63-4f58-a981-e486d2a99324" providerId="ADAL" clId="{9A0086B2-EED4-46D3-9F34-84019598D958}" dt="2024-12-17T08:11:46.334" v="178" actId="20577"/>
          <ac:spMkLst>
            <pc:docMk/>
            <pc:sldMk cId="715387091" sldId="445"/>
            <ac:spMk id="13" creationId="{2BEE1691-D5C2-C921-E973-F9E51E3C0617}"/>
          </ac:spMkLst>
        </pc:spChg>
        <pc:spChg chg="mod">
          <ac:chgData name="Hidayaturrahman" userId="b9dd9925-3f63-4f58-a981-e486d2a99324" providerId="ADAL" clId="{9A0086B2-EED4-46D3-9F34-84019598D958}" dt="2024-12-17T08:11:56.172" v="186" actId="403"/>
          <ac:spMkLst>
            <pc:docMk/>
            <pc:sldMk cId="715387091" sldId="445"/>
            <ac:spMk id="15" creationId="{14772CD5-BCAA-E026-BB87-945726561D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/>
              <a:t>Session 05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 and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88141" y="3890683"/>
            <a:ext cx="20421600" cy="8713694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LO3: </a:t>
            </a:r>
            <a:r>
              <a:rPr lang="en-US" sz="5400" dirty="0">
                <a:latin typeface="+mj-lt"/>
              </a:rPr>
              <a:t>Design and apply appropriate research methods to generate valid and reproducible results.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Understanding Research Design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Research Design</a:t>
            </a:r>
            <a:endParaRPr lang="en-US" sz="48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Methodology</a:t>
            </a: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of Research Designs</a:t>
            </a:r>
            <a:endParaRPr lang="en-US" sz="48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Research Design</a:t>
            </a: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38620-7078-8E04-C64B-6DE9B604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4562F640-BD0E-5129-7920-76E64A50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Understanding Research Design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6C4A6D7F-E536-DA1B-1D1D-EFF6720B17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design is the overall strategy that integrates the components of the study in a coherent and logical way, ensuring the research problem is effectively addressed.</a:t>
            </a: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40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Components</a:t>
            </a:r>
            <a:endParaRPr lang="en-US" sz="40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 of the Study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Exploratory, descriptive, explanatory, or experimental.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Questions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what the study seeks to answer.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Variables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Independent, dependent, and control variables.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Hypothesis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testable prediction based on existing knowledge.</a:t>
            </a:r>
          </a:p>
        </p:txBody>
      </p:sp>
    </p:spTree>
    <p:extLst>
      <p:ext uri="{BB962C8B-B14F-4D97-AF65-F5344CB8AC3E}">
        <p14:creationId xmlns:p14="http://schemas.microsoft.com/office/powerpoint/2010/main" val="16102073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6486-D3B4-D013-8E43-658B24DD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362AB60C-F5A6-D8BA-DC07-36B1C326C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Types of Research Design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214A1881-FEA0-BBF9-A56C-5EFC1F55C4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 numCol="2">
            <a:normAutofit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Qualitative Design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Focus: Exploring and understanding human experiences.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studies.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Ethnography.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Interviews and focus groups.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Investigating user satisfaction with an e-learning platform.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Quantitative Design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Focus: Measuring and analyzing numerical data.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Surveys and questionnaires.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Experiments.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Statistical analysis.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Testing the accuracy of an AI algorithm for image classification.</a:t>
            </a: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Mixed-Methods Design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Combines qualitative and quantitative approaches.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Studying user behavior through surveys (quantitative) and interviews (qualitative).</a:t>
            </a:r>
          </a:p>
        </p:txBody>
      </p:sp>
    </p:spTree>
    <p:extLst>
      <p:ext uri="{BB962C8B-B14F-4D97-AF65-F5344CB8AC3E}">
        <p14:creationId xmlns:p14="http://schemas.microsoft.com/office/powerpoint/2010/main" val="10044927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F6C5-B00E-2FA5-002F-68DFBF1B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7ACF2FDE-01C2-736D-1473-A9DBA239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Research Methodology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DEC2EA06-4881-37AE-7321-38BF0B5875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 numCol="2">
            <a:normAutofit fontScale="92500" lnSpcReduction="10000"/>
          </a:bodyPr>
          <a:lstStyle/>
          <a:p>
            <a:pPr marL="0" marR="0" lvl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methodology refers to the systematic process used to collect and analyze data.</a:t>
            </a: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Steps in Methodology</a:t>
            </a:r>
            <a:endParaRPr lang="en-US" sz="2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Defining Research Objectives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do you aim to achieve?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Choosing the Method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Decide between qualitative, quantitative, or mixed methods.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Collection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Methods: Surveys, experiments, observations, or secondary data.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Online forms, lab setups, or software platforms (e.g., Qualtrics).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Analysis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Techniques: Statistical analysis, coding qualitative data, machine learning models.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Tools: SPSS, Python, R, NVivo.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28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2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Validation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data reliability and validity.</a:t>
            </a:r>
          </a:p>
          <a:p>
            <a:pPr>
              <a:spcBef>
                <a:spcPts val="600"/>
              </a:spcBef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methods like cross-validation or triangulation.</a:t>
            </a:r>
            <a:endParaRPr lang="en-US" sz="8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5130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9F8E-2C17-AD1C-7318-4C435C3F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20712FB2-C374-12C2-5BBA-FE7645D7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Examples of Research Designs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3EEC75DD-540B-C4EA-8B87-445E7632BB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Descriptive Design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 To describe phenomena.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Studying the adoption rate of a programming language.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Correlational Design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 To determine relationships between variables.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Examining the correlation between coding experience and debugging efficiency.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Experimental Design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 To test cause-and-effect relationships.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Evaluating the performance impact of different compiler optimizations.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Study Design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 To explore a phenomenon in depth.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Analyzing the development lifecycle of a major software project.</a:t>
            </a:r>
          </a:p>
        </p:txBody>
      </p:sp>
    </p:spTree>
    <p:extLst>
      <p:ext uri="{BB962C8B-B14F-4D97-AF65-F5344CB8AC3E}">
        <p14:creationId xmlns:p14="http://schemas.microsoft.com/office/powerpoint/2010/main" val="80195872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4BDCD-76D6-902F-54FC-93B0D058E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3230E298-3972-BBCB-E93D-897DE966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Research Design</a:t>
            </a:r>
            <a:b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A8848186-CC3E-0435-2325-959EFEEFA3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Choosing the Right Design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Align design with research objectives.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Balancing Rigor and Practicality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Choose methods feasible within constraints.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Ensuring Validity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Use pilot studies or pretests.</a:t>
            </a:r>
          </a:p>
        </p:txBody>
      </p:sp>
    </p:spTree>
    <p:extLst>
      <p:ext uri="{BB962C8B-B14F-4D97-AF65-F5344CB8AC3E}">
        <p14:creationId xmlns:p14="http://schemas.microsoft.com/office/powerpoint/2010/main" val="249995909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EBB6-2403-659A-066C-B8491597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2BEE1691-D5C2-C921-E973-F9E51E3C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  <a:endParaRPr lang="en-US" sz="5400" dirty="0">
              <a:latin typeface="+mj-lt"/>
            </a:endParaRP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14772CD5-BCAA-E026-BB87-945726561D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59859" y="3550025"/>
            <a:ext cx="20780188" cy="887505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design is the blueprint for conducting a study effectively and efficiently.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Selecting an appropriate methodology ensures the study's validity and reliability.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Understanding different designs helps in choosing the most suitable approach for the research problem.</a:t>
            </a:r>
          </a:p>
        </p:txBody>
      </p:sp>
    </p:spTree>
    <p:extLst>
      <p:ext uri="{BB962C8B-B14F-4D97-AF65-F5344CB8AC3E}">
        <p14:creationId xmlns:p14="http://schemas.microsoft.com/office/powerpoint/2010/main" val="71538709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9F71-4B94-78F3-BE0B-467EDF8C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E4543B-9557-7175-B80E-2D05057982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20674694" cy="856859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Individual Task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 a research question and suggest a suitable design.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variables and hypothesize relationships.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Task</a:t>
            </a: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 a mock study using a mixed-methods approach.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data collection and analysis techniques.</a:t>
            </a:r>
          </a:p>
        </p:txBody>
      </p:sp>
    </p:spTree>
    <p:extLst>
      <p:ext uri="{BB962C8B-B14F-4D97-AF65-F5344CB8AC3E}">
        <p14:creationId xmlns:p14="http://schemas.microsoft.com/office/powerpoint/2010/main" val="12994486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Creswell, J. W., &amp; Creswell, J. D. (2017). Research Design: Qualitative, Quantitative, and Mixed Methods Approaches. SAGE Publications.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Mack, C. A. (2018). How to Write a Good Scientific Paper. SPIE.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Google Scholar: https://scholar.google.com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IEEE Xplore: https://ieeexplore.ieee.org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4784</TotalTime>
  <Words>626</Words>
  <Application>Microsoft Office PowerPoint</Application>
  <PresentationFormat>Custom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Open Sans ExtraBold</vt:lpstr>
      <vt:lpstr>Symbol</vt:lpstr>
      <vt:lpstr>Open Sans Semibold</vt:lpstr>
      <vt:lpstr>Courier New</vt:lpstr>
      <vt:lpstr>Open Sans Light</vt:lpstr>
      <vt:lpstr>Arial</vt:lpstr>
      <vt:lpstr>Aptos</vt:lpstr>
      <vt:lpstr>OCRB</vt:lpstr>
      <vt:lpstr>21_BasicWhite</vt:lpstr>
      <vt:lpstr>Research Design and Methodology</vt:lpstr>
      <vt:lpstr>Learning Outcome</vt:lpstr>
      <vt:lpstr>Outline</vt:lpstr>
      <vt:lpstr>Understanding Research Design</vt:lpstr>
      <vt:lpstr>Types of Research Design</vt:lpstr>
      <vt:lpstr>Research Methodology</vt:lpstr>
      <vt:lpstr>Examples of Research Designs</vt:lpstr>
      <vt:lpstr>Challenges in Research Design </vt:lpstr>
      <vt:lpstr>Summary</vt:lpstr>
      <vt:lpstr>Activity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2024-12-18T03:58:11Z</dcterms:modified>
</cp:coreProperties>
</file>