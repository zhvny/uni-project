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426" r:id="rId5"/>
    <p:sldId id="428" r:id="rId6"/>
    <p:sldId id="432" r:id="rId7"/>
    <p:sldId id="433" r:id="rId8"/>
    <p:sldId id="332" r:id="rId9"/>
    <p:sldId id="429" r:id="rId10"/>
    <p:sldId id="434" r:id="rId11"/>
    <p:sldId id="424" r:id="rId12"/>
    <p:sldId id="430" r:id="rId13"/>
    <p:sldId id="435" r:id="rId14"/>
    <p:sldId id="425" r:id="rId15"/>
    <p:sldId id="431" r:id="rId16"/>
    <p:sldId id="436" r:id="rId17"/>
    <p:sldId id="437" r:id="rId18"/>
    <p:sldId id="438" r:id="rId19"/>
    <p:sldId id="439" r:id="rId20"/>
    <p:sldId id="423" r:id="rId21"/>
    <p:sldId id="272" r:id="rId22"/>
  </p:sldIdLst>
  <p:sldSz cx="24384000" cy="13716000"/>
  <p:notesSz cx="6858000" cy="9144000"/>
  <p:embeddedFontLst>
    <p:embeddedFont>
      <p:font typeface="OCRB" panose="020B0609020202020204" pitchFamily="49" charset="0"/>
      <p:regular r:id="rId24"/>
    </p:embeddedFont>
    <p:embeddedFont>
      <p:font typeface="Open Sans ExtraBold" panose="020B0906030804020204" pitchFamily="34" charset="0"/>
      <p:bold r:id="rId25"/>
      <p:italic r:id="rId26"/>
      <p:boldItalic r:id="rId27"/>
    </p:embeddedFont>
    <p:embeddedFont>
      <p:font typeface="Open Sans Light" panose="020B0306030504020204" pitchFamily="34" charset="0"/>
      <p:regular r:id="rId28"/>
      <p:italic r:id="rId29"/>
    </p:embeddedFont>
    <p:embeddedFont>
      <p:font typeface="Open Sans Semibold" panose="020B0706030804020204" pitchFamily="34" charset="0"/>
      <p:bold r:id="rId30"/>
      <p:boldItalic r:id="rId3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5E5E5E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18D4E-897D-4383-8E67-E63CD669B53B}" v="27" dt="2024-12-17T07:15:12.96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Gaya Tema 1 - Akse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5097" autoAdjust="0"/>
  </p:normalViewPr>
  <p:slideViewPr>
    <p:cSldViewPr snapToGrid="0" snapToObjects="1">
      <p:cViewPr varScale="1">
        <p:scale>
          <a:sx n="54" d="100"/>
          <a:sy n="54" d="100"/>
        </p:scale>
        <p:origin x="558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urrahman" userId="b9dd9925-3f63-4f58-a981-e486d2a99324" providerId="ADAL" clId="{78118D4E-897D-4383-8E67-E63CD669B53B}"/>
    <pc:docChg chg="undo redo custSel addSld delSld modSld sldOrd">
      <pc:chgData name="Hidayaturrahman" userId="b9dd9925-3f63-4f58-a981-e486d2a99324" providerId="ADAL" clId="{78118D4E-897D-4383-8E67-E63CD669B53B}" dt="2024-12-17T07:20:07.422" v="295" actId="403"/>
      <pc:docMkLst>
        <pc:docMk/>
      </pc:docMkLst>
      <pc:sldChg chg="modSp mod">
        <pc:chgData name="Hidayaturrahman" userId="b9dd9925-3f63-4f58-a981-e486d2a99324" providerId="ADAL" clId="{78118D4E-897D-4383-8E67-E63CD669B53B}" dt="2024-12-17T06:58:02.221" v="5" actId="27636"/>
        <pc:sldMkLst>
          <pc:docMk/>
          <pc:sldMk cId="3807564589" sldId="256"/>
        </pc:sldMkLst>
        <pc:spChg chg="mod">
          <ac:chgData name="Hidayaturrahman" userId="b9dd9925-3f63-4f58-a981-e486d2a99324" providerId="ADAL" clId="{78118D4E-897D-4383-8E67-E63CD669B53B}" dt="2024-12-17T06:58:02.221" v="5" actId="27636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78118D4E-897D-4383-8E67-E63CD669B53B}" dt="2024-12-17T06:58:51.743" v="22" actId="20577"/>
        <pc:sldMkLst>
          <pc:docMk/>
          <pc:sldMk cId="1504782480" sldId="332"/>
        </pc:sldMkLst>
        <pc:spChg chg="mod">
          <ac:chgData name="Hidayaturrahman" userId="b9dd9925-3f63-4f58-a981-e486d2a99324" providerId="ADAL" clId="{78118D4E-897D-4383-8E67-E63CD669B53B}" dt="2024-12-17T06:58:51.743" v="22" actId="20577"/>
          <ac:spMkLst>
            <pc:docMk/>
            <pc:sldMk cId="1504782480" sldId="332"/>
            <ac:spMk id="5" creationId="{C5B773AD-3131-DABC-0943-3C804025A808}"/>
          </ac:spMkLst>
        </pc:spChg>
      </pc:sldChg>
      <pc:sldChg chg="del ord">
        <pc:chgData name="Hidayaturrahman" userId="b9dd9925-3f63-4f58-a981-e486d2a99324" providerId="ADAL" clId="{78118D4E-897D-4383-8E67-E63CD669B53B}" dt="2024-12-17T07:00:31.224" v="49" actId="47"/>
        <pc:sldMkLst>
          <pc:docMk/>
          <pc:sldMk cId="2890318243" sldId="333"/>
        </pc:sldMkLst>
      </pc:sldChg>
      <pc:sldChg chg="modSp add mod">
        <pc:chgData name="Hidayaturrahman" userId="b9dd9925-3f63-4f58-a981-e486d2a99324" providerId="ADAL" clId="{78118D4E-897D-4383-8E67-E63CD669B53B}" dt="2024-12-17T06:59:12.885" v="31" actId="20577"/>
        <pc:sldMkLst>
          <pc:docMk/>
          <pc:sldMk cId="3864873512" sldId="424"/>
        </pc:sldMkLst>
        <pc:spChg chg="mod">
          <ac:chgData name="Hidayaturrahman" userId="b9dd9925-3f63-4f58-a981-e486d2a99324" providerId="ADAL" clId="{78118D4E-897D-4383-8E67-E63CD669B53B}" dt="2024-12-17T06:59:12.885" v="31" actId="20577"/>
          <ac:spMkLst>
            <pc:docMk/>
            <pc:sldMk cId="3864873512" sldId="424"/>
            <ac:spMk id="5" creationId="{00F0037F-95FF-4E8E-9D93-651C49D0971A}"/>
          </ac:spMkLst>
        </pc:spChg>
      </pc:sldChg>
      <pc:sldChg chg="modSp add mod">
        <pc:chgData name="Hidayaturrahman" userId="b9dd9925-3f63-4f58-a981-e486d2a99324" providerId="ADAL" clId="{78118D4E-897D-4383-8E67-E63CD669B53B}" dt="2024-12-17T06:59:26.840" v="37" actId="20577"/>
        <pc:sldMkLst>
          <pc:docMk/>
          <pc:sldMk cId="296493212" sldId="425"/>
        </pc:sldMkLst>
        <pc:spChg chg="mod">
          <ac:chgData name="Hidayaturrahman" userId="b9dd9925-3f63-4f58-a981-e486d2a99324" providerId="ADAL" clId="{78118D4E-897D-4383-8E67-E63CD669B53B}" dt="2024-12-17T06:59:26.840" v="37" actId="20577"/>
          <ac:spMkLst>
            <pc:docMk/>
            <pc:sldMk cId="296493212" sldId="425"/>
            <ac:spMk id="5" creationId="{C71D6E60-25BF-076A-719F-3D1BA4170C88}"/>
          </ac:spMkLst>
        </pc:spChg>
      </pc:sldChg>
      <pc:sldChg chg="modSp add mod ord">
        <pc:chgData name="Hidayaturrahman" userId="b9dd9925-3f63-4f58-a981-e486d2a99324" providerId="ADAL" clId="{78118D4E-897D-4383-8E67-E63CD669B53B}" dt="2024-12-17T06:58:33.569" v="15"/>
        <pc:sldMkLst>
          <pc:docMk/>
          <pc:sldMk cId="507165695" sldId="426"/>
        </pc:sldMkLst>
        <pc:spChg chg="mod">
          <ac:chgData name="Hidayaturrahman" userId="b9dd9925-3f63-4f58-a981-e486d2a99324" providerId="ADAL" clId="{78118D4E-897D-4383-8E67-E63CD669B53B}" dt="2024-12-17T06:58:30.239" v="13" actId="20577"/>
          <ac:spMkLst>
            <pc:docMk/>
            <pc:sldMk cId="507165695" sldId="426"/>
            <ac:spMk id="5" creationId="{A44D70B7-48E4-9102-1DC6-891CFF96FCBE}"/>
          </ac:spMkLst>
        </pc:spChg>
      </pc:sldChg>
      <pc:sldChg chg="add del">
        <pc:chgData name="Hidayaturrahman" userId="b9dd9925-3f63-4f58-a981-e486d2a99324" providerId="ADAL" clId="{78118D4E-897D-4383-8E67-E63CD669B53B}" dt="2024-12-17T07:00:32.432" v="50" actId="47"/>
        <pc:sldMkLst>
          <pc:docMk/>
          <pc:sldMk cId="3503948191" sldId="427"/>
        </pc:sldMkLst>
      </pc:sldChg>
      <pc:sldChg chg="delSp modSp add mod">
        <pc:chgData name="Hidayaturrahman" userId="b9dd9925-3f63-4f58-a981-e486d2a99324" providerId="ADAL" clId="{78118D4E-897D-4383-8E67-E63CD669B53B}" dt="2024-12-17T07:02:23.329" v="79" actId="123"/>
        <pc:sldMkLst>
          <pc:docMk/>
          <pc:sldMk cId="2582537815" sldId="428"/>
        </pc:sldMkLst>
        <pc:spChg chg="del">
          <ac:chgData name="Hidayaturrahman" userId="b9dd9925-3f63-4f58-a981-e486d2a99324" providerId="ADAL" clId="{78118D4E-897D-4383-8E67-E63CD669B53B}" dt="2024-12-17T07:00:20.518" v="46" actId="478"/>
          <ac:spMkLst>
            <pc:docMk/>
            <pc:sldMk cId="2582537815" sldId="428"/>
            <ac:spMk id="2" creationId="{70EA111A-2E8C-4E6B-BACC-73084B4557F9}"/>
          </ac:spMkLst>
        </pc:spChg>
        <pc:spChg chg="mod">
          <ac:chgData name="Hidayaturrahman" userId="b9dd9925-3f63-4f58-a981-e486d2a99324" providerId="ADAL" clId="{78118D4E-897D-4383-8E67-E63CD669B53B}" dt="2024-12-17T07:00:10.751" v="45"/>
          <ac:spMkLst>
            <pc:docMk/>
            <pc:sldMk cId="2582537815" sldId="428"/>
            <ac:spMk id="13" creationId="{DD226C64-94F4-E110-4BB5-E0B7EF9153A8}"/>
          </ac:spMkLst>
        </pc:spChg>
        <pc:spChg chg="mod">
          <ac:chgData name="Hidayaturrahman" userId="b9dd9925-3f63-4f58-a981-e486d2a99324" providerId="ADAL" clId="{78118D4E-897D-4383-8E67-E63CD669B53B}" dt="2024-12-17T07:02:23.329" v="79" actId="123"/>
          <ac:spMkLst>
            <pc:docMk/>
            <pc:sldMk cId="2582537815" sldId="428"/>
            <ac:spMk id="15" creationId="{96651BEA-0F5B-0A8A-E7F3-28F6F6A6F379}"/>
          </ac:spMkLst>
        </pc:spChg>
      </pc:sldChg>
      <pc:sldChg chg="modSp add mod ord">
        <pc:chgData name="Hidayaturrahman" userId="b9dd9925-3f63-4f58-a981-e486d2a99324" providerId="ADAL" clId="{78118D4E-897D-4383-8E67-E63CD669B53B}" dt="2024-12-17T07:06:33.364" v="137" actId="122"/>
        <pc:sldMkLst>
          <pc:docMk/>
          <pc:sldMk cId="2319421769" sldId="429"/>
        </pc:sldMkLst>
        <pc:spChg chg="mod">
          <ac:chgData name="Hidayaturrahman" userId="b9dd9925-3f63-4f58-a981-e486d2a99324" providerId="ADAL" clId="{78118D4E-897D-4383-8E67-E63CD669B53B}" dt="2024-12-17T07:01:05.744" v="64"/>
          <ac:spMkLst>
            <pc:docMk/>
            <pc:sldMk cId="2319421769" sldId="429"/>
            <ac:spMk id="13" creationId="{E4B6D96C-665B-8B3E-BAB1-951786A2C209}"/>
          </ac:spMkLst>
        </pc:spChg>
        <pc:spChg chg="mod">
          <ac:chgData name="Hidayaturrahman" userId="b9dd9925-3f63-4f58-a981-e486d2a99324" providerId="ADAL" clId="{78118D4E-897D-4383-8E67-E63CD669B53B}" dt="2024-12-17T07:06:33.364" v="137" actId="122"/>
          <ac:spMkLst>
            <pc:docMk/>
            <pc:sldMk cId="2319421769" sldId="429"/>
            <ac:spMk id="15" creationId="{3A4DACB9-DD61-436A-E363-79914F722EA2}"/>
          </ac:spMkLst>
        </pc:spChg>
      </pc:sldChg>
      <pc:sldChg chg="add del">
        <pc:chgData name="Hidayaturrahman" userId="b9dd9925-3f63-4f58-a981-e486d2a99324" providerId="ADAL" clId="{78118D4E-897D-4383-8E67-E63CD669B53B}" dt="2024-12-17T07:00:29.587" v="48" actId="47"/>
        <pc:sldMkLst>
          <pc:docMk/>
          <pc:sldMk cId="2392048510" sldId="429"/>
        </pc:sldMkLst>
      </pc:sldChg>
      <pc:sldChg chg="addSp delSp modSp add mod ord">
        <pc:chgData name="Hidayaturrahman" userId="b9dd9925-3f63-4f58-a981-e486d2a99324" providerId="ADAL" clId="{78118D4E-897D-4383-8E67-E63CD669B53B}" dt="2024-12-17T07:15:12.962" v="220" actId="1076"/>
        <pc:sldMkLst>
          <pc:docMk/>
          <pc:sldMk cId="4029915504" sldId="430"/>
        </pc:sldMkLst>
        <pc:spChg chg="add del mod">
          <ac:chgData name="Hidayaturrahman" userId="b9dd9925-3f63-4f58-a981-e486d2a99324" providerId="ADAL" clId="{78118D4E-897D-4383-8E67-E63CD669B53B}" dt="2024-12-17T07:14:17.779" v="205"/>
          <ac:spMkLst>
            <pc:docMk/>
            <pc:sldMk cId="4029915504" sldId="430"/>
            <ac:spMk id="2" creationId="{49F58FAA-B982-113A-F61A-F25975051BFE}"/>
          </ac:spMkLst>
        </pc:spChg>
        <pc:spChg chg="add del mod">
          <ac:chgData name="Hidayaturrahman" userId="b9dd9925-3f63-4f58-a981-e486d2a99324" providerId="ADAL" clId="{78118D4E-897D-4383-8E67-E63CD669B53B}" dt="2024-12-17T07:14:44.527" v="210"/>
          <ac:spMkLst>
            <pc:docMk/>
            <pc:sldMk cId="4029915504" sldId="430"/>
            <ac:spMk id="3" creationId="{C2EC93C5-8783-0D65-F246-9F951CA63805}"/>
          </ac:spMkLst>
        </pc:spChg>
        <pc:spChg chg="add del mod">
          <ac:chgData name="Hidayaturrahman" userId="b9dd9925-3f63-4f58-a981-e486d2a99324" providerId="ADAL" clId="{78118D4E-897D-4383-8E67-E63CD669B53B}" dt="2024-12-17T07:14:53.527" v="213"/>
          <ac:spMkLst>
            <pc:docMk/>
            <pc:sldMk cId="4029915504" sldId="430"/>
            <ac:spMk id="4" creationId="{5F31FE23-085F-AFFB-A8E7-BFE4541AB7FF}"/>
          </ac:spMkLst>
        </pc:spChg>
        <pc:spChg chg="mod">
          <ac:chgData name="Hidayaturrahman" userId="b9dd9925-3f63-4f58-a981-e486d2a99324" providerId="ADAL" clId="{78118D4E-897D-4383-8E67-E63CD669B53B}" dt="2024-12-17T07:01:18.809" v="67"/>
          <ac:spMkLst>
            <pc:docMk/>
            <pc:sldMk cId="4029915504" sldId="430"/>
            <ac:spMk id="13" creationId="{A68FA5B5-DE49-3203-689E-B261F0224D7B}"/>
          </ac:spMkLst>
        </pc:spChg>
        <pc:spChg chg="del">
          <ac:chgData name="Hidayaturrahman" userId="b9dd9925-3f63-4f58-a981-e486d2a99324" providerId="ADAL" clId="{78118D4E-897D-4383-8E67-E63CD669B53B}" dt="2024-12-17T07:11:24.350" v="153"/>
          <ac:spMkLst>
            <pc:docMk/>
            <pc:sldMk cId="4029915504" sldId="430"/>
            <ac:spMk id="15" creationId="{BF7DAAA3-43A9-BCA3-270F-81420085575A}"/>
          </ac:spMkLst>
        </pc:spChg>
        <pc:picChg chg="add del mod">
          <ac:chgData name="Hidayaturrahman" userId="b9dd9925-3f63-4f58-a981-e486d2a99324" providerId="ADAL" clId="{78118D4E-897D-4383-8E67-E63CD669B53B}" dt="2024-12-17T07:14:16.283" v="204" actId="478"/>
          <ac:picMkLst>
            <pc:docMk/>
            <pc:sldMk cId="4029915504" sldId="430"/>
            <ac:picMk id="1026" creationId="{DD19D11D-C81C-D656-83DF-4EA55CCA3BB2}"/>
          </ac:picMkLst>
        </pc:picChg>
        <pc:picChg chg="add del mod">
          <ac:chgData name="Hidayaturrahman" userId="b9dd9925-3f63-4f58-a981-e486d2a99324" providerId="ADAL" clId="{78118D4E-897D-4383-8E67-E63CD669B53B}" dt="2024-12-17T07:14:42.970" v="209" actId="478"/>
          <ac:picMkLst>
            <pc:docMk/>
            <pc:sldMk cId="4029915504" sldId="430"/>
            <ac:picMk id="1028" creationId="{90680EC8-4B38-60DB-DCE2-1491B1802B6C}"/>
          </ac:picMkLst>
        </pc:picChg>
        <pc:picChg chg="add del mod">
          <ac:chgData name="Hidayaturrahman" userId="b9dd9925-3f63-4f58-a981-e486d2a99324" providerId="ADAL" clId="{78118D4E-897D-4383-8E67-E63CD669B53B}" dt="2024-12-17T07:14:47.829" v="212" actId="478"/>
          <ac:picMkLst>
            <pc:docMk/>
            <pc:sldMk cId="4029915504" sldId="430"/>
            <ac:picMk id="1030" creationId="{15802482-DB36-3F53-D208-B47555874961}"/>
          </ac:picMkLst>
        </pc:picChg>
        <pc:picChg chg="add mod">
          <ac:chgData name="Hidayaturrahman" userId="b9dd9925-3f63-4f58-a981-e486d2a99324" providerId="ADAL" clId="{78118D4E-897D-4383-8E67-E63CD669B53B}" dt="2024-12-17T07:15:12.962" v="220" actId="1076"/>
          <ac:picMkLst>
            <pc:docMk/>
            <pc:sldMk cId="4029915504" sldId="430"/>
            <ac:picMk id="1032" creationId="{6E25C871-D24B-0FCF-8FEC-062B48D3CF06}"/>
          </ac:picMkLst>
        </pc:picChg>
      </pc:sldChg>
      <pc:sldChg chg="modSp add mod ord">
        <pc:chgData name="Hidayaturrahman" userId="b9dd9925-3f63-4f58-a981-e486d2a99324" providerId="ADAL" clId="{78118D4E-897D-4383-8E67-E63CD669B53B}" dt="2024-12-17T07:16:21.716" v="234" actId="242"/>
        <pc:sldMkLst>
          <pc:docMk/>
          <pc:sldMk cId="1807958089" sldId="431"/>
        </pc:sldMkLst>
        <pc:spChg chg="mod">
          <ac:chgData name="Hidayaturrahman" userId="b9dd9925-3f63-4f58-a981-e486d2a99324" providerId="ADAL" clId="{78118D4E-897D-4383-8E67-E63CD669B53B}" dt="2024-12-17T07:01:27.993" v="70"/>
          <ac:spMkLst>
            <pc:docMk/>
            <pc:sldMk cId="1807958089" sldId="431"/>
            <ac:spMk id="13" creationId="{3C0D5935-A64D-3DD2-6750-808719B492C5}"/>
          </ac:spMkLst>
        </pc:spChg>
        <pc:spChg chg="mod">
          <ac:chgData name="Hidayaturrahman" userId="b9dd9925-3f63-4f58-a981-e486d2a99324" providerId="ADAL" clId="{78118D4E-897D-4383-8E67-E63CD669B53B}" dt="2024-12-17T07:16:21.716" v="234" actId="242"/>
          <ac:spMkLst>
            <pc:docMk/>
            <pc:sldMk cId="1807958089" sldId="431"/>
            <ac:spMk id="15" creationId="{CCDE83C7-ECB9-145C-C69B-5C7C83C17AE2}"/>
          </ac:spMkLst>
        </pc:spChg>
      </pc:sldChg>
      <pc:sldChg chg="modSp add mod">
        <pc:chgData name="Hidayaturrahman" userId="b9dd9925-3f63-4f58-a981-e486d2a99324" providerId="ADAL" clId="{78118D4E-897D-4383-8E67-E63CD669B53B}" dt="2024-12-17T07:04:04.389" v="95" actId="27636"/>
        <pc:sldMkLst>
          <pc:docMk/>
          <pc:sldMk cId="4011698868" sldId="432"/>
        </pc:sldMkLst>
        <pc:spChg chg="mod">
          <ac:chgData name="Hidayaturrahman" userId="b9dd9925-3f63-4f58-a981-e486d2a99324" providerId="ADAL" clId="{78118D4E-897D-4383-8E67-E63CD669B53B}" dt="2024-12-17T07:04:04.389" v="95" actId="27636"/>
          <ac:spMkLst>
            <pc:docMk/>
            <pc:sldMk cId="4011698868" sldId="432"/>
            <ac:spMk id="13" creationId="{C6750CF0-A93C-1B37-8223-5B748E16A96E}"/>
          </ac:spMkLst>
        </pc:spChg>
        <pc:spChg chg="mod">
          <ac:chgData name="Hidayaturrahman" userId="b9dd9925-3f63-4f58-a981-e486d2a99324" providerId="ADAL" clId="{78118D4E-897D-4383-8E67-E63CD669B53B}" dt="2024-12-17T07:03:17.753" v="94" actId="27636"/>
          <ac:spMkLst>
            <pc:docMk/>
            <pc:sldMk cId="4011698868" sldId="432"/>
            <ac:spMk id="15" creationId="{F28B6BB1-5825-3593-13C2-740E52F9C039}"/>
          </ac:spMkLst>
        </pc:spChg>
      </pc:sldChg>
      <pc:sldChg chg="modSp add mod">
        <pc:chgData name="Hidayaturrahman" userId="b9dd9925-3f63-4f58-a981-e486d2a99324" providerId="ADAL" clId="{78118D4E-897D-4383-8E67-E63CD669B53B}" dt="2024-12-17T07:05:25.502" v="117" actId="15"/>
        <pc:sldMkLst>
          <pc:docMk/>
          <pc:sldMk cId="3105880266" sldId="433"/>
        </pc:sldMkLst>
        <pc:spChg chg="mod">
          <ac:chgData name="Hidayaturrahman" userId="b9dd9925-3f63-4f58-a981-e486d2a99324" providerId="ADAL" clId="{78118D4E-897D-4383-8E67-E63CD669B53B}" dt="2024-12-17T07:05:25.502" v="117" actId="15"/>
          <ac:spMkLst>
            <pc:docMk/>
            <pc:sldMk cId="3105880266" sldId="433"/>
            <ac:spMk id="15" creationId="{7D321C94-6B2A-0A90-CFF5-61DE232411A8}"/>
          </ac:spMkLst>
        </pc:spChg>
      </pc:sldChg>
      <pc:sldChg chg="modSp add mod">
        <pc:chgData name="Hidayaturrahman" userId="b9dd9925-3f63-4f58-a981-e486d2a99324" providerId="ADAL" clId="{78118D4E-897D-4383-8E67-E63CD669B53B}" dt="2024-12-17T07:07:13.457" v="152" actId="2710"/>
        <pc:sldMkLst>
          <pc:docMk/>
          <pc:sldMk cId="1447427404" sldId="434"/>
        </pc:sldMkLst>
        <pc:spChg chg="mod">
          <ac:chgData name="Hidayaturrahman" userId="b9dd9925-3f63-4f58-a981-e486d2a99324" providerId="ADAL" clId="{78118D4E-897D-4383-8E67-E63CD669B53B}" dt="2024-12-17T07:07:13.457" v="152" actId="2710"/>
          <ac:spMkLst>
            <pc:docMk/>
            <pc:sldMk cId="1447427404" sldId="434"/>
            <ac:spMk id="15" creationId="{A3CDCB52-D299-2A8C-2161-DDE98510E86F}"/>
          </ac:spMkLst>
        </pc:spChg>
      </pc:sldChg>
      <pc:sldChg chg="addSp delSp modSp add mod">
        <pc:chgData name="Hidayaturrahman" userId="b9dd9925-3f63-4f58-a981-e486d2a99324" providerId="ADAL" clId="{78118D4E-897D-4383-8E67-E63CD669B53B}" dt="2024-12-17T07:13:06.819" v="203" actId="20577"/>
        <pc:sldMkLst>
          <pc:docMk/>
          <pc:sldMk cId="2255222136" sldId="435"/>
        </pc:sldMkLst>
        <pc:spChg chg="add mod">
          <ac:chgData name="Hidayaturrahman" userId="b9dd9925-3f63-4f58-a981-e486d2a99324" providerId="ADAL" clId="{78118D4E-897D-4383-8E67-E63CD669B53B}" dt="2024-12-17T07:13:06.819" v="203" actId="20577"/>
          <ac:spMkLst>
            <pc:docMk/>
            <pc:sldMk cId="2255222136" sldId="435"/>
            <ac:spMk id="2" creationId="{995E80DE-4709-7348-D7D9-E814ABB054FB}"/>
          </ac:spMkLst>
        </pc:spChg>
        <pc:picChg chg="del">
          <ac:chgData name="Hidayaturrahman" userId="b9dd9925-3f63-4f58-a981-e486d2a99324" providerId="ADAL" clId="{78118D4E-897D-4383-8E67-E63CD669B53B}" dt="2024-12-17T07:11:41.125" v="157" actId="478"/>
          <ac:picMkLst>
            <pc:docMk/>
            <pc:sldMk cId="2255222136" sldId="435"/>
            <ac:picMk id="1026" creationId="{14A0A47A-D3A5-61BA-33AC-EB8DB3553D37}"/>
          </ac:picMkLst>
        </pc:picChg>
      </pc:sldChg>
      <pc:sldChg chg="modSp add mod">
        <pc:chgData name="Hidayaturrahman" userId="b9dd9925-3f63-4f58-a981-e486d2a99324" providerId="ADAL" clId="{78118D4E-897D-4383-8E67-E63CD669B53B}" dt="2024-12-17T07:16:59.578" v="238"/>
        <pc:sldMkLst>
          <pc:docMk/>
          <pc:sldMk cId="138414210" sldId="436"/>
        </pc:sldMkLst>
        <pc:spChg chg="mod">
          <ac:chgData name="Hidayaturrahman" userId="b9dd9925-3f63-4f58-a981-e486d2a99324" providerId="ADAL" clId="{78118D4E-897D-4383-8E67-E63CD669B53B}" dt="2024-12-17T07:16:59.578" v="238"/>
          <ac:spMkLst>
            <pc:docMk/>
            <pc:sldMk cId="138414210" sldId="436"/>
            <ac:spMk id="5" creationId="{DD07B699-2F00-83A9-B196-C23703C6AA6E}"/>
          </ac:spMkLst>
        </pc:spChg>
      </pc:sldChg>
      <pc:sldChg chg="modSp add mod replId">
        <pc:chgData name="Hidayaturrahman" userId="b9dd9925-3f63-4f58-a981-e486d2a99324" providerId="ADAL" clId="{78118D4E-897D-4383-8E67-E63CD669B53B}" dt="2024-12-17T07:17:26.140" v="256" actId="403"/>
        <pc:sldMkLst>
          <pc:docMk/>
          <pc:sldMk cId="3942810829" sldId="437"/>
        </pc:sldMkLst>
        <pc:spChg chg="mod">
          <ac:chgData name="Hidayaturrahman" userId="b9dd9925-3f63-4f58-a981-e486d2a99324" providerId="ADAL" clId="{78118D4E-897D-4383-8E67-E63CD669B53B}" dt="2024-12-17T07:17:07.254" v="241"/>
          <ac:spMkLst>
            <pc:docMk/>
            <pc:sldMk cId="3942810829" sldId="437"/>
            <ac:spMk id="13" creationId="{0710CFFA-BB95-459E-A3AE-A2BDDAE3005D}"/>
          </ac:spMkLst>
        </pc:spChg>
        <pc:spChg chg="mod">
          <ac:chgData name="Hidayaturrahman" userId="b9dd9925-3f63-4f58-a981-e486d2a99324" providerId="ADAL" clId="{78118D4E-897D-4383-8E67-E63CD669B53B}" dt="2024-12-17T07:17:26.140" v="256" actId="403"/>
          <ac:spMkLst>
            <pc:docMk/>
            <pc:sldMk cId="3942810829" sldId="437"/>
            <ac:spMk id="15" creationId="{9B06F9A4-9F06-99A2-CD7B-8E164361984D}"/>
          </ac:spMkLst>
        </pc:spChg>
      </pc:sldChg>
      <pc:sldChg chg="modSp add mod">
        <pc:chgData name="Hidayaturrahman" userId="b9dd9925-3f63-4f58-a981-e486d2a99324" providerId="ADAL" clId="{78118D4E-897D-4383-8E67-E63CD669B53B}" dt="2024-12-17T07:18:07.301" v="271" actId="404"/>
        <pc:sldMkLst>
          <pc:docMk/>
          <pc:sldMk cId="3888000005" sldId="438"/>
        </pc:sldMkLst>
        <pc:spChg chg="mod">
          <ac:chgData name="Hidayaturrahman" userId="b9dd9925-3f63-4f58-a981-e486d2a99324" providerId="ADAL" clId="{78118D4E-897D-4383-8E67-E63CD669B53B}" dt="2024-12-17T07:17:56.692" v="260"/>
          <ac:spMkLst>
            <pc:docMk/>
            <pc:sldMk cId="3888000005" sldId="438"/>
            <ac:spMk id="13" creationId="{BB913370-D6CC-BC03-8C97-34F1686CDD46}"/>
          </ac:spMkLst>
        </pc:spChg>
        <pc:spChg chg="mod">
          <ac:chgData name="Hidayaturrahman" userId="b9dd9925-3f63-4f58-a981-e486d2a99324" providerId="ADAL" clId="{78118D4E-897D-4383-8E67-E63CD669B53B}" dt="2024-12-17T07:18:07.301" v="271" actId="404"/>
          <ac:spMkLst>
            <pc:docMk/>
            <pc:sldMk cId="3888000005" sldId="438"/>
            <ac:spMk id="15" creationId="{9C012E08-D79B-00E6-B79F-65E759F6575C}"/>
          </ac:spMkLst>
        </pc:spChg>
      </pc:sldChg>
      <pc:sldChg chg="addSp delSp modSp new mod modClrScheme chgLayout">
        <pc:chgData name="Hidayaturrahman" userId="b9dd9925-3f63-4f58-a981-e486d2a99324" providerId="ADAL" clId="{78118D4E-897D-4383-8E67-E63CD669B53B}" dt="2024-12-17T07:20:07.422" v="295" actId="403"/>
        <pc:sldMkLst>
          <pc:docMk/>
          <pc:sldMk cId="1299448681" sldId="439"/>
        </pc:sldMkLst>
        <pc:spChg chg="mod ord">
          <ac:chgData name="Hidayaturrahman" userId="b9dd9925-3f63-4f58-a981-e486d2a99324" providerId="ADAL" clId="{78118D4E-897D-4383-8E67-E63CD669B53B}" dt="2024-12-17T07:19:05.601" v="280" actId="700"/>
          <ac:spMkLst>
            <pc:docMk/>
            <pc:sldMk cId="1299448681" sldId="439"/>
            <ac:spMk id="2" creationId="{FE179F71-4B94-78F3-BE0B-467EDF8C0198}"/>
          </ac:spMkLst>
        </pc:spChg>
        <pc:spChg chg="del">
          <ac:chgData name="Hidayaturrahman" userId="b9dd9925-3f63-4f58-a981-e486d2a99324" providerId="ADAL" clId="{78118D4E-897D-4383-8E67-E63CD669B53B}" dt="2024-12-17T07:19:00.321" v="278" actId="478"/>
          <ac:spMkLst>
            <pc:docMk/>
            <pc:sldMk cId="1299448681" sldId="439"/>
            <ac:spMk id="3" creationId="{4558A156-B694-E529-720D-C8FA0AE52D7D}"/>
          </ac:spMkLst>
        </pc:spChg>
        <pc:spChg chg="del mod ord">
          <ac:chgData name="Hidayaturrahman" userId="b9dd9925-3f63-4f58-a981-e486d2a99324" providerId="ADAL" clId="{78118D4E-897D-4383-8E67-E63CD669B53B}" dt="2024-12-17T07:19:05.601" v="280" actId="700"/>
          <ac:spMkLst>
            <pc:docMk/>
            <pc:sldMk cId="1299448681" sldId="439"/>
            <ac:spMk id="4" creationId="{6B169377-02C1-E099-D35D-C591E833C4CD}"/>
          </ac:spMkLst>
        </pc:spChg>
        <pc:spChg chg="del">
          <ac:chgData name="Hidayaturrahman" userId="b9dd9925-3f63-4f58-a981-e486d2a99324" providerId="ADAL" clId="{78118D4E-897D-4383-8E67-E63CD669B53B}" dt="2024-12-17T07:19:01.412" v="279" actId="478"/>
          <ac:spMkLst>
            <pc:docMk/>
            <pc:sldMk cId="1299448681" sldId="439"/>
            <ac:spMk id="5" creationId="{C92B81C8-A41A-3439-A67C-7C6B6A694AA8}"/>
          </ac:spMkLst>
        </pc:spChg>
        <pc:spChg chg="del mod ord">
          <ac:chgData name="Hidayaturrahman" userId="b9dd9925-3f63-4f58-a981-e486d2a99324" providerId="ADAL" clId="{78118D4E-897D-4383-8E67-E63CD669B53B}" dt="2024-12-17T07:19:05.601" v="280" actId="700"/>
          <ac:spMkLst>
            <pc:docMk/>
            <pc:sldMk cId="1299448681" sldId="439"/>
            <ac:spMk id="6" creationId="{D1C3D140-87D2-5CCA-8A10-11EB7BA973B3}"/>
          </ac:spMkLst>
        </pc:spChg>
        <pc:spChg chg="add del mod ord">
          <ac:chgData name="Hidayaturrahman" userId="b9dd9925-3f63-4f58-a981-e486d2a99324" providerId="ADAL" clId="{78118D4E-897D-4383-8E67-E63CD669B53B}" dt="2024-12-17T07:19:07.734" v="281" actId="478"/>
          <ac:spMkLst>
            <pc:docMk/>
            <pc:sldMk cId="1299448681" sldId="439"/>
            <ac:spMk id="7" creationId="{2DB8CF31-9459-E680-DC51-5FE3753551FD}"/>
          </ac:spMkLst>
        </pc:spChg>
        <pc:spChg chg="add mod ord">
          <ac:chgData name="Hidayaturrahman" userId="b9dd9925-3f63-4f58-a981-e486d2a99324" providerId="ADAL" clId="{78118D4E-897D-4383-8E67-E63CD669B53B}" dt="2024-12-17T07:20:07.422" v="295" actId="403"/>
          <ac:spMkLst>
            <pc:docMk/>
            <pc:sldMk cId="1299448681" sldId="439"/>
            <ac:spMk id="8" creationId="{89E4543B-9557-7175-B80E-2D050579821F}"/>
          </ac:spMkLst>
        </pc:spChg>
        <pc:spChg chg="add del mod ord">
          <ac:chgData name="Hidayaturrahman" userId="b9dd9925-3f63-4f58-a981-e486d2a99324" providerId="ADAL" clId="{78118D4E-897D-4383-8E67-E63CD669B53B}" dt="2024-12-17T07:19:11.572" v="283" actId="478"/>
          <ac:spMkLst>
            <pc:docMk/>
            <pc:sldMk cId="1299448681" sldId="439"/>
            <ac:spMk id="9" creationId="{AAA19932-68C2-8513-2C35-B2A16F05CCCA}"/>
          </ac:spMkLst>
        </pc:spChg>
        <pc:spChg chg="add del mod ord">
          <ac:chgData name="Hidayaturrahman" userId="b9dd9925-3f63-4f58-a981-e486d2a99324" providerId="ADAL" clId="{78118D4E-897D-4383-8E67-E63CD669B53B}" dt="2024-12-17T07:19:10.259" v="282" actId="478"/>
          <ac:spMkLst>
            <pc:docMk/>
            <pc:sldMk cId="1299448681" sldId="439"/>
            <ac:spMk id="10" creationId="{614BDC9D-D8DE-8684-61E1-E9EE00E1A4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Research and Research Methodologies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Hidayaturrahman, S.Kom., M.T.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Learning</a:t>
            </a:r>
            <a:r>
              <a:rPr lang="en-US" sz="9600" dirty="0">
                <a:latin typeface="+mj-lt"/>
              </a:rPr>
              <a:t> </a:t>
            </a:r>
            <a:r>
              <a:rPr lang="en-US" sz="5400" dirty="0">
                <a:latin typeface="+mj-lt"/>
              </a:rPr>
              <a:t>Outcome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LO1: </a:t>
            </a:r>
            <a:r>
              <a:rPr lang="en-US" sz="5400" dirty="0">
                <a:latin typeface="+mj-lt"/>
              </a:rPr>
              <a:t>Understand the fundamentals of scientific research and the research lifecycle.</a:t>
            </a:r>
          </a:p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LO2: </a:t>
            </a:r>
            <a:r>
              <a:rPr lang="en-US" sz="5400" dirty="0">
                <a:latin typeface="+mj-lt"/>
              </a:rPr>
              <a:t>Analyze and critically evaluate research topics, literature, and theoretical frameworks.</a:t>
            </a:r>
          </a:p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LO3: </a:t>
            </a:r>
            <a:r>
              <a:rPr lang="en-US" sz="5400" dirty="0">
                <a:latin typeface="+mj-lt"/>
              </a:rPr>
              <a:t>Design and apply appropriate research methods to generate valid and reproducible results.</a:t>
            </a:r>
          </a:p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LO4: </a:t>
            </a:r>
            <a:r>
              <a:rPr lang="en-US" sz="5400" dirty="0">
                <a:latin typeface="+mj-lt"/>
              </a:rPr>
              <a:t>Compose and present research findings in formats suitable for high-impact journals and conferences.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Outline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5400" dirty="0">
                <a:latin typeface="+mj-lt"/>
              </a:rPr>
              <a:t>Definition of research and its role in computer science.</a:t>
            </a:r>
          </a:p>
          <a:p>
            <a:pPr marL="1773238" indent="-914400" algn="just"/>
            <a:r>
              <a:rPr lang="en-US" sz="5400" dirty="0">
                <a:latin typeface="+mj-lt"/>
              </a:rPr>
              <a:t>Types of research: Basic vs. applied, qualitative, quantitative, mixed methods.</a:t>
            </a:r>
          </a:p>
          <a:p>
            <a:pPr marL="1773238" indent="-914400" algn="just"/>
            <a:r>
              <a:rPr lang="en-US" sz="5400" dirty="0">
                <a:latin typeface="+mj-lt"/>
              </a:rPr>
              <a:t>The research lifecycle: Idea generation, hypothesis formulation, study design, implementation, and dissemination.</a:t>
            </a:r>
          </a:p>
          <a:p>
            <a:pPr marL="1773238" indent="-914400" algn="just"/>
            <a:r>
              <a:rPr lang="en-US" sz="5400" dirty="0">
                <a:latin typeface="+mj-lt"/>
              </a:rPr>
              <a:t>Importance of originality and contribution in research.</a:t>
            </a:r>
          </a:p>
        </p:txBody>
      </p:sp>
    </p:spTree>
    <p:extLst>
      <p:ext uri="{BB962C8B-B14F-4D97-AF65-F5344CB8AC3E}">
        <p14:creationId xmlns:p14="http://schemas.microsoft.com/office/powerpoint/2010/main" val="22664601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1C96-9F55-7D7A-B786-7A0FF29CD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A44D70B7-48E4-9102-1DC6-891CFF96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research and its role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50716569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0D62A-FEA5-03EB-BC59-7F72ACE6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DD226C64-94F4-E110-4BB5-E0B7EF91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Definition of research and its role in computer science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96651BEA-0F5B-0A8A-E7F3-28F6F6A6F37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850776"/>
            <a:ext cx="23380929" cy="10668001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5400" dirty="0">
                <a:latin typeface="+mj-lt"/>
              </a:rPr>
              <a:t>Research is a systematic process of inquiry aimed at discovering, interpreting, and applying new knowledge. In computer science, research addresses questions ranging from theoretical advancements to practical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825378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1F7B1-3B97-EBB5-8097-DB364876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C6750CF0-A93C-1B37-8223-5B748E16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+mj-lt"/>
              </a:rPr>
              <a:t>Definition of research and its role in computer science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28B6BB1-5825-3593-13C2-740E52F9C03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850776"/>
            <a:ext cx="23380929" cy="10668001"/>
          </a:xfrm>
        </p:spPr>
        <p:txBody>
          <a:bodyPr anchor="ctr">
            <a:normAutofit lnSpcReduction="1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Research?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involves systematic investigation to establish facts, solve problems, and develop new knowledge.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of Research Outputs: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Papers, patents, algorithms, software tools, frameworks, etc.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Conduct Research?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address gaps in knowledge.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propose innovative solutions to existing problems.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contribute to societal, technological, and economic advancements.</a:t>
            </a:r>
          </a:p>
        </p:txBody>
      </p:sp>
    </p:spTree>
    <p:extLst>
      <p:ext uri="{BB962C8B-B14F-4D97-AF65-F5344CB8AC3E}">
        <p14:creationId xmlns:p14="http://schemas.microsoft.com/office/powerpoint/2010/main" val="401169886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1732-6163-A7BB-A05D-D68DEF1C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0BD1CB37-40A8-DB88-AE62-975DDDCF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+mj-lt"/>
              </a:rPr>
              <a:t>Definition of research and its role in computer science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7D321C94-6B2A-0A90-CFF5-61DE232411A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850776"/>
            <a:ext cx="23380929" cy="10668001"/>
          </a:xfrm>
        </p:spPr>
        <p:txBody>
          <a:bodyPr anchor="ctr"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Applications in Computer Science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66788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Artificial Intelligence and Machine Learning</a:t>
            </a:r>
          </a:p>
          <a:p>
            <a:pPr marL="966788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Cybersecurity</a:t>
            </a:r>
          </a:p>
          <a:p>
            <a:pPr marL="966788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Human-Computer Interaction</a:t>
            </a:r>
          </a:p>
          <a:p>
            <a:pPr marL="966788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10588026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research</a:t>
            </a:r>
          </a:p>
        </p:txBody>
      </p:sp>
    </p:spTree>
    <p:extLst>
      <p:ext uri="{BB962C8B-B14F-4D97-AF65-F5344CB8AC3E}">
        <p14:creationId xmlns:p14="http://schemas.microsoft.com/office/powerpoint/2010/main" val="150478248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8332C-8FA7-7B60-4E17-0953E3C41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E4B6D96C-665B-8B3E-BAB1-951786A2C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Types of research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3A4DACB9-DD61-436A-E363-79914F722E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0" marR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Basic vs. Applied Research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Basic Research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Explores fundamental principles.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Studying the theoretical limits of computation.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Applied Research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Focuses on practical problem-solving.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Developing an efficient search engine algorithm.</a:t>
            </a:r>
          </a:p>
        </p:txBody>
      </p:sp>
    </p:spTree>
    <p:extLst>
      <p:ext uri="{BB962C8B-B14F-4D97-AF65-F5344CB8AC3E}">
        <p14:creationId xmlns:p14="http://schemas.microsoft.com/office/powerpoint/2010/main" val="231942176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B9131-5A6B-77EB-03F5-56996AC7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D9EE914B-BBD3-4F02-6417-707C3EEE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Types of research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A3CDCB52-D299-2A8C-2161-DDE98510E86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 fontScale="92500" lnSpcReduction="10000"/>
          </a:bodyPr>
          <a:lstStyle/>
          <a:p>
            <a:pPr marL="0" marR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Qualitative, Quantitative, and Mixed-Methods Research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Qualitative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Focuses on descriptive, non-numeric data.</a:t>
            </a:r>
          </a:p>
          <a:p>
            <a:pPr marL="742950" marR="0" lvl="1" indent="-285750">
              <a:lnSpc>
                <a:spcPct val="11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User experience studies.</a:t>
            </a: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Quantitative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Involves measurable, numeric data.</a:t>
            </a:r>
          </a:p>
          <a:p>
            <a:pPr marL="742950" marR="0" lvl="1" indent="-285750">
              <a:lnSpc>
                <a:spcPct val="11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Analyzing algorithm efficiency.</a:t>
            </a: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Mixed-Methods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Combines both qualitative and quantitative approaches.</a:t>
            </a:r>
          </a:p>
          <a:p>
            <a:pPr marL="742950" marR="0" lvl="1" indent="-285750">
              <a:lnSpc>
                <a:spcPct val="11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 study integrating survey results and system performance data.</a:t>
            </a:r>
          </a:p>
        </p:txBody>
      </p:sp>
    </p:spTree>
    <p:extLst>
      <p:ext uri="{BB962C8B-B14F-4D97-AF65-F5344CB8AC3E}">
        <p14:creationId xmlns:p14="http://schemas.microsoft.com/office/powerpoint/2010/main" val="144742740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A24DD-7C96-EDCE-A9F8-5EBF2C86F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00F0037F-95FF-4E8E-9D93-651C49D0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research lifecycle</a:t>
            </a:r>
          </a:p>
        </p:txBody>
      </p:sp>
    </p:spTree>
    <p:extLst>
      <p:ext uri="{BB962C8B-B14F-4D97-AF65-F5344CB8AC3E}">
        <p14:creationId xmlns:p14="http://schemas.microsoft.com/office/powerpoint/2010/main" val="38648735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F113-2F54-6B57-C10F-6EFD8E25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68FA5B5-DE49-3203-689E-B261F022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The research lifecycle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E25C871-D24B-0FCF-8FEC-062B48D3CF06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566" y="0"/>
            <a:ext cx="18933458" cy="139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91550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A6B5-A4DD-653D-0FB8-851A8D45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FE368A5E-3347-176A-101F-1154D6969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The research lifecycle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5E80DE-4709-7348-D7D9-E814ABB054F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88893" y="2850776"/>
            <a:ext cx="22644847" cy="10110766"/>
          </a:xfrm>
        </p:spPr>
        <p:txBody>
          <a:bodyPr numCol="2">
            <a:noAutofit/>
          </a:bodyPr>
          <a:lstStyle/>
          <a:p>
            <a:pPr marL="342900" marR="0" lvl="0" indent="0"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Idea Generation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Brainstorming and identifying gaps in knowledge.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Tools: Literature databases (Google Scholar, IEEE Xplore).</a:t>
            </a:r>
          </a:p>
          <a:p>
            <a:pPr marL="342900" marR="0" lvl="0" indent="0"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Planning and Design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Defining objectives, hypotheses, and methodologies.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Formulating research questions like "How can deep learning improve medical imaging accuracy?"</a:t>
            </a:r>
          </a:p>
          <a:p>
            <a:pPr marL="342900" marR="0" lvl="0" indent="0"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Execution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collection, analysis, and experimentation.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Tools: Python, R, TensorFlow, MATLAB.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0"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Evaluation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Assessing results against objectives.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Metrics: Accuracy, runtime, scalability.</a:t>
            </a:r>
          </a:p>
          <a:p>
            <a:pPr marL="342900" marR="0" lvl="0" indent="0"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Dissemination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Publishing papers and presenting findings.</a:t>
            </a:r>
          </a:p>
          <a:p>
            <a:pPr marL="742950" marR="0" lvl="1" indent="0">
              <a:spcBef>
                <a:spcPts val="1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Venues: Journals, conferences, workshops.</a:t>
            </a:r>
          </a:p>
          <a:p>
            <a:pPr indent="0">
              <a:spcBef>
                <a:spcPts val="1200"/>
              </a:spcBef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25522213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135E-96BB-A995-2801-5AA9C59B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71D6E60-25BF-076A-719F-3D1BA417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originality and contribution in research</a:t>
            </a:r>
          </a:p>
        </p:txBody>
      </p:sp>
    </p:spTree>
    <p:extLst>
      <p:ext uri="{BB962C8B-B14F-4D97-AF65-F5344CB8AC3E}">
        <p14:creationId xmlns:p14="http://schemas.microsoft.com/office/powerpoint/2010/main" val="29649321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E9AD3-FCDA-0722-8BC6-6FA3AE5A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3C0D5935-A64D-3DD2-6750-808719B49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Importance of originality and contribution in research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CCDE83C7-ECB9-145C-C69B-5C7C83C17A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 anchor="ctr"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 duplication of existing work by: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Conducting comprehensive literature reviews.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Leveraging originality check tools (e.g., Turnitin).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 on: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Novel algorithms or frameworks.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 applications of existing methodologies.</a:t>
            </a:r>
          </a:p>
        </p:txBody>
      </p:sp>
    </p:spTree>
    <p:extLst>
      <p:ext uri="{BB962C8B-B14F-4D97-AF65-F5344CB8AC3E}">
        <p14:creationId xmlns:p14="http://schemas.microsoft.com/office/powerpoint/2010/main" val="180795808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FF06-4619-324F-9634-F59DE88B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DD07B699-2F00-83A9-B196-C23703C6A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Challenges in Research</a:t>
            </a:r>
          </a:p>
        </p:txBody>
      </p:sp>
    </p:spTree>
    <p:extLst>
      <p:ext uri="{BB962C8B-B14F-4D97-AF65-F5344CB8AC3E}">
        <p14:creationId xmlns:p14="http://schemas.microsoft.com/office/powerpoint/2010/main" val="13841421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7F54-C0F6-14F1-953A-301E44DA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0710CFFA-BB95-459E-A3AE-A2BDDAE30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Common Challenges in Research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9B06F9A4-9F06-99A2-CD7B-8E16436198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 anchor="ctr"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Identifying impactful research problems.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Managing time effectively.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Maintaining research ethics and integrity.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Communicating findings clearly.</a:t>
            </a:r>
          </a:p>
        </p:txBody>
      </p:sp>
    </p:spTree>
    <p:extLst>
      <p:ext uri="{BB962C8B-B14F-4D97-AF65-F5344CB8AC3E}">
        <p14:creationId xmlns:p14="http://schemas.microsoft.com/office/powerpoint/2010/main" val="39428108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C0081-FF65-8BEC-B258-9B9B9891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BB913370-D6CC-BC03-8C97-34F1686CD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Summary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9C012E08-D79B-00E6-B79F-65E759F657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 anchor="ctr"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in computer science is both foundational and applied, spanning diverse topics.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research lifecycle ensures structured inquiry and reliable outcomes.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Understanding types of research and their applications is key to successful research endeavors.</a:t>
            </a:r>
          </a:p>
        </p:txBody>
      </p:sp>
    </p:spTree>
    <p:extLst>
      <p:ext uri="{BB962C8B-B14F-4D97-AF65-F5344CB8AC3E}">
        <p14:creationId xmlns:p14="http://schemas.microsoft.com/office/powerpoint/2010/main" val="388800000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9F71-4B94-78F3-BE0B-467EDF8C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Activity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E4543B-9557-7175-B80E-2D05057982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20674694" cy="856859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Discussion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Reflect on a problem you have encountered in computer science.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Discuss whether it fits basic or applied research.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Work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three recent research papers from reputable journals.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Classify their research type (qualitative, quantitative, or mixed-methods).</a:t>
            </a:r>
          </a:p>
        </p:txBody>
      </p:sp>
    </p:spTree>
    <p:extLst>
      <p:ext uri="{BB962C8B-B14F-4D97-AF65-F5344CB8AC3E}">
        <p14:creationId xmlns:p14="http://schemas.microsoft.com/office/powerpoint/2010/main" val="129944868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150570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9600" dirty="0"/>
              <a:t>References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Creswell, J. W., &amp; Creswell, J. D. (2017). Research Design: Qualitative, Quantitative, and Mixed Methods Approaches. SAGE Publications.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Mack, C. A. (2018). How to Write a Good Scientific Paper. SPIE.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Google Scholar: https://scholar.google.com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IEEE Xplore: https://ieeexplore.ieee.org</a:t>
            </a:r>
          </a:p>
        </p:txBody>
      </p:sp>
    </p:spTree>
    <p:extLst>
      <p:ext uri="{BB962C8B-B14F-4D97-AF65-F5344CB8AC3E}">
        <p14:creationId xmlns:p14="http://schemas.microsoft.com/office/powerpoint/2010/main" val="36968460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2023</Template>
  <TotalTime>4799</TotalTime>
  <Words>731</Words>
  <Application>Microsoft Office PowerPoint</Application>
  <PresentationFormat>Custom</PresentationFormat>
  <Paragraphs>101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Courier New</vt:lpstr>
      <vt:lpstr>Open Sans ExtraBold</vt:lpstr>
      <vt:lpstr>Open Sans Semibold</vt:lpstr>
      <vt:lpstr>Arial</vt:lpstr>
      <vt:lpstr>Aptos</vt:lpstr>
      <vt:lpstr>Open Sans Light</vt:lpstr>
      <vt:lpstr>OCRB</vt:lpstr>
      <vt:lpstr>Wingdings</vt:lpstr>
      <vt:lpstr>Symbol</vt:lpstr>
      <vt:lpstr>21_BasicWhite</vt:lpstr>
      <vt:lpstr>Introduction to Research and Research Methodologies </vt:lpstr>
      <vt:lpstr>Learning Outcome</vt:lpstr>
      <vt:lpstr>Outline</vt:lpstr>
      <vt:lpstr>Definition of research and its role in computer science</vt:lpstr>
      <vt:lpstr>Definition of research and its role in computer science</vt:lpstr>
      <vt:lpstr>Definition of research and its role in computer science</vt:lpstr>
      <vt:lpstr>Definition of research and its role in computer science</vt:lpstr>
      <vt:lpstr>Types of research</vt:lpstr>
      <vt:lpstr>Types of research</vt:lpstr>
      <vt:lpstr>Types of research</vt:lpstr>
      <vt:lpstr>The research lifecycle</vt:lpstr>
      <vt:lpstr>The research lifecycle</vt:lpstr>
      <vt:lpstr>The research lifecycle</vt:lpstr>
      <vt:lpstr>Importance of originality and contribution in research</vt:lpstr>
      <vt:lpstr>Importance of originality and contribution in research</vt:lpstr>
      <vt:lpstr>Common Challenges in Research</vt:lpstr>
      <vt:lpstr>Common Challenges in Research</vt:lpstr>
      <vt:lpstr>Summary</vt:lpstr>
      <vt:lpstr>Activity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Felix Indra Kurniadi</dc:creator>
  <cp:lastModifiedBy>Hidayaturrahman</cp:lastModifiedBy>
  <cp:revision>123</cp:revision>
  <dcterms:created xsi:type="dcterms:W3CDTF">2023-10-15T02:42:15Z</dcterms:created>
  <dcterms:modified xsi:type="dcterms:W3CDTF">2024-12-17T07:20:09Z</dcterms:modified>
</cp:coreProperties>
</file>