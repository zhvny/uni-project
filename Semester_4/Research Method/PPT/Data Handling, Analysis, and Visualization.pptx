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23" r:id="rId12"/>
    <p:sldId id="272" r:id="rId13"/>
  </p:sldIdLst>
  <p:sldSz cx="24384000" cy="13716000"/>
  <p:notesSz cx="6858000" cy="9144000"/>
  <p:embeddedFontLst>
    <p:embeddedFont>
      <p:font typeface="OCRB" panose="020B0609020202020204" pitchFamily="49" charset="0"/>
      <p:regular r:id="rId15"/>
    </p:embeddedFont>
    <p:embeddedFont>
      <p:font typeface="Open Sans ExtraBold" panose="020B0906030804020204" pitchFamily="34" charset="0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italic r:id="rId20"/>
    </p:embeddedFont>
    <p:embeddedFont>
      <p:font typeface="Open Sans Semibold" panose="020B0706030804020204" pitchFamily="34" charset="0"/>
      <p:bold r:id="rId21"/>
      <p:boldItalic r:id="rId2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7589B04D-FC60-4E9B-A6A0-509F27E70A1E}"/>
    <pc:docChg chg="undo custSel addSld delSld modSld">
      <pc:chgData name="Hidayaturrahman" userId="b9dd9925-3f63-4f58-a981-e486d2a99324" providerId="ADAL" clId="{7589B04D-FC60-4E9B-A6A0-509F27E70A1E}" dt="2024-12-17T08:19:20.819" v="167" actId="242"/>
      <pc:docMkLst>
        <pc:docMk/>
      </pc:docMkLst>
      <pc:sldChg chg="modSp mod">
        <pc:chgData name="Hidayaturrahman" userId="b9dd9925-3f63-4f58-a981-e486d2a99324" providerId="ADAL" clId="{7589B04D-FC60-4E9B-A6A0-509F27E70A1E}" dt="2024-12-17T08:13:00.165" v="6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7589B04D-FC60-4E9B-A6A0-509F27E70A1E}" dt="2024-12-17T08:13:00.165" v="6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7589B04D-FC60-4E9B-A6A0-509F27E70A1E}" dt="2024-12-17T08:12:54.387" v="2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7589B04D-FC60-4E9B-A6A0-509F27E70A1E}" dt="2024-12-17T08:13:07.646" v="8" actId="20577"/>
        <pc:sldMkLst>
          <pc:docMk/>
          <pc:sldMk cId="2766454393" sldId="257"/>
        </pc:sldMkLst>
        <pc:spChg chg="mod">
          <ac:chgData name="Hidayaturrahman" userId="b9dd9925-3f63-4f58-a981-e486d2a99324" providerId="ADAL" clId="{7589B04D-FC60-4E9B-A6A0-509F27E70A1E}" dt="2024-12-17T08:13:07.646" v="8" actId="20577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7589B04D-FC60-4E9B-A6A0-509F27E70A1E}" dt="2024-12-17T08:15:05.616" v="50" actId="403"/>
        <pc:sldMkLst>
          <pc:docMk/>
          <pc:sldMk cId="2266460145" sldId="258"/>
        </pc:sldMkLst>
        <pc:spChg chg="mod">
          <ac:chgData name="Hidayaturrahman" userId="b9dd9925-3f63-4f58-a981-e486d2a99324" providerId="ADAL" clId="{7589B04D-FC60-4E9B-A6A0-509F27E70A1E}" dt="2024-12-17T08:15:05.616" v="50" actId="403"/>
          <ac:spMkLst>
            <pc:docMk/>
            <pc:sldMk cId="2266460145" sldId="258"/>
            <ac:spMk id="15" creationId="{FC0F9715-3361-3A3E-A4CD-86B721291623}"/>
          </ac:spMkLst>
        </pc:spChg>
      </pc:sldChg>
      <pc:sldChg chg="del">
        <pc:chgData name="Hidayaturrahman" userId="b9dd9925-3f63-4f58-a981-e486d2a99324" providerId="ADAL" clId="{7589B04D-FC60-4E9B-A6A0-509F27E70A1E}" dt="2024-12-17T08:18:58.829" v="152" actId="47"/>
        <pc:sldMkLst>
          <pc:docMk/>
          <pc:sldMk cId="1299448681" sldId="439"/>
        </pc:sldMkLst>
      </pc:sldChg>
      <pc:sldChg chg="modSp add mod">
        <pc:chgData name="Hidayaturrahman" userId="b9dd9925-3f63-4f58-a981-e486d2a99324" providerId="ADAL" clId="{7589B04D-FC60-4E9B-A6A0-509F27E70A1E}" dt="2024-12-17T08:15:44.459" v="66" actId="115"/>
        <pc:sldMkLst>
          <pc:docMk/>
          <pc:sldMk cId="2595370443" sldId="440"/>
        </pc:sldMkLst>
        <pc:spChg chg="mod">
          <ac:chgData name="Hidayaturrahman" userId="b9dd9925-3f63-4f58-a981-e486d2a99324" providerId="ADAL" clId="{7589B04D-FC60-4E9B-A6A0-509F27E70A1E}" dt="2024-12-17T08:14:59.688" v="42"/>
          <ac:spMkLst>
            <pc:docMk/>
            <pc:sldMk cId="2595370443" sldId="440"/>
            <ac:spMk id="13" creationId="{F17C2000-49D9-81E2-014C-E30AD3B45741}"/>
          </ac:spMkLst>
        </pc:spChg>
        <pc:spChg chg="mod">
          <ac:chgData name="Hidayaturrahman" userId="b9dd9925-3f63-4f58-a981-e486d2a99324" providerId="ADAL" clId="{7589B04D-FC60-4E9B-A6A0-509F27E70A1E}" dt="2024-12-17T08:15:44.459" v="66" actId="115"/>
          <ac:spMkLst>
            <pc:docMk/>
            <pc:sldMk cId="2595370443" sldId="440"/>
            <ac:spMk id="15" creationId="{6DC26E80-ED6D-D7AF-31CE-DA09724339CE}"/>
          </ac:spMkLst>
        </pc:spChg>
      </pc:sldChg>
      <pc:sldChg chg="modSp add mod">
        <pc:chgData name="Hidayaturrahman" userId="b9dd9925-3f63-4f58-a981-e486d2a99324" providerId="ADAL" clId="{7589B04D-FC60-4E9B-A6A0-509F27E70A1E}" dt="2024-12-17T08:16:10.054" v="79" actId="20577"/>
        <pc:sldMkLst>
          <pc:docMk/>
          <pc:sldMk cId="3929423625" sldId="441"/>
        </pc:sldMkLst>
        <pc:spChg chg="mod">
          <ac:chgData name="Hidayaturrahman" userId="b9dd9925-3f63-4f58-a981-e486d2a99324" providerId="ADAL" clId="{7589B04D-FC60-4E9B-A6A0-509F27E70A1E}" dt="2024-12-17T08:14:51.892" v="40"/>
          <ac:spMkLst>
            <pc:docMk/>
            <pc:sldMk cId="3929423625" sldId="441"/>
            <ac:spMk id="13" creationId="{20F865D0-4C24-0F9A-CE1B-130CB9B47263}"/>
          </ac:spMkLst>
        </pc:spChg>
        <pc:spChg chg="mod">
          <ac:chgData name="Hidayaturrahman" userId="b9dd9925-3f63-4f58-a981-e486d2a99324" providerId="ADAL" clId="{7589B04D-FC60-4E9B-A6A0-509F27E70A1E}" dt="2024-12-17T08:16:10.054" v="79" actId="20577"/>
          <ac:spMkLst>
            <pc:docMk/>
            <pc:sldMk cId="3929423625" sldId="441"/>
            <ac:spMk id="15" creationId="{175F231A-01CF-EE29-B79B-4FB947946D8D}"/>
          </ac:spMkLst>
        </pc:spChg>
      </pc:sldChg>
      <pc:sldChg chg="modSp add mod">
        <pc:chgData name="Hidayaturrahman" userId="b9dd9925-3f63-4f58-a981-e486d2a99324" providerId="ADAL" clId="{7589B04D-FC60-4E9B-A6A0-509F27E70A1E}" dt="2024-12-17T08:16:50.047" v="102" actId="115"/>
        <pc:sldMkLst>
          <pc:docMk/>
          <pc:sldMk cId="4032571010" sldId="442"/>
        </pc:sldMkLst>
        <pc:spChg chg="mod">
          <ac:chgData name="Hidayaturrahman" userId="b9dd9925-3f63-4f58-a981-e486d2a99324" providerId="ADAL" clId="{7589B04D-FC60-4E9B-A6A0-509F27E70A1E}" dt="2024-12-17T08:14:45.007" v="38"/>
          <ac:spMkLst>
            <pc:docMk/>
            <pc:sldMk cId="4032571010" sldId="442"/>
            <ac:spMk id="13" creationId="{AE439DF3-FFE3-D1E6-643B-C6509FDFD857}"/>
          </ac:spMkLst>
        </pc:spChg>
        <pc:spChg chg="mod">
          <ac:chgData name="Hidayaturrahman" userId="b9dd9925-3f63-4f58-a981-e486d2a99324" providerId="ADAL" clId="{7589B04D-FC60-4E9B-A6A0-509F27E70A1E}" dt="2024-12-17T08:16:50.047" v="102" actId="115"/>
          <ac:spMkLst>
            <pc:docMk/>
            <pc:sldMk cId="4032571010" sldId="442"/>
            <ac:spMk id="15" creationId="{4FE39888-8581-7F51-38B0-902C3200D639}"/>
          </ac:spMkLst>
        </pc:spChg>
      </pc:sldChg>
      <pc:sldChg chg="modSp add mod">
        <pc:chgData name="Hidayaturrahman" userId="b9dd9925-3f63-4f58-a981-e486d2a99324" providerId="ADAL" clId="{7589B04D-FC60-4E9B-A6A0-509F27E70A1E}" dt="2024-12-17T08:17:23.984" v="115" actId="27636"/>
        <pc:sldMkLst>
          <pc:docMk/>
          <pc:sldMk cId="1036084762" sldId="443"/>
        </pc:sldMkLst>
        <pc:spChg chg="mod">
          <ac:chgData name="Hidayaturrahman" userId="b9dd9925-3f63-4f58-a981-e486d2a99324" providerId="ADAL" clId="{7589B04D-FC60-4E9B-A6A0-509F27E70A1E}" dt="2024-12-17T08:14:38.538" v="36"/>
          <ac:spMkLst>
            <pc:docMk/>
            <pc:sldMk cId="1036084762" sldId="443"/>
            <ac:spMk id="13" creationId="{A6F20A79-DCCE-C9AE-98F3-4C9BC6C1EF17}"/>
          </ac:spMkLst>
        </pc:spChg>
        <pc:spChg chg="mod">
          <ac:chgData name="Hidayaturrahman" userId="b9dd9925-3f63-4f58-a981-e486d2a99324" providerId="ADAL" clId="{7589B04D-FC60-4E9B-A6A0-509F27E70A1E}" dt="2024-12-17T08:17:23.984" v="115" actId="27636"/>
          <ac:spMkLst>
            <pc:docMk/>
            <pc:sldMk cId="1036084762" sldId="443"/>
            <ac:spMk id="15" creationId="{A626D4F8-4313-689C-643A-4EBF6D1ECD74}"/>
          </ac:spMkLst>
        </pc:spChg>
      </pc:sldChg>
      <pc:sldChg chg="modSp add mod">
        <pc:chgData name="Hidayaturrahman" userId="b9dd9925-3f63-4f58-a981-e486d2a99324" providerId="ADAL" clId="{7589B04D-FC60-4E9B-A6A0-509F27E70A1E}" dt="2024-12-17T08:17:59.031" v="133" actId="27636"/>
        <pc:sldMkLst>
          <pc:docMk/>
          <pc:sldMk cId="56514479" sldId="444"/>
        </pc:sldMkLst>
        <pc:spChg chg="mod">
          <ac:chgData name="Hidayaturrahman" userId="b9dd9925-3f63-4f58-a981-e486d2a99324" providerId="ADAL" clId="{7589B04D-FC60-4E9B-A6A0-509F27E70A1E}" dt="2024-12-17T08:14:32.461" v="34"/>
          <ac:spMkLst>
            <pc:docMk/>
            <pc:sldMk cId="56514479" sldId="444"/>
            <ac:spMk id="13" creationId="{E694D4A6-5A66-68D4-6FA1-907EDB2CE999}"/>
          </ac:spMkLst>
        </pc:spChg>
        <pc:spChg chg="mod">
          <ac:chgData name="Hidayaturrahman" userId="b9dd9925-3f63-4f58-a981-e486d2a99324" providerId="ADAL" clId="{7589B04D-FC60-4E9B-A6A0-509F27E70A1E}" dt="2024-12-17T08:17:59.031" v="133" actId="27636"/>
          <ac:spMkLst>
            <pc:docMk/>
            <pc:sldMk cId="56514479" sldId="444"/>
            <ac:spMk id="15" creationId="{E42611BC-8A2A-E8CC-B268-F4F4AA9A993D}"/>
          </ac:spMkLst>
        </pc:spChg>
      </pc:sldChg>
      <pc:sldChg chg="modSp add mod">
        <pc:chgData name="Hidayaturrahman" userId="b9dd9925-3f63-4f58-a981-e486d2a99324" providerId="ADAL" clId="{7589B04D-FC60-4E9B-A6A0-509F27E70A1E}" dt="2024-12-17T08:18:37.975" v="151" actId="20577"/>
        <pc:sldMkLst>
          <pc:docMk/>
          <pc:sldMk cId="3716884624" sldId="445"/>
        </pc:sldMkLst>
        <pc:spChg chg="mod">
          <ac:chgData name="Hidayaturrahman" userId="b9dd9925-3f63-4f58-a981-e486d2a99324" providerId="ADAL" clId="{7589B04D-FC60-4E9B-A6A0-509F27E70A1E}" dt="2024-12-17T08:14:24.595" v="32"/>
          <ac:spMkLst>
            <pc:docMk/>
            <pc:sldMk cId="3716884624" sldId="445"/>
            <ac:spMk id="13" creationId="{2F9D79D9-972D-B82F-90CC-A982046C5FCB}"/>
          </ac:spMkLst>
        </pc:spChg>
        <pc:spChg chg="mod">
          <ac:chgData name="Hidayaturrahman" userId="b9dd9925-3f63-4f58-a981-e486d2a99324" providerId="ADAL" clId="{7589B04D-FC60-4E9B-A6A0-509F27E70A1E}" dt="2024-12-17T08:18:37.975" v="151" actId="20577"/>
          <ac:spMkLst>
            <pc:docMk/>
            <pc:sldMk cId="3716884624" sldId="445"/>
            <ac:spMk id="15" creationId="{9F65C3D7-58B7-C5F3-3688-B10BD404D644}"/>
          </ac:spMkLst>
        </pc:spChg>
      </pc:sldChg>
      <pc:sldChg chg="modSp add mod">
        <pc:chgData name="Hidayaturrahman" userId="b9dd9925-3f63-4f58-a981-e486d2a99324" providerId="ADAL" clId="{7589B04D-FC60-4E9B-A6A0-509F27E70A1E}" dt="2024-12-17T08:19:20.819" v="167" actId="242"/>
        <pc:sldMkLst>
          <pc:docMk/>
          <pc:sldMk cId="2297884672" sldId="446"/>
        </pc:sldMkLst>
        <pc:spChg chg="mod">
          <ac:chgData name="Hidayaturrahman" userId="b9dd9925-3f63-4f58-a981-e486d2a99324" providerId="ADAL" clId="{7589B04D-FC60-4E9B-A6A0-509F27E70A1E}" dt="2024-12-17T08:19:07.550" v="160" actId="20577"/>
          <ac:spMkLst>
            <pc:docMk/>
            <pc:sldMk cId="2297884672" sldId="446"/>
            <ac:spMk id="13" creationId="{EB195F93-BDDB-FE04-B4CD-FC6C57F85846}"/>
          </ac:spMkLst>
        </pc:spChg>
        <pc:spChg chg="mod">
          <ac:chgData name="Hidayaturrahman" userId="b9dd9925-3f63-4f58-a981-e486d2a99324" providerId="ADAL" clId="{7589B04D-FC60-4E9B-A6A0-509F27E70A1E}" dt="2024-12-17T08:19:20.819" v="167" actId="242"/>
          <ac:spMkLst>
            <pc:docMk/>
            <pc:sldMk cId="2297884672" sldId="446"/>
            <ac:spMk id="15" creationId="{9BCC267B-55F4-45C8-4BF2-7942772790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Handling, Analysis, and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88141" y="3890683"/>
            <a:ext cx="20421600" cy="8713694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LO3: </a:t>
            </a:r>
            <a:r>
              <a:rPr lang="en-US" sz="5400" dirty="0">
                <a:latin typeface="+mj-lt"/>
              </a:rPr>
              <a:t>Design and apply appropriate research methods to generate valid and reproducible results.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Data Handling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Collection Methods</a:t>
            </a:r>
            <a:endParaRPr lang="en-US" sz="48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Cleaning and Preparation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Analysis Techniques</a:t>
            </a:r>
            <a:endParaRPr lang="en-US" sz="48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</a:t>
            </a:r>
            <a:endParaRPr lang="en-US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Data Handling and Analysis</a:t>
            </a:r>
          </a:p>
          <a:p>
            <a:pPr marL="1773238" indent="-914400" algn="just"/>
            <a:endParaRPr lang="en-US" sz="4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B9CC0-B236-83F6-CF66-3019DF5B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F17C2000-49D9-81E2-014C-E30AD3B4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Data Handling</a:t>
            </a:r>
            <a:b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6DC26E80-ED6D-D7AF-31CE-DA09724339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data handling is crucial for ensuring the reliability and integrity of research findings. Proper data management facilitates reproducibility, accuracy, and efficient analysis.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Principles</a:t>
            </a:r>
            <a:endParaRPr lang="en-US" sz="36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Organization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Maintain structured datasets with clear naming conventions.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standardized formats (e.g., CSV, JSON).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Storage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reliable storage solutions (e.g., cloud storage, databases).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Regularly back up data to prevent loss.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Privacy and Security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Protect sensitive information.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Follow ethical guidelines and data protection laws (e.g., GDPR).</a:t>
            </a:r>
          </a:p>
        </p:txBody>
      </p:sp>
    </p:spTree>
    <p:extLst>
      <p:ext uri="{BB962C8B-B14F-4D97-AF65-F5344CB8AC3E}">
        <p14:creationId xmlns:p14="http://schemas.microsoft.com/office/powerpoint/2010/main" val="259537044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8F9B-021D-0350-F067-3AA0C8A9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20F865D0-4C24-0F9A-CE1B-130CB9B4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Collection Methods</a:t>
            </a:r>
            <a:br>
              <a:rPr lang="en-US" sz="54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175F231A-01CF-EE29-B79B-4FB947946D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Data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collected directly by the researcher.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Examples: Surveys, experiments, observations.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Secondary Data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Pre-existing data collected by others.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Examples: Public datasets, company records, literature reviews.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for Data Collection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 Surveys: Google Forms, Qualtrics.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Experiments: Lab setups, simulation software.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Scraping: Python libraries like Beautiful Soup or Scrapy.</a:t>
            </a:r>
            <a:endParaRPr lang="en-US" sz="4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4236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2071-FE24-E36F-3023-B16557A6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E439DF3-FFE3-D1E6-643B-C6509FDF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Cleaning and Preparation</a:t>
            </a:r>
            <a:b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4FE39888-8581-7F51-38B0-902C3200D6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Data Cleaning</a:t>
            </a:r>
            <a:endParaRPr lang="en-US" sz="36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Handling Missing Data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Methods: Imputation, deletion, or flagging missing values.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Detecting and Correcting Errors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tools for validation (e.g., regex for text validation).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Outlier Detection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Methods: Statistical methods like IQR or Z-scores.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Normalization and Scaling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Techniques: Min-max scaling, standardization.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endParaRPr lang="en-U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</a:t>
            </a:r>
            <a:endParaRPr lang="en-US" sz="36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Libraries: Pandas, NumPy.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 Packages: </a:t>
            </a:r>
            <a:r>
              <a:rPr lang="en-US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dplyr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tidyr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5710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491D-491A-252C-03D5-768D5FEF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6F20A79-DCCE-C9AE-98F3-4C9BC6C1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Analysis Techniques</a:t>
            </a:r>
            <a:br>
              <a:rPr lang="en-US" sz="54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A626D4F8-4313-689C-643A-4EBF6D1ECD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Quantitative Analysis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Statistical techniques: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Descriptive: Mean, median, standard deviation.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Inferential: Hypothesis testing, regression analysis.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Python (SciPy, </a:t>
            </a:r>
            <a:r>
              <a:rPr lang="en-US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Statsmodels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R.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Qualitative Analysis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Techniques: Coding, thematic analysis.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NVivo, MAXQDA.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 for Data Analysis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Supervised Learning: Regression, classification.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Unsupervised Learning: Clustering, dimensionality reduction.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Scikit-learn, TensorFlow, </a:t>
            </a:r>
            <a:r>
              <a:rPr lang="en-US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PyTorch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60847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4EB0-F498-174C-400B-43DB1047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E694D4A6-5A66-68D4-6FA1-907EDB2C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Visualization</a:t>
            </a:r>
            <a:b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E42611BC-8A2A-E8CC-B268-F4F4AA9A99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Visualize Data?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Simplifies complex datasets.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Highlights patterns, trends, and outliers.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Enhances understanding and communication.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Visualizations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66788" lvl="1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Charts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322387" lvl="2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Bar, line, pie, scatterplots.</a:t>
            </a:r>
          </a:p>
          <a:p>
            <a:pPr marL="966788" lvl="1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Advanced Visualizations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322387" lvl="2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Heatmaps, network graphs, 3D plots.</a:t>
            </a:r>
          </a:p>
          <a:p>
            <a:pPr marL="966788" lvl="1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322387" lvl="2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Interactive displays using tools like Tableau or Power BI.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Visualization Best Practices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appropriate charts for the data type.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clarity: Use labels, legends, and titles.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 misleading visuals (e.g., truncated axes).</a:t>
            </a:r>
            <a:endParaRPr lang="en-US" sz="4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1447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3582-CE5F-075E-FE48-C15A06E0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2F9D79D9-972D-B82F-90CC-A982046C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Data Handling and Analysis</a:t>
            </a:r>
            <a:b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9F65C3D7-58B7-C5F3-3688-B10BD404D6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Large Datasets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Use distributed systems like Hadoop, Spark.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Dirty or Unstructured Data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Automate cleaning processes using scripts.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Bias in Data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Solution: </a:t>
            </a:r>
            <a:r>
              <a:rPr lang="en-US" sz="4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Diversify data sources and validate findings</a:t>
            </a:r>
            <a:endParaRPr lang="en-US" sz="44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88462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FDCE-CE1C-C8C8-F880-8570505D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EB195F93-BDDB-FE04-B4CD-FC6C57F8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9BCC267B-55F4-45C8-4BF2-79427727902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data handling ensures the reliability of research findings.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analysis techniques vary based on the type of data and research objectives.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Visualization enhances data interpretation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2978846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4783</TotalTime>
  <Words>637</Words>
  <Application>Microsoft Office PowerPoint</Application>
  <PresentationFormat>Custom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Courier New</vt:lpstr>
      <vt:lpstr>Open Sans Light</vt:lpstr>
      <vt:lpstr>Open Sans ExtraBold</vt:lpstr>
      <vt:lpstr>Arial</vt:lpstr>
      <vt:lpstr>Aptos</vt:lpstr>
      <vt:lpstr>OCRB</vt:lpstr>
      <vt:lpstr>Symbol</vt:lpstr>
      <vt:lpstr>Open Sans Semibold</vt:lpstr>
      <vt:lpstr>21_BasicWhite</vt:lpstr>
      <vt:lpstr>Data Handling, Analysis, and Visualization</vt:lpstr>
      <vt:lpstr>Learning Outcome</vt:lpstr>
      <vt:lpstr>Outline</vt:lpstr>
      <vt:lpstr>Importance of Data Handling </vt:lpstr>
      <vt:lpstr>Data Collection Methods </vt:lpstr>
      <vt:lpstr>Data Cleaning and Preparation </vt:lpstr>
      <vt:lpstr>Data Analysis Techniques </vt:lpstr>
      <vt:lpstr>Data Visualization </vt:lpstr>
      <vt:lpstr>Challenges in Data Handling and Analysis </vt:lpstr>
      <vt:lpstr>Summary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2024-12-17T08:19:22Z</dcterms:modified>
</cp:coreProperties>
</file>