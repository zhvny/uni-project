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332" r:id="rId5"/>
    <p:sldId id="333" r:id="rId6"/>
    <p:sldId id="440" r:id="rId7"/>
    <p:sldId id="444" r:id="rId8"/>
    <p:sldId id="441" r:id="rId9"/>
    <p:sldId id="445" r:id="rId10"/>
    <p:sldId id="446" r:id="rId11"/>
    <p:sldId id="442" r:id="rId12"/>
    <p:sldId id="447" r:id="rId13"/>
    <p:sldId id="448" r:id="rId14"/>
    <p:sldId id="443" r:id="rId15"/>
    <p:sldId id="449" r:id="rId16"/>
    <p:sldId id="450" r:id="rId17"/>
    <p:sldId id="439" r:id="rId18"/>
    <p:sldId id="423" r:id="rId19"/>
    <p:sldId id="272" r:id="rId20"/>
  </p:sldIdLst>
  <p:sldSz cx="24384000" cy="13716000"/>
  <p:notesSz cx="6858000" cy="9144000"/>
  <p:embeddedFontLst>
    <p:embeddedFont>
      <p:font typeface="OCRB" panose="020B0609020202020204" pitchFamily="49" charset="0"/>
      <p:regular r:id="rId22"/>
    </p:embeddedFont>
    <p:embeddedFont>
      <p:font typeface="Open Sans ExtraBold" panose="020B0906030804020204" pitchFamily="34" charset="0"/>
      <p:bold r:id="rId23"/>
      <p:italic r:id="rId24"/>
      <p:boldItalic r:id="rId25"/>
    </p:embeddedFont>
    <p:embeddedFont>
      <p:font typeface="Open Sans Light" panose="020B0306030504020204" pitchFamily="34" charset="0"/>
      <p:regular r:id="rId26"/>
      <p:italic r:id="rId27"/>
    </p:embeddedFont>
    <p:embeddedFont>
      <p:font typeface="Open Sans Semibold" panose="020B0706030804020204" pitchFamily="34" charset="0"/>
      <p:bold r:id="rId28"/>
      <p:boldItalic r:id="rId29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5E5E5E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Gaya Tema 1 - Akse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5097" autoAdjust="0"/>
  </p:normalViewPr>
  <p:slideViewPr>
    <p:cSldViewPr snapToGrid="0" snapToObjects="1">
      <p:cViewPr varScale="1">
        <p:scale>
          <a:sx n="54" d="100"/>
          <a:sy n="54" d="100"/>
        </p:scale>
        <p:origin x="558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urrahman" userId="b9dd9925-3f63-4f58-a981-e486d2a99324" providerId="ADAL" clId="{9BA61324-4927-447A-BD19-8156EFAF7189}"/>
    <pc:docChg chg="undo custSel addSld modSld sldOrd">
      <pc:chgData name="Hidayaturrahman" userId="b9dd9925-3f63-4f58-a981-e486d2a99324" providerId="ADAL" clId="{9BA61324-4927-447A-BD19-8156EFAF7189}" dt="2024-12-17T07:35:57.367" v="319" actId="404"/>
      <pc:docMkLst>
        <pc:docMk/>
      </pc:docMkLst>
      <pc:sldChg chg="modSp mod">
        <pc:chgData name="Hidayaturrahman" userId="b9dd9925-3f63-4f58-a981-e486d2a99324" providerId="ADAL" clId="{9BA61324-4927-447A-BD19-8156EFAF7189}" dt="2024-12-17T07:25:28.824" v="50" actId="20577"/>
        <pc:sldMkLst>
          <pc:docMk/>
          <pc:sldMk cId="3807564589" sldId="256"/>
        </pc:sldMkLst>
        <pc:spChg chg="mod">
          <ac:chgData name="Hidayaturrahman" userId="b9dd9925-3f63-4f58-a981-e486d2a99324" providerId="ADAL" clId="{9BA61324-4927-447A-BD19-8156EFAF7189}" dt="2024-12-17T07:25:28.824" v="50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idayaturrahman" userId="b9dd9925-3f63-4f58-a981-e486d2a99324" providerId="ADAL" clId="{9BA61324-4927-447A-BD19-8156EFAF7189}" dt="2024-12-17T07:25:26.734" v="48" actId="27636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idayaturrahman" userId="b9dd9925-3f63-4f58-a981-e486d2a99324" providerId="ADAL" clId="{9BA61324-4927-447A-BD19-8156EFAF7189}" dt="2024-12-17T07:21:32.843" v="1" actId="20577"/>
        <pc:sldMkLst>
          <pc:docMk/>
          <pc:sldMk cId="2766454393" sldId="257"/>
        </pc:sldMkLst>
        <pc:spChg chg="mod">
          <ac:chgData name="Hidayaturrahman" userId="b9dd9925-3f63-4f58-a981-e486d2a99324" providerId="ADAL" clId="{9BA61324-4927-447A-BD19-8156EFAF7189}" dt="2024-12-17T07:21:32.843" v="1" actId="20577"/>
          <ac:spMkLst>
            <pc:docMk/>
            <pc:sldMk cId="2766454393" sldId="257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9BA61324-4927-447A-BD19-8156EFAF7189}" dt="2024-12-17T07:26:54.805" v="75" actId="20577"/>
        <pc:sldMkLst>
          <pc:docMk/>
          <pc:sldMk cId="2266460145" sldId="258"/>
        </pc:sldMkLst>
        <pc:spChg chg="mod">
          <ac:chgData name="Hidayaturrahman" userId="b9dd9925-3f63-4f58-a981-e486d2a99324" providerId="ADAL" clId="{9BA61324-4927-447A-BD19-8156EFAF7189}" dt="2024-12-17T07:26:54.805" v="75" actId="20577"/>
          <ac:spMkLst>
            <pc:docMk/>
            <pc:sldMk cId="2266460145" sldId="258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9BA61324-4927-447A-BD19-8156EFAF7189}" dt="2024-12-17T07:27:17.889" v="79"/>
        <pc:sldMkLst>
          <pc:docMk/>
          <pc:sldMk cId="1504782480" sldId="332"/>
        </pc:sldMkLst>
        <pc:spChg chg="mod">
          <ac:chgData name="Hidayaturrahman" userId="b9dd9925-3f63-4f58-a981-e486d2a99324" providerId="ADAL" clId="{9BA61324-4927-447A-BD19-8156EFAF7189}" dt="2024-12-17T07:27:17.889" v="79"/>
          <ac:spMkLst>
            <pc:docMk/>
            <pc:sldMk cId="1504782480" sldId="332"/>
            <ac:spMk id="5" creationId="{C5B773AD-3131-DABC-0943-3C804025A808}"/>
          </ac:spMkLst>
        </pc:spChg>
      </pc:sldChg>
      <pc:sldChg chg="addSp delSp modSp mod ord">
        <pc:chgData name="Hidayaturrahman" userId="b9dd9925-3f63-4f58-a981-e486d2a99324" providerId="ADAL" clId="{9BA61324-4927-447A-BD19-8156EFAF7189}" dt="2024-12-17T07:29:09.692" v="114" actId="5793"/>
        <pc:sldMkLst>
          <pc:docMk/>
          <pc:sldMk cId="2890318243" sldId="333"/>
        </pc:sldMkLst>
        <pc:spChg chg="add del mod">
          <ac:chgData name="Hidayaturrahman" userId="b9dd9925-3f63-4f58-a981-e486d2a99324" providerId="ADAL" clId="{9BA61324-4927-447A-BD19-8156EFAF7189}" dt="2024-12-17T07:28:42.094" v="102" actId="478"/>
          <ac:spMkLst>
            <pc:docMk/>
            <pc:sldMk cId="2890318243" sldId="333"/>
            <ac:spMk id="2" creationId="{49453FD8-F488-FBA2-D601-751064A46905}"/>
          </ac:spMkLst>
        </pc:spChg>
        <pc:spChg chg="mod">
          <ac:chgData name="Hidayaturrahman" userId="b9dd9925-3f63-4f58-a981-e486d2a99324" providerId="ADAL" clId="{9BA61324-4927-447A-BD19-8156EFAF7189}" dt="2024-12-17T07:28:34.606" v="101" actId="14100"/>
          <ac:spMkLst>
            <pc:docMk/>
            <pc:sldMk cId="2890318243" sldId="333"/>
            <ac:spMk id="13" creationId="{AFC6AD01-24D6-B23F-637C-474C7FBBB449}"/>
          </ac:spMkLst>
        </pc:spChg>
        <pc:spChg chg="mod">
          <ac:chgData name="Hidayaturrahman" userId="b9dd9925-3f63-4f58-a981-e486d2a99324" providerId="ADAL" clId="{9BA61324-4927-447A-BD19-8156EFAF7189}" dt="2024-12-17T07:29:09.692" v="114" actId="5793"/>
          <ac:spMkLst>
            <pc:docMk/>
            <pc:sldMk cId="2890318243" sldId="333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9BA61324-4927-447A-BD19-8156EFAF7189}" dt="2024-12-17T07:35:13.416" v="299" actId="403"/>
        <pc:sldMkLst>
          <pc:docMk/>
          <pc:sldMk cId="1299448681" sldId="439"/>
        </pc:sldMkLst>
        <pc:spChg chg="mod">
          <ac:chgData name="Hidayaturrahman" userId="b9dd9925-3f63-4f58-a981-e486d2a99324" providerId="ADAL" clId="{9BA61324-4927-447A-BD19-8156EFAF7189}" dt="2024-12-17T07:35:13.416" v="299" actId="403"/>
          <ac:spMkLst>
            <pc:docMk/>
            <pc:sldMk cId="1299448681" sldId="439"/>
            <ac:spMk id="8" creationId="{89E4543B-9557-7175-B80E-2D050579821F}"/>
          </ac:spMkLst>
        </pc:spChg>
      </pc:sldChg>
      <pc:sldChg chg="modSp add mod">
        <pc:chgData name="Hidayaturrahman" userId="b9dd9925-3f63-4f58-a981-e486d2a99324" providerId="ADAL" clId="{9BA61324-4927-447A-BD19-8156EFAF7189}" dt="2024-12-17T07:23:49.599" v="26" actId="20577"/>
        <pc:sldMkLst>
          <pc:docMk/>
          <pc:sldMk cId="1229587982" sldId="440"/>
        </pc:sldMkLst>
        <pc:spChg chg="mod">
          <ac:chgData name="Hidayaturrahman" userId="b9dd9925-3f63-4f58-a981-e486d2a99324" providerId="ADAL" clId="{9BA61324-4927-447A-BD19-8156EFAF7189}" dt="2024-12-17T07:23:49.599" v="26" actId="20577"/>
          <ac:spMkLst>
            <pc:docMk/>
            <pc:sldMk cId="1229587982" sldId="440"/>
            <ac:spMk id="5" creationId="{DC1751A8-25B6-7166-4E41-CFF9F1730785}"/>
          </ac:spMkLst>
        </pc:spChg>
      </pc:sldChg>
      <pc:sldChg chg="modSp add mod">
        <pc:chgData name="Hidayaturrahman" userId="b9dd9925-3f63-4f58-a981-e486d2a99324" providerId="ADAL" clId="{9BA61324-4927-447A-BD19-8156EFAF7189}" dt="2024-12-17T07:27:38.606" v="83" actId="5793"/>
        <pc:sldMkLst>
          <pc:docMk/>
          <pc:sldMk cId="3758730672" sldId="441"/>
        </pc:sldMkLst>
        <pc:spChg chg="mod">
          <ac:chgData name="Hidayaturrahman" userId="b9dd9925-3f63-4f58-a981-e486d2a99324" providerId="ADAL" clId="{9BA61324-4927-447A-BD19-8156EFAF7189}" dt="2024-12-17T07:27:38.606" v="83" actId="5793"/>
          <ac:spMkLst>
            <pc:docMk/>
            <pc:sldMk cId="3758730672" sldId="441"/>
            <ac:spMk id="5" creationId="{48072BED-40FE-8C05-81A6-D722B2C7D424}"/>
          </ac:spMkLst>
        </pc:spChg>
      </pc:sldChg>
      <pc:sldChg chg="modSp add mod">
        <pc:chgData name="Hidayaturrahman" userId="b9dd9925-3f63-4f58-a981-e486d2a99324" providerId="ADAL" clId="{9BA61324-4927-447A-BD19-8156EFAF7189}" dt="2024-12-17T07:27:36.126" v="82" actId="5793"/>
        <pc:sldMkLst>
          <pc:docMk/>
          <pc:sldMk cId="3571800077" sldId="442"/>
        </pc:sldMkLst>
        <pc:spChg chg="mod">
          <ac:chgData name="Hidayaturrahman" userId="b9dd9925-3f63-4f58-a981-e486d2a99324" providerId="ADAL" clId="{9BA61324-4927-447A-BD19-8156EFAF7189}" dt="2024-12-17T07:27:36.126" v="82" actId="5793"/>
          <ac:spMkLst>
            <pc:docMk/>
            <pc:sldMk cId="3571800077" sldId="442"/>
            <ac:spMk id="5" creationId="{1A4E4CF5-0471-2A4C-2104-28AE018EA0ED}"/>
          </ac:spMkLst>
        </pc:spChg>
      </pc:sldChg>
      <pc:sldChg chg="modSp add mod">
        <pc:chgData name="Hidayaturrahman" userId="b9dd9925-3f63-4f58-a981-e486d2a99324" providerId="ADAL" clId="{9BA61324-4927-447A-BD19-8156EFAF7189}" dt="2024-12-17T07:27:09.339" v="78"/>
        <pc:sldMkLst>
          <pc:docMk/>
          <pc:sldMk cId="3512360017" sldId="443"/>
        </pc:sldMkLst>
        <pc:spChg chg="mod">
          <ac:chgData name="Hidayaturrahman" userId="b9dd9925-3f63-4f58-a981-e486d2a99324" providerId="ADAL" clId="{9BA61324-4927-447A-BD19-8156EFAF7189}" dt="2024-12-17T07:27:09.339" v="78"/>
          <ac:spMkLst>
            <pc:docMk/>
            <pc:sldMk cId="3512360017" sldId="443"/>
            <ac:spMk id="5" creationId="{CCA2096A-7B04-4257-A6C3-72D5B12F3DF6}"/>
          </ac:spMkLst>
        </pc:spChg>
      </pc:sldChg>
      <pc:sldChg chg="modSp add mod ord">
        <pc:chgData name="Hidayaturrahman" userId="b9dd9925-3f63-4f58-a981-e486d2a99324" providerId="ADAL" clId="{9BA61324-4927-447A-BD19-8156EFAF7189}" dt="2024-12-17T07:29:54.878" v="142" actId="403"/>
        <pc:sldMkLst>
          <pc:docMk/>
          <pc:sldMk cId="2159427564" sldId="444"/>
        </pc:sldMkLst>
        <pc:spChg chg="mod">
          <ac:chgData name="Hidayaturrahman" userId="b9dd9925-3f63-4f58-a981-e486d2a99324" providerId="ADAL" clId="{9BA61324-4927-447A-BD19-8156EFAF7189}" dt="2024-12-17T07:29:26.063" v="120"/>
          <ac:spMkLst>
            <pc:docMk/>
            <pc:sldMk cId="2159427564" sldId="444"/>
            <ac:spMk id="13" creationId="{77A3DA78-9DD9-8C40-7428-F1F4F470D870}"/>
          </ac:spMkLst>
        </pc:spChg>
        <pc:spChg chg="mod">
          <ac:chgData name="Hidayaturrahman" userId="b9dd9925-3f63-4f58-a981-e486d2a99324" providerId="ADAL" clId="{9BA61324-4927-447A-BD19-8156EFAF7189}" dt="2024-12-17T07:29:54.878" v="142" actId="403"/>
          <ac:spMkLst>
            <pc:docMk/>
            <pc:sldMk cId="2159427564" sldId="444"/>
            <ac:spMk id="15" creationId="{7BBFBFA6-EAB0-B98C-1E6D-65F6DB7A8AE2}"/>
          </ac:spMkLst>
        </pc:spChg>
      </pc:sldChg>
      <pc:sldChg chg="modSp add mod ord">
        <pc:chgData name="Hidayaturrahman" userId="b9dd9925-3f63-4f58-a981-e486d2a99324" providerId="ADAL" clId="{9BA61324-4927-447A-BD19-8156EFAF7189}" dt="2024-12-17T07:31:43.870" v="188" actId="115"/>
        <pc:sldMkLst>
          <pc:docMk/>
          <pc:sldMk cId="595643198" sldId="445"/>
        </pc:sldMkLst>
        <pc:spChg chg="mod">
          <ac:chgData name="Hidayaturrahman" userId="b9dd9925-3f63-4f58-a981-e486d2a99324" providerId="ADAL" clId="{9BA61324-4927-447A-BD19-8156EFAF7189}" dt="2024-12-17T07:30:30.047" v="149"/>
          <ac:spMkLst>
            <pc:docMk/>
            <pc:sldMk cId="595643198" sldId="445"/>
            <ac:spMk id="13" creationId="{3B64975B-3F6D-D59E-EC34-87F755C6D03B}"/>
          </ac:spMkLst>
        </pc:spChg>
        <pc:spChg chg="mod">
          <ac:chgData name="Hidayaturrahman" userId="b9dd9925-3f63-4f58-a981-e486d2a99324" providerId="ADAL" clId="{9BA61324-4927-447A-BD19-8156EFAF7189}" dt="2024-12-17T07:31:43.870" v="188" actId="115"/>
          <ac:spMkLst>
            <pc:docMk/>
            <pc:sldMk cId="595643198" sldId="445"/>
            <ac:spMk id="15" creationId="{D1412066-F424-7F42-0973-2F69BBDD4A6D}"/>
          </ac:spMkLst>
        </pc:spChg>
      </pc:sldChg>
      <pc:sldChg chg="modSp add mod">
        <pc:chgData name="Hidayaturrahman" userId="b9dd9925-3f63-4f58-a981-e486d2a99324" providerId="ADAL" clId="{9BA61324-4927-447A-BD19-8156EFAF7189}" dt="2024-12-17T07:32:20.726" v="200" actId="115"/>
        <pc:sldMkLst>
          <pc:docMk/>
          <pc:sldMk cId="2224741714" sldId="446"/>
        </pc:sldMkLst>
        <pc:spChg chg="mod">
          <ac:chgData name="Hidayaturrahman" userId="b9dd9925-3f63-4f58-a981-e486d2a99324" providerId="ADAL" clId="{9BA61324-4927-447A-BD19-8156EFAF7189}" dt="2024-12-17T07:30:52.125" v="151"/>
          <ac:spMkLst>
            <pc:docMk/>
            <pc:sldMk cId="2224741714" sldId="446"/>
            <ac:spMk id="13" creationId="{BCE0D443-10E3-720D-6097-4F4B2176B53F}"/>
          </ac:spMkLst>
        </pc:spChg>
        <pc:spChg chg="mod">
          <ac:chgData name="Hidayaturrahman" userId="b9dd9925-3f63-4f58-a981-e486d2a99324" providerId="ADAL" clId="{9BA61324-4927-447A-BD19-8156EFAF7189}" dt="2024-12-17T07:32:20.726" v="200" actId="115"/>
          <ac:spMkLst>
            <pc:docMk/>
            <pc:sldMk cId="2224741714" sldId="446"/>
            <ac:spMk id="15" creationId="{CF8D6D05-C6DA-57BD-E110-077E3C49B445}"/>
          </ac:spMkLst>
        </pc:spChg>
      </pc:sldChg>
      <pc:sldChg chg="modSp add mod ord">
        <pc:chgData name="Hidayaturrahman" userId="b9dd9925-3f63-4f58-a981-e486d2a99324" providerId="ADAL" clId="{9BA61324-4927-447A-BD19-8156EFAF7189}" dt="2024-12-17T07:33:04.494" v="219" actId="5793"/>
        <pc:sldMkLst>
          <pc:docMk/>
          <pc:sldMk cId="2239391771" sldId="447"/>
        </pc:sldMkLst>
        <pc:spChg chg="mod">
          <ac:chgData name="Hidayaturrahman" userId="b9dd9925-3f63-4f58-a981-e486d2a99324" providerId="ADAL" clId="{9BA61324-4927-447A-BD19-8156EFAF7189}" dt="2024-12-17T07:32:43.500" v="207" actId="14100"/>
          <ac:spMkLst>
            <pc:docMk/>
            <pc:sldMk cId="2239391771" sldId="447"/>
            <ac:spMk id="13" creationId="{66492C37-C4FC-D93F-ABBA-4C1F2F2BBFEE}"/>
          </ac:spMkLst>
        </pc:spChg>
        <pc:spChg chg="mod">
          <ac:chgData name="Hidayaturrahman" userId="b9dd9925-3f63-4f58-a981-e486d2a99324" providerId="ADAL" clId="{9BA61324-4927-447A-BD19-8156EFAF7189}" dt="2024-12-17T07:33:04.494" v="219" actId="5793"/>
          <ac:spMkLst>
            <pc:docMk/>
            <pc:sldMk cId="2239391771" sldId="447"/>
            <ac:spMk id="15" creationId="{5DBDEC02-3BC8-E1F0-71CC-7F9D64EC317F}"/>
          </ac:spMkLst>
        </pc:spChg>
      </pc:sldChg>
      <pc:sldChg chg="modSp add mod">
        <pc:chgData name="Hidayaturrahman" userId="b9dd9925-3f63-4f58-a981-e486d2a99324" providerId="ADAL" clId="{9BA61324-4927-447A-BD19-8156EFAF7189}" dt="2024-12-17T07:33:28.649" v="240" actId="5793"/>
        <pc:sldMkLst>
          <pc:docMk/>
          <pc:sldMk cId="132725754" sldId="448"/>
        </pc:sldMkLst>
        <pc:spChg chg="mod">
          <ac:chgData name="Hidayaturrahman" userId="b9dd9925-3f63-4f58-a981-e486d2a99324" providerId="ADAL" clId="{9BA61324-4927-447A-BD19-8156EFAF7189}" dt="2024-12-17T07:33:28.649" v="240" actId="5793"/>
          <ac:spMkLst>
            <pc:docMk/>
            <pc:sldMk cId="132725754" sldId="448"/>
            <ac:spMk id="15" creationId="{F851FD94-85A2-7183-63E2-F435E474EAB5}"/>
          </ac:spMkLst>
        </pc:spChg>
      </pc:sldChg>
      <pc:sldChg chg="modSp add mod ord">
        <pc:chgData name="Hidayaturrahman" userId="b9dd9925-3f63-4f58-a981-e486d2a99324" providerId="ADAL" clId="{9BA61324-4927-447A-BD19-8156EFAF7189}" dt="2024-12-17T07:34:46.147" v="286" actId="403"/>
        <pc:sldMkLst>
          <pc:docMk/>
          <pc:sldMk cId="558625688" sldId="449"/>
        </pc:sldMkLst>
        <pc:spChg chg="mod">
          <ac:chgData name="Hidayaturrahman" userId="b9dd9925-3f63-4f58-a981-e486d2a99324" providerId="ADAL" clId="{9BA61324-4927-447A-BD19-8156EFAF7189}" dt="2024-12-17T07:33:51.081" v="246"/>
          <ac:spMkLst>
            <pc:docMk/>
            <pc:sldMk cId="558625688" sldId="449"/>
            <ac:spMk id="13" creationId="{6A7CCAB2-8550-20D9-A01F-516C139F2591}"/>
          </ac:spMkLst>
        </pc:spChg>
        <pc:spChg chg="mod">
          <ac:chgData name="Hidayaturrahman" userId="b9dd9925-3f63-4f58-a981-e486d2a99324" providerId="ADAL" clId="{9BA61324-4927-447A-BD19-8156EFAF7189}" dt="2024-12-17T07:34:46.147" v="286" actId="403"/>
          <ac:spMkLst>
            <pc:docMk/>
            <pc:sldMk cId="558625688" sldId="449"/>
            <ac:spMk id="15" creationId="{DAF461E7-D2C4-5950-29DF-6F3962935DB2}"/>
          </ac:spMkLst>
        </pc:spChg>
      </pc:sldChg>
      <pc:sldChg chg="modSp add mod">
        <pc:chgData name="Hidayaturrahman" userId="b9dd9925-3f63-4f58-a981-e486d2a99324" providerId="ADAL" clId="{9BA61324-4927-447A-BD19-8156EFAF7189}" dt="2024-12-17T07:35:57.367" v="319" actId="404"/>
        <pc:sldMkLst>
          <pc:docMk/>
          <pc:sldMk cId="2848786758" sldId="450"/>
        </pc:sldMkLst>
        <pc:spChg chg="mod">
          <ac:chgData name="Hidayaturrahman" userId="b9dd9925-3f63-4f58-a981-e486d2a99324" providerId="ADAL" clId="{9BA61324-4927-447A-BD19-8156EFAF7189}" dt="2024-12-17T07:35:46.985" v="307" actId="20577"/>
          <ac:spMkLst>
            <pc:docMk/>
            <pc:sldMk cId="2848786758" sldId="450"/>
            <ac:spMk id="13" creationId="{21B63218-8E29-FBEE-A880-4E481A95C00B}"/>
          </ac:spMkLst>
        </pc:spChg>
        <pc:spChg chg="mod">
          <ac:chgData name="Hidayaturrahman" userId="b9dd9925-3f63-4f58-a981-e486d2a99324" providerId="ADAL" clId="{9BA61324-4927-447A-BD19-8156EFAF7189}" dt="2024-12-17T07:35:57.367" v="319" actId="404"/>
          <ac:spMkLst>
            <pc:docMk/>
            <pc:sldMk cId="2848786758" sldId="450"/>
            <ac:spMk id="15" creationId="{025A2E4D-8314-E82F-7772-B7512651C5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Research Topic Selection and Problem Formulation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Hidayaturrahman, S.Kom., M.T.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Learning</a:t>
            </a:r>
            <a:r>
              <a:rPr lang="en-US" sz="9600" dirty="0">
                <a:latin typeface="+mj-lt"/>
              </a:rPr>
              <a:t> </a:t>
            </a:r>
            <a:r>
              <a:rPr lang="en-US" sz="5400" dirty="0">
                <a:latin typeface="+mj-lt"/>
              </a:rPr>
              <a:t>Outcome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LO2: </a:t>
            </a:r>
            <a:r>
              <a:rPr lang="en-US" sz="5400" dirty="0">
                <a:latin typeface="+mj-lt"/>
              </a:rPr>
              <a:t>Analyze and critically evaluate research topics, literature, and theoretical frameworks.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Outline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Importance of Research Topic Selection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Sources for Identifying Research Topics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Refining the Research Problem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Aligning Research Topics with Methodologies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Common Pitfalls in Topic Selection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601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Importance of Research Topic Selection</a:t>
            </a:r>
          </a:p>
        </p:txBody>
      </p:sp>
    </p:spTree>
    <p:extLst>
      <p:ext uri="{BB962C8B-B14F-4D97-AF65-F5344CB8AC3E}">
        <p14:creationId xmlns:p14="http://schemas.microsoft.com/office/powerpoint/2010/main" val="150478248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181583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Importance of Research Topic Selection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67435" y="3944471"/>
            <a:ext cx="21156706" cy="8498541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Choosing a research topic is one of the most crucial steps in the research process. A well-defined topic determines the clarity and relevance of the research.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Considerations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Alignment with personal interest and expertise.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Contribution to the field of computer science.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Feasibility in terms of resources and time.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Addressing existing gaps in knowledge.</a:t>
            </a:r>
            <a:endParaRPr lang="en-US" sz="9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031824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57BAC-1661-338F-D66C-8E1DFEAAB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DC1751A8-25B6-7166-4E41-CFF9F1730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research ideas</a:t>
            </a:r>
          </a:p>
        </p:txBody>
      </p:sp>
    </p:spTree>
    <p:extLst>
      <p:ext uri="{BB962C8B-B14F-4D97-AF65-F5344CB8AC3E}">
        <p14:creationId xmlns:p14="http://schemas.microsoft.com/office/powerpoint/2010/main" val="122958798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6FA24-1283-FB51-B27C-CB1FFC91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77A3DA78-9DD9-8C40-7428-F1F4F470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181583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Sources of research ideas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7BBFBFA6-EAB0-B98C-1E6D-65F6DB7A8A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67435" y="3944471"/>
            <a:ext cx="21156706" cy="8498541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Literature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Review recent journal and conference papers.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limitations and future work suggestions.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Industry Needs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Explore challenges faced by industry sectors like AI, cybersecurity, or data science.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Emerging Trends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Follow technology trends and advancements in computer science (e.g., quantum computing, blockchain).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Collaboration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Brainstorm with peers, mentors, or research groups.</a:t>
            </a:r>
          </a:p>
        </p:txBody>
      </p:sp>
    </p:spTree>
    <p:extLst>
      <p:ext uri="{BB962C8B-B14F-4D97-AF65-F5344CB8AC3E}">
        <p14:creationId xmlns:p14="http://schemas.microsoft.com/office/powerpoint/2010/main" val="215942756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45925-550E-08EC-4C0D-0A5CE5655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48072BED-40FE-8C05-81A6-D722B2C7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9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Refining the Research Problem</a:t>
            </a:r>
          </a:p>
        </p:txBody>
      </p:sp>
    </p:spTree>
    <p:extLst>
      <p:ext uri="{BB962C8B-B14F-4D97-AF65-F5344CB8AC3E}">
        <p14:creationId xmlns:p14="http://schemas.microsoft.com/office/powerpoint/2010/main" val="375873067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6CEC-AD6C-313D-943F-2D4083A8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3B64975B-3F6D-D59E-EC34-87F755C6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181583" cy="510281"/>
          </a:xfrm>
        </p:spPr>
        <p:txBody>
          <a:bodyPr>
            <a:noAutofit/>
          </a:bodyPr>
          <a:lstStyle/>
          <a:p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Refining the Research Problem</a:t>
            </a: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D1412066-F424-7F42-0973-2F69BBDD4A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67435" y="3944471"/>
            <a:ext cx="21156706" cy="8498541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44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to Formulate a Clear Problem Statement</a:t>
            </a:r>
            <a:endParaRPr lang="en-US" sz="44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Understand the Context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Conduct a preliminary literature review to grasp the background.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Define the Problem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a concise and focused problem statement.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 Objectives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Determine what the research aims to achieve.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 and Limitations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Define boundaries to keep the research manageable.</a:t>
            </a:r>
            <a:endParaRPr lang="en-US" sz="13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64319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D507F-A89E-D69B-239E-9BA870A6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BCE0D443-10E3-720D-6097-4F4B2176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6181583" cy="510281"/>
          </a:xfrm>
        </p:spPr>
        <p:txBody>
          <a:bodyPr>
            <a:noAutofit/>
          </a:bodyPr>
          <a:lstStyle/>
          <a:p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Refining the Research Problem</a:t>
            </a: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CF8D6D05-C6DA-57BD-E110-077E3C49B4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67435" y="3944471"/>
            <a:ext cx="21156706" cy="8498541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SMART Criteria for Research Problems</a:t>
            </a:r>
            <a:endParaRPr lang="en-US" sz="4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Specific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Clearly define the focus.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Measurable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Ensure objectives are quantifiable.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Achievable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Align with available resources.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Relevant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Address significant issues in the field.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Time-bound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Set a realistic timeline.</a:t>
            </a:r>
          </a:p>
        </p:txBody>
      </p:sp>
    </p:spTree>
    <p:extLst>
      <p:ext uri="{BB962C8B-B14F-4D97-AF65-F5344CB8AC3E}">
        <p14:creationId xmlns:p14="http://schemas.microsoft.com/office/powerpoint/2010/main" val="222474171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E0CD-77D0-FE74-9FA4-81B9BAB3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1A4E4CF5-0471-2A4C-2104-28AE018E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9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Aligning Research Topics with Methodologies</a:t>
            </a:r>
          </a:p>
        </p:txBody>
      </p:sp>
    </p:spTree>
    <p:extLst>
      <p:ext uri="{BB962C8B-B14F-4D97-AF65-F5344CB8AC3E}">
        <p14:creationId xmlns:p14="http://schemas.microsoft.com/office/powerpoint/2010/main" val="357180007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EF59-910C-40AF-E333-B33DE9E4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66492C37-C4FC-D93F-ABBA-4C1F2F2BB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7329065" cy="510281"/>
          </a:xfrm>
        </p:spPr>
        <p:txBody>
          <a:bodyPr>
            <a:noAutofit/>
          </a:bodyPr>
          <a:lstStyle/>
          <a:p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Aligning Research Topics with Methodologies</a:t>
            </a: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5DBDEC02-3BC8-E1F0-71CC-7F9D64EC317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67435" y="3944471"/>
            <a:ext cx="21156706" cy="8498541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Match the research problem with appropriate methodologies: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Qualitative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For exploratory research.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Quantitative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For hypothesis testing or statistical analysis.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Mixed Methods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For comprehensive studies requiring multiple approaches.</a:t>
            </a:r>
          </a:p>
        </p:txBody>
      </p:sp>
    </p:spTree>
    <p:extLst>
      <p:ext uri="{BB962C8B-B14F-4D97-AF65-F5344CB8AC3E}">
        <p14:creationId xmlns:p14="http://schemas.microsoft.com/office/powerpoint/2010/main" val="223939177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4DD23-567C-3E1E-E0AF-836786D3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3E1D5328-37BB-E4B4-B504-A23E0B78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7329065" cy="510281"/>
          </a:xfrm>
        </p:spPr>
        <p:txBody>
          <a:bodyPr>
            <a:noAutofit/>
          </a:bodyPr>
          <a:lstStyle/>
          <a:p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Aligning Research Topics with Methodologies</a:t>
            </a: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851FD94-85A2-7183-63E2-F435E474EA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67435" y="3944471"/>
            <a:ext cx="21156706" cy="8498541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of Research Questions</a:t>
            </a:r>
            <a:endParaRPr lang="en-US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"How can machine learning models improve real-time fraud detection?"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"What are the ethical implications of deploying AI in healthcare?“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"How does blockchain enhance cybersecurity in distributed networks?"</a:t>
            </a:r>
            <a:endParaRPr lang="en-US" sz="9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575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BBC32-FD18-3EF5-8036-9B420340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CA2096A-7B04-4257-A6C3-72D5B12F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Pitfalls in Topic Selection</a:t>
            </a:r>
          </a:p>
        </p:txBody>
      </p:sp>
    </p:spTree>
    <p:extLst>
      <p:ext uri="{BB962C8B-B14F-4D97-AF65-F5344CB8AC3E}">
        <p14:creationId xmlns:p14="http://schemas.microsoft.com/office/powerpoint/2010/main" val="351236001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28ED-8FEC-B05F-B714-F104DB80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6A7CCAB2-8550-20D9-A01F-516C139F2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7329065" cy="510281"/>
          </a:xfrm>
        </p:spPr>
        <p:txBody>
          <a:bodyPr>
            <a:noAutofit/>
          </a:bodyPr>
          <a:lstStyle/>
          <a:p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Common Pitfalls in Topic Selection</a:t>
            </a: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DAF461E7-D2C4-5950-29DF-6F3962935DB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67435" y="3944471"/>
            <a:ext cx="21156706" cy="8498541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Overly Broad Topics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"AI in healthcare." Refine to "AI-based diagnostics for rare diseases."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Unrealistic Goals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 the research is feasible given constraints.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Poorly Defined Problems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 vague or ambiguous research questions.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Neglecting Existing Work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4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Conduct a thorough literature review to avoid duplication.</a:t>
            </a:r>
            <a:endParaRPr lang="en-US" sz="1337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2568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A6123-6D12-DFA2-BC5A-D67DF027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21B63218-8E29-FBEE-A880-4E481A95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7329065" cy="510281"/>
          </a:xfrm>
        </p:spPr>
        <p:txBody>
          <a:bodyPr>
            <a:noAutofit/>
          </a:bodyPr>
          <a:lstStyle/>
          <a:p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Summary</a:t>
            </a: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025A2E4D-8314-E82F-7772-B7512651C5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67435" y="3944471"/>
            <a:ext cx="21156706" cy="8498541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Effective topic selection is foundational to successful research.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Sources such as literature, industry trends, and collaboration provide inspiration.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structured criteria and methodologies to refine research problems.</a:t>
            </a:r>
          </a:p>
        </p:txBody>
      </p:sp>
    </p:spTree>
    <p:extLst>
      <p:ext uri="{BB962C8B-B14F-4D97-AF65-F5344CB8AC3E}">
        <p14:creationId xmlns:p14="http://schemas.microsoft.com/office/powerpoint/2010/main" val="284878675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79F71-4B94-78F3-BE0B-467EDF8C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Activity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E4543B-9557-7175-B80E-2D05057982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20674694" cy="856859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5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Individual Task</a:t>
            </a: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a recent trend in computer science and propose a potential research topic.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5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Task</a:t>
            </a: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Review three proposed topics from group members.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Refine each topic using the SMART criteria.</a:t>
            </a:r>
          </a:p>
        </p:txBody>
      </p:sp>
    </p:spTree>
    <p:extLst>
      <p:ext uri="{BB962C8B-B14F-4D97-AF65-F5344CB8AC3E}">
        <p14:creationId xmlns:p14="http://schemas.microsoft.com/office/powerpoint/2010/main" val="129944868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2150570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9600" dirty="0"/>
              <a:t>References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Creswell, J. W., &amp; Creswell, J. D. (2017). Research Design: Qualitative, Quantitative, and Mixed Methods Approaches. SAGE Publications.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Mack, C. A. (2018). How to Write a Good Scientific Paper. SPIE.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Google Scholar: https://scholar.google.com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IEEE Xplore: https://ieeexplore.ieee.org</a:t>
            </a:r>
          </a:p>
        </p:txBody>
      </p:sp>
    </p:spTree>
    <p:extLst>
      <p:ext uri="{BB962C8B-B14F-4D97-AF65-F5344CB8AC3E}">
        <p14:creationId xmlns:p14="http://schemas.microsoft.com/office/powerpoint/2010/main" val="36968460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2023</Template>
  <TotalTime>4791</TotalTime>
  <Words>608</Words>
  <Application>Microsoft Office PowerPoint</Application>
  <PresentationFormat>Custom</PresentationFormat>
  <Paragraphs>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Courier New</vt:lpstr>
      <vt:lpstr>Open Sans Semibold</vt:lpstr>
      <vt:lpstr>Arial</vt:lpstr>
      <vt:lpstr>Aptos</vt:lpstr>
      <vt:lpstr>OCRB</vt:lpstr>
      <vt:lpstr>Symbol</vt:lpstr>
      <vt:lpstr>Open Sans ExtraBold</vt:lpstr>
      <vt:lpstr>Open Sans Light</vt:lpstr>
      <vt:lpstr>21_BasicWhite</vt:lpstr>
      <vt:lpstr>Research Topic Selection and Problem Formulation</vt:lpstr>
      <vt:lpstr>Learning Outcome</vt:lpstr>
      <vt:lpstr>Outline</vt:lpstr>
      <vt:lpstr>Importance of Research Topic Selection</vt:lpstr>
      <vt:lpstr>Importance of Research Topic Selection</vt:lpstr>
      <vt:lpstr>Sources of research ideas</vt:lpstr>
      <vt:lpstr>Sources of research ideas</vt:lpstr>
      <vt:lpstr>Refining the Research Problem</vt:lpstr>
      <vt:lpstr>Refining the Research Problem</vt:lpstr>
      <vt:lpstr>Refining the Research Problem</vt:lpstr>
      <vt:lpstr>Aligning Research Topics with Methodologies</vt:lpstr>
      <vt:lpstr>Aligning Research Topics with Methodologies</vt:lpstr>
      <vt:lpstr>Aligning Research Topics with Methodologies</vt:lpstr>
      <vt:lpstr>Common Pitfalls in Topic Selection</vt:lpstr>
      <vt:lpstr>Common Pitfalls in Topic Selection</vt:lpstr>
      <vt:lpstr>Summary</vt:lpstr>
      <vt:lpstr>Activity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creator>Felix Indra Kurniadi</dc:creator>
  <cp:lastModifiedBy>Hidayaturrahman</cp:lastModifiedBy>
  <cp:revision>123</cp:revision>
  <dcterms:created xsi:type="dcterms:W3CDTF">2023-10-15T02:42:15Z</dcterms:created>
  <dcterms:modified xsi:type="dcterms:W3CDTF">2024-12-17T07:36:00Z</dcterms:modified>
</cp:coreProperties>
</file>