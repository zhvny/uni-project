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440" r:id="rId5"/>
    <p:sldId id="441" r:id="rId6"/>
    <p:sldId id="445" r:id="rId7"/>
    <p:sldId id="446" r:id="rId8"/>
    <p:sldId id="442" r:id="rId9"/>
    <p:sldId id="447" r:id="rId10"/>
    <p:sldId id="443" r:id="rId11"/>
    <p:sldId id="444" r:id="rId12"/>
    <p:sldId id="448" r:id="rId13"/>
    <p:sldId id="439" r:id="rId14"/>
    <p:sldId id="423" r:id="rId15"/>
    <p:sldId id="272" r:id="rId16"/>
  </p:sldIdLst>
  <p:sldSz cx="24384000" cy="13716000"/>
  <p:notesSz cx="6858000" cy="9144000"/>
  <p:embeddedFontLst>
    <p:embeddedFont>
      <p:font typeface="OCRB" panose="020B0609020202020204" pitchFamily="49" charset="0"/>
      <p:regular r:id="rId18"/>
    </p:embeddedFont>
    <p:embeddedFont>
      <p:font typeface="Open Sans ExtraBold" panose="020B0906030804020204" pitchFamily="34" charset="0"/>
      <p:bold r:id="rId19"/>
      <p:italic r:id="rId20"/>
      <p:boldItalic r:id="rId21"/>
    </p:embeddedFont>
    <p:embeddedFont>
      <p:font typeface="Open Sans Light" panose="020B0306030504020204" pitchFamily="34" charset="0"/>
      <p:regular r:id="rId22"/>
      <p:italic r:id="rId23"/>
    </p:embeddedFont>
    <p:embeddedFont>
      <p:font typeface="Open Sans Semibold" panose="020B0706030804020204" pitchFamily="34" charset="0"/>
      <p:bold r:id="rId24"/>
      <p:boldItalic r:id="rId25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4F93"/>
    <a:srgbClr val="5E5E5E"/>
    <a:srgbClr val="F5A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Gaya Tema 1 - Akse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5097" autoAdjust="0"/>
  </p:normalViewPr>
  <p:slideViewPr>
    <p:cSldViewPr snapToGrid="0" snapToObjects="1">
      <p:cViewPr varScale="1">
        <p:scale>
          <a:sx n="54" d="100"/>
          <a:sy n="54" d="100"/>
        </p:scale>
        <p:origin x="558" y="10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dayaturrahman" userId="b9dd9925-3f63-4f58-a981-e486d2a99324" providerId="ADAL" clId="{60DD6ECF-8FB6-470D-B117-6642B348CC23}"/>
    <pc:docChg chg="undo custSel addSld delSld modSld sldOrd">
      <pc:chgData name="Hidayaturrahman" userId="b9dd9925-3f63-4f58-a981-e486d2a99324" providerId="ADAL" clId="{60DD6ECF-8FB6-470D-B117-6642B348CC23}" dt="2024-12-17T07:47:08.706" v="285" actId="404"/>
      <pc:docMkLst>
        <pc:docMk/>
      </pc:docMkLst>
      <pc:sldChg chg="modSp mod">
        <pc:chgData name="Hidayaturrahman" userId="b9dd9925-3f63-4f58-a981-e486d2a99324" providerId="ADAL" clId="{60DD6ECF-8FB6-470D-B117-6642B348CC23}" dt="2024-12-17T07:37:04.105" v="4" actId="20577"/>
        <pc:sldMkLst>
          <pc:docMk/>
          <pc:sldMk cId="3807564589" sldId="256"/>
        </pc:sldMkLst>
        <pc:spChg chg="mod">
          <ac:chgData name="Hidayaturrahman" userId="b9dd9925-3f63-4f58-a981-e486d2a99324" providerId="ADAL" clId="{60DD6ECF-8FB6-470D-B117-6642B348CC23}" dt="2024-12-17T07:37:04.105" v="4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Hidayaturrahman" userId="b9dd9925-3f63-4f58-a981-e486d2a99324" providerId="ADAL" clId="{60DD6ECF-8FB6-470D-B117-6642B348CC23}" dt="2024-12-17T07:37:00.689" v="2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Hidayaturrahman" userId="b9dd9925-3f63-4f58-a981-e486d2a99324" providerId="ADAL" clId="{60DD6ECF-8FB6-470D-B117-6642B348CC23}" dt="2024-12-17T07:37:12.320" v="6" actId="20577"/>
        <pc:sldMkLst>
          <pc:docMk/>
          <pc:sldMk cId="2766454393" sldId="257"/>
        </pc:sldMkLst>
        <pc:spChg chg="mod">
          <ac:chgData name="Hidayaturrahman" userId="b9dd9925-3f63-4f58-a981-e486d2a99324" providerId="ADAL" clId="{60DD6ECF-8FB6-470D-B117-6642B348CC23}" dt="2024-12-17T07:37:12.320" v="6" actId="20577"/>
          <ac:spMkLst>
            <pc:docMk/>
            <pc:sldMk cId="2766454393" sldId="257"/>
            <ac:spMk id="15" creationId="{FC0F9715-3361-3A3E-A4CD-86B721291623}"/>
          </ac:spMkLst>
        </pc:spChg>
      </pc:sldChg>
      <pc:sldChg chg="modSp mod">
        <pc:chgData name="Hidayaturrahman" userId="b9dd9925-3f63-4f58-a981-e486d2a99324" providerId="ADAL" clId="{60DD6ECF-8FB6-470D-B117-6642B348CC23}" dt="2024-12-17T07:38:42.141" v="40" actId="14100"/>
        <pc:sldMkLst>
          <pc:docMk/>
          <pc:sldMk cId="2266460145" sldId="258"/>
        </pc:sldMkLst>
        <pc:spChg chg="mod">
          <ac:chgData name="Hidayaturrahman" userId="b9dd9925-3f63-4f58-a981-e486d2a99324" providerId="ADAL" clId="{60DD6ECF-8FB6-470D-B117-6642B348CC23}" dt="2024-12-17T07:38:42.141" v="40" actId="14100"/>
          <ac:spMkLst>
            <pc:docMk/>
            <pc:sldMk cId="2266460145" sldId="258"/>
            <ac:spMk id="15" creationId="{FC0F9715-3361-3A3E-A4CD-86B721291623}"/>
          </ac:spMkLst>
        </pc:spChg>
      </pc:sldChg>
      <pc:sldChg chg="del">
        <pc:chgData name="Hidayaturrahman" userId="b9dd9925-3f63-4f58-a981-e486d2a99324" providerId="ADAL" clId="{60DD6ECF-8FB6-470D-B117-6642B348CC23}" dt="2024-12-17T07:39:10.412" v="48" actId="47"/>
        <pc:sldMkLst>
          <pc:docMk/>
          <pc:sldMk cId="1504782480" sldId="332"/>
        </pc:sldMkLst>
      </pc:sldChg>
      <pc:sldChg chg="del">
        <pc:chgData name="Hidayaturrahman" userId="b9dd9925-3f63-4f58-a981-e486d2a99324" providerId="ADAL" clId="{60DD6ECF-8FB6-470D-B117-6642B348CC23}" dt="2024-12-17T07:39:12.262" v="49" actId="47"/>
        <pc:sldMkLst>
          <pc:docMk/>
          <pc:sldMk cId="2890318243" sldId="333"/>
        </pc:sldMkLst>
      </pc:sldChg>
      <pc:sldChg chg="modSp mod">
        <pc:chgData name="Hidayaturrahman" userId="b9dd9925-3f63-4f58-a981-e486d2a99324" providerId="ADAL" clId="{60DD6ECF-8FB6-470D-B117-6642B348CC23}" dt="2024-12-17T07:46:46.355" v="265" actId="27636"/>
        <pc:sldMkLst>
          <pc:docMk/>
          <pc:sldMk cId="1299448681" sldId="439"/>
        </pc:sldMkLst>
        <pc:spChg chg="mod">
          <ac:chgData name="Hidayaturrahman" userId="b9dd9925-3f63-4f58-a981-e486d2a99324" providerId="ADAL" clId="{60DD6ECF-8FB6-470D-B117-6642B348CC23}" dt="2024-12-17T07:46:46.355" v="265" actId="27636"/>
          <ac:spMkLst>
            <pc:docMk/>
            <pc:sldMk cId="1299448681" sldId="439"/>
            <ac:spMk id="8" creationId="{89E4543B-9557-7175-B80E-2D050579821F}"/>
          </ac:spMkLst>
        </pc:spChg>
      </pc:sldChg>
      <pc:sldChg chg="addSp delSp modSp add mod ord">
        <pc:chgData name="Hidayaturrahman" userId="b9dd9925-3f63-4f58-a981-e486d2a99324" providerId="ADAL" clId="{60DD6ECF-8FB6-470D-B117-6642B348CC23}" dt="2024-12-17T07:41:34.588" v="94" actId="5793"/>
        <pc:sldMkLst>
          <pc:docMk/>
          <pc:sldMk cId="2133078971" sldId="440"/>
        </pc:sldMkLst>
        <pc:spChg chg="add del">
          <ac:chgData name="Hidayaturrahman" userId="b9dd9925-3f63-4f58-a981-e486d2a99324" providerId="ADAL" clId="{60DD6ECF-8FB6-470D-B117-6642B348CC23}" dt="2024-12-17T07:38:59.101" v="46" actId="22"/>
          <ac:spMkLst>
            <pc:docMk/>
            <pc:sldMk cId="2133078971" sldId="440"/>
            <ac:spMk id="3" creationId="{A8095DFC-BC9D-BFE6-1E06-10081B8D58AE}"/>
          </ac:spMkLst>
        </pc:spChg>
        <pc:spChg chg="mod">
          <ac:chgData name="Hidayaturrahman" userId="b9dd9925-3f63-4f58-a981-e486d2a99324" providerId="ADAL" clId="{60DD6ECF-8FB6-470D-B117-6642B348CC23}" dt="2024-12-17T07:39:01.218" v="47"/>
          <ac:spMkLst>
            <pc:docMk/>
            <pc:sldMk cId="2133078971" sldId="440"/>
            <ac:spMk id="13" creationId="{BBBDC3D9-DFEB-C64E-0A7F-45D2EA0F0B16}"/>
          </ac:spMkLst>
        </pc:spChg>
        <pc:spChg chg="mod">
          <ac:chgData name="Hidayaturrahman" userId="b9dd9925-3f63-4f58-a981-e486d2a99324" providerId="ADAL" clId="{60DD6ECF-8FB6-470D-B117-6642B348CC23}" dt="2024-12-17T07:41:34.588" v="94" actId="5793"/>
          <ac:spMkLst>
            <pc:docMk/>
            <pc:sldMk cId="2133078971" sldId="440"/>
            <ac:spMk id="15" creationId="{BF6FBB9F-9260-6BCD-29E4-5E5E548050C6}"/>
          </ac:spMkLst>
        </pc:spChg>
      </pc:sldChg>
      <pc:sldChg chg="modSp add mod">
        <pc:chgData name="Hidayaturrahman" userId="b9dd9925-3f63-4f58-a981-e486d2a99324" providerId="ADAL" clId="{60DD6ECF-8FB6-470D-B117-6642B348CC23}" dt="2024-12-17T07:42:50.254" v="133" actId="20577"/>
        <pc:sldMkLst>
          <pc:docMk/>
          <pc:sldMk cId="2785728480" sldId="441"/>
        </pc:sldMkLst>
        <pc:spChg chg="mod">
          <ac:chgData name="Hidayaturrahman" userId="b9dd9925-3f63-4f58-a981-e486d2a99324" providerId="ADAL" clId="{60DD6ECF-8FB6-470D-B117-6642B348CC23}" dt="2024-12-17T07:40:17.397" v="66" actId="179"/>
          <ac:spMkLst>
            <pc:docMk/>
            <pc:sldMk cId="2785728480" sldId="441"/>
            <ac:spMk id="13" creationId="{9A79AA28-64DA-98FE-9C13-68DBCAFD4F33}"/>
          </ac:spMkLst>
        </pc:spChg>
        <pc:spChg chg="mod">
          <ac:chgData name="Hidayaturrahman" userId="b9dd9925-3f63-4f58-a981-e486d2a99324" providerId="ADAL" clId="{60DD6ECF-8FB6-470D-B117-6642B348CC23}" dt="2024-12-17T07:42:50.254" v="133" actId="20577"/>
          <ac:spMkLst>
            <pc:docMk/>
            <pc:sldMk cId="2785728480" sldId="441"/>
            <ac:spMk id="15" creationId="{AEC09BB5-9533-C299-68D8-88F64911A77C}"/>
          </ac:spMkLst>
        </pc:spChg>
      </pc:sldChg>
      <pc:sldChg chg="modSp add mod">
        <pc:chgData name="Hidayaturrahman" userId="b9dd9925-3f63-4f58-a981-e486d2a99324" providerId="ADAL" clId="{60DD6ECF-8FB6-470D-B117-6642B348CC23}" dt="2024-12-17T07:44:23.604" v="161" actId="115"/>
        <pc:sldMkLst>
          <pc:docMk/>
          <pc:sldMk cId="21915147" sldId="442"/>
        </pc:sldMkLst>
        <pc:spChg chg="mod">
          <ac:chgData name="Hidayaturrahman" userId="b9dd9925-3f63-4f58-a981-e486d2a99324" providerId="ADAL" clId="{60DD6ECF-8FB6-470D-B117-6642B348CC23}" dt="2024-12-17T07:40:10.355" v="65" actId="179"/>
          <ac:spMkLst>
            <pc:docMk/>
            <pc:sldMk cId="21915147" sldId="442"/>
            <ac:spMk id="13" creationId="{55E41597-87EB-E42B-96B4-0CC79393352B}"/>
          </ac:spMkLst>
        </pc:spChg>
        <pc:spChg chg="mod">
          <ac:chgData name="Hidayaturrahman" userId="b9dd9925-3f63-4f58-a981-e486d2a99324" providerId="ADAL" clId="{60DD6ECF-8FB6-470D-B117-6642B348CC23}" dt="2024-12-17T07:44:23.604" v="161" actId="115"/>
          <ac:spMkLst>
            <pc:docMk/>
            <pc:sldMk cId="21915147" sldId="442"/>
            <ac:spMk id="15" creationId="{43B66F39-5AE4-D30E-0DFF-48BBCBD6290A}"/>
          </ac:spMkLst>
        </pc:spChg>
      </pc:sldChg>
      <pc:sldChg chg="modSp add mod">
        <pc:chgData name="Hidayaturrahman" userId="b9dd9925-3f63-4f58-a981-e486d2a99324" providerId="ADAL" clId="{60DD6ECF-8FB6-470D-B117-6642B348CC23}" dt="2024-12-17T07:46:03.202" v="230" actId="5793"/>
        <pc:sldMkLst>
          <pc:docMk/>
          <pc:sldMk cId="1952923378" sldId="443"/>
        </pc:sldMkLst>
        <pc:spChg chg="mod">
          <ac:chgData name="Hidayaturrahman" userId="b9dd9925-3f63-4f58-a981-e486d2a99324" providerId="ADAL" clId="{60DD6ECF-8FB6-470D-B117-6642B348CC23}" dt="2024-12-17T07:40:37.112" v="72" actId="179"/>
          <ac:spMkLst>
            <pc:docMk/>
            <pc:sldMk cId="1952923378" sldId="443"/>
            <ac:spMk id="13" creationId="{C6DB0C74-456A-75F6-2B77-1E348FCA64C1}"/>
          </ac:spMkLst>
        </pc:spChg>
        <pc:spChg chg="mod">
          <ac:chgData name="Hidayaturrahman" userId="b9dd9925-3f63-4f58-a981-e486d2a99324" providerId="ADAL" clId="{60DD6ECF-8FB6-470D-B117-6642B348CC23}" dt="2024-12-17T07:46:03.202" v="230" actId="5793"/>
          <ac:spMkLst>
            <pc:docMk/>
            <pc:sldMk cId="1952923378" sldId="443"/>
            <ac:spMk id="15" creationId="{5E478E08-6E56-6AB2-8C98-DA340C554A0D}"/>
          </ac:spMkLst>
        </pc:spChg>
      </pc:sldChg>
      <pc:sldChg chg="modSp add mod">
        <pc:chgData name="Hidayaturrahman" userId="b9dd9925-3f63-4f58-a981-e486d2a99324" providerId="ADAL" clId="{60DD6ECF-8FB6-470D-B117-6642B348CC23}" dt="2024-12-17T07:46:29.687" v="252" actId="6549"/>
        <pc:sldMkLst>
          <pc:docMk/>
          <pc:sldMk cId="2060034311" sldId="444"/>
        </pc:sldMkLst>
        <pc:spChg chg="mod">
          <ac:chgData name="Hidayaturrahman" userId="b9dd9925-3f63-4f58-a981-e486d2a99324" providerId="ADAL" clId="{60DD6ECF-8FB6-470D-B117-6642B348CC23}" dt="2024-12-17T07:40:47.434" v="77"/>
          <ac:spMkLst>
            <pc:docMk/>
            <pc:sldMk cId="2060034311" sldId="444"/>
            <ac:spMk id="13" creationId="{8DADB272-5D3D-C38D-EDD4-AB74556EFBFE}"/>
          </ac:spMkLst>
        </pc:spChg>
        <pc:spChg chg="mod">
          <ac:chgData name="Hidayaturrahman" userId="b9dd9925-3f63-4f58-a981-e486d2a99324" providerId="ADAL" clId="{60DD6ECF-8FB6-470D-B117-6642B348CC23}" dt="2024-12-17T07:46:29.687" v="252" actId="6549"/>
          <ac:spMkLst>
            <pc:docMk/>
            <pc:sldMk cId="2060034311" sldId="444"/>
            <ac:spMk id="15" creationId="{05B43B11-E853-3753-CD05-9C52264847A2}"/>
          </ac:spMkLst>
        </pc:spChg>
      </pc:sldChg>
      <pc:sldChg chg="modSp add mod">
        <pc:chgData name="Hidayaturrahman" userId="b9dd9925-3f63-4f58-a981-e486d2a99324" providerId="ADAL" clId="{60DD6ECF-8FB6-470D-B117-6642B348CC23}" dt="2024-12-17T07:43:09.131" v="137" actId="6549"/>
        <pc:sldMkLst>
          <pc:docMk/>
          <pc:sldMk cId="2097981484" sldId="445"/>
        </pc:sldMkLst>
        <pc:spChg chg="mod">
          <ac:chgData name="Hidayaturrahman" userId="b9dd9925-3f63-4f58-a981-e486d2a99324" providerId="ADAL" clId="{60DD6ECF-8FB6-470D-B117-6642B348CC23}" dt="2024-12-17T07:43:09.131" v="137" actId="6549"/>
          <ac:spMkLst>
            <pc:docMk/>
            <pc:sldMk cId="2097981484" sldId="445"/>
            <ac:spMk id="15" creationId="{DCB25CDD-CFD3-E90C-DB75-1E9AE740FC0D}"/>
          </ac:spMkLst>
        </pc:spChg>
      </pc:sldChg>
      <pc:sldChg chg="modSp add mod">
        <pc:chgData name="Hidayaturrahman" userId="b9dd9925-3f63-4f58-a981-e486d2a99324" providerId="ADAL" clId="{60DD6ECF-8FB6-470D-B117-6642B348CC23}" dt="2024-12-17T07:43:04.258" v="136" actId="20577"/>
        <pc:sldMkLst>
          <pc:docMk/>
          <pc:sldMk cId="716600497" sldId="446"/>
        </pc:sldMkLst>
        <pc:spChg chg="mod">
          <ac:chgData name="Hidayaturrahman" userId="b9dd9925-3f63-4f58-a981-e486d2a99324" providerId="ADAL" clId="{60DD6ECF-8FB6-470D-B117-6642B348CC23}" dt="2024-12-17T07:43:04.258" v="136" actId="20577"/>
          <ac:spMkLst>
            <pc:docMk/>
            <pc:sldMk cId="716600497" sldId="446"/>
            <ac:spMk id="15" creationId="{EEC6CFB4-3C88-E880-439A-616EF9B36ED0}"/>
          </ac:spMkLst>
        </pc:spChg>
      </pc:sldChg>
      <pc:sldChg chg="modSp add mod">
        <pc:chgData name="Hidayaturrahman" userId="b9dd9925-3f63-4f58-a981-e486d2a99324" providerId="ADAL" clId="{60DD6ECF-8FB6-470D-B117-6642B348CC23}" dt="2024-12-17T07:45:16.362" v="189" actId="115"/>
        <pc:sldMkLst>
          <pc:docMk/>
          <pc:sldMk cId="1344641300" sldId="447"/>
        </pc:sldMkLst>
        <pc:spChg chg="mod">
          <ac:chgData name="Hidayaturrahman" userId="b9dd9925-3f63-4f58-a981-e486d2a99324" providerId="ADAL" clId="{60DD6ECF-8FB6-470D-B117-6642B348CC23}" dt="2024-12-17T07:45:16.362" v="189" actId="115"/>
          <ac:spMkLst>
            <pc:docMk/>
            <pc:sldMk cId="1344641300" sldId="447"/>
            <ac:spMk id="15" creationId="{1B7EBE7C-678B-0F98-4703-F35FBC7D0FF6}"/>
          </ac:spMkLst>
        </pc:spChg>
      </pc:sldChg>
      <pc:sldChg chg="modSp add mod">
        <pc:chgData name="Hidayaturrahman" userId="b9dd9925-3f63-4f58-a981-e486d2a99324" providerId="ADAL" clId="{60DD6ECF-8FB6-470D-B117-6642B348CC23}" dt="2024-12-17T07:47:08.706" v="285" actId="404"/>
        <pc:sldMkLst>
          <pc:docMk/>
          <pc:sldMk cId="135718028" sldId="448"/>
        </pc:sldMkLst>
        <pc:spChg chg="mod">
          <ac:chgData name="Hidayaturrahman" userId="b9dd9925-3f63-4f58-a981-e486d2a99324" providerId="ADAL" clId="{60DD6ECF-8FB6-470D-B117-6642B348CC23}" dt="2024-12-17T07:46:56.416" v="273" actId="20577"/>
          <ac:spMkLst>
            <pc:docMk/>
            <pc:sldMk cId="135718028" sldId="448"/>
            <ac:spMk id="13" creationId="{52AF10C7-0193-AB5E-BA3C-D9832F80DA02}"/>
          </ac:spMkLst>
        </pc:spChg>
        <pc:spChg chg="mod">
          <ac:chgData name="Hidayaturrahman" userId="b9dd9925-3f63-4f58-a981-e486d2a99324" providerId="ADAL" clId="{60DD6ECF-8FB6-470D-B117-6642B348CC23}" dt="2024-12-17T07:47:08.706" v="285" actId="404"/>
          <ac:spMkLst>
            <pc:docMk/>
            <pc:sldMk cId="135718028" sldId="448"/>
            <ac:spMk id="15" creationId="{4454EC06-4AC9-2585-662E-F65506C9C3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 and Citation Management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Hidayaturrahman, S.Kom., M.T.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Learning</a:t>
            </a:r>
            <a:r>
              <a:rPr lang="en-US" sz="9600" dirty="0">
                <a:latin typeface="+mj-lt"/>
              </a:rPr>
              <a:t> </a:t>
            </a:r>
            <a:r>
              <a:rPr lang="en-US" sz="5400" dirty="0">
                <a:latin typeface="+mj-lt"/>
              </a:rPr>
              <a:t>Outcome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914400" indent="0" algn="just">
              <a:buNone/>
            </a:pPr>
            <a:r>
              <a:rPr lang="en-US" sz="5400" b="1" dirty="0">
                <a:latin typeface="+mj-lt"/>
              </a:rPr>
              <a:t>LO2: </a:t>
            </a:r>
            <a:r>
              <a:rPr lang="en-US" sz="5400" dirty="0">
                <a:latin typeface="+mj-lt"/>
              </a:rPr>
              <a:t>Analyze and critically evaluate research topics, literature, and theoretical frameworks.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Outline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13647" y="3998259"/>
            <a:ext cx="20977412" cy="8641976"/>
          </a:xfrm>
        </p:spPr>
        <p:txBody>
          <a:bodyPr>
            <a:normAutofit/>
          </a:bodyPr>
          <a:lstStyle/>
          <a:p>
            <a:pPr marL="1773238" indent="-914400" algn="just"/>
            <a:r>
              <a:rPr lang="en-US" sz="4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Importance of a Literature Review</a:t>
            </a:r>
          </a:p>
          <a:p>
            <a:pPr marL="1773238" indent="-914400" algn="just"/>
            <a:r>
              <a:rPr lang="en-US" sz="4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 in Conducting a Literature Review</a:t>
            </a:r>
          </a:p>
          <a:p>
            <a:pPr marL="1773238" indent="-914400" algn="just"/>
            <a:r>
              <a:rPr lang="en-US" sz="4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Effective Citation Management</a:t>
            </a:r>
          </a:p>
          <a:p>
            <a:pPr marL="1773238" indent="-914400" algn="just"/>
            <a:r>
              <a:rPr lang="en-US" sz="4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 for Literature Review and Citation Management</a:t>
            </a:r>
          </a:p>
          <a:p>
            <a:pPr marL="1773238" indent="-914400" algn="just"/>
            <a:r>
              <a:rPr lang="en-US" sz="4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Common Challenges and Solutions</a:t>
            </a:r>
          </a:p>
        </p:txBody>
      </p:sp>
    </p:spTree>
    <p:extLst>
      <p:ext uri="{BB962C8B-B14F-4D97-AF65-F5344CB8AC3E}">
        <p14:creationId xmlns:p14="http://schemas.microsoft.com/office/powerpoint/2010/main" val="22664601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5FF81-E096-7544-686A-6D3240515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BBBDC3D9-DFEB-C64E-0A7F-45D2EA0F0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Importance of a Literature Review</a:t>
            </a:r>
            <a:b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5400" dirty="0">
              <a:latin typeface="+mj-lt"/>
            </a:endParaRP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BF6FBB9F-9260-6BCD-29E4-5E5E548050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13647" y="3998259"/>
            <a:ext cx="20977412" cy="8641976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literature review provides the foundation for any research by summarizing existing knowledge, identifying gaps, and framing the research question within the current body of work.</a:t>
            </a: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Objectives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Understand the scope of existing research.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research gaps and opportunities.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Avoid duplication of previous work.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 theoretical and methodological grounding.</a:t>
            </a:r>
            <a:endParaRPr lang="en-US" sz="8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0789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B8FC1-2ADA-A08D-EDCC-7AFEF1432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9A79AA28-64DA-98FE-9C13-68DBCAFD4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6271230" cy="1289495"/>
          </a:xfrm>
        </p:spPr>
        <p:txBody>
          <a:bodyPr>
            <a:noAutofit/>
          </a:bodyPr>
          <a:lstStyle/>
          <a:p>
            <a:pPr marL="914400" indent="-914400"/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 in Conducting a Literature Review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AEC09BB5-9533-C299-68D8-88F64911A77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13647" y="3998259"/>
            <a:ext cx="20977412" cy="8641976"/>
          </a:xfrm>
        </p:spPr>
        <p:txBody>
          <a:bodyPr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 1: Define the Research Scope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key topics, themes, or questions.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research objectives to limit the scope.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 2: Search for Relevant Literature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reliable sources like: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Academic databases: IEEE Xplore, ACM Digital Library, Springer, Scopus.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General tools: Google Scholar, ResearchGate.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Employ effective search strategies: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keywords, Boolean operators (AND, OR, NOT).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Utilize filters for date, publication type, or relevance.</a:t>
            </a:r>
          </a:p>
        </p:txBody>
      </p:sp>
    </p:spTree>
    <p:extLst>
      <p:ext uri="{BB962C8B-B14F-4D97-AF65-F5344CB8AC3E}">
        <p14:creationId xmlns:p14="http://schemas.microsoft.com/office/powerpoint/2010/main" val="278572848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ECB8F-8F02-B123-770A-6ACECEBA0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31918416-29D0-7828-776E-65BC540BA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6271230" cy="1289495"/>
          </a:xfrm>
        </p:spPr>
        <p:txBody>
          <a:bodyPr>
            <a:noAutofit/>
          </a:bodyPr>
          <a:lstStyle/>
          <a:p>
            <a:pPr marL="914400" indent="-914400"/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 in Conducting a Literature Review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DCB25CDD-CFD3-E90C-DB75-1E9AE740FC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13647" y="3998259"/>
            <a:ext cx="20977412" cy="8641976"/>
          </a:xfrm>
        </p:spPr>
        <p:txBody>
          <a:bodyPr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 3: Organize the Literature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tools like: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Reference managers: Zotero, Mendeley, EndNote.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Spreadsheets to categorize articles based on topics, methods, or findings.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 4: Analyze and Synthesize Information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Summarize key points from each source.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patterns, trends, and inconsistencies.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 literature by themes or methodologies.</a:t>
            </a:r>
          </a:p>
        </p:txBody>
      </p:sp>
    </p:spTree>
    <p:extLst>
      <p:ext uri="{BB962C8B-B14F-4D97-AF65-F5344CB8AC3E}">
        <p14:creationId xmlns:p14="http://schemas.microsoft.com/office/powerpoint/2010/main" val="209798148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0DB0-12D5-11C1-7808-8DBC1F33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A0BEF93-3859-9D75-5042-6301630A5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6271230" cy="1289495"/>
          </a:xfrm>
        </p:spPr>
        <p:txBody>
          <a:bodyPr>
            <a:noAutofit/>
          </a:bodyPr>
          <a:lstStyle/>
          <a:p>
            <a:pPr marL="914400" indent="-914400"/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 in Conducting a Literature Review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EEC6CFB4-3C88-E880-439A-616EF9B36E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13647" y="3998259"/>
            <a:ext cx="20977412" cy="8641976"/>
          </a:xfrm>
        </p:spPr>
        <p:txBody>
          <a:bodyPr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 5: Write the Review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Provide a comprehensive overview.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Highlight gaps and justify the need for your research.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Avoid summarizing each paper; focus on critical analysis.</a:t>
            </a:r>
          </a:p>
        </p:txBody>
      </p:sp>
    </p:spTree>
    <p:extLst>
      <p:ext uri="{BB962C8B-B14F-4D97-AF65-F5344CB8AC3E}">
        <p14:creationId xmlns:p14="http://schemas.microsoft.com/office/powerpoint/2010/main" val="71660049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7A8C7-0E60-0E0C-AC26-D12C34AF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55E41597-87EB-E42B-96B4-0CC793933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6271230" cy="1289495"/>
          </a:xfrm>
        </p:spPr>
        <p:txBody>
          <a:bodyPr>
            <a:noAutofit/>
          </a:bodyPr>
          <a:lstStyle/>
          <a:p>
            <a:pPr marL="914400" indent="-914400"/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Effective Citation Management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43B66F39-5AE4-D30E-0DFF-48BBCBD6290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13647" y="3998259"/>
            <a:ext cx="20977412" cy="8641976"/>
          </a:xfrm>
        </p:spPr>
        <p:txBody>
          <a:bodyPr>
            <a:normAutofit fontScale="92500" lnSpcReduction="10000"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Citations ensure credit is given to original authors and provide evidence for your arguments.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4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44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Types of Citations</a:t>
            </a:r>
            <a:endParaRPr lang="en-US" sz="44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Direct Quotation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Word-for-word quotes.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"AI has transformed modern diagnostics" (Smith, 2022).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Paraphrasing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Restating ideas in your own words.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Smith (2022) highlights the transformative role of AI in diagnostics.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Summarizing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Condensing main ideas from a source.</a:t>
            </a:r>
          </a:p>
        </p:txBody>
      </p:sp>
    </p:spTree>
    <p:extLst>
      <p:ext uri="{BB962C8B-B14F-4D97-AF65-F5344CB8AC3E}">
        <p14:creationId xmlns:p14="http://schemas.microsoft.com/office/powerpoint/2010/main" val="2191514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12F3-5926-596B-1165-0D97AC531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8A33D4E5-DF79-E72D-9C4B-4EA19F67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6271230" cy="1289495"/>
          </a:xfrm>
        </p:spPr>
        <p:txBody>
          <a:bodyPr>
            <a:noAutofit/>
          </a:bodyPr>
          <a:lstStyle/>
          <a:p>
            <a:pPr marL="914400" indent="-914400"/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Effective Citation Management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1B7EBE7C-678B-0F98-4703-F35FBC7D0FF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13647" y="3998259"/>
            <a:ext cx="20977412" cy="8641976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4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Using Citation Styles</a:t>
            </a:r>
            <a:endParaRPr lang="en-US" sz="48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Common styles: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APA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Often used in social sciences.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IEEE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Common in computer science and engineering.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MLA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Used in humanities.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Refer to guidelines for formatting in-text citations and reference lists.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48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4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Avoiding Plagiarism</a:t>
            </a:r>
            <a:endParaRPr lang="en-US" sz="48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tools like Turnitin, Grammarly, or </a:t>
            </a:r>
            <a:r>
              <a:rPr lang="en-US" sz="4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Copyscape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Keep track of sources during note-taking.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Always provide proper attribution.</a:t>
            </a:r>
          </a:p>
        </p:txBody>
      </p:sp>
    </p:spTree>
    <p:extLst>
      <p:ext uri="{BB962C8B-B14F-4D97-AF65-F5344CB8AC3E}">
        <p14:creationId xmlns:p14="http://schemas.microsoft.com/office/powerpoint/2010/main" val="134464130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A8A18-CE46-831E-17C2-D87A15584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C6DB0C74-456A-75F6-2B77-1E348FCA6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6271230" cy="1289495"/>
          </a:xfrm>
        </p:spPr>
        <p:txBody>
          <a:bodyPr>
            <a:noAutofit/>
          </a:bodyPr>
          <a:lstStyle/>
          <a:p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 for Literature Review and Citation Management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5E478E08-6E56-6AB2-8C98-DA340C554A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13647" y="3998259"/>
            <a:ext cx="20977412" cy="8641976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Database Search Engines</a:t>
            </a: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623888" lvl="1" indent="0">
              <a:lnSpc>
                <a:spcPct val="115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Google Scholar, PubMed, IEEE Xplore.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Reference Management Software</a:t>
            </a: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Zotero, Mendeley, EndNote.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Note-Taking Tools</a:t>
            </a: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>
              <a:lnSpc>
                <a:spcPct val="115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4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Notion, Evernote, Obsidian for organizing ideas.</a:t>
            </a:r>
            <a:endParaRPr lang="en-US" sz="13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9233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7AB19-7D3A-FFCA-A654-8C2AD19C3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8DADB272-5D3D-C38D-EDD4-AB74556EF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6271230" cy="1289495"/>
          </a:xfrm>
        </p:spPr>
        <p:txBody>
          <a:bodyPr>
            <a:noAutofit/>
          </a:bodyPr>
          <a:lstStyle/>
          <a:p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Common Challenges and Solutions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05B43B11-E853-3753-CD05-9C52264847A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13647" y="3998259"/>
            <a:ext cx="20977412" cy="8641976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Information Overload.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Narrow your search scope and use filters.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Difficulty in Synthesizing Information.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Focus on themes and relationships between studies.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Inconsistent Citation Styles.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Use citation management tools.</a:t>
            </a:r>
          </a:p>
          <a:p>
            <a:pPr marL="1773238" indent="-914400" algn="just"/>
            <a:endParaRPr lang="en-US" sz="16600" b="1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03431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9614E-D95B-EDA3-F998-2D6D5EAC9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52AF10C7-0193-AB5E-BA3C-D9832F80D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6271230" cy="1289495"/>
          </a:xfrm>
        </p:spPr>
        <p:txBody>
          <a:bodyPr>
            <a:noAutofit/>
          </a:bodyPr>
          <a:lstStyle/>
          <a:p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4454EC06-4AC9-2585-662E-F65506C9C31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13647" y="3998259"/>
            <a:ext cx="20977412" cy="8641976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Literature reviews are crucial for situating your research within the existing body of knowledge.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Effective citation management enhances credibility and ensures ethical research practices.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 and structured approaches simplify the literature review process.</a:t>
            </a:r>
          </a:p>
        </p:txBody>
      </p:sp>
    </p:spTree>
    <p:extLst>
      <p:ext uri="{BB962C8B-B14F-4D97-AF65-F5344CB8AC3E}">
        <p14:creationId xmlns:p14="http://schemas.microsoft.com/office/powerpoint/2010/main" val="13571802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79F71-4B94-78F3-BE0B-467EDF8C0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Activity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E4543B-9557-7175-B80E-2D05057982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20674694" cy="8568593"/>
          </a:xfrm>
        </p:spPr>
        <p:txBody>
          <a:bodyPr>
            <a:normAutofit fontScale="92500"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Individual Task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three papers on your research topic and summarize their key contributions.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any gaps in the research.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 Task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a shared bibliography using Zotero or Mendeley.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Discuss themes and gaps as a group.</a:t>
            </a:r>
          </a:p>
        </p:txBody>
      </p:sp>
    </p:spTree>
    <p:extLst>
      <p:ext uri="{BB962C8B-B14F-4D97-AF65-F5344CB8AC3E}">
        <p14:creationId xmlns:p14="http://schemas.microsoft.com/office/powerpoint/2010/main" val="129944868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52150570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9600" dirty="0"/>
              <a:t>References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Creswell, J. W., &amp; Creswell, J. D. (2017). Research Design: Qualitative, Quantitative, and Mixed Methods Approaches. SAGE Publications.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Mack, C. A. (2018). How to Write a Good Scientific Paper. SPIE.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Google Scholar: https://scholar.google.com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IEEE Xplore: https://ieeexplore.ieee.org</a:t>
            </a:r>
          </a:p>
        </p:txBody>
      </p:sp>
    </p:spTree>
    <p:extLst>
      <p:ext uri="{BB962C8B-B14F-4D97-AF65-F5344CB8AC3E}">
        <p14:creationId xmlns:p14="http://schemas.microsoft.com/office/powerpoint/2010/main" val="36968460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 2023</Template>
  <TotalTime>4786</TotalTime>
  <Words>696</Words>
  <Application>Microsoft Office PowerPoint</Application>
  <PresentationFormat>Custom</PresentationFormat>
  <Paragraphs>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Courier New</vt:lpstr>
      <vt:lpstr>OCRB</vt:lpstr>
      <vt:lpstr>Open Sans Semibold</vt:lpstr>
      <vt:lpstr>Arial</vt:lpstr>
      <vt:lpstr>Aptos</vt:lpstr>
      <vt:lpstr>Open Sans Light</vt:lpstr>
      <vt:lpstr>Open Sans ExtraBold</vt:lpstr>
      <vt:lpstr>Symbol</vt:lpstr>
      <vt:lpstr>21_BasicWhite</vt:lpstr>
      <vt:lpstr>Literature Review and Citation Management</vt:lpstr>
      <vt:lpstr>Learning Outcome</vt:lpstr>
      <vt:lpstr>Outline</vt:lpstr>
      <vt:lpstr>Importance of a Literature Review </vt:lpstr>
      <vt:lpstr>Steps in Conducting a Literature Review</vt:lpstr>
      <vt:lpstr>Steps in Conducting a Literature Review</vt:lpstr>
      <vt:lpstr>Steps in Conducting a Literature Review</vt:lpstr>
      <vt:lpstr>Effective Citation Management</vt:lpstr>
      <vt:lpstr>Effective Citation Management</vt:lpstr>
      <vt:lpstr>Tools for Literature Review and Citation Management</vt:lpstr>
      <vt:lpstr>Common Challenges and Solutions</vt:lpstr>
      <vt:lpstr>Summary</vt:lpstr>
      <vt:lpstr>Activity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PowerPoint</dc:title>
  <dc:creator>Felix Indra Kurniadi</dc:creator>
  <cp:lastModifiedBy>Hidayaturrahman</cp:lastModifiedBy>
  <cp:revision>123</cp:revision>
  <dcterms:created xsi:type="dcterms:W3CDTF">2023-10-15T02:42:15Z</dcterms:created>
  <dcterms:modified xsi:type="dcterms:W3CDTF">2024-12-17T07:47:09Z</dcterms:modified>
</cp:coreProperties>
</file>