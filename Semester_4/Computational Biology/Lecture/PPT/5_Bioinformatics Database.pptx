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26"/>
  </p:notesMasterIdLst>
  <p:sldIdLst>
    <p:sldId id="256" r:id="rId6"/>
    <p:sldId id="257" r:id="rId7"/>
    <p:sldId id="268" r:id="rId8"/>
    <p:sldId id="267" r:id="rId9"/>
    <p:sldId id="269" r:id="rId10"/>
    <p:sldId id="270" r:id="rId11"/>
    <p:sldId id="271" r:id="rId12"/>
    <p:sldId id="272" r:id="rId13"/>
    <p:sldId id="278" r:id="rId14"/>
    <p:sldId id="286" r:id="rId15"/>
    <p:sldId id="287" r:id="rId16"/>
    <p:sldId id="285" r:id="rId17"/>
    <p:sldId id="273" r:id="rId18"/>
    <p:sldId id="291" r:id="rId19"/>
    <p:sldId id="294" r:id="rId20"/>
    <p:sldId id="295" r:id="rId21"/>
    <p:sldId id="292" r:id="rId22"/>
    <p:sldId id="293" r:id="rId23"/>
    <p:sldId id="284" r:id="rId24"/>
    <p:sldId id="259" r:id="rId25"/>
  </p:sldIdLst>
  <p:sldSz cx="10688638" cy="7562850"/>
  <p:notesSz cx="6858000" cy="9144000"/>
  <p:defaultTextStyle>
    <a:defPPr>
      <a:defRPr lang="en-US"/>
    </a:defPPr>
    <a:lvl1pPr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1pPr>
    <a:lvl2pPr marL="520700" indent="-63500"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2pPr>
    <a:lvl3pPr marL="1041400" indent="-127000"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3pPr>
    <a:lvl4pPr marL="1563688" indent="-192088"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4pPr>
    <a:lvl5pPr marL="2084388" indent="-255588"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5pPr>
    <a:lvl6pPr marL="2286000" algn="l" defTabSz="914400" rtl="0" eaLnBrk="1" latinLnBrk="0" hangingPunct="1">
      <a:defRPr sz="2100" kern="1200">
        <a:solidFill>
          <a:schemeClr val="tx1"/>
        </a:solidFill>
        <a:latin typeface="Calibri" pitchFamily="34" charset="0"/>
        <a:ea typeface="MS PGothic" pitchFamily="34" charset="-128"/>
        <a:cs typeface="+mn-cs"/>
      </a:defRPr>
    </a:lvl6pPr>
    <a:lvl7pPr marL="2743200" algn="l" defTabSz="914400" rtl="0" eaLnBrk="1" latinLnBrk="0" hangingPunct="1">
      <a:defRPr sz="2100" kern="1200">
        <a:solidFill>
          <a:schemeClr val="tx1"/>
        </a:solidFill>
        <a:latin typeface="Calibri" pitchFamily="34" charset="0"/>
        <a:ea typeface="MS PGothic" pitchFamily="34" charset="-128"/>
        <a:cs typeface="+mn-cs"/>
      </a:defRPr>
    </a:lvl7pPr>
    <a:lvl8pPr marL="3200400" algn="l" defTabSz="914400" rtl="0" eaLnBrk="1" latinLnBrk="0" hangingPunct="1">
      <a:defRPr sz="2100" kern="1200">
        <a:solidFill>
          <a:schemeClr val="tx1"/>
        </a:solidFill>
        <a:latin typeface="Calibri" pitchFamily="34" charset="0"/>
        <a:ea typeface="MS PGothic" pitchFamily="34" charset="-128"/>
        <a:cs typeface="+mn-cs"/>
      </a:defRPr>
    </a:lvl8pPr>
    <a:lvl9pPr marL="3657600" algn="l" defTabSz="914400" rtl="0" eaLnBrk="1" latinLnBrk="0" hangingPunct="1">
      <a:defRPr sz="2100" kern="1200">
        <a:solidFill>
          <a:schemeClr val="tx1"/>
        </a:solidFill>
        <a:latin typeface="Calibri" pitchFamily="34" charset="0"/>
        <a:ea typeface="MS PGothic" pitchFamily="34" charset="-128"/>
        <a:cs typeface="+mn-cs"/>
      </a:defRPr>
    </a:lvl9pPr>
  </p:defaultTextStyle>
  <p:extLst>
    <p:ext uri="{521415D9-36F7-43E2-AB2F-B90AF26B5E84}">
      <p14:sectionLst xmlns:p14="http://schemas.microsoft.com/office/powerpoint/2010/main">
        <p14:section name="COVER" id="{6D91671F-11EC-43A0-B0B5-6D80C965B915}">
          <p14:sldIdLst>
            <p14:sldId id="256"/>
          </p14:sldIdLst>
        </p14:section>
        <p14:section name="COURSE CONTENT" id="{6162E7E0-B512-4FEF-B619-C9187795397D}">
          <p14:sldIdLst>
            <p14:sldId id="257"/>
            <p14:sldId id="268"/>
            <p14:sldId id="267"/>
            <p14:sldId id="269"/>
            <p14:sldId id="270"/>
            <p14:sldId id="271"/>
            <p14:sldId id="272"/>
            <p14:sldId id="278"/>
            <p14:sldId id="286"/>
            <p14:sldId id="287"/>
            <p14:sldId id="285"/>
            <p14:sldId id="273"/>
            <p14:sldId id="291"/>
            <p14:sldId id="294"/>
            <p14:sldId id="295"/>
            <p14:sldId id="292"/>
            <p14:sldId id="293"/>
            <p14:sldId id="284"/>
          </p14:sldIdLst>
        </p14:section>
        <p14:section name="REFERENCES" id="{11ED6803-A38C-4226-8496-86D05012E7E0}">
          <p14:sldIdLst>
            <p14:sldId id="259"/>
          </p14:sldIdLst>
        </p14:section>
      </p14:sectionLst>
    </p:ext>
    <p:ext uri="{EFAFB233-063F-42B5-8137-9DF3F51BA10A}">
      <p15:sldGuideLst xmlns:p15="http://schemas.microsoft.com/office/powerpoint/2012/main">
        <p15:guide id="1" orient="horz" pos="2382">
          <p15:clr>
            <a:srgbClr val="A4A3A4"/>
          </p15:clr>
        </p15:guide>
        <p15:guide id="2" pos="336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0079B8"/>
    <a:srgbClr val="9465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70"/>
    <p:restoredTop sz="93484"/>
  </p:normalViewPr>
  <p:slideViewPr>
    <p:cSldViewPr snapToGrid="0" snapToObjects="1">
      <p:cViewPr varScale="1">
        <p:scale>
          <a:sx n="85" d="100"/>
          <a:sy n="85" d="100"/>
        </p:scale>
        <p:origin x="1286" y="53"/>
      </p:cViewPr>
      <p:guideLst>
        <p:guide orient="horz" pos="2382"/>
        <p:guide pos="3367"/>
      </p:guideLst>
    </p:cSldViewPr>
  </p:slid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bian" userId="f46cf8bb-4ec7-4653-94a9-ff26fa22481f" providerId="ADAL" clId="{A2B71EE2-9AD6-4C3E-865A-66C762081F49}"/>
    <pc:docChg chg="modSld">
      <pc:chgData name="Fabian" userId="f46cf8bb-4ec7-4653-94a9-ff26fa22481f" providerId="ADAL" clId="{A2B71EE2-9AD6-4C3E-865A-66C762081F49}" dt="2022-12-23T04:42:24.043" v="7" actId="20577"/>
      <pc:docMkLst>
        <pc:docMk/>
      </pc:docMkLst>
      <pc:sldChg chg="modSp">
        <pc:chgData name="Fabian" userId="f46cf8bb-4ec7-4653-94a9-ff26fa22481f" providerId="ADAL" clId="{A2B71EE2-9AD6-4C3E-865A-66C762081F49}" dt="2022-12-23T04:42:24.043" v="7" actId="20577"/>
        <pc:sldMkLst>
          <pc:docMk/>
          <pc:sldMk cId="0" sldId="256"/>
        </pc:sldMkLst>
        <pc:spChg chg="mod">
          <ac:chgData name="Fabian" userId="f46cf8bb-4ec7-4653-94a9-ff26fa22481f" providerId="ADAL" clId="{A2B71EE2-9AD6-4C3E-865A-66C762081F49}" dt="2022-12-23T04:42:13.670" v="0" actId="20577"/>
          <ac:spMkLst>
            <pc:docMk/>
            <pc:sldMk cId="0" sldId="256"/>
            <ac:spMk id="17" creationId="{CE9AF79D-845E-461B-ADC4-7B9B51F04481}"/>
          </ac:spMkLst>
        </pc:spChg>
        <pc:spChg chg="mod">
          <ac:chgData name="Fabian" userId="f46cf8bb-4ec7-4653-94a9-ff26fa22481f" providerId="ADAL" clId="{A2B71EE2-9AD6-4C3E-865A-66C762081F49}" dt="2022-12-23T04:42:24.043" v="7" actId="20577"/>
          <ac:spMkLst>
            <pc:docMk/>
            <pc:sldMk cId="0" sldId="256"/>
            <ac:spMk id="18" creationId="{32DB365E-C0A0-4B3F-B6B1-8D39827C09A3}"/>
          </ac:spMkLst>
        </pc:spChg>
      </pc:sldChg>
    </pc:docChg>
  </pc:docChgLst>
  <pc:docChgLst>
    <pc:chgData name="Fabian Surya Pramudya" userId="f46cf8bb-4ec7-4653-94a9-ff26fa22481f" providerId="ADAL" clId="{A301BF89-CDF6-44B3-9D72-BB6AEF0C7C31}"/>
    <pc:docChg chg="undo redo custSel addSld delSld modSld sldOrd modSection">
      <pc:chgData name="Fabian Surya Pramudya" userId="f46cf8bb-4ec7-4653-94a9-ff26fa22481f" providerId="ADAL" clId="{A301BF89-CDF6-44B3-9D72-BB6AEF0C7C31}" dt="2022-08-13T07:29:34.389" v="2639"/>
      <pc:docMkLst>
        <pc:docMk/>
      </pc:docMkLst>
      <pc:sldChg chg="modSp">
        <pc:chgData name="Fabian Surya Pramudya" userId="f46cf8bb-4ec7-4653-94a9-ff26fa22481f" providerId="ADAL" clId="{A301BF89-CDF6-44B3-9D72-BB6AEF0C7C31}" dt="2022-08-03T10:10:12.005" v="52" actId="20577"/>
        <pc:sldMkLst>
          <pc:docMk/>
          <pc:sldMk cId="0" sldId="256"/>
        </pc:sldMkLst>
        <pc:spChg chg="mod">
          <ac:chgData name="Fabian Surya Pramudya" userId="f46cf8bb-4ec7-4653-94a9-ff26fa22481f" providerId="ADAL" clId="{A301BF89-CDF6-44B3-9D72-BB6AEF0C7C31}" dt="2022-08-03T10:10:12.005" v="52" actId="20577"/>
          <ac:spMkLst>
            <pc:docMk/>
            <pc:sldMk cId="0" sldId="256"/>
            <ac:spMk id="18" creationId="{32DB365E-C0A0-4B3F-B6B1-8D39827C09A3}"/>
          </ac:spMkLst>
        </pc:spChg>
      </pc:sldChg>
      <pc:sldChg chg="modSp ord">
        <pc:chgData name="Fabian Surya Pramudya" userId="f46cf8bb-4ec7-4653-94a9-ff26fa22481f" providerId="ADAL" clId="{A301BF89-CDF6-44B3-9D72-BB6AEF0C7C31}" dt="2022-08-13T05:53:01.053" v="2454" actId="20577"/>
        <pc:sldMkLst>
          <pc:docMk/>
          <pc:sldMk cId="3560658300" sldId="257"/>
        </pc:sldMkLst>
        <pc:spChg chg="mod">
          <ac:chgData name="Fabian Surya Pramudya" userId="f46cf8bb-4ec7-4653-94a9-ff26fa22481f" providerId="ADAL" clId="{A301BF89-CDF6-44B3-9D72-BB6AEF0C7C31}" dt="2022-08-13T05:53:01.053" v="2454" actId="20577"/>
          <ac:spMkLst>
            <pc:docMk/>
            <pc:sldMk cId="3560658300" sldId="257"/>
            <ac:spMk id="3" creationId="{00000000-0000-0000-0000-000000000000}"/>
          </ac:spMkLst>
        </pc:spChg>
      </pc:sldChg>
      <pc:sldChg chg="addSp modSp">
        <pc:chgData name="Fabian Surya Pramudya" userId="f46cf8bb-4ec7-4653-94a9-ff26fa22481f" providerId="ADAL" clId="{A301BF89-CDF6-44B3-9D72-BB6AEF0C7C31}" dt="2022-08-10T01:27:05.668" v="617" actId="1076"/>
        <pc:sldMkLst>
          <pc:docMk/>
          <pc:sldMk cId="2516975436" sldId="259"/>
        </pc:sldMkLst>
        <pc:spChg chg="add mod">
          <ac:chgData name="Fabian Surya Pramudya" userId="f46cf8bb-4ec7-4653-94a9-ff26fa22481f" providerId="ADAL" clId="{A301BF89-CDF6-44B3-9D72-BB6AEF0C7C31}" dt="2022-08-10T01:27:05.668" v="617" actId="1076"/>
          <ac:spMkLst>
            <pc:docMk/>
            <pc:sldMk cId="2516975436" sldId="259"/>
            <ac:spMk id="2" creationId="{F26EA794-8CB9-4F28-9756-DAAC88B83C66}"/>
          </ac:spMkLst>
        </pc:spChg>
      </pc:sldChg>
      <pc:sldChg chg="addSp delSp modSp ord">
        <pc:chgData name="Fabian Surya Pramudya" userId="f46cf8bb-4ec7-4653-94a9-ff26fa22481f" providerId="ADAL" clId="{A301BF89-CDF6-44B3-9D72-BB6AEF0C7C31}" dt="2022-08-08T04:03:45.520" v="567" actId="1076"/>
        <pc:sldMkLst>
          <pc:docMk/>
          <pc:sldMk cId="926067889" sldId="267"/>
        </pc:sldMkLst>
        <pc:spChg chg="mod">
          <ac:chgData name="Fabian Surya Pramudya" userId="f46cf8bb-4ec7-4653-94a9-ff26fa22481f" providerId="ADAL" clId="{A301BF89-CDF6-44B3-9D72-BB6AEF0C7C31}" dt="2022-08-07T19:35:51.987" v="172" actId="20577"/>
          <ac:spMkLst>
            <pc:docMk/>
            <pc:sldMk cId="926067889" sldId="267"/>
            <ac:spMk id="2" creationId="{00000000-0000-0000-0000-000000000000}"/>
          </ac:spMkLst>
        </pc:spChg>
        <pc:spChg chg="mod">
          <ac:chgData name="Fabian Surya Pramudya" userId="f46cf8bb-4ec7-4653-94a9-ff26fa22481f" providerId="ADAL" clId="{A301BF89-CDF6-44B3-9D72-BB6AEF0C7C31}" dt="2022-08-07T19:39:29.640" v="230" actId="404"/>
          <ac:spMkLst>
            <pc:docMk/>
            <pc:sldMk cId="926067889" sldId="267"/>
            <ac:spMk id="3" creationId="{00000000-0000-0000-0000-000000000000}"/>
          </ac:spMkLst>
        </pc:spChg>
        <pc:spChg chg="del">
          <ac:chgData name="Fabian Surya Pramudya" userId="f46cf8bb-4ec7-4653-94a9-ff26fa22481f" providerId="ADAL" clId="{A301BF89-CDF6-44B3-9D72-BB6AEF0C7C31}" dt="2022-08-07T19:33:37.297" v="93" actId="478"/>
          <ac:spMkLst>
            <pc:docMk/>
            <pc:sldMk cId="926067889" sldId="267"/>
            <ac:spMk id="4" creationId="{34C8ACB7-62F4-4DFA-BF4E-F704AD38BEDF}"/>
          </ac:spMkLst>
        </pc:spChg>
        <pc:spChg chg="del">
          <ac:chgData name="Fabian Surya Pramudya" userId="f46cf8bb-4ec7-4653-94a9-ff26fa22481f" providerId="ADAL" clId="{A301BF89-CDF6-44B3-9D72-BB6AEF0C7C31}" dt="2022-08-07T19:33:34.999" v="91" actId="478"/>
          <ac:spMkLst>
            <pc:docMk/>
            <pc:sldMk cId="926067889" sldId="267"/>
            <ac:spMk id="5" creationId="{D934DCAF-DCA4-40F5-A05C-BFB58A4FAD24}"/>
          </ac:spMkLst>
        </pc:spChg>
        <pc:spChg chg="del mod">
          <ac:chgData name="Fabian Surya Pramudya" userId="f46cf8bb-4ec7-4653-94a9-ff26fa22481f" providerId="ADAL" clId="{A301BF89-CDF6-44B3-9D72-BB6AEF0C7C31}" dt="2022-08-07T19:34:06.335" v="119" actId="478"/>
          <ac:spMkLst>
            <pc:docMk/>
            <pc:sldMk cId="926067889" sldId="267"/>
            <ac:spMk id="6" creationId="{231EE643-7E31-4D2B-AEE7-C081544ABC23}"/>
          </ac:spMkLst>
        </pc:spChg>
        <pc:spChg chg="add mod">
          <ac:chgData name="Fabian Surya Pramudya" userId="f46cf8bb-4ec7-4653-94a9-ff26fa22481f" providerId="ADAL" clId="{A301BF89-CDF6-44B3-9D72-BB6AEF0C7C31}" dt="2022-08-08T04:03:45.520" v="567" actId="1076"/>
          <ac:spMkLst>
            <pc:docMk/>
            <pc:sldMk cId="926067889" sldId="267"/>
            <ac:spMk id="9" creationId="{87731784-0F19-4062-88D2-7C0E4A55D6FE}"/>
          </ac:spMkLst>
        </pc:spChg>
        <pc:picChg chg="add mod">
          <ac:chgData name="Fabian Surya Pramudya" userId="f46cf8bb-4ec7-4653-94a9-ff26fa22481f" providerId="ADAL" clId="{A301BF89-CDF6-44B3-9D72-BB6AEF0C7C31}" dt="2022-08-08T04:03:38.973" v="565" actId="14100"/>
          <ac:picMkLst>
            <pc:docMk/>
            <pc:sldMk cId="926067889" sldId="267"/>
            <ac:picMk id="7" creationId="{38B0061A-3998-4162-AB0D-E43D0ADAF1E3}"/>
          </ac:picMkLst>
        </pc:picChg>
        <pc:picChg chg="add mod">
          <ac:chgData name="Fabian Surya Pramudya" userId="f46cf8bb-4ec7-4653-94a9-ff26fa22481f" providerId="ADAL" clId="{A301BF89-CDF6-44B3-9D72-BB6AEF0C7C31}" dt="2022-08-08T04:03:41.469" v="566" actId="1076"/>
          <ac:picMkLst>
            <pc:docMk/>
            <pc:sldMk cId="926067889" sldId="267"/>
            <ac:picMk id="8" creationId="{6A83B548-49ED-45C8-8F49-E3129A45D937}"/>
          </ac:picMkLst>
        </pc:picChg>
      </pc:sldChg>
      <pc:sldChg chg="del">
        <pc:chgData name="Fabian Surya Pramudya" userId="f46cf8bb-4ec7-4653-94a9-ff26fa22481f" providerId="ADAL" clId="{A301BF89-CDF6-44B3-9D72-BB6AEF0C7C31}" dt="2022-08-07T19:18:40.921" v="64" actId="2696"/>
        <pc:sldMkLst>
          <pc:docMk/>
          <pc:sldMk cId="1743960619" sldId="268"/>
        </pc:sldMkLst>
      </pc:sldChg>
      <pc:sldChg chg="addSp delSp modSp add">
        <pc:chgData name="Fabian Surya Pramudya" userId="f46cf8bb-4ec7-4653-94a9-ff26fa22481f" providerId="ADAL" clId="{A301BF89-CDF6-44B3-9D72-BB6AEF0C7C31}" dt="2022-08-08T04:03:27.096" v="563" actId="1076"/>
        <pc:sldMkLst>
          <pc:docMk/>
          <pc:sldMk cId="2943258815" sldId="268"/>
        </pc:sldMkLst>
        <pc:spChg chg="mod">
          <ac:chgData name="Fabian Surya Pramudya" userId="f46cf8bb-4ec7-4653-94a9-ff26fa22481f" providerId="ADAL" clId="{A301BF89-CDF6-44B3-9D72-BB6AEF0C7C31}" dt="2022-08-08T04:03:27.096" v="563" actId="1076"/>
          <ac:spMkLst>
            <pc:docMk/>
            <pc:sldMk cId="2943258815" sldId="268"/>
            <ac:spMk id="3" creationId="{00000000-0000-0000-0000-000000000000}"/>
          </ac:spMkLst>
        </pc:spChg>
        <pc:picChg chg="add del mod">
          <ac:chgData name="Fabian Surya Pramudya" userId="f46cf8bb-4ec7-4653-94a9-ff26fa22481f" providerId="ADAL" clId="{A301BF89-CDF6-44B3-9D72-BB6AEF0C7C31}" dt="2022-08-08T03:57:33.498" v="536" actId="478"/>
          <ac:picMkLst>
            <pc:docMk/>
            <pc:sldMk cId="2943258815" sldId="268"/>
            <ac:picMk id="4" creationId="{CB55C1C2-B95A-4565-943C-4EB6FBD00A97}"/>
          </ac:picMkLst>
        </pc:picChg>
        <pc:picChg chg="add mod modCrop">
          <ac:chgData name="Fabian Surya Pramudya" userId="f46cf8bb-4ec7-4653-94a9-ff26fa22481f" providerId="ADAL" clId="{A301BF89-CDF6-44B3-9D72-BB6AEF0C7C31}" dt="2022-08-08T04:03:23.704" v="562" actId="1076"/>
          <ac:picMkLst>
            <pc:docMk/>
            <pc:sldMk cId="2943258815" sldId="268"/>
            <ac:picMk id="5" creationId="{801E4812-6635-4A13-BC22-EDB7E42B5DE0}"/>
          </ac:picMkLst>
        </pc:picChg>
        <pc:picChg chg="add mod modCrop">
          <ac:chgData name="Fabian Surya Pramudya" userId="f46cf8bb-4ec7-4653-94a9-ff26fa22481f" providerId="ADAL" clId="{A301BF89-CDF6-44B3-9D72-BB6AEF0C7C31}" dt="2022-08-08T04:03:21.643" v="561" actId="1076"/>
          <ac:picMkLst>
            <pc:docMk/>
            <pc:sldMk cId="2943258815" sldId="268"/>
            <ac:picMk id="6" creationId="{2F15CC74-D5C3-450F-8FC3-F1A0183CAAA1}"/>
          </ac:picMkLst>
        </pc:picChg>
      </pc:sldChg>
      <pc:sldChg chg="addSp delSp modSp add">
        <pc:chgData name="Fabian Surya Pramudya" userId="f46cf8bb-4ec7-4653-94a9-ff26fa22481f" providerId="ADAL" clId="{A301BF89-CDF6-44B3-9D72-BB6AEF0C7C31}" dt="2022-08-07T19:40:59.880" v="267" actId="20577"/>
        <pc:sldMkLst>
          <pc:docMk/>
          <pc:sldMk cId="570964989" sldId="269"/>
        </pc:sldMkLst>
        <pc:spChg chg="mod">
          <ac:chgData name="Fabian Surya Pramudya" userId="f46cf8bb-4ec7-4653-94a9-ff26fa22481f" providerId="ADAL" clId="{A301BF89-CDF6-44B3-9D72-BB6AEF0C7C31}" dt="2022-08-07T19:40:59.880" v="267" actId="20577"/>
          <ac:spMkLst>
            <pc:docMk/>
            <pc:sldMk cId="570964989" sldId="269"/>
            <ac:spMk id="2" creationId="{00000000-0000-0000-0000-000000000000}"/>
          </ac:spMkLst>
        </pc:spChg>
        <pc:spChg chg="del">
          <ac:chgData name="Fabian Surya Pramudya" userId="f46cf8bb-4ec7-4653-94a9-ff26fa22481f" providerId="ADAL" clId="{A301BF89-CDF6-44B3-9D72-BB6AEF0C7C31}" dt="2022-08-07T19:38:08.351" v="205" actId="478"/>
          <ac:spMkLst>
            <pc:docMk/>
            <pc:sldMk cId="570964989" sldId="269"/>
            <ac:spMk id="3" creationId="{00000000-0000-0000-0000-000000000000}"/>
          </ac:spMkLst>
        </pc:spChg>
        <pc:spChg chg="add del mod">
          <ac:chgData name="Fabian Surya Pramudya" userId="f46cf8bb-4ec7-4653-94a9-ff26fa22481f" providerId="ADAL" clId="{A301BF89-CDF6-44B3-9D72-BB6AEF0C7C31}" dt="2022-08-07T19:38:10.543" v="206" actId="478"/>
          <ac:spMkLst>
            <pc:docMk/>
            <pc:sldMk cId="570964989" sldId="269"/>
            <ac:spMk id="5" creationId="{81579D09-52D6-445E-B2C3-FEDFA3767704}"/>
          </ac:spMkLst>
        </pc:spChg>
        <pc:picChg chg="add del mod">
          <ac:chgData name="Fabian Surya Pramudya" userId="f46cf8bb-4ec7-4653-94a9-ff26fa22481f" providerId="ADAL" clId="{A301BF89-CDF6-44B3-9D72-BB6AEF0C7C31}" dt="2022-08-07T19:39:19.781" v="226"/>
          <ac:picMkLst>
            <pc:docMk/>
            <pc:sldMk cId="570964989" sldId="269"/>
            <ac:picMk id="6" creationId="{AD2AB84A-77DA-4AAA-BB27-CF875E814CDB}"/>
          </ac:picMkLst>
        </pc:picChg>
        <pc:picChg chg="add del mod modCrop">
          <ac:chgData name="Fabian Surya Pramudya" userId="f46cf8bb-4ec7-4653-94a9-ff26fa22481f" providerId="ADAL" clId="{A301BF89-CDF6-44B3-9D72-BB6AEF0C7C31}" dt="2022-08-07T19:39:19.781" v="226"/>
          <ac:picMkLst>
            <pc:docMk/>
            <pc:sldMk cId="570964989" sldId="269"/>
            <ac:picMk id="7" creationId="{3C1D5246-5629-4F5F-8D75-774E5BC21246}"/>
          </ac:picMkLst>
        </pc:picChg>
        <pc:picChg chg="add mod">
          <ac:chgData name="Fabian Surya Pramudya" userId="f46cf8bb-4ec7-4653-94a9-ff26fa22481f" providerId="ADAL" clId="{A301BF89-CDF6-44B3-9D72-BB6AEF0C7C31}" dt="2022-08-07T19:40:42.673" v="246" actId="1076"/>
          <ac:picMkLst>
            <pc:docMk/>
            <pc:sldMk cId="570964989" sldId="269"/>
            <ac:picMk id="8" creationId="{BA861421-C212-4B2F-BF54-568B9E72588B}"/>
          </ac:picMkLst>
        </pc:picChg>
        <pc:picChg chg="add mod">
          <ac:chgData name="Fabian Surya Pramudya" userId="f46cf8bb-4ec7-4653-94a9-ff26fa22481f" providerId="ADAL" clId="{A301BF89-CDF6-44B3-9D72-BB6AEF0C7C31}" dt="2022-08-07T19:40:48.168" v="249" actId="1076"/>
          <ac:picMkLst>
            <pc:docMk/>
            <pc:sldMk cId="570964989" sldId="269"/>
            <ac:picMk id="9" creationId="{FCA88EB8-7F22-4836-88AC-DBA83D28C1E8}"/>
          </ac:picMkLst>
        </pc:picChg>
      </pc:sldChg>
      <pc:sldChg chg="del">
        <pc:chgData name="Fabian Surya Pramudya" userId="f46cf8bb-4ec7-4653-94a9-ff26fa22481f" providerId="ADAL" clId="{A301BF89-CDF6-44B3-9D72-BB6AEF0C7C31}" dt="2022-08-07T19:18:41.018" v="65" actId="2696"/>
        <pc:sldMkLst>
          <pc:docMk/>
          <pc:sldMk cId="1818244574" sldId="269"/>
        </pc:sldMkLst>
      </pc:sldChg>
      <pc:sldChg chg="addSp delSp modSp add">
        <pc:chgData name="Fabian Surya Pramudya" userId="f46cf8bb-4ec7-4653-94a9-ff26fa22481f" providerId="ADAL" clId="{A301BF89-CDF6-44B3-9D72-BB6AEF0C7C31}" dt="2022-08-07T19:41:26.690" v="272" actId="1076"/>
        <pc:sldMkLst>
          <pc:docMk/>
          <pc:sldMk cId="202687885" sldId="270"/>
        </pc:sldMkLst>
        <pc:picChg chg="add mod">
          <ac:chgData name="Fabian Surya Pramudya" userId="f46cf8bb-4ec7-4653-94a9-ff26fa22481f" providerId="ADAL" clId="{A301BF89-CDF6-44B3-9D72-BB6AEF0C7C31}" dt="2022-08-07T19:41:26.690" v="272" actId="1076"/>
          <ac:picMkLst>
            <pc:docMk/>
            <pc:sldMk cId="202687885" sldId="270"/>
            <ac:picMk id="3" creationId="{0F823DA6-0509-4C0A-A2A1-0B78EE676D2A}"/>
          </ac:picMkLst>
        </pc:picChg>
        <pc:picChg chg="del">
          <ac:chgData name="Fabian Surya Pramudya" userId="f46cf8bb-4ec7-4653-94a9-ff26fa22481f" providerId="ADAL" clId="{A301BF89-CDF6-44B3-9D72-BB6AEF0C7C31}" dt="2022-08-07T19:41:22.810" v="270" actId="478"/>
          <ac:picMkLst>
            <pc:docMk/>
            <pc:sldMk cId="202687885" sldId="270"/>
            <ac:picMk id="8" creationId="{BA861421-C212-4B2F-BF54-568B9E72588B}"/>
          </ac:picMkLst>
        </pc:picChg>
        <pc:picChg chg="del">
          <ac:chgData name="Fabian Surya Pramudya" userId="f46cf8bb-4ec7-4653-94a9-ff26fa22481f" providerId="ADAL" clId="{A301BF89-CDF6-44B3-9D72-BB6AEF0C7C31}" dt="2022-08-07T19:41:22.471" v="269" actId="478"/>
          <ac:picMkLst>
            <pc:docMk/>
            <pc:sldMk cId="202687885" sldId="270"/>
            <ac:picMk id="9" creationId="{FCA88EB8-7F22-4836-88AC-DBA83D28C1E8}"/>
          </ac:picMkLst>
        </pc:picChg>
      </pc:sldChg>
      <pc:sldChg chg="del">
        <pc:chgData name="Fabian Surya Pramudya" userId="f46cf8bb-4ec7-4653-94a9-ff26fa22481f" providerId="ADAL" clId="{A301BF89-CDF6-44B3-9D72-BB6AEF0C7C31}" dt="2022-08-07T19:18:41.126" v="66" actId="2696"/>
        <pc:sldMkLst>
          <pc:docMk/>
          <pc:sldMk cId="725621139" sldId="270"/>
        </pc:sldMkLst>
      </pc:sldChg>
      <pc:sldChg chg="addSp delSp modSp add">
        <pc:chgData name="Fabian Surya Pramudya" userId="f46cf8bb-4ec7-4653-94a9-ff26fa22481f" providerId="ADAL" clId="{A301BF89-CDF6-44B3-9D72-BB6AEF0C7C31}" dt="2022-08-07T19:41:51.070" v="277" actId="14100"/>
        <pc:sldMkLst>
          <pc:docMk/>
          <pc:sldMk cId="90707061" sldId="271"/>
        </pc:sldMkLst>
        <pc:picChg chg="del">
          <ac:chgData name="Fabian Surya Pramudya" userId="f46cf8bb-4ec7-4653-94a9-ff26fa22481f" providerId="ADAL" clId="{A301BF89-CDF6-44B3-9D72-BB6AEF0C7C31}" dt="2022-08-07T19:41:46.511" v="274" actId="478"/>
          <ac:picMkLst>
            <pc:docMk/>
            <pc:sldMk cId="90707061" sldId="271"/>
            <ac:picMk id="3" creationId="{0F823DA6-0509-4C0A-A2A1-0B78EE676D2A}"/>
          </ac:picMkLst>
        </pc:picChg>
        <pc:picChg chg="add mod">
          <ac:chgData name="Fabian Surya Pramudya" userId="f46cf8bb-4ec7-4653-94a9-ff26fa22481f" providerId="ADAL" clId="{A301BF89-CDF6-44B3-9D72-BB6AEF0C7C31}" dt="2022-08-07T19:41:51.070" v="277" actId="14100"/>
          <ac:picMkLst>
            <pc:docMk/>
            <pc:sldMk cId="90707061" sldId="271"/>
            <ac:picMk id="4" creationId="{A90B1DB1-1079-43F5-BAAC-B93D2D49E931}"/>
          </ac:picMkLst>
        </pc:picChg>
      </pc:sldChg>
      <pc:sldChg chg="del">
        <pc:chgData name="Fabian Surya Pramudya" userId="f46cf8bb-4ec7-4653-94a9-ff26fa22481f" providerId="ADAL" clId="{A301BF89-CDF6-44B3-9D72-BB6AEF0C7C31}" dt="2022-08-07T19:18:41.177" v="67" actId="2696"/>
        <pc:sldMkLst>
          <pc:docMk/>
          <pc:sldMk cId="1855590551" sldId="272"/>
        </pc:sldMkLst>
      </pc:sldChg>
      <pc:sldChg chg="addSp delSp modSp add">
        <pc:chgData name="Fabian Surya Pramudya" userId="f46cf8bb-4ec7-4653-94a9-ff26fa22481f" providerId="ADAL" clId="{A301BF89-CDF6-44B3-9D72-BB6AEF0C7C31}" dt="2022-08-07T19:42:17.182" v="282" actId="1076"/>
        <pc:sldMkLst>
          <pc:docMk/>
          <pc:sldMk cId="3315476650" sldId="272"/>
        </pc:sldMkLst>
        <pc:picChg chg="add mod">
          <ac:chgData name="Fabian Surya Pramudya" userId="f46cf8bb-4ec7-4653-94a9-ff26fa22481f" providerId="ADAL" clId="{A301BF89-CDF6-44B3-9D72-BB6AEF0C7C31}" dt="2022-08-07T19:42:17.182" v="282" actId="1076"/>
          <ac:picMkLst>
            <pc:docMk/>
            <pc:sldMk cId="3315476650" sldId="272"/>
            <ac:picMk id="3" creationId="{20B71BB1-42E4-4F08-AA2B-F3B391151D61}"/>
          </ac:picMkLst>
        </pc:picChg>
        <pc:picChg chg="del">
          <ac:chgData name="Fabian Surya Pramudya" userId="f46cf8bb-4ec7-4653-94a9-ff26fa22481f" providerId="ADAL" clId="{A301BF89-CDF6-44B3-9D72-BB6AEF0C7C31}" dt="2022-08-07T19:42:12.608" v="279" actId="478"/>
          <ac:picMkLst>
            <pc:docMk/>
            <pc:sldMk cId="3315476650" sldId="272"/>
            <ac:picMk id="4" creationId="{A90B1DB1-1079-43F5-BAAC-B93D2D49E931}"/>
          </ac:picMkLst>
        </pc:picChg>
      </pc:sldChg>
      <pc:sldChg chg="addSp delSp modSp add ord">
        <pc:chgData name="Fabian Surya Pramudya" userId="f46cf8bb-4ec7-4653-94a9-ff26fa22481f" providerId="ADAL" clId="{A301BF89-CDF6-44B3-9D72-BB6AEF0C7C31}" dt="2022-08-10T05:39:22.467" v="2377" actId="20577"/>
        <pc:sldMkLst>
          <pc:docMk/>
          <pc:sldMk cId="173981690" sldId="273"/>
        </pc:sldMkLst>
        <pc:spChg chg="mod">
          <ac:chgData name="Fabian Surya Pramudya" userId="f46cf8bb-4ec7-4653-94a9-ff26fa22481f" providerId="ADAL" clId="{A301BF89-CDF6-44B3-9D72-BB6AEF0C7C31}" dt="2022-08-10T05:39:22.467" v="2377" actId="20577"/>
          <ac:spMkLst>
            <pc:docMk/>
            <pc:sldMk cId="173981690" sldId="273"/>
            <ac:spMk id="2" creationId="{00000000-0000-0000-0000-000000000000}"/>
          </ac:spMkLst>
        </pc:spChg>
        <pc:spChg chg="add mod">
          <ac:chgData name="Fabian Surya Pramudya" userId="f46cf8bb-4ec7-4653-94a9-ff26fa22481f" providerId="ADAL" clId="{A301BF89-CDF6-44B3-9D72-BB6AEF0C7C31}" dt="2022-08-10T05:20:08.445" v="1763" actId="1076"/>
          <ac:spMkLst>
            <pc:docMk/>
            <pc:sldMk cId="173981690" sldId="273"/>
            <ac:spMk id="3" creationId="{3AFF7FB6-3514-4E1F-A9AA-40ADEBD4B895}"/>
          </ac:spMkLst>
        </pc:spChg>
        <pc:spChg chg="add del mod">
          <ac:chgData name="Fabian Surya Pramudya" userId="f46cf8bb-4ec7-4653-94a9-ff26fa22481f" providerId="ADAL" clId="{A301BF89-CDF6-44B3-9D72-BB6AEF0C7C31}" dt="2022-08-10T01:38:02.317" v="950"/>
          <ac:spMkLst>
            <pc:docMk/>
            <pc:sldMk cId="173981690" sldId="273"/>
            <ac:spMk id="4" creationId="{55EC3FC2-5A2F-4F3E-AD75-B227B9F6E07F}"/>
          </ac:spMkLst>
        </pc:spChg>
        <pc:spChg chg="add del">
          <ac:chgData name="Fabian Surya Pramudya" userId="f46cf8bb-4ec7-4653-94a9-ff26fa22481f" providerId="ADAL" clId="{A301BF89-CDF6-44B3-9D72-BB6AEF0C7C31}" dt="2022-08-10T05:12:42.397" v="1636" actId="478"/>
          <ac:spMkLst>
            <pc:docMk/>
            <pc:sldMk cId="173981690" sldId="273"/>
            <ac:spMk id="8" creationId="{D211F30F-CA20-4507-A3D3-533AAB53D6AC}"/>
          </ac:spMkLst>
        </pc:spChg>
        <pc:spChg chg="add del mod">
          <ac:chgData name="Fabian Surya Pramudya" userId="f46cf8bb-4ec7-4653-94a9-ff26fa22481f" providerId="ADAL" clId="{A301BF89-CDF6-44B3-9D72-BB6AEF0C7C31}" dt="2022-08-10T05:15:05.623" v="1695"/>
          <ac:spMkLst>
            <pc:docMk/>
            <pc:sldMk cId="173981690" sldId="273"/>
            <ac:spMk id="9" creationId="{E2557C03-722D-46A4-9FE5-62F6AA6EC806}"/>
          </ac:spMkLst>
        </pc:spChg>
        <pc:picChg chg="del">
          <ac:chgData name="Fabian Surya Pramudya" userId="f46cf8bb-4ec7-4653-94a9-ff26fa22481f" providerId="ADAL" clId="{A301BF89-CDF6-44B3-9D72-BB6AEF0C7C31}" dt="2022-08-07T19:43:18.005" v="284" actId="478"/>
          <ac:picMkLst>
            <pc:docMk/>
            <pc:sldMk cId="173981690" sldId="273"/>
            <ac:picMk id="3" creationId="{20B71BB1-42E4-4F08-AA2B-F3B391151D61}"/>
          </ac:picMkLst>
        </pc:picChg>
        <pc:picChg chg="add del mod">
          <ac:chgData name="Fabian Surya Pramudya" userId="f46cf8bb-4ec7-4653-94a9-ff26fa22481f" providerId="ADAL" clId="{A301BF89-CDF6-44B3-9D72-BB6AEF0C7C31}" dt="2022-08-10T02:08:41.670" v="1309" actId="478"/>
          <ac:picMkLst>
            <pc:docMk/>
            <pc:sldMk cId="173981690" sldId="273"/>
            <ac:picMk id="5" creationId="{E3C14103-3F64-4118-8038-296071E10815}"/>
          </ac:picMkLst>
        </pc:picChg>
        <pc:picChg chg="add del mod">
          <ac:chgData name="Fabian Surya Pramudya" userId="f46cf8bb-4ec7-4653-94a9-ff26fa22481f" providerId="ADAL" clId="{A301BF89-CDF6-44B3-9D72-BB6AEF0C7C31}" dt="2022-08-10T05:12:40.488" v="1635" actId="478"/>
          <ac:picMkLst>
            <pc:docMk/>
            <pc:sldMk cId="173981690" sldId="273"/>
            <ac:picMk id="6" creationId="{427B2816-C0EC-4C01-ADAA-8CE18A10F1B7}"/>
          </ac:picMkLst>
        </pc:picChg>
        <pc:picChg chg="add del mod">
          <ac:chgData name="Fabian Surya Pramudya" userId="f46cf8bb-4ec7-4653-94a9-ff26fa22481f" providerId="ADAL" clId="{A301BF89-CDF6-44B3-9D72-BB6AEF0C7C31}" dt="2022-08-10T05:12:42.776" v="1637" actId="478"/>
          <ac:picMkLst>
            <pc:docMk/>
            <pc:sldMk cId="173981690" sldId="273"/>
            <ac:picMk id="7" creationId="{D8440C33-7811-4424-A337-673F4CE339AB}"/>
          </ac:picMkLst>
        </pc:picChg>
        <pc:picChg chg="add del mod">
          <ac:chgData name="Fabian Surya Pramudya" userId="f46cf8bb-4ec7-4653-94a9-ff26fa22481f" providerId="ADAL" clId="{A301BF89-CDF6-44B3-9D72-BB6AEF0C7C31}" dt="2022-08-10T05:19:50.215" v="1755"/>
          <ac:picMkLst>
            <pc:docMk/>
            <pc:sldMk cId="173981690" sldId="273"/>
            <ac:picMk id="10" creationId="{398CE44C-55D0-4586-9836-428A829AE32D}"/>
          </ac:picMkLst>
        </pc:picChg>
        <pc:picChg chg="add mod">
          <ac:chgData name="Fabian Surya Pramudya" userId="f46cf8bb-4ec7-4653-94a9-ff26fa22481f" providerId="ADAL" clId="{A301BF89-CDF6-44B3-9D72-BB6AEF0C7C31}" dt="2022-08-10T05:19:58.957" v="1761" actId="14100"/>
          <ac:picMkLst>
            <pc:docMk/>
            <pc:sldMk cId="173981690" sldId="273"/>
            <ac:picMk id="11" creationId="{A62E4D5F-9F17-442A-87DA-6B60D29491B2}"/>
          </ac:picMkLst>
        </pc:picChg>
      </pc:sldChg>
      <pc:sldChg chg="del">
        <pc:chgData name="Fabian Surya Pramudya" userId="f46cf8bb-4ec7-4653-94a9-ff26fa22481f" providerId="ADAL" clId="{A301BF89-CDF6-44B3-9D72-BB6AEF0C7C31}" dt="2022-08-07T19:18:41.214" v="68" actId="2696"/>
        <pc:sldMkLst>
          <pc:docMk/>
          <pc:sldMk cId="3792457658" sldId="273"/>
        </pc:sldMkLst>
      </pc:sldChg>
      <pc:sldChg chg="del">
        <pc:chgData name="Fabian Surya Pramudya" userId="f46cf8bb-4ec7-4653-94a9-ff26fa22481f" providerId="ADAL" clId="{A301BF89-CDF6-44B3-9D72-BB6AEF0C7C31}" dt="2022-08-07T19:18:41.240" v="69" actId="2696"/>
        <pc:sldMkLst>
          <pc:docMk/>
          <pc:sldMk cId="719793287" sldId="274"/>
        </pc:sldMkLst>
      </pc:sldChg>
      <pc:sldChg chg="del">
        <pc:chgData name="Fabian Surya Pramudya" userId="f46cf8bb-4ec7-4653-94a9-ff26fa22481f" providerId="ADAL" clId="{A301BF89-CDF6-44B3-9D72-BB6AEF0C7C31}" dt="2022-08-07T19:18:41.281" v="70" actId="2696"/>
        <pc:sldMkLst>
          <pc:docMk/>
          <pc:sldMk cId="1972431647" sldId="275"/>
        </pc:sldMkLst>
      </pc:sldChg>
      <pc:sldChg chg="del">
        <pc:chgData name="Fabian Surya Pramudya" userId="f46cf8bb-4ec7-4653-94a9-ff26fa22481f" providerId="ADAL" clId="{A301BF89-CDF6-44B3-9D72-BB6AEF0C7C31}" dt="2022-08-07T19:18:41.318" v="71" actId="2696"/>
        <pc:sldMkLst>
          <pc:docMk/>
          <pc:sldMk cId="652382001" sldId="276"/>
        </pc:sldMkLst>
      </pc:sldChg>
      <pc:sldChg chg="del">
        <pc:chgData name="Fabian Surya Pramudya" userId="f46cf8bb-4ec7-4653-94a9-ff26fa22481f" providerId="ADAL" clId="{A301BF89-CDF6-44B3-9D72-BB6AEF0C7C31}" dt="2022-08-07T19:18:41.383" v="72" actId="2696"/>
        <pc:sldMkLst>
          <pc:docMk/>
          <pc:sldMk cId="6848129" sldId="277"/>
        </pc:sldMkLst>
      </pc:sldChg>
      <pc:sldChg chg="del">
        <pc:chgData name="Fabian Surya Pramudya" userId="f46cf8bb-4ec7-4653-94a9-ff26fa22481f" providerId="ADAL" clId="{A301BF89-CDF6-44B3-9D72-BB6AEF0C7C31}" dt="2022-08-07T19:18:41.413" v="73" actId="2696"/>
        <pc:sldMkLst>
          <pc:docMk/>
          <pc:sldMk cId="380393927" sldId="278"/>
        </pc:sldMkLst>
      </pc:sldChg>
      <pc:sldChg chg="addSp delSp modSp add setBg delAnim modAnim delDesignElem">
        <pc:chgData name="Fabian Surya Pramudya" userId="f46cf8bb-4ec7-4653-94a9-ff26fa22481f" providerId="ADAL" clId="{A301BF89-CDF6-44B3-9D72-BB6AEF0C7C31}" dt="2022-08-10T01:45:07.434" v="1141" actId="1076"/>
        <pc:sldMkLst>
          <pc:docMk/>
          <pc:sldMk cId="1482445040" sldId="278"/>
        </pc:sldMkLst>
        <pc:spChg chg="add del mod">
          <ac:chgData name="Fabian Surya Pramudya" userId="f46cf8bb-4ec7-4653-94a9-ff26fa22481f" providerId="ADAL" clId="{A301BF89-CDF6-44B3-9D72-BB6AEF0C7C31}" dt="2022-08-10T01:42:12.591" v="1049" actId="478"/>
          <ac:spMkLst>
            <pc:docMk/>
            <pc:sldMk cId="1482445040" sldId="278"/>
            <ac:spMk id="3" creationId="{A7ADBFDD-1D15-4E69-8A92-2138D5FDB5F2}"/>
          </ac:spMkLst>
        </pc:spChg>
        <pc:spChg chg="add del mod">
          <ac:chgData name="Fabian Surya Pramudya" userId="f46cf8bb-4ec7-4653-94a9-ff26fa22481f" providerId="ADAL" clId="{A301BF89-CDF6-44B3-9D72-BB6AEF0C7C31}" dt="2022-08-10T01:40:13.079" v="983" actId="478"/>
          <ac:spMkLst>
            <pc:docMk/>
            <pc:sldMk cId="1482445040" sldId="278"/>
            <ac:spMk id="16" creationId="{FD2CFB4C-C9F7-4E1B-A801-879E24EFD2B8}"/>
          </ac:spMkLst>
        </pc:spChg>
        <pc:spChg chg="mod">
          <ac:chgData name="Fabian Surya Pramudya" userId="f46cf8bb-4ec7-4653-94a9-ff26fa22481f" providerId="ADAL" clId="{A301BF89-CDF6-44B3-9D72-BB6AEF0C7C31}" dt="2022-08-10T01:42:15.231" v="1050" actId="1076"/>
          <ac:spMkLst>
            <pc:docMk/>
            <pc:sldMk cId="1482445040" sldId="278"/>
            <ac:spMk id="17" creationId="{36775712-3BDA-4AB7-AEB7-A59E0F180D79}"/>
          </ac:spMkLst>
        </pc:spChg>
        <pc:spChg chg="add del mod">
          <ac:chgData name="Fabian Surya Pramudya" userId="f46cf8bb-4ec7-4653-94a9-ff26fa22481f" providerId="ADAL" clId="{A301BF89-CDF6-44B3-9D72-BB6AEF0C7C31}" dt="2022-08-10T01:40:13.101" v="985"/>
          <ac:spMkLst>
            <pc:docMk/>
            <pc:sldMk cId="1482445040" sldId="278"/>
            <ac:spMk id="18" creationId="{47224D68-3A0A-4AC5-911C-DDBEBB8F0E05}"/>
          </ac:spMkLst>
        </pc:spChg>
        <pc:spChg chg="del">
          <ac:chgData name="Fabian Surya Pramudya" userId="f46cf8bb-4ec7-4653-94a9-ff26fa22481f" providerId="ADAL" clId="{A301BF89-CDF6-44B3-9D72-BB6AEF0C7C31}" dt="2022-08-08T01:38:23.980" v="291"/>
          <ac:spMkLst>
            <pc:docMk/>
            <pc:sldMk cId="1482445040" sldId="278"/>
            <ac:spMk id="19" creationId="{194A6B0C-8C4F-4A54-A0D6-AE599481586C}"/>
          </ac:spMkLst>
        </pc:spChg>
        <pc:spChg chg="del">
          <ac:chgData name="Fabian Surya Pramudya" userId="f46cf8bb-4ec7-4653-94a9-ff26fa22481f" providerId="ADAL" clId="{A301BF89-CDF6-44B3-9D72-BB6AEF0C7C31}" dt="2022-08-08T01:38:23.980" v="291"/>
          <ac:spMkLst>
            <pc:docMk/>
            <pc:sldMk cId="1482445040" sldId="278"/>
            <ac:spMk id="21" creationId="{A429DF74-9E63-4789-8989-B67CD7010857}"/>
          </ac:spMkLst>
        </pc:spChg>
        <pc:spChg chg="mod">
          <ac:chgData name="Fabian Surya Pramudya" userId="f46cf8bb-4ec7-4653-94a9-ff26fa22481f" providerId="ADAL" clId="{A301BF89-CDF6-44B3-9D72-BB6AEF0C7C31}" dt="2022-08-10T01:44:50.786" v="1139" actId="20577"/>
          <ac:spMkLst>
            <pc:docMk/>
            <pc:sldMk cId="1482445040" sldId="278"/>
            <ac:spMk id="22" creationId="{5687602E-2B2E-4DA2-B4C8-19C7AE872A1F}"/>
          </ac:spMkLst>
        </pc:spChg>
        <pc:grpChg chg="del">
          <ac:chgData name="Fabian Surya Pramudya" userId="f46cf8bb-4ec7-4653-94a9-ff26fa22481f" providerId="ADAL" clId="{A301BF89-CDF6-44B3-9D72-BB6AEF0C7C31}" dt="2022-08-08T01:38:23.980" v="291"/>
          <ac:grpSpMkLst>
            <pc:docMk/>
            <pc:sldMk cId="1482445040" sldId="278"/>
            <ac:grpSpMk id="23" creationId="{102A1009-FCAE-4CE9-98DA-2523F93A9016}"/>
          </ac:grpSpMkLst>
        </pc:grpChg>
        <pc:picChg chg="add mod">
          <ac:chgData name="Fabian Surya Pramudya" userId="f46cf8bb-4ec7-4653-94a9-ff26fa22481f" providerId="ADAL" clId="{A301BF89-CDF6-44B3-9D72-BB6AEF0C7C31}" dt="2022-08-10T01:42:21.991" v="1051" actId="1076"/>
          <ac:picMkLst>
            <pc:docMk/>
            <pc:sldMk cId="1482445040" sldId="278"/>
            <ac:picMk id="11" creationId="{09014154-66D5-41B8-8A58-CCABEB8750D8}"/>
          </ac:picMkLst>
        </pc:picChg>
        <pc:picChg chg="add mod">
          <ac:chgData name="Fabian Surya Pramudya" userId="f46cf8bb-4ec7-4653-94a9-ff26fa22481f" providerId="ADAL" clId="{A301BF89-CDF6-44B3-9D72-BB6AEF0C7C31}" dt="2022-08-10T01:45:02.761" v="1140" actId="1076"/>
          <ac:picMkLst>
            <pc:docMk/>
            <pc:sldMk cId="1482445040" sldId="278"/>
            <ac:picMk id="12" creationId="{FC42AC18-9D4F-4EFB-BDF7-845E850F91A4}"/>
          </ac:picMkLst>
        </pc:picChg>
        <pc:picChg chg="add mod">
          <ac:chgData name="Fabian Surya Pramudya" userId="f46cf8bb-4ec7-4653-94a9-ff26fa22481f" providerId="ADAL" clId="{A301BF89-CDF6-44B3-9D72-BB6AEF0C7C31}" dt="2022-08-10T01:45:02.761" v="1140" actId="1076"/>
          <ac:picMkLst>
            <pc:docMk/>
            <pc:sldMk cId="1482445040" sldId="278"/>
            <ac:picMk id="13" creationId="{4FDAB0D4-D7C3-4B2A-B922-F2A8E4C41EBB}"/>
          </ac:picMkLst>
        </pc:picChg>
        <pc:picChg chg="add mod">
          <ac:chgData name="Fabian Surya Pramudya" userId="f46cf8bb-4ec7-4653-94a9-ff26fa22481f" providerId="ADAL" clId="{A301BF89-CDF6-44B3-9D72-BB6AEF0C7C31}" dt="2022-08-10T01:45:02.761" v="1140" actId="1076"/>
          <ac:picMkLst>
            <pc:docMk/>
            <pc:sldMk cId="1482445040" sldId="278"/>
            <ac:picMk id="14" creationId="{CEE80059-BA33-4E93-A1B6-01A1C2633B7D}"/>
          </ac:picMkLst>
        </pc:picChg>
        <pc:picChg chg="add mod">
          <ac:chgData name="Fabian Surya Pramudya" userId="f46cf8bb-4ec7-4653-94a9-ff26fa22481f" providerId="ADAL" clId="{A301BF89-CDF6-44B3-9D72-BB6AEF0C7C31}" dt="2022-08-10T01:45:02.761" v="1140" actId="1076"/>
          <ac:picMkLst>
            <pc:docMk/>
            <pc:sldMk cId="1482445040" sldId="278"/>
            <ac:picMk id="15" creationId="{5F3DF363-E956-4F80-995B-F96064FBB409}"/>
          </ac:picMkLst>
        </pc:picChg>
        <pc:picChg chg="add mod">
          <ac:chgData name="Fabian Surya Pramudya" userId="f46cf8bb-4ec7-4653-94a9-ff26fa22481f" providerId="ADAL" clId="{A301BF89-CDF6-44B3-9D72-BB6AEF0C7C31}" dt="2022-08-10T01:41:24.877" v="1027" actId="1076"/>
          <ac:picMkLst>
            <pc:docMk/>
            <pc:sldMk cId="1482445040" sldId="278"/>
            <ac:picMk id="19" creationId="{E2BCA53C-1E74-4FB0-80AD-36F8CCD74B83}"/>
          </ac:picMkLst>
        </pc:picChg>
        <pc:picChg chg="add mod">
          <ac:chgData name="Fabian Surya Pramudya" userId="f46cf8bb-4ec7-4653-94a9-ff26fa22481f" providerId="ADAL" clId="{A301BF89-CDF6-44B3-9D72-BB6AEF0C7C31}" dt="2022-08-10T01:41:20.805" v="1025" actId="1076"/>
          <ac:picMkLst>
            <pc:docMk/>
            <pc:sldMk cId="1482445040" sldId="278"/>
            <ac:picMk id="20" creationId="{CBCE9A8B-66E2-46B6-961F-64ABFC3E95A9}"/>
          </ac:picMkLst>
        </pc:picChg>
        <pc:picChg chg="add mod">
          <ac:chgData name="Fabian Surya Pramudya" userId="f46cf8bb-4ec7-4653-94a9-ff26fa22481f" providerId="ADAL" clId="{A301BF89-CDF6-44B3-9D72-BB6AEF0C7C31}" dt="2022-08-10T01:44:32.616" v="1130" actId="1076"/>
          <ac:picMkLst>
            <pc:docMk/>
            <pc:sldMk cId="1482445040" sldId="278"/>
            <ac:picMk id="21" creationId="{102950D2-2739-4ACC-996D-56EB72ADFAFC}"/>
          </ac:picMkLst>
        </pc:picChg>
        <pc:picChg chg="add mod">
          <ac:chgData name="Fabian Surya Pramudya" userId="f46cf8bb-4ec7-4653-94a9-ff26fa22481f" providerId="ADAL" clId="{A301BF89-CDF6-44B3-9D72-BB6AEF0C7C31}" dt="2022-08-10T01:45:07.434" v="1141" actId="1076"/>
          <ac:picMkLst>
            <pc:docMk/>
            <pc:sldMk cId="1482445040" sldId="278"/>
            <ac:picMk id="23" creationId="{A25AF07C-0A9C-4B14-9BA0-862E8DC2600E}"/>
          </ac:picMkLst>
        </pc:picChg>
        <pc:picChg chg="add mod">
          <ac:chgData name="Fabian Surya Pramudya" userId="f46cf8bb-4ec7-4653-94a9-ff26fa22481f" providerId="ADAL" clId="{A301BF89-CDF6-44B3-9D72-BB6AEF0C7C31}" dt="2022-08-10T01:44:42.373" v="1137" actId="1076"/>
          <ac:picMkLst>
            <pc:docMk/>
            <pc:sldMk cId="1482445040" sldId="278"/>
            <ac:picMk id="24" creationId="{176EE289-FCBF-4448-9AAD-64CF1067D799}"/>
          </ac:picMkLst>
        </pc:picChg>
        <pc:picChg chg="del mod">
          <ac:chgData name="Fabian Surya Pramudya" userId="f46cf8bb-4ec7-4653-94a9-ff26fa22481f" providerId="ADAL" clId="{A301BF89-CDF6-44B3-9D72-BB6AEF0C7C31}" dt="2022-08-08T01:42:56.545" v="425" actId="478"/>
          <ac:picMkLst>
            <pc:docMk/>
            <pc:sldMk cId="1482445040" sldId="278"/>
            <ac:picMk id="26" creationId="{4858CD2C-48E9-4FF0-8A7F-1B9D803EF254}"/>
          </ac:picMkLst>
        </pc:picChg>
        <pc:picChg chg="del mod">
          <ac:chgData name="Fabian Surya Pramudya" userId="f46cf8bb-4ec7-4653-94a9-ff26fa22481f" providerId="ADAL" clId="{A301BF89-CDF6-44B3-9D72-BB6AEF0C7C31}" dt="2022-08-08T01:42:57.207" v="426" actId="478"/>
          <ac:picMkLst>
            <pc:docMk/>
            <pc:sldMk cId="1482445040" sldId="278"/>
            <ac:picMk id="27" creationId="{1C611913-8A8A-404B-AB48-43E1EDD27E52}"/>
          </ac:picMkLst>
        </pc:picChg>
      </pc:sldChg>
      <pc:sldChg chg="delSp modSp add del setBg modAnim delDesignElem">
        <pc:chgData name="Fabian Surya Pramudya" userId="f46cf8bb-4ec7-4653-94a9-ff26fa22481f" providerId="ADAL" clId="{A301BF89-CDF6-44B3-9D72-BB6AEF0C7C31}" dt="2022-08-08T01:44:15.661" v="433" actId="2696"/>
        <pc:sldMkLst>
          <pc:docMk/>
          <pc:sldMk cId="2273814694" sldId="279"/>
        </pc:sldMkLst>
        <pc:spChg chg="mod">
          <ac:chgData name="Fabian Surya Pramudya" userId="f46cf8bb-4ec7-4653-94a9-ff26fa22481f" providerId="ADAL" clId="{A301BF89-CDF6-44B3-9D72-BB6AEF0C7C31}" dt="2022-08-08T01:41:20.174" v="399" actId="1076"/>
          <ac:spMkLst>
            <pc:docMk/>
            <pc:sldMk cId="2273814694" sldId="279"/>
            <ac:spMk id="2" creationId="{C4575142-219A-41AB-B3AE-A9FAD3291E05}"/>
          </ac:spMkLst>
        </pc:spChg>
        <pc:spChg chg="mod">
          <ac:chgData name="Fabian Surya Pramudya" userId="f46cf8bb-4ec7-4653-94a9-ff26fa22481f" providerId="ADAL" clId="{A301BF89-CDF6-44B3-9D72-BB6AEF0C7C31}" dt="2022-08-08T01:41:30.517" v="405" actId="20577"/>
          <ac:spMkLst>
            <pc:docMk/>
            <pc:sldMk cId="2273814694" sldId="279"/>
            <ac:spMk id="4" creationId="{1F46F23F-15D4-45BD-8C47-1711BBCB7F15}"/>
          </ac:spMkLst>
        </pc:spChg>
        <pc:spChg chg="del">
          <ac:chgData name="Fabian Surya Pramudya" userId="f46cf8bb-4ec7-4653-94a9-ff26fa22481f" providerId="ADAL" clId="{A301BF89-CDF6-44B3-9D72-BB6AEF0C7C31}" dt="2022-08-08T01:38:23.980" v="291"/>
          <ac:spMkLst>
            <pc:docMk/>
            <pc:sldMk cId="2273814694" sldId="279"/>
            <ac:spMk id="41" creationId="{35555856-9970-4BC3-9AA9-6A917F53AFBD}"/>
          </ac:spMkLst>
        </pc:spChg>
        <pc:spChg chg="del">
          <ac:chgData name="Fabian Surya Pramudya" userId="f46cf8bb-4ec7-4653-94a9-ff26fa22481f" providerId="ADAL" clId="{A301BF89-CDF6-44B3-9D72-BB6AEF0C7C31}" dt="2022-08-08T01:38:23.980" v="291"/>
          <ac:spMkLst>
            <pc:docMk/>
            <pc:sldMk cId="2273814694" sldId="279"/>
            <ac:spMk id="43" creationId="{13722DD7-BA73-4776-93A3-94491FEF7260}"/>
          </ac:spMkLst>
        </pc:spChg>
        <pc:picChg chg="del">
          <ac:chgData name="Fabian Surya Pramudya" userId="f46cf8bb-4ec7-4653-94a9-ff26fa22481f" providerId="ADAL" clId="{A301BF89-CDF6-44B3-9D72-BB6AEF0C7C31}" dt="2022-08-08T01:38:23.980" v="291"/>
          <ac:picMkLst>
            <pc:docMk/>
            <pc:sldMk cId="2273814694" sldId="279"/>
            <ac:picMk id="42" creationId="{7F487851-BFAF-46D8-A1ED-50CAD6E46F59}"/>
          </ac:picMkLst>
        </pc:picChg>
        <pc:picChg chg="mod">
          <ac:chgData name="Fabian Surya Pramudya" userId="f46cf8bb-4ec7-4653-94a9-ff26fa22481f" providerId="ADAL" clId="{A301BF89-CDF6-44B3-9D72-BB6AEF0C7C31}" dt="2022-08-08T01:41:38.914" v="406" actId="1076"/>
          <ac:picMkLst>
            <pc:docMk/>
            <pc:sldMk cId="2273814694" sldId="279"/>
            <ac:picMk id="44" creationId="{10C6C6C6-A014-49E0-8ADF-7728E744C128}"/>
          </ac:picMkLst>
        </pc:picChg>
        <pc:picChg chg="mod">
          <ac:chgData name="Fabian Surya Pramudya" userId="f46cf8bb-4ec7-4653-94a9-ff26fa22481f" providerId="ADAL" clId="{A301BF89-CDF6-44B3-9D72-BB6AEF0C7C31}" dt="2022-08-08T01:41:38.914" v="406" actId="1076"/>
          <ac:picMkLst>
            <pc:docMk/>
            <pc:sldMk cId="2273814694" sldId="279"/>
            <ac:picMk id="4098" creationId="{C2F8EF19-CDB9-47CF-A6ED-1985D5D003FA}"/>
          </ac:picMkLst>
        </pc:picChg>
        <pc:picChg chg="mod">
          <ac:chgData name="Fabian Surya Pramudya" userId="f46cf8bb-4ec7-4653-94a9-ff26fa22481f" providerId="ADAL" clId="{A301BF89-CDF6-44B3-9D72-BB6AEF0C7C31}" dt="2022-08-08T01:41:46.120" v="410" actId="1076"/>
          <ac:picMkLst>
            <pc:docMk/>
            <pc:sldMk cId="2273814694" sldId="279"/>
            <ac:picMk id="4100" creationId="{DB3345A6-2BB1-4DAC-9BEB-9E7EBD57FF37}"/>
          </ac:picMkLst>
        </pc:picChg>
        <pc:picChg chg="mod">
          <ac:chgData name="Fabian Surya Pramudya" userId="f46cf8bb-4ec7-4653-94a9-ff26fa22481f" providerId="ADAL" clId="{A301BF89-CDF6-44B3-9D72-BB6AEF0C7C31}" dt="2022-08-08T01:41:43.867" v="408" actId="1076"/>
          <ac:picMkLst>
            <pc:docMk/>
            <pc:sldMk cId="2273814694" sldId="279"/>
            <ac:picMk id="4102" creationId="{DF4845EB-BA47-421E-892E-868D874A2AE8}"/>
          </ac:picMkLst>
        </pc:picChg>
        <pc:picChg chg="mod">
          <ac:chgData name="Fabian Surya Pramudya" userId="f46cf8bb-4ec7-4653-94a9-ff26fa22481f" providerId="ADAL" clId="{A301BF89-CDF6-44B3-9D72-BB6AEF0C7C31}" dt="2022-08-08T01:41:44.877" v="409" actId="1076"/>
          <ac:picMkLst>
            <pc:docMk/>
            <pc:sldMk cId="2273814694" sldId="279"/>
            <ac:picMk id="4104" creationId="{4575A555-BAAF-4986-86B1-BE934F31EC07}"/>
          </ac:picMkLst>
        </pc:picChg>
      </pc:sldChg>
      <pc:sldChg chg="del">
        <pc:chgData name="Fabian Surya Pramudya" userId="f46cf8bb-4ec7-4653-94a9-ff26fa22481f" providerId="ADAL" clId="{A301BF89-CDF6-44B3-9D72-BB6AEF0C7C31}" dt="2022-08-07T19:18:41.449" v="74" actId="2696"/>
        <pc:sldMkLst>
          <pc:docMk/>
          <pc:sldMk cId="3227304945" sldId="279"/>
        </pc:sldMkLst>
      </pc:sldChg>
      <pc:sldChg chg="del">
        <pc:chgData name="Fabian Surya Pramudya" userId="f46cf8bb-4ec7-4653-94a9-ff26fa22481f" providerId="ADAL" clId="{A301BF89-CDF6-44B3-9D72-BB6AEF0C7C31}" dt="2022-08-07T19:18:41.556" v="76" actId="2696"/>
        <pc:sldMkLst>
          <pc:docMk/>
          <pc:sldMk cId="477361850" sldId="280"/>
        </pc:sldMkLst>
      </pc:sldChg>
      <pc:sldChg chg="delSp modSp add del setBg modAnim delDesignElem">
        <pc:chgData name="Fabian Surya Pramudya" userId="f46cf8bb-4ec7-4653-94a9-ff26fa22481f" providerId="ADAL" clId="{A301BF89-CDF6-44B3-9D72-BB6AEF0C7C31}" dt="2022-08-08T01:46:06.955" v="494" actId="2696"/>
        <pc:sldMkLst>
          <pc:docMk/>
          <pc:sldMk cId="591364589" sldId="280"/>
        </pc:sldMkLst>
        <pc:spChg chg="mod">
          <ac:chgData name="Fabian Surya Pramudya" userId="f46cf8bb-4ec7-4653-94a9-ff26fa22481f" providerId="ADAL" clId="{A301BF89-CDF6-44B3-9D72-BB6AEF0C7C31}" dt="2022-08-08T01:42:02.663" v="411" actId="207"/>
          <ac:spMkLst>
            <pc:docMk/>
            <pc:sldMk cId="591364589" sldId="280"/>
            <ac:spMk id="2" creationId="{C582B8F9-11AB-4CAD-A0E8-CAD9BFEE144A}"/>
          </ac:spMkLst>
        </pc:spChg>
        <pc:spChg chg="mod">
          <ac:chgData name="Fabian Surya Pramudya" userId="f46cf8bb-4ec7-4653-94a9-ff26fa22481f" providerId="ADAL" clId="{A301BF89-CDF6-44B3-9D72-BB6AEF0C7C31}" dt="2022-08-08T01:42:02.663" v="411" actId="207"/>
          <ac:spMkLst>
            <pc:docMk/>
            <pc:sldMk cId="591364589" sldId="280"/>
            <ac:spMk id="5" creationId="{250EB1DA-7905-4616-AB17-9605CE7D8706}"/>
          </ac:spMkLst>
        </pc:spChg>
        <pc:spChg chg="del">
          <ac:chgData name="Fabian Surya Pramudya" userId="f46cf8bb-4ec7-4653-94a9-ff26fa22481f" providerId="ADAL" clId="{A301BF89-CDF6-44B3-9D72-BB6AEF0C7C31}" dt="2022-08-08T01:38:23.980" v="291"/>
          <ac:spMkLst>
            <pc:docMk/>
            <pc:sldMk cId="591364589" sldId="280"/>
            <ac:spMk id="7" creationId="{84524344-6823-49EA-89D4-E36A82A9FD62}"/>
          </ac:spMkLst>
        </pc:spChg>
        <pc:grpChg chg="del">
          <ac:chgData name="Fabian Surya Pramudya" userId="f46cf8bb-4ec7-4653-94a9-ff26fa22481f" providerId="ADAL" clId="{A301BF89-CDF6-44B3-9D72-BB6AEF0C7C31}" dt="2022-08-08T01:38:23.980" v="291"/>
          <ac:grpSpMkLst>
            <pc:docMk/>
            <pc:sldMk cId="591364589" sldId="280"/>
            <ac:grpSpMk id="9" creationId="{83F0465A-8953-42AC-8F67-7B9A54E660A2}"/>
          </ac:grpSpMkLst>
        </pc:grpChg>
        <pc:picChg chg="del mod">
          <ac:chgData name="Fabian Surya Pramudya" userId="f46cf8bb-4ec7-4653-94a9-ff26fa22481f" providerId="ADAL" clId="{A301BF89-CDF6-44B3-9D72-BB6AEF0C7C31}" dt="2022-08-08T01:45:34.835" v="483"/>
          <ac:picMkLst>
            <pc:docMk/>
            <pc:sldMk cId="591364589" sldId="280"/>
            <ac:picMk id="5122" creationId="{1C7113B5-ED57-4649-B307-A3A2AAFBEBD9}"/>
          </ac:picMkLst>
        </pc:picChg>
        <pc:picChg chg="del mod">
          <ac:chgData name="Fabian Surya Pramudya" userId="f46cf8bb-4ec7-4653-94a9-ff26fa22481f" providerId="ADAL" clId="{A301BF89-CDF6-44B3-9D72-BB6AEF0C7C31}" dt="2022-08-08T01:45:34.835" v="483"/>
          <ac:picMkLst>
            <pc:docMk/>
            <pc:sldMk cId="591364589" sldId="280"/>
            <ac:picMk id="5124" creationId="{4F1F537F-A3A3-4E4B-B6B8-EA275FAB539A}"/>
          </ac:picMkLst>
        </pc:picChg>
      </pc:sldChg>
      <pc:sldChg chg="delSp add del setBg modAnim delDesignElem">
        <pc:chgData name="Fabian Surya Pramudya" userId="f46cf8bb-4ec7-4653-94a9-ff26fa22481f" providerId="ADAL" clId="{A301BF89-CDF6-44B3-9D72-BB6AEF0C7C31}" dt="2022-08-08T01:48:25.295" v="533" actId="2696"/>
        <pc:sldMkLst>
          <pc:docMk/>
          <pc:sldMk cId="2235701561" sldId="281"/>
        </pc:sldMkLst>
        <pc:spChg chg="del">
          <ac:chgData name="Fabian Surya Pramudya" userId="f46cf8bb-4ec7-4653-94a9-ff26fa22481f" providerId="ADAL" clId="{A301BF89-CDF6-44B3-9D72-BB6AEF0C7C31}" dt="2022-08-08T01:38:23.980" v="291"/>
          <ac:spMkLst>
            <pc:docMk/>
            <pc:sldMk cId="2235701561" sldId="281"/>
            <ac:spMk id="7" creationId="{F4AC6C68-F125-48AD-A5B4-89AD5E7972D1}"/>
          </ac:spMkLst>
        </pc:spChg>
        <pc:spChg chg="del">
          <ac:chgData name="Fabian Surya Pramudya" userId="f46cf8bb-4ec7-4653-94a9-ff26fa22481f" providerId="ADAL" clId="{A301BF89-CDF6-44B3-9D72-BB6AEF0C7C31}" dt="2022-08-08T01:38:23.980" v="291"/>
          <ac:spMkLst>
            <pc:docMk/>
            <pc:sldMk cId="2235701561" sldId="281"/>
            <ac:spMk id="9" creationId="{04C0E5DA-5624-49BC-AC1E-30229AA5B937}"/>
          </ac:spMkLst>
        </pc:spChg>
        <pc:spChg chg="del">
          <ac:chgData name="Fabian Surya Pramudya" userId="f46cf8bb-4ec7-4653-94a9-ff26fa22481f" providerId="ADAL" clId="{A301BF89-CDF6-44B3-9D72-BB6AEF0C7C31}" dt="2022-08-08T01:38:23.980" v="291"/>
          <ac:spMkLst>
            <pc:docMk/>
            <pc:sldMk cId="2235701561" sldId="281"/>
            <ac:spMk id="11" creationId="{25E157ED-E992-43F3-9A84-96C30A5C4A61}"/>
          </ac:spMkLst>
        </pc:spChg>
        <pc:spChg chg="del">
          <ac:chgData name="Fabian Surya Pramudya" userId="f46cf8bb-4ec7-4653-94a9-ff26fa22481f" providerId="ADAL" clId="{A301BF89-CDF6-44B3-9D72-BB6AEF0C7C31}" dt="2022-08-08T01:38:23.980" v="291"/>
          <ac:spMkLst>
            <pc:docMk/>
            <pc:sldMk cId="2235701561" sldId="281"/>
            <ac:spMk id="13" creationId="{AEFD253A-9BCA-430B-979A-AA2F8445D761}"/>
          </ac:spMkLst>
        </pc:spChg>
        <pc:picChg chg="del">
          <ac:chgData name="Fabian Surya Pramudya" userId="f46cf8bb-4ec7-4653-94a9-ff26fa22481f" providerId="ADAL" clId="{A301BF89-CDF6-44B3-9D72-BB6AEF0C7C31}" dt="2022-08-08T01:47:49.968" v="515"/>
          <ac:picMkLst>
            <pc:docMk/>
            <pc:sldMk cId="2235701561" sldId="281"/>
            <ac:picMk id="6146" creationId="{9ADD1ECA-9768-436F-9F0F-20A401180DFD}"/>
          </ac:picMkLst>
        </pc:picChg>
        <pc:picChg chg="del">
          <ac:chgData name="Fabian Surya Pramudya" userId="f46cf8bb-4ec7-4653-94a9-ff26fa22481f" providerId="ADAL" clId="{A301BF89-CDF6-44B3-9D72-BB6AEF0C7C31}" dt="2022-08-08T01:47:49.968" v="515"/>
          <ac:picMkLst>
            <pc:docMk/>
            <pc:sldMk cId="2235701561" sldId="281"/>
            <ac:picMk id="6148" creationId="{D96D1EB6-08AB-4688-978F-420622A863EB}"/>
          </ac:picMkLst>
        </pc:picChg>
        <pc:picChg chg="del">
          <ac:chgData name="Fabian Surya Pramudya" userId="f46cf8bb-4ec7-4653-94a9-ff26fa22481f" providerId="ADAL" clId="{A301BF89-CDF6-44B3-9D72-BB6AEF0C7C31}" dt="2022-08-08T01:47:49.968" v="515"/>
          <ac:picMkLst>
            <pc:docMk/>
            <pc:sldMk cId="2235701561" sldId="281"/>
            <ac:picMk id="6150" creationId="{7D03761B-DF4E-4E9B-9F86-270615C0B95E}"/>
          </ac:picMkLst>
        </pc:picChg>
      </pc:sldChg>
      <pc:sldChg chg="del">
        <pc:chgData name="Fabian Surya Pramudya" userId="f46cf8bb-4ec7-4653-94a9-ff26fa22481f" providerId="ADAL" clId="{A301BF89-CDF6-44B3-9D72-BB6AEF0C7C31}" dt="2022-08-07T19:18:41.509" v="75" actId="2696"/>
        <pc:sldMkLst>
          <pc:docMk/>
          <pc:sldMk cId="2924175496" sldId="281"/>
        </pc:sldMkLst>
      </pc:sldChg>
      <pc:sldChg chg="addSp delSp modSp add del modAnim">
        <pc:chgData name="Fabian Surya Pramudya" userId="f46cf8bb-4ec7-4653-94a9-ff26fa22481f" providerId="ADAL" clId="{A301BF89-CDF6-44B3-9D72-BB6AEF0C7C31}" dt="2022-08-10T01:44:11.285" v="1120" actId="2696"/>
        <pc:sldMkLst>
          <pc:docMk/>
          <pc:sldMk cId="1827236737" sldId="282"/>
        </pc:sldMkLst>
        <pc:spChg chg="mod">
          <ac:chgData name="Fabian Surya Pramudya" userId="f46cf8bb-4ec7-4653-94a9-ff26fa22481f" providerId="ADAL" clId="{A301BF89-CDF6-44B3-9D72-BB6AEF0C7C31}" dt="2022-08-08T01:44:27.093" v="450" actId="404"/>
          <ac:spMkLst>
            <pc:docMk/>
            <pc:sldMk cId="1827236737" sldId="282"/>
            <ac:spMk id="16" creationId="{FD2CFB4C-C9F7-4E1B-A801-879E24EFD2B8}"/>
          </ac:spMkLst>
        </pc:spChg>
        <pc:spChg chg="mod">
          <ac:chgData name="Fabian Surya Pramudya" userId="f46cf8bb-4ec7-4653-94a9-ff26fa22481f" providerId="ADAL" clId="{A301BF89-CDF6-44B3-9D72-BB6AEF0C7C31}" dt="2022-08-10T01:41:29.687" v="1028"/>
          <ac:spMkLst>
            <pc:docMk/>
            <pc:sldMk cId="1827236737" sldId="282"/>
            <ac:spMk id="18" creationId="{47224D68-3A0A-4AC5-911C-DDBEBB8F0E05}"/>
          </ac:spMkLst>
        </pc:spChg>
        <pc:picChg chg="mod">
          <ac:chgData name="Fabian Surya Pramudya" userId="f46cf8bb-4ec7-4653-94a9-ff26fa22481f" providerId="ADAL" clId="{A301BF89-CDF6-44B3-9D72-BB6AEF0C7C31}" dt="2022-08-08T01:45:42.986" v="487" actId="1076"/>
          <ac:picMkLst>
            <pc:docMk/>
            <pc:sldMk cId="1827236737" sldId="282"/>
            <ac:picMk id="11" creationId="{09014154-66D5-41B8-8A58-CCABEB8750D8}"/>
          </ac:picMkLst>
        </pc:picChg>
        <pc:picChg chg="del">
          <ac:chgData name="Fabian Surya Pramudya" userId="f46cf8bb-4ec7-4653-94a9-ff26fa22481f" providerId="ADAL" clId="{A301BF89-CDF6-44B3-9D72-BB6AEF0C7C31}" dt="2022-08-08T01:45:30.576" v="481" actId="478"/>
          <ac:picMkLst>
            <pc:docMk/>
            <pc:sldMk cId="1827236737" sldId="282"/>
            <ac:picMk id="12" creationId="{FC42AC18-9D4F-4EFB-BDF7-845E850F91A4}"/>
          </ac:picMkLst>
        </pc:picChg>
        <pc:picChg chg="del">
          <ac:chgData name="Fabian Surya Pramudya" userId="f46cf8bb-4ec7-4653-94a9-ff26fa22481f" providerId="ADAL" clId="{A301BF89-CDF6-44B3-9D72-BB6AEF0C7C31}" dt="2022-08-08T01:45:29.997" v="480" actId="478"/>
          <ac:picMkLst>
            <pc:docMk/>
            <pc:sldMk cId="1827236737" sldId="282"/>
            <ac:picMk id="13" creationId="{4FDAB0D4-D7C3-4B2A-B922-F2A8E4C41EBB}"/>
          </ac:picMkLst>
        </pc:picChg>
        <pc:picChg chg="del">
          <ac:chgData name="Fabian Surya Pramudya" userId="f46cf8bb-4ec7-4653-94a9-ff26fa22481f" providerId="ADAL" clId="{A301BF89-CDF6-44B3-9D72-BB6AEF0C7C31}" dt="2022-08-08T01:45:29.545" v="479" actId="478"/>
          <ac:picMkLst>
            <pc:docMk/>
            <pc:sldMk cId="1827236737" sldId="282"/>
            <ac:picMk id="14" creationId="{CEE80059-BA33-4E93-A1B6-01A1C2633B7D}"/>
          </ac:picMkLst>
        </pc:picChg>
        <pc:picChg chg="del">
          <ac:chgData name="Fabian Surya Pramudya" userId="f46cf8bb-4ec7-4653-94a9-ff26fa22481f" providerId="ADAL" clId="{A301BF89-CDF6-44B3-9D72-BB6AEF0C7C31}" dt="2022-08-08T01:45:31.238" v="482" actId="478"/>
          <ac:picMkLst>
            <pc:docMk/>
            <pc:sldMk cId="1827236737" sldId="282"/>
            <ac:picMk id="15" creationId="{5F3DF363-E956-4F80-995B-F96064FBB409}"/>
          </ac:picMkLst>
        </pc:picChg>
        <pc:picChg chg="add del mod">
          <ac:chgData name="Fabian Surya Pramudya" userId="f46cf8bb-4ec7-4653-94a9-ff26fa22481f" providerId="ADAL" clId="{A301BF89-CDF6-44B3-9D72-BB6AEF0C7C31}" dt="2022-08-10T01:40:22.939" v="991"/>
          <ac:picMkLst>
            <pc:docMk/>
            <pc:sldMk cId="1827236737" sldId="282"/>
            <ac:picMk id="19" creationId="{32CE950B-AB43-4A69-B25E-71F9D3FC332E}"/>
          </ac:picMkLst>
        </pc:picChg>
        <pc:picChg chg="add del mod">
          <ac:chgData name="Fabian Surya Pramudya" userId="f46cf8bb-4ec7-4653-94a9-ff26fa22481f" providerId="ADAL" clId="{A301BF89-CDF6-44B3-9D72-BB6AEF0C7C31}" dt="2022-08-10T01:40:22.939" v="991"/>
          <ac:picMkLst>
            <pc:docMk/>
            <pc:sldMk cId="1827236737" sldId="282"/>
            <ac:picMk id="20" creationId="{6E48238A-31B5-467B-8105-E766154F1D5E}"/>
          </ac:picMkLst>
        </pc:picChg>
      </pc:sldChg>
      <pc:sldChg chg="del">
        <pc:chgData name="Fabian Surya Pramudya" userId="f46cf8bb-4ec7-4653-94a9-ff26fa22481f" providerId="ADAL" clId="{A301BF89-CDF6-44B3-9D72-BB6AEF0C7C31}" dt="2022-08-07T19:18:41.591" v="77" actId="2696"/>
        <pc:sldMkLst>
          <pc:docMk/>
          <pc:sldMk cId="3597124479" sldId="282"/>
        </pc:sldMkLst>
      </pc:sldChg>
      <pc:sldChg chg="del">
        <pc:chgData name="Fabian Surya Pramudya" userId="f46cf8bb-4ec7-4653-94a9-ff26fa22481f" providerId="ADAL" clId="{A301BF89-CDF6-44B3-9D72-BB6AEF0C7C31}" dt="2022-08-07T19:18:41.621" v="78" actId="2696"/>
        <pc:sldMkLst>
          <pc:docMk/>
          <pc:sldMk cId="1743787489" sldId="283"/>
        </pc:sldMkLst>
      </pc:sldChg>
      <pc:sldChg chg="addSp delSp modSp add del delAnim modAnim">
        <pc:chgData name="Fabian Surya Pramudya" userId="f46cf8bb-4ec7-4653-94a9-ff26fa22481f" providerId="ADAL" clId="{A301BF89-CDF6-44B3-9D72-BB6AEF0C7C31}" dt="2022-08-10T01:44:19.077" v="1122" actId="2696"/>
        <pc:sldMkLst>
          <pc:docMk/>
          <pc:sldMk cId="3404498100" sldId="283"/>
        </pc:sldMkLst>
        <pc:spChg chg="mod">
          <ac:chgData name="Fabian Surya Pramudya" userId="f46cf8bb-4ec7-4653-94a9-ff26fa22481f" providerId="ADAL" clId="{A301BF89-CDF6-44B3-9D72-BB6AEF0C7C31}" dt="2022-08-08T01:46:15.199" v="506" actId="20577"/>
          <ac:spMkLst>
            <pc:docMk/>
            <pc:sldMk cId="3404498100" sldId="283"/>
            <ac:spMk id="16" creationId="{FD2CFB4C-C9F7-4E1B-A801-879E24EFD2B8}"/>
          </ac:spMkLst>
        </pc:spChg>
        <pc:spChg chg="del mod">
          <ac:chgData name="Fabian Surya Pramudya" userId="f46cf8bb-4ec7-4653-94a9-ff26fa22481f" providerId="ADAL" clId="{A301BF89-CDF6-44B3-9D72-BB6AEF0C7C31}" dt="2022-08-10T01:42:38.437" v="1057"/>
          <ac:spMkLst>
            <pc:docMk/>
            <pc:sldMk cId="3404498100" sldId="283"/>
            <ac:spMk id="18" creationId="{47224D68-3A0A-4AC5-911C-DDBEBB8F0E05}"/>
          </ac:spMkLst>
        </pc:spChg>
        <pc:picChg chg="add del mod">
          <ac:chgData name="Fabian Surya Pramudya" userId="f46cf8bb-4ec7-4653-94a9-ff26fa22481f" providerId="ADAL" clId="{A301BF89-CDF6-44B3-9D72-BB6AEF0C7C31}" dt="2022-08-10T01:44:14.403" v="1121"/>
          <ac:picMkLst>
            <pc:docMk/>
            <pc:sldMk cId="3404498100" sldId="283"/>
            <ac:picMk id="9" creationId="{623F464F-DE15-4E6A-A8D2-EB2DF79ECC8B}"/>
          </ac:picMkLst>
        </pc:picChg>
        <pc:picChg chg="add del mod">
          <ac:chgData name="Fabian Surya Pramudya" userId="f46cf8bb-4ec7-4653-94a9-ff26fa22481f" providerId="ADAL" clId="{A301BF89-CDF6-44B3-9D72-BB6AEF0C7C31}" dt="2022-08-10T01:44:14.403" v="1121"/>
          <ac:picMkLst>
            <pc:docMk/>
            <pc:sldMk cId="3404498100" sldId="283"/>
            <ac:picMk id="10" creationId="{CA11ED37-245A-44EB-BE22-0C83BD41C652}"/>
          </ac:picMkLst>
        </pc:picChg>
        <pc:picChg chg="add del mod">
          <ac:chgData name="Fabian Surya Pramudya" userId="f46cf8bb-4ec7-4653-94a9-ff26fa22481f" providerId="ADAL" clId="{A301BF89-CDF6-44B3-9D72-BB6AEF0C7C31}" dt="2022-08-10T01:44:14.403" v="1121"/>
          <ac:picMkLst>
            <pc:docMk/>
            <pc:sldMk cId="3404498100" sldId="283"/>
            <ac:picMk id="12" creationId="{F11C0A33-2320-431B-AEA4-15F0B2035BC5}"/>
          </ac:picMkLst>
        </pc:picChg>
        <pc:picChg chg="del">
          <ac:chgData name="Fabian Surya Pramudya" userId="f46cf8bb-4ec7-4653-94a9-ff26fa22481f" providerId="ADAL" clId="{A301BF89-CDF6-44B3-9D72-BB6AEF0C7C31}" dt="2022-08-08T01:47:52.458" v="516" actId="478"/>
          <ac:picMkLst>
            <pc:docMk/>
            <pc:sldMk cId="3404498100" sldId="283"/>
            <ac:picMk id="19" creationId="{32CE950B-AB43-4A69-B25E-71F9D3FC332E}"/>
          </ac:picMkLst>
        </pc:picChg>
        <pc:picChg chg="del">
          <ac:chgData name="Fabian Surya Pramudya" userId="f46cf8bb-4ec7-4653-94a9-ff26fa22481f" providerId="ADAL" clId="{A301BF89-CDF6-44B3-9D72-BB6AEF0C7C31}" dt="2022-08-08T01:47:52.846" v="517" actId="478"/>
          <ac:picMkLst>
            <pc:docMk/>
            <pc:sldMk cId="3404498100" sldId="283"/>
            <ac:picMk id="20" creationId="{6E48238A-31B5-467B-8105-E766154F1D5E}"/>
          </ac:picMkLst>
        </pc:picChg>
      </pc:sldChg>
      <pc:sldChg chg="addSp delSp modSp add">
        <pc:chgData name="Fabian Surya Pramudya" userId="f46cf8bb-4ec7-4653-94a9-ff26fa22481f" providerId="ADAL" clId="{A301BF89-CDF6-44B3-9D72-BB6AEF0C7C31}" dt="2022-08-13T07:29:34.389" v="2639"/>
        <pc:sldMkLst>
          <pc:docMk/>
          <pc:sldMk cId="1290998259" sldId="284"/>
        </pc:sldMkLst>
        <pc:spChg chg="mod">
          <ac:chgData name="Fabian Surya Pramudya" userId="f46cf8bb-4ec7-4653-94a9-ff26fa22481f" providerId="ADAL" clId="{A301BF89-CDF6-44B3-9D72-BB6AEF0C7C31}" dt="2022-08-13T07:29:34.389" v="2639"/>
          <ac:spMkLst>
            <pc:docMk/>
            <pc:sldMk cId="1290998259" sldId="284"/>
            <ac:spMk id="2" creationId="{00000000-0000-0000-0000-000000000000}"/>
          </ac:spMkLst>
        </pc:spChg>
        <pc:spChg chg="mod">
          <ac:chgData name="Fabian Surya Pramudya" userId="f46cf8bb-4ec7-4653-94a9-ff26fa22481f" providerId="ADAL" clId="{A301BF89-CDF6-44B3-9D72-BB6AEF0C7C31}" dt="2022-08-10T05:39:48.037" v="2385" actId="1076"/>
          <ac:spMkLst>
            <pc:docMk/>
            <pc:sldMk cId="1290998259" sldId="284"/>
            <ac:spMk id="4" creationId="{55EC3FC2-5A2F-4F3E-AD75-B227B9F6E07F}"/>
          </ac:spMkLst>
        </pc:spChg>
        <pc:spChg chg="add del mod">
          <ac:chgData name="Fabian Surya Pramudya" userId="f46cf8bb-4ec7-4653-94a9-ff26fa22481f" providerId="ADAL" clId="{A301BF89-CDF6-44B3-9D72-BB6AEF0C7C31}" dt="2022-08-10T05:38:55.249" v="2355"/>
          <ac:spMkLst>
            <pc:docMk/>
            <pc:sldMk cId="1290998259" sldId="284"/>
            <ac:spMk id="5" creationId="{C8827BC9-565C-43DF-835A-0CB9ECBB2AE2}"/>
          </ac:spMkLst>
        </pc:spChg>
      </pc:sldChg>
      <pc:sldChg chg="modSp add ord">
        <pc:chgData name="Fabian Surya Pramudya" userId="f46cf8bb-4ec7-4653-94a9-ff26fa22481f" providerId="ADAL" clId="{A301BF89-CDF6-44B3-9D72-BB6AEF0C7C31}" dt="2022-08-10T05:13:55.374" v="1659"/>
        <pc:sldMkLst>
          <pc:docMk/>
          <pc:sldMk cId="2730681615" sldId="285"/>
        </pc:sldMkLst>
        <pc:spChg chg="mod">
          <ac:chgData name="Fabian Surya Pramudya" userId="f46cf8bb-4ec7-4653-94a9-ff26fa22481f" providerId="ADAL" clId="{A301BF89-CDF6-44B3-9D72-BB6AEF0C7C31}" dt="2022-08-10T01:38:14.578" v="953" actId="20577"/>
          <ac:spMkLst>
            <pc:docMk/>
            <pc:sldMk cId="2730681615" sldId="285"/>
            <ac:spMk id="2" creationId="{00000000-0000-0000-0000-000000000000}"/>
          </ac:spMkLst>
        </pc:spChg>
        <pc:spChg chg="mod">
          <ac:chgData name="Fabian Surya Pramudya" userId="f46cf8bb-4ec7-4653-94a9-ff26fa22481f" providerId="ADAL" clId="{A301BF89-CDF6-44B3-9D72-BB6AEF0C7C31}" dt="2022-08-10T05:13:55.374" v="1659"/>
          <ac:spMkLst>
            <pc:docMk/>
            <pc:sldMk cId="2730681615" sldId="285"/>
            <ac:spMk id="4" creationId="{55EC3FC2-5A2F-4F3E-AD75-B227B9F6E07F}"/>
          </ac:spMkLst>
        </pc:spChg>
      </pc:sldChg>
      <pc:sldChg chg="addSp delSp modSp add ord">
        <pc:chgData name="Fabian Surya Pramudya" userId="f46cf8bb-4ec7-4653-94a9-ff26fa22481f" providerId="ADAL" clId="{A301BF89-CDF6-44B3-9D72-BB6AEF0C7C31}" dt="2022-08-10T05:11:21.728" v="1617" actId="1076"/>
        <pc:sldMkLst>
          <pc:docMk/>
          <pc:sldMk cId="1406205651" sldId="286"/>
        </pc:sldMkLst>
        <pc:spChg chg="mod">
          <ac:chgData name="Fabian Surya Pramudya" userId="f46cf8bb-4ec7-4653-94a9-ff26fa22481f" providerId="ADAL" clId="{A301BF89-CDF6-44B3-9D72-BB6AEF0C7C31}" dt="2022-08-10T01:45:25.128" v="1162" actId="20577"/>
          <ac:spMkLst>
            <pc:docMk/>
            <pc:sldMk cId="1406205651" sldId="286"/>
            <ac:spMk id="2" creationId="{00000000-0000-0000-0000-000000000000}"/>
          </ac:spMkLst>
        </pc:spChg>
        <pc:spChg chg="add del">
          <ac:chgData name="Fabian Surya Pramudya" userId="f46cf8bb-4ec7-4653-94a9-ff26fa22481f" providerId="ADAL" clId="{A301BF89-CDF6-44B3-9D72-BB6AEF0C7C31}" dt="2022-08-10T01:45:35.183" v="1165"/>
          <ac:spMkLst>
            <pc:docMk/>
            <pc:sldMk cId="1406205651" sldId="286"/>
            <ac:spMk id="3" creationId="{6345DB41-E6E3-42F3-A5F7-FF485D7C7991}"/>
          </ac:spMkLst>
        </pc:spChg>
        <pc:spChg chg="del mod">
          <ac:chgData name="Fabian Surya Pramudya" userId="f46cf8bb-4ec7-4653-94a9-ff26fa22481f" providerId="ADAL" clId="{A301BF89-CDF6-44B3-9D72-BB6AEF0C7C31}" dt="2022-08-10T01:45:41.988" v="1169" actId="478"/>
          <ac:spMkLst>
            <pc:docMk/>
            <pc:sldMk cId="1406205651" sldId="286"/>
            <ac:spMk id="4" creationId="{55EC3FC2-5A2F-4F3E-AD75-B227B9F6E07F}"/>
          </ac:spMkLst>
        </pc:spChg>
        <pc:spChg chg="add mod">
          <ac:chgData name="Fabian Surya Pramudya" userId="f46cf8bb-4ec7-4653-94a9-ff26fa22481f" providerId="ADAL" clId="{A301BF89-CDF6-44B3-9D72-BB6AEF0C7C31}" dt="2022-08-10T05:11:21.728" v="1617" actId="1076"/>
          <ac:spMkLst>
            <pc:docMk/>
            <pc:sldMk cId="1406205651" sldId="286"/>
            <ac:spMk id="5" creationId="{FE66DDF2-EBB1-4073-9E80-8619FA801983}"/>
          </ac:spMkLst>
        </pc:spChg>
        <pc:spChg chg="add del mod">
          <ac:chgData name="Fabian Surya Pramudya" userId="f46cf8bb-4ec7-4653-94a9-ff26fa22481f" providerId="ADAL" clId="{A301BF89-CDF6-44B3-9D72-BB6AEF0C7C31}" dt="2022-08-10T05:10:40.500" v="1604" actId="478"/>
          <ac:spMkLst>
            <pc:docMk/>
            <pc:sldMk cId="1406205651" sldId="286"/>
            <ac:spMk id="7" creationId="{076A64AD-621A-48F2-8322-5E501D688435}"/>
          </ac:spMkLst>
        </pc:spChg>
        <pc:picChg chg="add del mod">
          <ac:chgData name="Fabian Surya Pramudya" userId="f46cf8bb-4ec7-4653-94a9-ff26fa22481f" providerId="ADAL" clId="{A301BF89-CDF6-44B3-9D72-BB6AEF0C7C31}" dt="2022-08-10T05:10:41.016" v="1605" actId="478"/>
          <ac:picMkLst>
            <pc:docMk/>
            <pc:sldMk cId="1406205651" sldId="286"/>
            <ac:picMk id="6" creationId="{C6A3049F-781F-4025-9534-990846F178AB}"/>
          </ac:picMkLst>
        </pc:picChg>
      </pc:sldChg>
      <pc:sldChg chg="add del">
        <pc:chgData name="Fabian Surya Pramudya" userId="f46cf8bb-4ec7-4653-94a9-ff26fa22481f" providerId="ADAL" clId="{A301BF89-CDF6-44B3-9D72-BB6AEF0C7C31}" dt="2022-08-10T01:38:59.900" v="955"/>
        <pc:sldMkLst>
          <pc:docMk/>
          <pc:sldMk cId="4273369010" sldId="286"/>
        </pc:sldMkLst>
      </pc:sldChg>
      <pc:sldChg chg="addSp delSp modSp add">
        <pc:chgData name="Fabian Surya Pramudya" userId="f46cf8bb-4ec7-4653-94a9-ff26fa22481f" providerId="ADAL" clId="{A301BF89-CDF6-44B3-9D72-BB6AEF0C7C31}" dt="2022-08-10T05:08:14.593" v="1580" actId="20577"/>
        <pc:sldMkLst>
          <pc:docMk/>
          <pc:sldMk cId="590112403" sldId="287"/>
        </pc:sldMkLst>
        <pc:spChg chg="add mod">
          <ac:chgData name="Fabian Surya Pramudya" userId="f46cf8bb-4ec7-4653-94a9-ff26fa22481f" providerId="ADAL" clId="{A301BF89-CDF6-44B3-9D72-BB6AEF0C7C31}" dt="2022-08-10T05:08:14.593" v="1580" actId="20577"/>
          <ac:spMkLst>
            <pc:docMk/>
            <pc:sldMk cId="590112403" sldId="287"/>
            <ac:spMk id="3" creationId="{9EF1BD0E-B2B9-470A-89F1-72B7E7E47D71}"/>
          </ac:spMkLst>
        </pc:spChg>
        <pc:spChg chg="del">
          <ac:chgData name="Fabian Surya Pramudya" userId="f46cf8bb-4ec7-4653-94a9-ff26fa22481f" providerId="ADAL" clId="{A301BF89-CDF6-44B3-9D72-BB6AEF0C7C31}" dt="2022-08-10T01:46:39.269" v="1186" actId="478"/>
          <ac:spMkLst>
            <pc:docMk/>
            <pc:sldMk cId="590112403" sldId="287"/>
            <ac:spMk id="5" creationId="{FE66DDF2-EBB1-4073-9E80-8619FA801983}"/>
          </ac:spMkLst>
        </pc:spChg>
      </pc:sldChg>
      <pc:sldChg chg="addSp delSp modSp add del">
        <pc:chgData name="Fabian Surya Pramudya" userId="f46cf8bb-4ec7-4653-94a9-ff26fa22481f" providerId="ADAL" clId="{A301BF89-CDF6-44B3-9D72-BB6AEF0C7C31}" dt="2022-08-10T02:08:35.878" v="1308" actId="2696"/>
        <pc:sldMkLst>
          <pc:docMk/>
          <pc:sldMk cId="2287924950" sldId="288"/>
        </pc:sldMkLst>
        <pc:spChg chg="del mod">
          <ac:chgData name="Fabian Surya Pramudya" userId="f46cf8bb-4ec7-4653-94a9-ff26fa22481f" providerId="ADAL" clId="{A301BF89-CDF6-44B3-9D72-BB6AEF0C7C31}" dt="2022-08-10T01:47:15.480" v="1195" actId="478"/>
          <ac:spMkLst>
            <pc:docMk/>
            <pc:sldMk cId="2287924950" sldId="288"/>
            <ac:spMk id="3" creationId="{9EF1BD0E-B2B9-470A-89F1-72B7E7E47D71}"/>
          </ac:spMkLst>
        </pc:spChg>
        <pc:spChg chg="add mod">
          <ac:chgData name="Fabian Surya Pramudya" userId="f46cf8bb-4ec7-4653-94a9-ff26fa22481f" providerId="ADAL" clId="{A301BF89-CDF6-44B3-9D72-BB6AEF0C7C31}" dt="2022-08-10T02:08:28.022" v="1304"/>
          <ac:spMkLst>
            <pc:docMk/>
            <pc:sldMk cId="2287924950" sldId="288"/>
            <ac:spMk id="4" creationId="{9320F4FB-CFCF-4D28-97F1-DD54B6B2EE4C}"/>
          </ac:spMkLst>
        </pc:spChg>
      </pc:sldChg>
      <pc:sldChg chg="delSp modSp add del">
        <pc:chgData name="Fabian Surya Pramudya" userId="f46cf8bb-4ec7-4653-94a9-ff26fa22481f" providerId="ADAL" clId="{A301BF89-CDF6-44B3-9D72-BB6AEF0C7C31}" dt="2022-08-10T05:11:24.246" v="1618" actId="2696"/>
        <pc:sldMkLst>
          <pc:docMk/>
          <pc:sldMk cId="976271017" sldId="289"/>
        </pc:sldMkLst>
        <pc:spChg chg="del mod">
          <ac:chgData name="Fabian Surya Pramudya" userId="f46cf8bb-4ec7-4653-94a9-ff26fa22481f" providerId="ADAL" clId="{A301BF89-CDF6-44B3-9D72-BB6AEF0C7C31}" dt="2022-08-10T05:10:47.989" v="1608"/>
          <ac:spMkLst>
            <pc:docMk/>
            <pc:sldMk cId="976271017" sldId="289"/>
            <ac:spMk id="5" creationId="{FE66DDF2-EBB1-4073-9E80-8619FA801983}"/>
          </ac:spMkLst>
        </pc:spChg>
      </pc:sldChg>
      <pc:sldChg chg="add del">
        <pc:chgData name="Fabian Surya Pramudya" userId="f46cf8bb-4ec7-4653-94a9-ff26fa22481f" providerId="ADAL" clId="{A301BF89-CDF6-44B3-9D72-BB6AEF0C7C31}" dt="2022-08-10T01:48:20.565" v="1207"/>
        <pc:sldMkLst>
          <pc:docMk/>
          <pc:sldMk cId="1661829581" sldId="289"/>
        </pc:sldMkLst>
      </pc:sldChg>
      <pc:sldChg chg="delSp modSp add del">
        <pc:chgData name="Fabian Surya Pramudya" userId="f46cf8bb-4ec7-4653-94a9-ff26fa22481f" providerId="ADAL" clId="{A301BF89-CDF6-44B3-9D72-BB6AEF0C7C31}" dt="2022-08-10T05:25:02.063" v="1959" actId="2696"/>
        <pc:sldMkLst>
          <pc:docMk/>
          <pc:sldMk cId="2672399063" sldId="290"/>
        </pc:sldMkLst>
        <pc:spChg chg="del mod">
          <ac:chgData name="Fabian Surya Pramudya" userId="f46cf8bb-4ec7-4653-94a9-ff26fa22481f" providerId="ADAL" clId="{A301BF89-CDF6-44B3-9D72-BB6AEF0C7C31}" dt="2022-08-10T05:13:00.526" v="1642"/>
          <ac:spMkLst>
            <pc:docMk/>
            <pc:sldMk cId="2672399063" sldId="290"/>
            <ac:spMk id="5" creationId="{FE66DDF2-EBB1-4073-9E80-8619FA801983}"/>
          </ac:spMkLst>
        </pc:spChg>
        <pc:spChg chg="del mod">
          <ac:chgData name="Fabian Surya Pramudya" userId="f46cf8bb-4ec7-4653-94a9-ff26fa22481f" providerId="ADAL" clId="{A301BF89-CDF6-44B3-9D72-BB6AEF0C7C31}" dt="2022-08-10T05:13:02.226" v="1643"/>
          <ac:spMkLst>
            <pc:docMk/>
            <pc:sldMk cId="2672399063" sldId="290"/>
            <ac:spMk id="7" creationId="{076A64AD-621A-48F2-8322-5E501D688435}"/>
          </ac:spMkLst>
        </pc:spChg>
        <pc:picChg chg="del">
          <ac:chgData name="Fabian Surya Pramudya" userId="f46cf8bb-4ec7-4653-94a9-ff26fa22481f" providerId="ADAL" clId="{A301BF89-CDF6-44B3-9D72-BB6AEF0C7C31}" dt="2022-08-10T05:17:32.303" v="1737" actId="478"/>
          <ac:picMkLst>
            <pc:docMk/>
            <pc:sldMk cId="2672399063" sldId="290"/>
            <ac:picMk id="6" creationId="{C6A3049F-781F-4025-9534-990846F178AB}"/>
          </ac:picMkLst>
        </pc:picChg>
      </pc:sldChg>
      <pc:sldChg chg="addSp delSp modSp add">
        <pc:chgData name="Fabian Surya Pramudya" userId="f46cf8bb-4ec7-4653-94a9-ff26fa22481f" providerId="ADAL" clId="{A301BF89-CDF6-44B3-9D72-BB6AEF0C7C31}" dt="2022-08-13T05:55:19.025" v="2466"/>
        <pc:sldMkLst>
          <pc:docMk/>
          <pc:sldMk cId="1727953733" sldId="291"/>
        </pc:sldMkLst>
        <pc:spChg chg="mod">
          <ac:chgData name="Fabian Surya Pramudya" userId="f46cf8bb-4ec7-4653-94a9-ff26fa22481f" providerId="ADAL" clId="{A301BF89-CDF6-44B3-9D72-BB6AEF0C7C31}" dt="2022-08-10T05:39:26.049" v="2378" actId="20577"/>
          <ac:spMkLst>
            <pc:docMk/>
            <pc:sldMk cId="1727953733" sldId="291"/>
            <ac:spMk id="2" creationId="{00000000-0000-0000-0000-000000000000}"/>
          </ac:spMkLst>
        </pc:spChg>
        <pc:spChg chg="add del">
          <ac:chgData name="Fabian Surya Pramudya" userId="f46cf8bb-4ec7-4653-94a9-ff26fa22481f" providerId="ADAL" clId="{A301BF89-CDF6-44B3-9D72-BB6AEF0C7C31}" dt="2022-08-13T05:55:19.025" v="2466"/>
          <ac:spMkLst>
            <pc:docMk/>
            <pc:sldMk cId="1727953733" sldId="291"/>
            <ac:spMk id="3" creationId="{38A09695-4168-4FD6-8683-666B4A142289}"/>
          </ac:spMkLst>
        </pc:spChg>
        <pc:spChg chg="del">
          <ac:chgData name="Fabian Surya Pramudya" userId="f46cf8bb-4ec7-4653-94a9-ff26fa22481f" providerId="ADAL" clId="{A301BF89-CDF6-44B3-9D72-BB6AEF0C7C31}" dt="2022-08-10T05:15:28.633" v="1700" actId="478"/>
          <ac:spMkLst>
            <pc:docMk/>
            <pc:sldMk cId="1727953733" sldId="291"/>
            <ac:spMk id="3" creationId="{3AFF7FB6-3514-4E1F-A9AA-40ADEBD4B895}"/>
          </ac:spMkLst>
        </pc:spChg>
        <pc:spChg chg="del mod">
          <ac:chgData name="Fabian Surya Pramudya" userId="f46cf8bb-4ec7-4653-94a9-ff26fa22481f" providerId="ADAL" clId="{A301BF89-CDF6-44B3-9D72-BB6AEF0C7C31}" dt="2022-08-10T05:20:26.047" v="1770"/>
          <ac:spMkLst>
            <pc:docMk/>
            <pc:sldMk cId="1727953733" sldId="291"/>
            <ac:spMk id="8" creationId="{D211F30F-CA20-4507-A3D3-533AAB53D6AC}"/>
          </ac:spMkLst>
        </pc:spChg>
        <pc:picChg chg="del mod">
          <ac:chgData name="Fabian Surya Pramudya" userId="f46cf8bb-4ec7-4653-94a9-ff26fa22481f" providerId="ADAL" clId="{A301BF89-CDF6-44B3-9D72-BB6AEF0C7C31}" dt="2022-08-10T05:19:52.282" v="1757"/>
          <ac:picMkLst>
            <pc:docMk/>
            <pc:sldMk cId="1727953733" sldId="291"/>
            <ac:picMk id="6" creationId="{427B2816-C0EC-4C01-ADAA-8CE18A10F1B7}"/>
          </ac:picMkLst>
        </pc:picChg>
        <pc:picChg chg="del mod">
          <ac:chgData name="Fabian Surya Pramudya" userId="f46cf8bb-4ec7-4653-94a9-ff26fa22481f" providerId="ADAL" clId="{A301BF89-CDF6-44B3-9D72-BB6AEF0C7C31}" dt="2022-08-10T05:15:42.890" v="1706"/>
          <ac:picMkLst>
            <pc:docMk/>
            <pc:sldMk cId="1727953733" sldId="291"/>
            <ac:picMk id="7" creationId="{D8440C33-7811-4424-A337-673F4CE339AB}"/>
          </ac:picMkLst>
        </pc:picChg>
        <pc:picChg chg="add mod">
          <ac:chgData name="Fabian Surya Pramudya" userId="f46cf8bb-4ec7-4653-94a9-ff26fa22481f" providerId="ADAL" clId="{A301BF89-CDF6-44B3-9D72-BB6AEF0C7C31}" dt="2022-08-10T05:20:27.887" v="1771" actId="14100"/>
          <ac:picMkLst>
            <pc:docMk/>
            <pc:sldMk cId="1727953733" sldId="291"/>
            <ac:picMk id="9" creationId="{32766ACF-7EE5-4F2F-8445-3D5E993061BE}"/>
          </ac:picMkLst>
        </pc:picChg>
      </pc:sldChg>
      <pc:sldChg chg="add del">
        <pc:chgData name="Fabian Surya Pramudya" userId="f46cf8bb-4ec7-4653-94a9-ff26fa22481f" providerId="ADAL" clId="{A301BF89-CDF6-44B3-9D72-BB6AEF0C7C31}" dt="2022-08-10T05:12:26.790" v="1630"/>
        <pc:sldMkLst>
          <pc:docMk/>
          <pc:sldMk cId="3870810637" sldId="291"/>
        </pc:sldMkLst>
      </pc:sldChg>
      <pc:sldChg chg="add del">
        <pc:chgData name="Fabian Surya Pramudya" userId="f46cf8bb-4ec7-4653-94a9-ff26fa22481f" providerId="ADAL" clId="{A301BF89-CDF6-44B3-9D72-BB6AEF0C7C31}" dt="2022-08-10T05:12:26.093" v="1629"/>
        <pc:sldMkLst>
          <pc:docMk/>
          <pc:sldMk cId="1461221437" sldId="292"/>
        </pc:sldMkLst>
      </pc:sldChg>
      <pc:sldChg chg="addSp delSp modSp add">
        <pc:chgData name="Fabian Surya Pramudya" userId="f46cf8bb-4ec7-4653-94a9-ff26fa22481f" providerId="ADAL" clId="{A301BF89-CDF6-44B3-9D72-BB6AEF0C7C31}" dt="2022-08-13T05:54:11.957" v="2464"/>
        <pc:sldMkLst>
          <pc:docMk/>
          <pc:sldMk cId="3260182885" sldId="292"/>
        </pc:sldMkLst>
        <pc:spChg chg="mod">
          <ac:chgData name="Fabian Surya Pramudya" userId="f46cf8bb-4ec7-4653-94a9-ff26fa22481f" providerId="ADAL" clId="{A301BF89-CDF6-44B3-9D72-BB6AEF0C7C31}" dt="2022-08-13T05:54:11.957" v="2464"/>
          <ac:spMkLst>
            <pc:docMk/>
            <pc:sldMk cId="3260182885" sldId="292"/>
            <ac:spMk id="2" creationId="{00000000-0000-0000-0000-000000000000}"/>
          </ac:spMkLst>
        </pc:spChg>
        <pc:spChg chg="add mod">
          <ac:chgData name="Fabian Surya Pramudya" userId="f46cf8bb-4ec7-4653-94a9-ff26fa22481f" providerId="ADAL" clId="{A301BF89-CDF6-44B3-9D72-BB6AEF0C7C31}" dt="2022-08-10T05:22:16.034" v="1852" actId="404"/>
          <ac:spMkLst>
            <pc:docMk/>
            <pc:sldMk cId="3260182885" sldId="292"/>
            <ac:spMk id="4" creationId="{AEA891F4-7DFF-40F3-ABEC-D0F488FCAEAC}"/>
          </ac:spMkLst>
        </pc:spChg>
        <pc:spChg chg="add mod">
          <ac:chgData name="Fabian Surya Pramudya" userId="f46cf8bb-4ec7-4653-94a9-ff26fa22481f" providerId="ADAL" clId="{A301BF89-CDF6-44B3-9D72-BB6AEF0C7C31}" dt="2022-08-10T05:23:41.679" v="1898" actId="1076"/>
          <ac:spMkLst>
            <pc:docMk/>
            <pc:sldMk cId="3260182885" sldId="292"/>
            <ac:spMk id="5" creationId="{4DB871D3-E7DF-4289-8B0E-BB6F07A62264}"/>
          </ac:spMkLst>
        </pc:spChg>
        <pc:spChg chg="add mod">
          <ac:chgData name="Fabian Surya Pramudya" userId="f46cf8bb-4ec7-4653-94a9-ff26fa22481f" providerId="ADAL" clId="{A301BF89-CDF6-44B3-9D72-BB6AEF0C7C31}" dt="2022-08-10T05:22:18.461" v="1854" actId="404"/>
          <ac:spMkLst>
            <pc:docMk/>
            <pc:sldMk cId="3260182885" sldId="292"/>
            <ac:spMk id="7" creationId="{A52251C4-A64B-4872-808A-57967A7C55EF}"/>
          </ac:spMkLst>
        </pc:spChg>
        <pc:spChg chg="del mod">
          <ac:chgData name="Fabian Surya Pramudya" userId="f46cf8bb-4ec7-4653-94a9-ff26fa22481f" providerId="ADAL" clId="{A301BF89-CDF6-44B3-9D72-BB6AEF0C7C31}" dt="2022-08-10T05:36:57.412" v="2289" actId="478"/>
          <ac:spMkLst>
            <pc:docMk/>
            <pc:sldMk cId="3260182885" sldId="292"/>
            <ac:spMk id="8" creationId="{D211F30F-CA20-4507-A3D3-533AAB53D6AC}"/>
          </ac:spMkLst>
        </pc:spChg>
        <pc:spChg chg="add mod">
          <ac:chgData name="Fabian Surya Pramudya" userId="f46cf8bb-4ec7-4653-94a9-ff26fa22481f" providerId="ADAL" clId="{A301BF89-CDF6-44B3-9D72-BB6AEF0C7C31}" dt="2022-08-10T05:22:26.058" v="1859" actId="404"/>
          <ac:spMkLst>
            <pc:docMk/>
            <pc:sldMk cId="3260182885" sldId="292"/>
            <ac:spMk id="9" creationId="{23377906-BFC4-4479-AEB7-7A40D9CB5D25}"/>
          </ac:spMkLst>
        </pc:spChg>
        <pc:spChg chg="add mod">
          <ac:chgData name="Fabian Surya Pramudya" userId="f46cf8bb-4ec7-4653-94a9-ff26fa22481f" providerId="ADAL" clId="{A301BF89-CDF6-44B3-9D72-BB6AEF0C7C31}" dt="2022-08-10T05:22:23.554" v="1857" actId="404"/>
          <ac:spMkLst>
            <pc:docMk/>
            <pc:sldMk cId="3260182885" sldId="292"/>
            <ac:spMk id="10" creationId="{99261D61-B2CA-45E5-BEA6-8A32B314C733}"/>
          </ac:spMkLst>
        </pc:spChg>
        <pc:picChg chg="add mod">
          <ac:chgData name="Fabian Surya Pramudya" userId="f46cf8bb-4ec7-4653-94a9-ff26fa22481f" providerId="ADAL" clId="{A301BF89-CDF6-44B3-9D72-BB6AEF0C7C31}" dt="2022-08-10T05:20:50.844" v="1783" actId="14100"/>
          <ac:picMkLst>
            <pc:docMk/>
            <pc:sldMk cId="3260182885" sldId="292"/>
            <ac:picMk id="3" creationId="{F8E43893-B170-48ED-8F1E-7B87C1F28781}"/>
          </ac:picMkLst>
        </pc:picChg>
        <pc:picChg chg="del">
          <ac:chgData name="Fabian Surya Pramudya" userId="f46cf8bb-4ec7-4653-94a9-ff26fa22481f" providerId="ADAL" clId="{A301BF89-CDF6-44B3-9D72-BB6AEF0C7C31}" dt="2022-08-10T05:17:37.934" v="1739" actId="478"/>
          <ac:picMkLst>
            <pc:docMk/>
            <pc:sldMk cId="3260182885" sldId="292"/>
            <ac:picMk id="6" creationId="{427B2816-C0EC-4C01-ADAA-8CE18A10F1B7}"/>
          </ac:picMkLst>
        </pc:picChg>
      </pc:sldChg>
      <pc:sldChg chg="addSp delSp modSp add">
        <pc:chgData name="Fabian Surya Pramudya" userId="f46cf8bb-4ec7-4653-94a9-ff26fa22481f" providerId="ADAL" clId="{A301BF89-CDF6-44B3-9D72-BB6AEF0C7C31}" dt="2022-08-13T05:54:07.973" v="2463" actId="20577"/>
        <pc:sldMkLst>
          <pc:docMk/>
          <pc:sldMk cId="3793188286" sldId="293"/>
        </pc:sldMkLst>
        <pc:spChg chg="mod">
          <ac:chgData name="Fabian Surya Pramudya" userId="f46cf8bb-4ec7-4653-94a9-ff26fa22481f" providerId="ADAL" clId="{A301BF89-CDF6-44B3-9D72-BB6AEF0C7C31}" dt="2022-08-13T05:54:07.973" v="2463" actId="20577"/>
          <ac:spMkLst>
            <pc:docMk/>
            <pc:sldMk cId="3793188286" sldId="293"/>
            <ac:spMk id="2" creationId="{00000000-0000-0000-0000-000000000000}"/>
          </ac:spMkLst>
        </pc:spChg>
        <pc:spChg chg="del">
          <ac:chgData name="Fabian Surya Pramudya" userId="f46cf8bb-4ec7-4653-94a9-ff26fa22481f" providerId="ADAL" clId="{A301BF89-CDF6-44B3-9D72-BB6AEF0C7C31}" dt="2022-08-10T05:25:08.707" v="1960" actId="478"/>
          <ac:spMkLst>
            <pc:docMk/>
            <pc:sldMk cId="3793188286" sldId="293"/>
            <ac:spMk id="4" creationId="{AEA891F4-7DFF-40F3-ABEC-D0F488FCAEAC}"/>
          </ac:spMkLst>
        </pc:spChg>
        <pc:spChg chg="del">
          <ac:chgData name="Fabian Surya Pramudya" userId="f46cf8bb-4ec7-4653-94a9-ff26fa22481f" providerId="ADAL" clId="{A301BF89-CDF6-44B3-9D72-BB6AEF0C7C31}" dt="2022-08-10T05:25:20.232" v="1963" actId="478"/>
          <ac:spMkLst>
            <pc:docMk/>
            <pc:sldMk cId="3793188286" sldId="293"/>
            <ac:spMk id="5" creationId="{4DB871D3-E7DF-4289-8B0E-BB6F07A62264}"/>
          </ac:spMkLst>
        </pc:spChg>
        <pc:spChg chg="add del mod">
          <ac:chgData name="Fabian Surya Pramudya" userId="f46cf8bb-4ec7-4653-94a9-ff26fa22481f" providerId="ADAL" clId="{A301BF89-CDF6-44B3-9D72-BB6AEF0C7C31}" dt="2022-08-10T05:32:59.152" v="2230" actId="478"/>
          <ac:spMkLst>
            <pc:docMk/>
            <pc:sldMk cId="3793188286" sldId="293"/>
            <ac:spMk id="6" creationId="{BEEED4A6-6C96-4B5A-A586-8C139C6D3A77}"/>
          </ac:spMkLst>
        </pc:spChg>
        <pc:spChg chg="del">
          <ac:chgData name="Fabian Surya Pramudya" userId="f46cf8bb-4ec7-4653-94a9-ff26fa22481f" providerId="ADAL" clId="{A301BF89-CDF6-44B3-9D72-BB6AEF0C7C31}" dt="2022-08-10T05:25:08.707" v="1960" actId="478"/>
          <ac:spMkLst>
            <pc:docMk/>
            <pc:sldMk cId="3793188286" sldId="293"/>
            <ac:spMk id="7" creationId="{A52251C4-A64B-4872-808A-57967A7C55EF}"/>
          </ac:spMkLst>
        </pc:spChg>
        <pc:spChg chg="del">
          <ac:chgData name="Fabian Surya Pramudya" userId="f46cf8bb-4ec7-4653-94a9-ff26fa22481f" providerId="ADAL" clId="{A301BF89-CDF6-44B3-9D72-BB6AEF0C7C31}" dt="2022-08-10T05:25:56.647" v="1984" actId="478"/>
          <ac:spMkLst>
            <pc:docMk/>
            <pc:sldMk cId="3793188286" sldId="293"/>
            <ac:spMk id="8" creationId="{D211F30F-CA20-4507-A3D3-533AAB53D6AC}"/>
          </ac:spMkLst>
        </pc:spChg>
        <pc:spChg chg="del">
          <ac:chgData name="Fabian Surya Pramudya" userId="f46cf8bb-4ec7-4653-94a9-ff26fa22481f" providerId="ADAL" clId="{A301BF89-CDF6-44B3-9D72-BB6AEF0C7C31}" dt="2022-08-10T05:25:16.541" v="1962" actId="478"/>
          <ac:spMkLst>
            <pc:docMk/>
            <pc:sldMk cId="3793188286" sldId="293"/>
            <ac:spMk id="9" creationId="{23377906-BFC4-4479-AEB7-7A40D9CB5D25}"/>
          </ac:spMkLst>
        </pc:spChg>
        <pc:spChg chg="del">
          <ac:chgData name="Fabian Surya Pramudya" userId="f46cf8bb-4ec7-4653-94a9-ff26fa22481f" providerId="ADAL" clId="{A301BF89-CDF6-44B3-9D72-BB6AEF0C7C31}" dt="2022-08-10T05:25:08.707" v="1960" actId="478"/>
          <ac:spMkLst>
            <pc:docMk/>
            <pc:sldMk cId="3793188286" sldId="293"/>
            <ac:spMk id="10" creationId="{99261D61-B2CA-45E5-BEA6-8A32B314C733}"/>
          </ac:spMkLst>
        </pc:spChg>
        <pc:spChg chg="add del mod">
          <ac:chgData name="Fabian Surya Pramudya" userId="f46cf8bb-4ec7-4653-94a9-ff26fa22481f" providerId="ADAL" clId="{A301BF89-CDF6-44B3-9D72-BB6AEF0C7C31}" dt="2022-08-10T05:39:38.992" v="2381"/>
          <ac:spMkLst>
            <pc:docMk/>
            <pc:sldMk cId="3793188286" sldId="293"/>
            <ac:spMk id="13" creationId="{F00F624D-A57A-440F-8801-7D49C02BE196}"/>
          </ac:spMkLst>
        </pc:spChg>
        <pc:graphicFrameChg chg="add mod modGraphic">
          <ac:chgData name="Fabian Surya Pramudya" userId="f46cf8bb-4ec7-4653-94a9-ff26fa22481f" providerId="ADAL" clId="{A301BF89-CDF6-44B3-9D72-BB6AEF0C7C31}" dt="2022-08-10T05:36:24.917" v="2287" actId="1076"/>
          <ac:graphicFrameMkLst>
            <pc:docMk/>
            <pc:sldMk cId="3793188286" sldId="293"/>
            <ac:graphicFrameMk id="11" creationId="{DB268B1A-0E1C-4FD0-B1B3-3422E4B4A088}"/>
          </ac:graphicFrameMkLst>
        </pc:graphicFrameChg>
        <pc:picChg chg="mod modCrop">
          <ac:chgData name="Fabian Surya Pramudya" userId="f46cf8bb-4ec7-4653-94a9-ff26fa22481f" providerId="ADAL" clId="{A301BF89-CDF6-44B3-9D72-BB6AEF0C7C31}" dt="2022-08-10T05:25:14.627" v="1961" actId="732"/>
          <ac:picMkLst>
            <pc:docMk/>
            <pc:sldMk cId="3793188286" sldId="293"/>
            <ac:picMk id="3" creationId="{F8E43893-B170-48ED-8F1E-7B87C1F28781}"/>
          </ac:picMkLst>
        </pc:picChg>
      </pc:sldChg>
      <pc:sldChg chg="addSp delSp modSp add">
        <pc:chgData name="Fabian Surya Pramudya" userId="f46cf8bb-4ec7-4653-94a9-ff26fa22481f" providerId="ADAL" clId="{A301BF89-CDF6-44B3-9D72-BB6AEF0C7C31}" dt="2022-08-13T07:18:15.808" v="2580"/>
        <pc:sldMkLst>
          <pc:docMk/>
          <pc:sldMk cId="3052420383" sldId="294"/>
        </pc:sldMkLst>
        <pc:spChg chg="mod">
          <ac:chgData name="Fabian Surya Pramudya" userId="f46cf8bb-4ec7-4653-94a9-ff26fa22481f" providerId="ADAL" clId="{A301BF89-CDF6-44B3-9D72-BB6AEF0C7C31}" dt="2022-08-13T05:55:36.148" v="2473"/>
          <ac:spMkLst>
            <pc:docMk/>
            <pc:sldMk cId="3052420383" sldId="294"/>
            <ac:spMk id="2" creationId="{00000000-0000-0000-0000-000000000000}"/>
          </ac:spMkLst>
        </pc:spChg>
        <pc:spChg chg="add mod">
          <ac:chgData name="Fabian Surya Pramudya" userId="f46cf8bb-4ec7-4653-94a9-ff26fa22481f" providerId="ADAL" clId="{A301BF89-CDF6-44B3-9D72-BB6AEF0C7C31}" dt="2022-08-13T07:13:20.036" v="2532" actId="404"/>
          <ac:spMkLst>
            <pc:docMk/>
            <pc:sldMk cId="3052420383" sldId="294"/>
            <ac:spMk id="3" creationId="{32801A72-65B3-4741-A4D8-74A3918995D2}"/>
          </ac:spMkLst>
        </pc:spChg>
        <pc:spChg chg="add del mod">
          <ac:chgData name="Fabian Surya Pramudya" userId="f46cf8bb-4ec7-4653-94a9-ff26fa22481f" providerId="ADAL" clId="{A301BF89-CDF6-44B3-9D72-BB6AEF0C7C31}" dt="2022-08-13T05:56:07.811" v="2481"/>
          <ac:spMkLst>
            <pc:docMk/>
            <pc:sldMk cId="3052420383" sldId="294"/>
            <ac:spMk id="4" creationId="{7BD1941D-0453-465B-A276-4DCCEBCEC645}"/>
          </ac:spMkLst>
        </pc:spChg>
        <pc:spChg chg="add del mod">
          <ac:chgData name="Fabian Surya Pramudya" userId="f46cf8bb-4ec7-4653-94a9-ff26fa22481f" providerId="ADAL" clId="{A301BF89-CDF6-44B3-9D72-BB6AEF0C7C31}" dt="2022-08-13T07:17:10.282" v="2546"/>
          <ac:spMkLst>
            <pc:docMk/>
            <pc:sldMk cId="3052420383" sldId="294"/>
            <ac:spMk id="6" creationId="{578649FC-20DE-453D-B778-43FD88DE3B81}"/>
          </ac:spMkLst>
        </pc:spChg>
        <pc:spChg chg="add mod">
          <ac:chgData name="Fabian Surya Pramudya" userId="f46cf8bb-4ec7-4653-94a9-ff26fa22481f" providerId="ADAL" clId="{A301BF89-CDF6-44B3-9D72-BB6AEF0C7C31}" dt="2022-08-13T07:18:06.712" v="2574" actId="1076"/>
          <ac:spMkLst>
            <pc:docMk/>
            <pc:sldMk cId="3052420383" sldId="294"/>
            <ac:spMk id="7" creationId="{3AE337C0-8688-4797-8141-DE742CD9F98B}"/>
          </ac:spMkLst>
        </pc:spChg>
        <pc:spChg chg="add del mod">
          <ac:chgData name="Fabian Surya Pramudya" userId="f46cf8bb-4ec7-4653-94a9-ff26fa22481f" providerId="ADAL" clId="{A301BF89-CDF6-44B3-9D72-BB6AEF0C7C31}" dt="2022-08-13T07:18:15.808" v="2580"/>
          <ac:spMkLst>
            <pc:docMk/>
            <pc:sldMk cId="3052420383" sldId="294"/>
            <ac:spMk id="8" creationId="{2D041743-033B-4086-B675-FD40CBEBDAD0}"/>
          </ac:spMkLst>
        </pc:spChg>
        <pc:picChg chg="add mod">
          <ac:chgData name="Fabian Surya Pramudya" userId="f46cf8bb-4ec7-4653-94a9-ff26fa22481f" providerId="ADAL" clId="{A301BF89-CDF6-44B3-9D72-BB6AEF0C7C31}" dt="2022-08-13T07:18:15.493" v="2578" actId="14100"/>
          <ac:picMkLst>
            <pc:docMk/>
            <pc:sldMk cId="3052420383" sldId="294"/>
            <ac:picMk id="5" creationId="{925E8291-9724-4EA5-87CA-51AAD7CB616A}"/>
          </ac:picMkLst>
        </pc:picChg>
        <pc:picChg chg="del mod">
          <ac:chgData name="Fabian Surya Pramudya" userId="f46cf8bb-4ec7-4653-94a9-ff26fa22481f" providerId="ADAL" clId="{A301BF89-CDF6-44B3-9D72-BB6AEF0C7C31}" dt="2022-08-13T05:55:27.749" v="2469" actId="478"/>
          <ac:picMkLst>
            <pc:docMk/>
            <pc:sldMk cId="3052420383" sldId="294"/>
            <ac:picMk id="9" creationId="{32766ACF-7EE5-4F2F-8445-3D5E993061BE}"/>
          </ac:picMkLst>
        </pc:picChg>
      </pc:sldChg>
      <pc:sldChg chg="addSp delSp modSp add">
        <pc:chgData name="Fabian Surya Pramudya" userId="f46cf8bb-4ec7-4653-94a9-ff26fa22481f" providerId="ADAL" clId="{A301BF89-CDF6-44B3-9D72-BB6AEF0C7C31}" dt="2022-08-13T07:25:46.894" v="2638" actId="1035"/>
        <pc:sldMkLst>
          <pc:docMk/>
          <pc:sldMk cId="3326867508" sldId="295"/>
        </pc:sldMkLst>
        <pc:spChg chg="mod ord">
          <ac:chgData name="Fabian Surya Pramudya" userId="f46cf8bb-4ec7-4653-94a9-ff26fa22481f" providerId="ADAL" clId="{A301BF89-CDF6-44B3-9D72-BB6AEF0C7C31}" dt="2022-08-13T07:25:46.894" v="2638" actId="1035"/>
          <ac:spMkLst>
            <pc:docMk/>
            <pc:sldMk cId="3326867508" sldId="295"/>
            <ac:spMk id="3" creationId="{32801A72-65B3-4741-A4D8-74A3918995D2}"/>
          </ac:spMkLst>
        </pc:spChg>
        <pc:spChg chg="add del">
          <ac:chgData name="Fabian Surya Pramudya" userId="f46cf8bb-4ec7-4653-94a9-ff26fa22481f" providerId="ADAL" clId="{A301BF89-CDF6-44B3-9D72-BB6AEF0C7C31}" dt="2022-08-13T05:57:57.855" v="2491"/>
          <ac:spMkLst>
            <pc:docMk/>
            <pc:sldMk cId="3326867508" sldId="295"/>
            <ac:spMk id="4" creationId="{8DC1EE47-8E07-4E51-86D0-D38F9B822E7F}"/>
          </ac:spMkLst>
        </pc:spChg>
        <pc:spChg chg="del">
          <ac:chgData name="Fabian Surya Pramudya" userId="f46cf8bb-4ec7-4653-94a9-ff26fa22481f" providerId="ADAL" clId="{A301BF89-CDF6-44B3-9D72-BB6AEF0C7C31}" dt="2022-08-13T05:58:30.802" v="2505" actId="478"/>
          <ac:spMkLst>
            <pc:docMk/>
            <pc:sldMk cId="3326867508" sldId="295"/>
            <ac:spMk id="6" creationId="{578649FC-20DE-453D-B778-43FD88DE3B81}"/>
          </ac:spMkLst>
        </pc:spChg>
        <pc:spChg chg="add del mod">
          <ac:chgData name="Fabian Surya Pramudya" userId="f46cf8bb-4ec7-4653-94a9-ff26fa22481f" providerId="ADAL" clId="{A301BF89-CDF6-44B3-9D72-BB6AEF0C7C31}" dt="2022-08-13T05:58:24.103" v="2500"/>
          <ac:spMkLst>
            <pc:docMk/>
            <pc:sldMk cId="3326867508" sldId="295"/>
            <ac:spMk id="7" creationId="{431D6E2A-911D-46B2-9E62-3F961E4C5924}"/>
          </ac:spMkLst>
        </pc:spChg>
        <pc:spChg chg="add del mod">
          <ac:chgData name="Fabian Surya Pramudya" userId="f46cf8bb-4ec7-4653-94a9-ff26fa22481f" providerId="ADAL" clId="{A301BF89-CDF6-44B3-9D72-BB6AEF0C7C31}" dt="2022-08-13T07:17:33.702" v="2556"/>
          <ac:spMkLst>
            <pc:docMk/>
            <pc:sldMk cId="3326867508" sldId="295"/>
            <ac:spMk id="9" creationId="{7AB55577-4EB9-49AF-A51A-D34F2CEC1980}"/>
          </ac:spMkLst>
        </pc:spChg>
        <pc:spChg chg="add mod">
          <ac:chgData name="Fabian Surya Pramudya" userId="f46cf8bb-4ec7-4653-94a9-ff26fa22481f" providerId="ADAL" clId="{A301BF89-CDF6-44B3-9D72-BB6AEF0C7C31}" dt="2022-08-13T07:25:13.898" v="2603" actId="14100"/>
          <ac:spMkLst>
            <pc:docMk/>
            <pc:sldMk cId="3326867508" sldId="295"/>
            <ac:spMk id="10" creationId="{1E35596D-4A89-4CED-8C1E-C625D45E5F6A}"/>
          </ac:spMkLst>
        </pc:spChg>
        <pc:picChg chg="del">
          <ac:chgData name="Fabian Surya Pramudya" userId="f46cf8bb-4ec7-4653-94a9-ff26fa22481f" providerId="ADAL" clId="{A301BF89-CDF6-44B3-9D72-BB6AEF0C7C31}" dt="2022-08-13T05:58:05.063" v="2493" actId="478"/>
          <ac:picMkLst>
            <pc:docMk/>
            <pc:sldMk cId="3326867508" sldId="295"/>
            <ac:picMk id="5" creationId="{925E8291-9724-4EA5-87CA-51AAD7CB616A}"/>
          </ac:picMkLst>
        </pc:picChg>
        <pc:picChg chg="add mod ord">
          <ac:chgData name="Fabian Surya Pramudya" userId="f46cf8bb-4ec7-4653-94a9-ff26fa22481f" providerId="ADAL" clId="{A301BF89-CDF6-44B3-9D72-BB6AEF0C7C31}" dt="2022-08-13T07:25:29.777" v="2611" actId="167"/>
          <ac:picMkLst>
            <pc:docMk/>
            <pc:sldMk cId="3326867508" sldId="295"/>
            <ac:picMk id="8" creationId="{57341429-0557-4A4A-AFC8-A972C1049E9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42327A3B-766F-4631-90B1-9B3D33DE7C5C}" type="datetimeFigureOut">
              <a:rPr lang="en-US"/>
              <a:pPr>
                <a:defRPr/>
              </a:pPr>
              <a:t>12/23/2022</a:t>
            </a:fld>
            <a:endParaRPr lang="en-US"/>
          </a:p>
        </p:txBody>
      </p:sp>
      <p:sp>
        <p:nvSpPr>
          <p:cNvPr id="4" name="Slide Image Placeholder 3"/>
          <p:cNvSpPr>
            <a:spLocks noGrp="1" noRot="1" noChangeAspect="1"/>
          </p:cNvSpPr>
          <p:nvPr>
            <p:ph type="sldImg" idx="2"/>
          </p:nvPr>
        </p:nvSpPr>
        <p:spPr>
          <a:xfrm>
            <a:off x="1006475" y="685800"/>
            <a:ext cx="484505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98F58BAA-C397-4D9C-949B-0B7D3F08F4B6}"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1" descr="Background 01-01.jpg"/>
          <p:cNvPicPr>
            <a:picLocks noChangeAspect="1"/>
          </p:cNvPicPr>
          <p:nvPr userDrawn="1"/>
        </p:nvPicPr>
        <p:blipFill>
          <a:blip r:embed="rId2" cstate="screen">
            <a:alphaModFix/>
          </a:blip>
          <a:srcRect/>
          <a:stretch>
            <a:fillRect/>
          </a:stretch>
        </p:blipFill>
        <p:spPr bwMode="auto">
          <a:xfrm>
            <a:off x="0" y="3175"/>
            <a:ext cx="10688638" cy="7556500"/>
          </a:xfrm>
          <a:prstGeom prst="rect">
            <a:avLst/>
          </a:prstGeom>
          <a:noFill/>
          <a:ln w="9525">
            <a:noFill/>
            <a:miter lim="800000"/>
            <a:headEnd/>
            <a:tailEnd/>
          </a:ln>
        </p:spPr>
      </p:pic>
      <p:pic>
        <p:nvPicPr>
          <p:cNvPr id="12" name="Picture 11" descr="A screenshot of a cell phone&#10;&#10;Description automatically generated">
            <a:extLst>
              <a:ext uri="{FF2B5EF4-FFF2-40B4-BE49-F238E27FC236}">
                <a16:creationId xmlns:a16="http://schemas.microsoft.com/office/drawing/2014/main" id="{9EA64FB5-AD3D-6B4E-9CDC-DAE578F5C07C}"/>
              </a:ext>
            </a:extLst>
          </p:cNvPr>
          <p:cNvPicPr>
            <a:picLocks noChangeAspect="1"/>
          </p:cNvPicPr>
          <p:nvPr userDrawn="1"/>
        </p:nvPicPr>
        <p:blipFill rotWithShape="1">
          <a:blip r:embed="rId3"/>
          <a:srcRect l="20942" t="89154" r="21091" b="4449"/>
          <a:stretch/>
        </p:blipFill>
        <p:spPr>
          <a:xfrm>
            <a:off x="5080503" y="646216"/>
            <a:ext cx="4004840" cy="625040"/>
          </a:xfrm>
          <a:prstGeom prst="rect">
            <a:avLst/>
          </a:prstGeom>
          <a:ln w="3175">
            <a:noFill/>
          </a:ln>
        </p:spPr>
      </p:pic>
      <p:pic>
        <p:nvPicPr>
          <p:cNvPr id="11" name="Picture 10">
            <a:extLst>
              <a:ext uri="{FF2B5EF4-FFF2-40B4-BE49-F238E27FC236}">
                <a16:creationId xmlns:a16="http://schemas.microsoft.com/office/drawing/2014/main" id="{0D00FE9A-5B56-CC4A-AE9A-C22895A4A65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980140" y="263856"/>
            <a:ext cx="1708498" cy="1207973"/>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62B2341-C3BD-4867-8D41-5F80C1709B34}" type="datetimeFigureOut">
              <a:rPr lang="en-US"/>
              <a:pPr>
                <a:defRPr/>
              </a:pPr>
              <a:t>12/23/2022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D7FA9F5-F61B-45A1-B5E1-F65A5889B2EE}" type="slidenum">
              <a:rPr lang="en-US"/>
              <a:pPr>
                <a:defRPr/>
              </a:pPr>
              <a:t>‹#›</a:t>
            </a:fld>
            <a:endParaRPr lang="en-US"/>
          </a:p>
        </p:txBody>
      </p:sp>
      <p:pic>
        <p:nvPicPr>
          <p:cNvPr id="7" name="Picture 1" descr="Background 01-02.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
        <p:nvSpPr>
          <p:cNvPr id="9" name="Title Placeholder 1"/>
          <p:cNvSpPr>
            <a:spLocks noGrp="1"/>
          </p:cNvSpPr>
          <p:nvPr>
            <p:ph type="title"/>
          </p:nvPr>
        </p:nvSpPr>
        <p:spPr bwMode="auto">
          <a:xfrm>
            <a:off x="1238250" y="7493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0" name="Text Placeholder 2"/>
          <p:cNvSpPr>
            <a:spLocks noGrp="1"/>
          </p:cNvSpPr>
          <p:nvPr>
            <p:ph idx="13"/>
          </p:nvPr>
        </p:nvSpPr>
        <p:spPr bwMode="auto">
          <a:xfrm>
            <a:off x="1238250" y="20097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Picture 11" descr="A screenshot of a cell phone&#10;&#10;Description automatically generated">
            <a:extLst>
              <a:ext uri="{FF2B5EF4-FFF2-40B4-BE49-F238E27FC236}">
                <a16:creationId xmlns:a16="http://schemas.microsoft.com/office/drawing/2014/main" id="{5317F68B-01F1-E94A-99D3-3F09D8A936B7}"/>
              </a:ext>
            </a:extLst>
          </p:cNvPr>
          <p:cNvPicPr>
            <a:picLocks noChangeAspect="1"/>
          </p:cNvPicPr>
          <p:nvPr userDrawn="1"/>
        </p:nvPicPr>
        <p:blipFill rotWithShape="1">
          <a:blip r:embed="rId3"/>
          <a:srcRect l="20942" t="89154" r="21091" b="4449"/>
          <a:stretch/>
        </p:blipFill>
        <p:spPr>
          <a:xfrm>
            <a:off x="3392488" y="6813668"/>
            <a:ext cx="4004840" cy="625040"/>
          </a:xfrm>
          <a:prstGeom prst="rect">
            <a:avLst/>
          </a:prstGeom>
          <a:ln w="3175">
            <a:noFill/>
          </a:ln>
        </p:spPr>
      </p:pic>
      <p:pic>
        <p:nvPicPr>
          <p:cNvPr id="11" name="Picture 10">
            <a:extLst>
              <a:ext uri="{FF2B5EF4-FFF2-40B4-BE49-F238E27FC236}">
                <a16:creationId xmlns:a16="http://schemas.microsoft.com/office/drawing/2014/main" id="{B629EBDB-E5DA-C246-981F-4C19F8FC457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980140" y="263856"/>
            <a:ext cx="1708498" cy="1207973"/>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329" y="4859832"/>
            <a:ext cx="9085342" cy="1502066"/>
          </a:xfrm>
        </p:spPr>
        <p:txBody>
          <a:bodyPr anchor="t"/>
          <a:lstStyle>
            <a:lvl1pPr algn="l">
              <a:defRPr sz="4600" b="1" cap="all"/>
            </a:lvl1pPr>
          </a:lstStyle>
          <a:p>
            <a:r>
              <a:rPr lang="en-US"/>
              <a:t>Click to edit Master title style</a:t>
            </a:r>
          </a:p>
        </p:txBody>
      </p:sp>
      <p:sp>
        <p:nvSpPr>
          <p:cNvPr id="3" name="Text Placeholder 2"/>
          <p:cNvSpPr>
            <a:spLocks noGrp="1"/>
          </p:cNvSpPr>
          <p:nvPr>
            <p:ph type="body" idx="1"/>
          </p:nvPr>
        </p:nvSpPr>
        <p:spPr>
          <a:xfrm>
            <a:off x="844329" y="3205459"/>
            <a:ext cx="9085342" cy="1654373"/>
          </a:xfrm>
        </p:spPr>
        <p:txBody>
          <a:bodyPr anchor="b"/>
          <a:lstStyle>
            <a:lvl1pPr marL="0" indent="0">
              <a:buNone/>
              <a:defRPr sz="2300">
                <a:solidFill>
                  <a:schemeClr val="tx1">
                    <a:tint val="75000"/>
                  </a:schemeClr>
                </a:solidFill>
              </a:defRPr>
            </a:lvl1pPr>
            <a:lvl2pPr marL="521437" indent="0">
              <a:buNone/>
              <a:defRPr sz="2100">
                <a:solidFill>
                  <a:schemeClr val="tx1">
                    <a:tint val="75000"/>
                  </a:schemeClr>
                </a:solidFill>
              </a:defRPr>
            </a:lvl2pPr>
            <a:lvl3pPr marL="1042873" indent="0">
              <a:buNone/>
              <a:defRPr sz="1800">
                <a:solidFill>
                  <a:schemeClr val="tx1">
                    <a:tint val="75000"/>
                  </a:schemeClr>
                </a:solidFill>
              </a:defRPr>
            </a:lvl3pPr>
            <a:lvl4pPr marL="1564310" indent="0">
              <a:buNone/>
              <a:defRPr sz="1600">
                <a:solidFill>
                  <a:schemeClr val="tx1">
                    <a:tint val="75000"/>
                  </a:schemeClr>
                </a:solidFill>
              </a:defRPr>
            </a:lvl4pPr>
            <a:lvl5pPr marL="2085746" indent="0">
              <a:buNone/>
              <a:defRPr sz="1600">
                <a:solidFill>
                  <a:schemeClr val="tx1">
                    <a:tint val="75000"/>
                  </a:schemeClr>
                </a:solidFill>
              </a:defRPr>
            </a:lvl5pPr>
            <a:lvl6pPr marL="2607183" indent="0">
              <a:buNone/>
              <a:defRPr sz="1600">
                <a:solidFill>
                  <a:schemeClr val="tx1">
                    <a:tint val="75000"/>
                  </a:schemeClr>
                </a:solidFill>
              </a:defRPr>
            </a:lvl6pPr>
            <a:lvl7pPr marL="3128620" indent="0">
              <a:buNone/>
              <a:defRPr sz="1600">
                <a:solidFill>
                  <a:schemeClr val="tx1">
                    <a:tint val="75000"/>
                  </a:schemeClr>
                </a:solidFill>
              </a:defRPr>
            </a:lvl7pPr>
            <a:lvl8pPr marL="3650056" indent="0">
              <a:buNone/>
              <a:defRPr sz="1600">
                <a:solidFill>
                  <a:schemeClr val="tx1">
                    <a:tint val="75000"/>
                  </a:schemeClr>
                </a:solidFill>
              </a:defRPr>
            </a:lvl8pPr>
            <a:lvl9pPr marL="4171493"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1B24E772-3899-4649-A2AA-7CF914911BC6}" type="datetimeFigureOut">
              <a:rPr lang="en-US"/>
              <a:pPr>
                <a:defRPr/>
              </a:pPr>
              <a:t>12/23/2022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272044D-538C-4006-A81A-9ADFE14E0887}" type="slidenum">
              <a:rPr lang="en-US"/>
              <a:pPr>
                <a:defRPr/>
              </a:pPr>
              <a:t>‹#›</a:t>
            </a:fld>
            <a:endParaRPr lang="en-US"/>
          </a:p>
        </p:txBody>
      </p:sp>
      <p:pic>
        <p:nvPicPr>
          <p:cNvPr id="7" name="Picture 6">
            <a:extLst>
              <a:ext uri="{FF2B5EF4-FFF2-40B4-BE49-F238E27FC236}">
                <a16:creationId xmlns:a16="http://schemas.microsoft.com/office/drawing/2014/main" id="{EB33BA03-3A39-B849-9650-5243CD565A8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80140" y="263856"/>
            <a:ext cx="1708498" cy="1207973"/>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4432" y="1764666"/>
            <a:ext cx="4720815" cy="4991131"/>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33391" y="1764666"/>
            <a:ext cx="4720815" cy="4991131"/>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A2569E45-41F7-4121-96F3-D9854AFC6DC8}" type="datetimeFigureOut">
              <a:rPr lang="en-US"/>
              <a:pPr>
                <a:defRPr/>
              </a:pPr>
              <a:t>12/23/2022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E504BA8-D676-4613-9C2C-2877DCA64D8F}" type="slidenum">
              <a:rPr lang="en-US"/>
              <a:pPr>
                <a:defRPr/>
              </a:pPr>
              <a:t>‹#›</a:t>
            </a:fld>
            <a:endParaRPr lang="en-US"/>
          </a:p>
        </p:txBody>
      </p:sp>
      <p:pic>
        <p:nvPicPr>
          <p:cNvPr id="8" name="Picture 1" descr="Background 01-03.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
        <p:nvSpPr>
          <p:cNvPr id="10" name="Title Placeholder 1"/>
          <p:cNvSpPr>
            <a:spLocks noGrp="1"/>
          </p:cNvSpPr>
          <p:nvPr>
            <p:ph type="title"/>
          </p:nvPr>
        </p:nvSpPr>
        <p:spPr bwMode="auto">
          <a:xfrm>
            <a:off x="1219200" y="5969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1" name="Text Placeholder 2"/>
          <p:cNvSpPr>
            <a:spLocks noGrp="1"/>
          </p:cNvSpPr>
          <p:nvPr>
            <p:ph idx="13"/>
          </p:nvPr>
        </p:nvSpPr>
        <p:spPr bwMode="auto">
          <a:xfrm>
            <a:off x="1219200" y="18573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3" name="Picture 12" descr="A screenshot of a cell phone&#10;&#10;Description automatically generated">
            <a:extLst>
              <a:ext uri="{FF2B5EF4-FFF2-40B4-BE49-F238E27FC236}">
                <a16:creationId xmlns:a16="http://schemas.microsoft.com/office/drawing/2014/main" id="{E24EA1D8-E779-9B4C-A906-459512BC2D87}"/>
              </a:ext>
            </a:extLst>
          </p:cNvPr>
          <p:cNvPicPr>
            <a:picLocks noChangeAspect="1"/>
          </p:cNvPicPr>
          <p:nvPr userDrawn="1"/>
        </p:nvPicPr>
        <p:blipFill rotWithShape="1">
          <a:blip r:embed="rId3"/>
          <a:srcRect l="20942" t="89154" r="21091" b="4449"/>
          <a:stretch/>
        </p:blipFill>
        <p:spPr>
          <a:xfrm>
            <a:off x="3350299" y="6745088"/>
            <a:ext cx="4004840" cy="625040"/>
          </a:xfrm>
          <a:prstGeom prst="rect">
            <a:avLst/>
          </a:prstGeom>
          <a:ln w="3175">
            <a:noFill/>
          </a:ln>
        </p:spPr>
      </p:pic>
      <p:pic>
        <p:nvPicPr>
          <p:cNvPr id="12" name="Picture 11">
            <a:extLst>
              <a:ext uri="{FF2B5EF4-FFF2-40B4-BE49-F238E27FC236}">
                <a16:creationId xmlns:a16="http://schemas.microsoft.com/office/drawing/2014/main" id="{3DC9F73C-0878-E542-8513-40978819055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980140" y="263856"/>
            <a:ext cx="1708498" cy="1207973"/>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7" name="Date Placeholder 3"/>
          <p:cNvSpPr>
            <a:spLocks noGrp="1"/>
          </p:cNvSpPr>
          <p:nvPr>
            <p:ph type="dt" sz="half" idx="10"/>
          </p:nvPr>
        </p:nvSpPr>
        <p:spPr/>
        <p:txBody>
          <a:bodyPr/>
          <a:lstStyle>
            <a:lvl1pPr>
              <a:defRPr/>
            </a:lvl1pPr>
          </a:lstStyle>
          <a:p>
            <a:pPr>
              <a:defRPr/>
            </a:pPr>
            <a:fld id="{34384A83-4D5A-429E-BDC6-FD1381510BEB}" type="datetimeFigureOut">
              <a:rPr lang="en-US"/>
              <a:pPr>
                <a:defRPr/>
              </a:pPr>
              <a:t>12/23/2022</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6CA70E03-8071-4189-BFD0-FC7EEE7DCDB5}" type="slidenum">
              <a:rPr lang="en-US"/>
              <a:pPr>
                <a:defRPr/>
              </a:pPr>
              <a:t>‹#›</a:t>
            </a:fld>
            <a:endParaRPr lang="en-US"/>
          </a:p>
        </p:txBody>
      </p:sp>
      <p:sp>
        <p:nvSpPr>
          <p:cNvPr id="10" name="Title Placeholder 1"/>
          <p:cNvSpPr>
            <a:spLocks noGrp="1"/>
          </p:cNvSpPr>
          <p:nvPr>
            <p:ph type="title"/>
          </p:nvPr>
        </p:nvSpPr>
        <p:spPr bwMode="auto">
          <a:xfrm>
            <a:off x="1219200" y="5969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1" name="Text Placeholder 2"/>
          <p:cNvSpPr>
            <a:spLocks noGrp="1"/>
          </p:cNvSpPr>
          <p:nvPr>
            <p:ph idx="1"/>
          </p:nvPr>
        </p:nvSpPr>
        <p:spPr bwMode="auto">
          <a:xfrm>
            <a:off x="1219200" y="18573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Picture 11" descr="A screenshot of a cell phone&#10;&#10;Description automatically generated">
            <a:extLst>
              <a:ext uri="{FF2B5EF4-FFF2-40B4-BE49-F238E27FC236}">
                <a16:creationId xmlns:a16="http://schemas.microsoft.com/office/drawing/2014/main" id="{0859D3EC-5E23-3B41-9DA0-38316698BC36}"/>
              </a:ext>
            </a:extLst>
          </p:cNvPr>
          <p:cNvPicPr>
            <a:picLocks noChangeAspect="1"/>
          </p:cNvPicPr>
          <p:nvPr userDrawn="1"/>
        </p:nvPicPr>
        <p:blipFill rotWithShape="1">
          <a:blip r:embed="rId2"/>
          <a:srcRect l="20942" t="89154" r="21091" b="4449"/>
          <a:stretch/>
        </p:blipFill>
        <p:spPr>
          <a:xfrm>
            <a:off x="3341899" y="6779378"/>
            <a:ext cx="4004840" cy="625040"/>
          </a:xfrm>
          <a:prstGeom prst="rect">
            <a:avLst/>
          </a:prstGeom>
          <a:ln w="3175">
            <a:noFill/>
          </a:ln>
        </p:spPr>
      </p:pic>
      <p:pic>
        <p:nvPicPr>
          <p:cNvPr id="13" name="Picture 12">
            <a:extLst>
              <a:ext uri="{FF2B5EF4-FFF2-40B4-BE49-F238E27FC236}">
                <a16:creationId xmlns:a16="http://schemas.microsoft.com/office/drawing/2014/main" id="{07D22DC1-2584-BA45-ADB4-CB64B76C91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980140" y="263856"/>
            <a:ext cx="1708498" cy="1207973"/>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3"/>
          <p:cNvSpPr>
            <a:spLocks noGrp="1"/>
          </p:cNvSpPr>
          <p:nvPr>
            <p:ph type="dt" sz="half" idx="10"/>
          </p:nvPr>
        </p:nvSpPr>
        <p:spPr/>
        <p:txBody>
          <a:bodyPr/>
          <a:lstStyle>
            <a:lvl1pPr>
              <a:defRPr/>
            </a:lvl1pPr>
          </a:lstStyle>
          <a:p>
            <a:pPr>
              <a:defRPr/>
            </a:pPr>
            <a:fld id="{E71D282C-CC3E-4E1D-BB33-9531F7A7F244}" type="datetimeFigureOut">
              <a:rPr lang="en-US"/>
              <a:pPr>
                <a:defRPr/>
              </a:pPr>
              <a:t>12/23/2022</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A3E6B65-159F-439F-9BD7-E9F07CE5AD1C}" type="slidenum">
              <a:rPr lang="en-US"/>
              <a:pPr>
                <a:defRPr/>
              </a:pPr>
              <a:t>‹#›</a:t>
            </a:fld>
            <a:endParaRPr lang="en-US"/>
          </a:p>
        </p:txBody>
      </p:sp>
      <p:sp>
        <p:nvSpPr>
          <p:cNvPr id="6" name="Title Placeholder 1"/>
          <p:cNvSpPr>
            <a:spLocks noGrp="1"/>
          </p:cNvSpPr>
          <p:nvPr>
            <p:ph type="title"/>
          </p:nvPr>
        </p:nvSpPr>
        <p:spPr bwMode="auto">
          <a:xfrm>
            <a:off x="1219200" y="5969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7" name="Text Placeholder 2"/>
          <p:cNvSpPr>
            <a:spLocks noGrp="1"/>
          </p:cNvSpPr>
          <p:nvPr>
            <p:ph idx="1"/>
          </p:nvPr>
        </p:nvSpPr>
        <p:spPr bwMode="auto">
          <a:xfrm>
            <a:off x="1219200" y="18573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A screenshot of a cell phone&#10;&#10;Description automatically generated">
            <a:extLst>
              <a:ext uri="{FF2B5EF4-FFF2-40B4-BE49-F238E27FC236}">
                <a16:creationId xmlns:a16="http://schemas.microsoft.com/office/drawing/2014/main" id="{EDE9ED95-923D-3548-823B-31E4248CF767}"/>
              </a:ext>
            </a:extLst>
          </p:cNvPr>
          <p:cNvPicPr>
            <a:picLocks noChangeAspect="1"/>
          </p:cNvPicPr>
          <p:nvPr userDrawn="1"/>
        </p:nvPicPr>
        <p:blipFill rotWithShape="1">
          <a:blip r:embed="rId2"/>
          <a:srcRect l="20942" t="89154" r="21091" b="4449"/>
          <a:stretch/>
        </p:blipFill>
        <p:spPr>
          <a:xfrm>
            <a:off x="3341899" y="6786998"/>
            <a:ext cx="4004840" cy="625040"/>
          </a:xfrm>
          <a:prstGeom prst="rect">
            <a:avLst/>
          </a:prstGeom>
          <a:ln w="3175">
            <a:noFill/>
          </a:ln>
        </p:spPr>
      </p:pic>
      <p:pic>
        <p:nvPicPr>
          <p:cNvPr id="8" name="Picture 7">
            <a:extLst>
              <a:ext uri="{FF2B5EF4-FFF2-40B4-BE49-F238E27FC236}">
                <a16:creationId xmlns:a16="http://schemas.microsoft.com/office/drawing/2014/main" id="{1A1711B1-0CB2-3642-B322-BB9057DC06A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980140" y="263856"/>
            <a:ext cx="1708498" cy="1207973"/>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059D9E7-C17C-4132-9B73-48A51CFD46B3}" type="datetimeFigureOut">
              <a:rPr lang="en-US"/>
              <a:pPr>
                <a:defRPr/>
              </a:pPr>
              <a:t>12/23/2022</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896416AF-AB6B-466F-BD3E-24BE387F4714}" type="slidenum">
              <a:rPr lang="en-US"/>
              <a:pPr>
                <a:defRPr/>
              </a:pPr>
              <a:t>‹#›</a:t>
            </a:fld>
            <a:endParaRPr lang="en-US"/>
          </a:p>
        </p:txBody>
      </p:sp>
      <p:pic>
        <p:nvPicPr>
          <p:cNvPr id="5" name="Picture 1" descr="Background 01-04.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5C8F0-8260-4122-86C5-C304EFAFF6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AEA33C-E6AC-4B27-81AA-EAF58409278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38D90B-9046-4226-85B4-21F0C7E413EA}"/>
              </a:ext>
            </a:extLst>
          </p:cNvPr>
          <p:cNvSpPr>
            <a:spLocks noGrp="1"/>
          </p:cNvSpPr>
          <p:nvPr>
            <p:ph type="dt" sz="half" idx="10"/>
          </p:nvPr>
        </p:nvSpPr>
        <p:spPr/>
        <p:txBody>
          <a:bodyPr/>
          <a:lstStyle/>
          <a:p>
            <a:fld id="{07079322-B139-4FF4-A912-12C8BFA16FD5}" type="datetimeFigureOut">
              <a:rPr lang="en-US" smtClean="0"/>
              <a:t>12/23/2022</a:t>
            </a:fld>
            <a:endParaRPr lang="en-US"/>
          </a:p>
        </p:txBody>
      </p:sp>
      <p:sp>
        <p:nvSpPr>
          <p:cNvPr id="5" name="Footer Placeholder 4">
            <a:extLst>
              <a:ext uri="{FF2B5EF4-FFF2-40B4-BE49-F238E27FC236}">
                <a16:creationId xmlns:a16="http://schemas.microsoft.com/office/drawing/2014/main" id="{6D167E7C-9AB4-4CDE-82AB-61CD8C5C20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53FF00-BF35-4318-8F20-7B6480B9BD7E}"/>
              </a:ext>
            </a:extLst>
          </p:cNvPr>
          <p:cNvSpPr>
            <a:spLocks noGrp="1"/>
          </p:cNvSpPr>
          <p:nvPr>
            <p:ph type="sldNum" sz="quarter" idx="12"/>
          </p:nvPr>
        </p:nvSpPr>
        <p:spPr/>
        <p:txBody>
          <a:bodyPr/>
          <a:lstStyle/>
          <a:p>
            <a:fld id="{24F73AC3-2586-4409-9067-4658DBA4AB09}" type="slidenum">
              <a:rPr lang="en-US" smtClean="0"/>
              <a:t>‹#›</a:t>
            </a:fld>
            <a:endParaRPr lang="en-US"/>
          </a:p>
        </p:txBody>
      </p:sp>
    </p:spTree>
    <p:extLst>
      <p:ext uri="{BB962C8B-B14F-4D97-AF65-F5344CB8AC3E}">
        <p14:creationId xmlns:p14="http://schemas.microsoft.com/office/powerpoint/2010/main" val="2300046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1" descr="Background 01-02.jpg"/>
          <p:cNvPicPr>
            <a:picLocks noChangeAspect="1"/>
          </p:cNvPicPr>
          <p:nvPr userDrawn="1"/>
        </p:nvPicPr>
        <p:blipFill>
          <a:blip r:embed="rId10" cstate="screen"/>
          <a:srcRect/>
          <a:stretch>
            <a:fillRect/>
          </a:stretch>
        </p:blipFill>
        <p:spPr bwMode="auto">
          <a:xfrm>
            <a:off x="0" y="0"/>
            <a:ext cx="10688638" cy="7556500"/>
          </a:xfrm>
          <a:prstGeom prst="rect">
            <a:avLst/>
          </a:prstGeom>
          <a:noFill/>
          <a:ln w="9525">
            <a:noFill/>
            <a:miter lim="800000"/>
            <a:headEnd/>
            <a:tailEnd/>
          </a:ln>
        </p:spPr>
      </p:pic>
      <p:sp>
        <p:nvSpPr>
          <p:cNvPr id="1026" name="Title Placeholder 1"/>
          <p:cNvSpPr>
            <a:spLocks noGrp="1"/>
          </p:cNvSpPr>
          <p:nvPr>
            <p:ph type="title"/>
          </p:nvPr>
        </p:nvSpPr>
        <p:spPr bwMode="auto">
          <a:xfrm>
            <a:off x="1200150" y="5969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1200150" y="18573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34988" y="7010400"/>
            <a:ext cx="2493962" cy="401638"/>
          </a:xfrm>
          <a:prstGeom prst="rect">
            <a:avLst/>
          </a:prstGeom>
        </p:spPr>
        <p:txBody>
          <a:bodyPr vert="horz" wrap="square" lIns="104287" tIns="52144" rIns="104287" bIns="52144" numCol="1" anchor="ctr" anchorCtr="0" compatLnSpc="1">
            <a:prstTxWarp prst="textNoShape">
              <a:avLst/>
            </a:prstTxWarp>
          </a:bodyPr>
          <a:lstStyle>
            <a:lvl1pPr>
              <a:defRPr sz="1400" smtClean="0">
                <a:solidFill>
                  <a:srgbClr val="898989"/>
                </a:solidFill>
              </a:defRPr>
            </a:lvl1pPr>
          </a:lstStyle>
          <a:p>
            <a:pPr>
              <a:defRPr/>
            </a:pPr>
            <a:fld id="{22E5663C-481F-407A-A60F-1F041C634F4F}" type="datetimeFigureOut">
              <a:rPr lang="en-US"/>
              <a:pPr>
                <a:defRPr/>
              </a:pPr>
              <a:t>12/23/2022</a:t>
            </a:fld>
            <a:endParaRPr lang="en-US"/>
          </a:p>
        </p:txBody>
      </p:sp>
      <p:sp>
        <p:nvSpPr>
          <p:cNvPr id="5" name="Footer Placeholder 4"/>
          <p:cNvSpPr>
            <a:spLocks noGrp="1"/>
          </p:cNvSpPr>
          <p:nvPr>
            <p:ph type="ftr" sz="quarter" idx="3"/>
          </p:nvPr>
        </p:nvSpPr>
        <p:spPr>
          <a:xfrm>
            <a:off x="3651250" y="7010400"/>
            <a:ext cx="3386138" cy="401638"/>
          </a:xfrm>
          <a:prstGeom prst="rect">
            <a:avLst/>
          </a:prstGeom>
        </p:spPr>
        <p:txBody>
          <a:bodyPr vert="horz" lIns="104287" tIns="52144" rIns="104287" bIns="52144" rtlCol="0" anchor="ctr"/>
          <a:lstStyle>
            <a:lvl1pPr algn="ctr" defTabSz="521437" fontAlgn="auto">
              <a:spcBef>
                <a:spcPts val="0"/>
              </a:spcBef>
              <a:spcAft>
                <a:spcPts val="0"/>
              </a:spcAft>
              <a:defRPr sz="1400">
                <a:solidFill>
                  <a:schemeClr val="tx1">
                    <a:tint val="75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7659688" y="7010400"/>
            <a:ext cx="2493962" cy="401638"/>
          </a:xfrm>
          <a:prstGeom prst="rect">
            <a:avLst/>
          </a:prstGeom>
        </p:spPr>
        <p:txBody>
          <a:bodyPr vert="horz" wrap="square" lIns="104287" tIns="52144" rIns="104287" bIns="52144" numCol="1" anchor="ctr" anchorCtr="0" compatLnSpc="1">
            <a:prstTxWarp prst="textNoShape">
              <a:avLst/>
            </a:prstTxWarp>
          </a:bodyPr>
          <a:lstStyle>
            <a:lvl1pPr algn="r">
              <a:defRPr sz="1400" smtClean="0">
                <a:solidFill>
                  <a:srgbClr val="898989"/>
                </a:solidFill>
              </a:defRPr>
            </a:lvl1pPr>
          </a:lstStyle>
          <a:p>
            <a:pPr>
              <a:defRPr/>
            </a:pPr>
            <a:fld id="{F1FCD700-A755-4C30-8B04-5025159A3A54}"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520700" rtl="0" eaLnBrk="0" fontAlgn="base" hangingPunct="0">
        <a:spcBef>
          <a:spcPct val="0"/>
        </a:spcBef>
        <a:spcAft>
          <a:spcPct val="0"/>
        </a:spcAft>
        <a:defRPr sz="3200" kern="1200">
          <a:solidFill>
            <a:schemeClr val="tx1"/>
          </a:solidFill>
          <a:latin typeface="Open Sans"/>
          <a:ea typeface="MS PGothic" pitchFamily="34" charset="-128"/>
          <a:cs typeface="Open Sans"/>
        </a:defRPr>
      </a:lvl1pPr>
      <a:lvl2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2pPr>
      <a:lvl3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3pPr>
      <a:lvl4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4pPr>
      <a:lvl5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5pPr>
      <a:lvl6pPr marL="4572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6pPr>
      <a:lvl7pPr marL="9144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7pPr>
      <a:lvl8pPr marL="13716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8pPr>
      <a:lvl9pPr marL="18288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9pPr>
    </p:titleStyle>
    <p:bodyStyle>
      <a:lvl1pPr marL="390525" indent="-390525" algn="l" defTabSz="520700" rtl="0" eaLnBrk="0" fontAlgn="base" hangingPunct="0">
        <a:spcBef>
          <a:spcPct val="20000"/>
        </a:spcBef>
        <a:spcAft>
          <a:spcPct val="0"/>
        </a:spcAft>
        <a:buFont typeface="Arial" pitchFamily="34" charset="0"/>
        <a:buChar char="•"/>
        <a:defRPr sz="3600" kern="1200">
          <a:solidFill>
            <a:schemeClr val="tx1"/>
          </a:solidFill>
          <a:latin typeface="Open Sans"/>
          <a:ea typeface="MS PGothic" pitchFamily="34" charset="-128"/>
          <a:cs typeface="Open Sans"/>
        </a:defRPr>
      </a:lvl1pPr>
      <a:lvl2pPr marL="846138" indent="-325438" algn="l" defTabSz="520700" rtl="0" eaLnBrk="0" fontAlgn="base" hangingPunct="0">
        <a:spcBef>
          <a:spcPct val="20000"/>
        </a:spcBef>
        <a:spcAft>
          <a:spcPct val="0"/>
        </a:spcAft>
        <a:buFont typeface="Arial" pitchFamily="34" charset="0"/>
        <a:buChar char="–"/>
        <a:defRPr sz="3200" kern="1200">
          <a:solidFill>
            <a:schemeClr val="tx1"/>
          </a:solidFill>
          <a:latin typeface="Open Sans"/>
          <a:ea typeface="MS PGothic" pitchFamily="34" charset="-128"/>
          <a:cs typeface="+mn-cs"/>
        </a:defRPr>
      </a:lvl2pPr>
      <a:lvl3pPr marL="1303338" indent="-260350" algn="l" defTabSz="520700" rtl="0" eaLnBrk="0" fontAlgn="base" hangingPunct="0">
        <a:spcBef>
          <a:spcPct val="20000"/>
        </a:spcBef>
        <a:spcAft>
          <a:spcPct val="0"/>
        </a:spcAft>
        <a:buFont typeface="Arial" pitchFamily="34" charset="0"/>
        <a:buChar char="•"/>
        <a:defRPr sz="2700" kern="1200">
          <a:solidFill>
            <a:schemeClr val="tx1"/>
          </a:solidFill>
          <a:latin typeface="Open Sans"/>
          <a:ea typeface="MS PGothic" pitchFamily="34" charset="-128"/>
          <a:cs typeface="+mn-cs"/>
        </a:defRPr>
      </a:lvl3pPr>
      <a:lvl4pPr marL="1824038" indent="-260350" algn="l" defTabSz="520700" rtl="0" eaLnBrk="0" fontAlgn="base" hangingPunct="0">
        <a:spcBef>
          <a:spcPct val="20000"/>
        </a:spcBef>
        <a:spcAft>
          <a:spcPct val="0"/>
        </a:spcAft>
        <a:buFont typeface="Arial" pitchFamily="34" charset="0"/>
        <a:buChar char="–"/>
        <a:defRPr sz="2300" kern="1200">
          <a:solidFill>
            <a:schemeClr val="tx1"/>
          </a:solidFill>
          <a:latin typeface="Open Sans"/>
          <a:ea typeface="MS PGothic" pitchFamily="34" charset="-128"/>
          <a:cs typeface="+mn-cs"/>
        </a:defRPr>
      </a:lvl4pPr>
      <a:lvl5pPr marL="2346325" indent="-260350" algn="l" defTabSz="520700" rtl="0" eaLnBrk="0" fontAlgn="base" hangingPunct="0">
        <a:spcBef>
          <a:spcPct val="20000"/>
        </a:spcBef>
        <a:spcAft>
          <a:spcPct val="0"/>
        </a:spcAft>
        <a:buFont typeface="Arial" pitchFamily="34" charset="0"/>
        <a:buChar char="»"/>
        <a:defRPr sz="2300" kern="1200">
          <a:solidFill>
            <a:schemeClr val="tx1"/>
          </a:solidFill>
          <a:latin typeface="Open Sans"/>
          <a:ea typeface="MS PGothic" pitchFamily="34" charset="-128"/>
          <a:cs typeface="+mn-cs"/>
        </a:defRPr>
      </a:lvl5pPr>
      <a:lvl6pPr marL="2867901" indent="-260718" algn="l" defTabSz="521437" rtl="0" eaLnBrk="1" latinLnBrk="0" hangingPunct="1">
        <a:spcBef>
          <a:spcPct val="20000"/>
        </a:spcBef>
        <a:buFont typeface="Arial"/>
        <a:buChar char="•"/>
        <a:defRPr sz="2300" kern="1200">
          <a:solidFill>
            <a:schemeClr val="tx1"/>
          </a:solidFill>
          <a:latin typeface="+mn-lt"/>
          <a:ea typeface="+mn-ea"/>
          <a:cs typeface="+mn-cs"/>
        </a:defRPr>
      </a:lvl6pPr>
      <a:lvl7pPr marL="3389338" indent="-260718" algn="l" defTabSz="521437" rtl="0" eaLnBrk="1" latinLnBrk="0" hangingPunct="1">
        <a:spcBef>
          <a:spcPct val="20000"/>
        </a:spcBef>
        <a:buFont typeface="Arial"/>
        <a:buChar char="•"/>
        <a:defRPr sz="2300" kern="1200">
          <a:solidFill>
            <a:schemeClr val="tx1"/>
          </a:solidFill>
          <a:latin typeface="+mn-lt"/>
          <a:ea typeface="+mn-ea"/>
          <a:cs typeface="+mn-cs"/>
        </a:defRPr>
      </a:lvl7pPr>
      <a:lvl8pPr marL="3910775" indent="-260718" algn="l" defTabSz="521437" rtl="0" eaLnBrk="1" latinLnBrk="0" hangingPunct="1">
        <a:spcBef>
          <a:spcPct val="20000"/>
        </a:spcBef>
        <a:buFont typeface="Arial"/>
        <a:buChar char="•"/>
        <a:defRPr sz="2300" kern="1200">
          <a:solidFill>
            <a:schemeClr val="tx1"/>
          </a:solidFill>
          <a:latin typeface="+mn-lt"/>
          <a:ea typeface="+mn-ea"/>
          <a:cs typeface="+mn-cs"/>
        </a:defRPr>
      </a:lvl8pPr>
      <a:lvl9pPr marL="4432211" indent="-260718" algn="l" defTabSz="521437" rtl="0" eaLnBrk="1" latinLnBrk="0" hangingPunct="1">
        <a:spcBef>
          <a:spcPct val="20000"/>
        </a:spcBef>
        <a:buFont typeface="Arial"/>
        <a:buChar char="•"/>
        <a:defRPr sz="2300" kern="1200">
          <a:solidFill>
            <a:schemeClr val="tx1"/>
          </a:solidFill>
          <a:latin typeface="+mn-lt"/>
          <a:ea typeface="+mn-ea"/>
          <a:cs typeface="+mn-cs"/>
        </a:defRPr>
      </a:lvl9pPr>
    </p:bodyStyle>
    <p:otherStyle>
      <a:defPPr>
        <a:defRPr lang="en-US"/>
      </a:defPPr>
      <a:lvl1pPr marL="0" algn="l" defTabSz="521437" rtl="0" eaLnBrk="1" latinLnBrk="0" hangingPunct="1">
        <a:defRPr sz="2100" kern="1200">
          <a:solidFill>
            <a:schemeClr val="tx1"/>
          </a:solidFill>
          <a:latin typeface="+mn-lt"/>
          <a:ea typeface="+mn-ea"/>
          <a:cs typeface="+mn-cs"/>
        </a:defRPr>
      </a:lvl1pPr>
      <a:lvl2pPr marL="521437" algn="l" defTabSz="521437" rtl="0" eaLnBrk="1" latinLnBrk="0" hangingPunct="1">
        <a:defRPr sz="2100" kern="1200">
          <a:solidFill>
            <a:schemeClr val="tx1"/>
          </a:solidFill>
          <a:latin typeface="+mn-lt"/>
          <a:ea typeface="+mn-ea"/>
          <a:cs typeface="+mn-cs"/>
        </a:defRPr>
      </a:lvl2pPr>
      <a:lvl3pPr marL="1042873" algn="l" defTabSz="521437" rtl="0" eaLnBrk="1" latinLnBrk="0" hangingPunct="1">
        <a:defRPr sz="2100" kern="1200">
          <a:solidFill>
            <a:schemeClr val="tx1"/>
          </a:solidFill>
          <a:latin typeface="+mn-lt"/>
          <a:ea typeface="+mn-ea"/>
          <a:cs typeface="+mn-cs"/>
        </a:defRPr>
      </a:lvl3pPr>
      <a:lvl4pPr marL="1564310" algn="l" defTabSz="521437" rtl="0" eaLnBrk="1" latinLnBrk="0" hangingPunct="1">
        <a:defRPr sz="2100" kern="1200">
          <a:solidFill>
            <a:schemeClr val="tx1"/>
          </a:solidFill>
          <a:latin typeface="+mn-lt"/>
          <a:ea typeface="+mn-ea"/>
          <a:cs typeface="+mn-cs"/>
        </a:defRPr>
      </a:lvl4pPr>
      <a:lvl5pPr marL="2085746" algn="l" defTabSz="521437" rtl="0" eaLnBrk="1" latinLnBrk="0" hangingPunct="1">
        <a:defRPr sz="2100" kern="1200">
          <a:solidFill>
            <a:schemeClr val="tx1"/>
          </a:solidFill>
          <a:latin typeface="+mn-lt"/>
          <a:ea typeface="+mn-ea"/>
          <a:cs typeface="+mn-cs"/>
        </a:defRPr>
      </a:lvl5pPr>
      <a:lvl6pPr marL="2607183" algn="l" defTabSz="521437" rtl="0" eaLnBrk="1" latinLnBrk="0" hangingPunct="1">
        <a:defRPr sz="2100" kern="1200">
          <a:solidFill>
            <a:schemeClr val="tx1"/>
          </a:solidFill>
          <a:latin typeface="+mn-lt"/>
          <a:ea typeface="+mn-ea"/>
          <a:cs typeface="+mn-cs"/>
        </a:defRPr>
      </a:lvl6pPr>
      <a:lvl7pPr marL="3128620" algn="l" defTabSz="521437" rtl="0" eaLnBrk="1" latinLnBrk="0" hangingPunct="1">
        <a:defRPr sz="2100" kern="1200">
          <a:solidFill>
            <a:schemeClr val="tx1"/>
          </a:solidFill>
          <a:latin typeface="+mn-lt"/>
          <a:ea typeface="+mn-ea"/>
          <a:cs typeface="+mn-cs"/>
        </a:defRPr>
      </a:lvl7pPr>
      <a:lvl8pPr marL="3650056" algn="l" defTabSz="521437" rtl="0" eaLnBrk="1" latinLnBrk="0" hangingPunct="1">
        <a:defRPr sz="2100" kern="1200">
          <a:solidFill>
            <a:schemeClr val="tx1"/>
          </a:solidFill>
          <a:latin typeface="+mn-lt"/>
          <a:ea typeface="+mn-ea"/>
          <a:cs typeface="+mn-cs"/>
        </a:defRPr>
      </a:lvl8pPr>
      <a:lvl9pPr marL="4171493" algn="l" defTabSz="521437"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svg"/><Relationship Id="rId7" Type="http://schemas.openxmlformats.org/officeDocument/2006/relationships/image" Target="../media/image21.jpeg"/><Relationship Id="rId12" Type="http://schemas.openxmlformats.org/officeDocument/2006/relationships/image" Target="../media/image26.gif"/><Relationship Id="rId2" Type="http://schemas.openxmlformats.org/officeDocument/2006/relationships/image" Target="../media/image16.png"/><Relationship Id="rId1" Type="http://schemas.openxmlformats.org/officeDocument/2006/relationships/slideLayout" Target="../slideLayouts/slideLayout8.xml"/><Relationship Id="rId6" Type="http://schemas.openxmlformats.org/officeDocument/2006/relationships/image" Target="../media/image20.jpeg"/><Relationship Id="rId11" Type="http://schemas.openxmlformats.org/officeDocument/2006/relationships/image" Target="../media/image25.jpe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10.xml.rels><?xml version="1.0" encoding="UTF-8" standalone="yes"?>
<Relationships xmlns="http://schemas.openxmlformats.org/package/2006/relationships"><Relationship Id="rId2" Type="http://schemas.openxmlformats.org/officeDocument/2006/relationships/hyperlink" Target="http://www.ncbi.nlm.nih.gov/"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s://youtu.be/QIZ8QH6JcC8"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ncbi.nlm.nih.gov/nuccore/587109?report=fasta" TargetMode="External"/><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youtu.be/RPyhYraPcog"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7">
            <a:extLst>
              <a:ext uri="{FF2B5EF4-FFF2-40B4-BE49-F238E27FC236}">
                <a16:creationId xmlns:a16="http://schemas.microsoft.com/office/drawing/2014/main" id="{CE9AF79D-845E-461B-ADC4-7B9B51F04481}"/>
              </a:ext>
            </a:extLst>
          </p:cNvPr>
          <p:cNvSpPr>
            <a:spLocks noChangeArrowheads="1"/>
          </p:cNvSpPr>
          <p:nvPr/>
        </p:nvSpPr>
        <p:spPr bwMode="auto">
          <a:xfrm>
            <a:off x="2120202" y="2029767"/>
            <a:ext cx="8568435" cy="1010294"/>
          </a:xfrm>
          <a:prstGeom prst="rect">
            <a:avLst/>
          </a:prstGeom>
          <a:noFill/>
          <a:ln w="9525">
            <a:noFill/>
            <a:miter lim="800000"/>
            <a:headEnd/>
            <a:tailEnd/>
          </a:ln>
        </p:spPr>
        <p:txBody>
          <a:bodyPr/>
          <a:lstStyle/>
          <a:p>
            <a:pPr>
              <a:spcBef>
                <a:spcPct val="20000"/>
              </a:spcBef>
              <a:tabLst>
                <a:tab pos="1320800" algn="l"/>
                <a:tab pos="2054225" algn="l"/>
              </a:tabLst>
            </a:pPr>
            <a:r>
              <a:rPr lang="en-US" sz="2400" dirty="0">
                <a:solidFill>
                  <a:schemeClr val="bg1"/>
                </a:solidFill>
                <a:latin typeface="Open Sans"/>
              </a:rPr>
              <a:t>Course		 	: </a:t>
            </a:r>
            <a:r>
              <a:rPr lang="en-HK" sz="2400" dirty="0">
                <a:solidFill>
                  <a:schemeClr val="bg1"/>
                </a:solidFill>
                <a:latin typeface="Open Sans"/>
              </a:rPr>
              <a:t>Computational Biology</a:t>
            </a:r>
            <a:endParaRPr lang="en-US" sz="2400" dirty="0">
              <a:solidFill>
                <a:schemeClr val="bg1"/>
              </a:solidFill>
              <a:latin typeface="Open Sans"/>
            </a:endParaRPr>
          </a:p>
          <a:p>
            <a:pPr>
              <a:spcBef>
                <a:spcPct val="20000"/>
              </a:spcBef>
              <a:tabLst>
                <a:tab pos="1320800" algn="l"/>
                <a:tab pos="2054225" algn="l"/>
              </a:tabLst>
            </a:pPr>
            <a:r>
              <a:rPr lang="en-US" sz="2400" dirty="0">
                <a:solidFill>
                  <a:schemeClr val="bg1"/>
                </a:solidFill>
                <a:latin typeface="Open Sans"/>
              </a:rPr>
              <a:t>Effective Period	: June 2022</a:t>
            </a:r>
            <a:endParaRPr lang="en-US" sz="1400" dirty="0">
              <a:solidFill>
                <a:schemeClr val="bg1"/>
              </a:solidFill>
              <a:latin typeface="Open Sans"/>
            </a:endParaRPr>
          </a:p>
        </p:txBody>
      </p:sp>
      <p:sp>
        <p:nvSpPr>
          <p:cNvPr id="18" name="Rectangle 6">
            <a:extLst>
              <a:ext uri="{FF2B5EF4-FFF2-40B4-BE49-F238E27FC236}">
                <a16:creationId xmlns:a16="http://schemas.microsoft.com/office/drawing/2014/main" id="{32DB365E-C0A0-4B3F-B6B1-8D39827C09A3}"/>
              </a:ext>
            </a:extLst>
          </p:cNvPr>
          <p:cNvSpPr txBox="1">
            <a:spLocks noChangeArrowheads="1"/>
          </p:cNvSpPr>
          <p:nvPr/>
        </p:nvSpPr>
        <p:spPr>
          <a:xfrm>
            <a:off x="2120201" y="3754525"/>
            <a:ext cx="8568435" cy="2384425"/>
          </a:xfrm>
          <a:prstGeom prst="rect">
            <a:avLst/>
          </a:prstGeom>
          <a:noFill/>
        </p:spPr>
        <p:txBody>
          <a:bodyPr>
            <a:normAutofit/>
          </a:bodyPr>
          <a:lstStyle>
            <a:lvl1pPr algn="l" defTabSz="520700" rtl="0" eaLnBrk="0" fontAlgn="base" hangingPunct="0">
              <a:spcBef>
                <a:spcPct val="0"/>
              </a:spcBef>
              <a:spcAft>
                <a:spcPct val="0"/>
              </a:spcAft>
              <a:defRPr sz="3200" kern="1200">
                <a:solidFill>
                  <a:schemeClr val="tx1"/>
                </a:solidFill>
                <a:latin typeface="Open Sans"/>
                <a:ea typeface="MS PGothic" pitchFamily="34" charset="-128"/>
                <a:cs typeface="Open Sans"/>
              </a:defRPr>
            </a:lvl1pPr>
            <a:lvl2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2pPr>
            <a:lvl3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3pPr>
            <a:lvl4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4pPr>
            <a:lvl5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5pPr>
            <a:lvl6pPr marL="4572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6pPr>
            <a:lvl7pPr marL="9144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7pPr>
            <a:lvl8pPr marL="13716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8pPr>
            <a:lvl9pPr marL="18288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9pPr>
          </a:lstStyle>
          <a:p>
            <a:pPr algn="ctr" eaLnBrk="1" hangingPunct="1"/>
            <a:r>
              <a:rPr lang="en-AU" sz="4400">
                <a:solidFill>
                  <a:schemeClr val="bg1"/>
                </a:solidFill>
              </a:rPr>
              <a:t>Bioinformatics </a:t>
            </a:r>
          </a:p>
          <a:p>
            <a:pPr algn="ctr" eaLnBrk="1" hangingPunct="1"/>
            <a:r>
              <a:rPr lang="en-AU" sz="4400">
                <a:solidFill>
                  <a:schemeClr val="bg1"/>
                </a:solidFill>
              </a:rPr>
              <a:t>Database</a:t>
            </a:r>
            <a:endParaRPr lang="en-US" sz="4000"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sz="4000" b="1" dirty="0" err="1"/>
              <a:t>Learning</a:t>
            </a:r>
            <a:r>
              <a:rPr lang="id-ID" sz="4000" b="1" dirty="0"/>
              <a:t> </a:t>
            </a:r>
            <a:r>
              <a:rPr lang="id-ID" sz="4000" b="1" dirty="0" err="1"/>
              <a:t>Objectives</a:t>
            </a:r>
            <a:endParaRPr lang="id-ID" sz="4000" b="1" dirty="0"/>
          </a:p>
        </p:txBody>
      </p:sp>
      <p:sp>
        <p:nvSpPr>
          <p:cNvPr id="3" name="Content Placeholder 2"/>
          <p:cNvSpPr>
            <a:spLocks noGrp="1"/>
          </p:cNvSpPr>
          <p:nvPr>
            <p:ph idx="1"/>
          </p:nvPr>
        </p:nvSpPr>
        <p:spPr>
          <a:xfrm>
            <a:off x="1200150" y="1857376"/>
            <a:ext cx="9199894" cy="4991100"/>
          </a:xfrm>
        </p:spPr>
        <p:txBody>
          <a:bodyPr/>
          <a:lstStyle/>
          <a:p>
            <a:r>
              <a:rPr lang="en-AU" dirty="0">
                <a:latin typeface="Open Sans" panose="020B0606030504020204" pitchFamily="34" charset="0"/>
                <a:ea typeface="Open Sans" panose="020B0606030504020204" pitchFamily="34" charset="0"/>
                <a:cs typeface="Open Sans" panose="020B0606030504020204" pitchFamily="34" charset="0"/>
              </a:rPr>
              <a:t>Database</a:t>
            </a:r>
          </a:p>
          <a:p>
            <a:r>
              <a:rPr lang="en-AU" dirty="0">
                <a:latin typeface="Open Sans" panose="020B0606030504020204" pitchFamily="34" charset="0"/>
                <a:ea typeface="Open Sans" panose="020B0606030504020204" pitchFamily="34" charset="0"/>
                <a:cs typeface="Open Sans" panose="020B0606030504020204" pitchFamily="34" charset="0"/>
              </a:rPr>
              <a:t>Primary and Secondary Bioinformatics Database</a:t>
            </a:r>
          </a:p>
          <a:p>
            <a:r>
              <a:rPr lang="en-AU" dirty="0">
                <a:latin typeface="Open Sans" panose="020B0606030504020204" pitchFamily="34" charset="0"/>
                <a:ea typeface="Open Sans" panose="020B0606030504020204" pitchFamily="34" charset="0"/>
                <a:cs typeface="Open Sans" panose="020B0606030504020204" pitchFamily="34" charset="0"/>
              </a:rPr>
              <a:t>Sequence Data Format</a:t>
            </a:r>
          </a:p>
          <a:p>
            <a:r>
              <a:rPr lang="en-AU" dirty="0">
                <a:latin typeface="Open Sans" panose="020B0606030504020204" pitchFamily="34" charset="0"/>
                <a:ea typeface="Open Sans" panose="020B0606030504020204" pitchFamily="34" charset="0"/>
                <a:cs typeface="Open Sans" panose="020B0606030504020204" pitchFamily="34" charset="0"/>
              </a:rPr>
              <a:t>Sequence Data Retrieval</a:t>
            </a:r>
          </a:p>
        </p:txBody>
      </p:sp>
    </p:spTree>
    <p:extLst>
      <p:ext uri="{BB962C8B-B14F-4D97-AF65-F5344CB8AC3E}">
        <p14:creationId xmlns:p14="http://schemas.microsoft.com/office/powerpoint/2010/main" val="3560658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What is a Database</a:t>
            </a:r>
            <a:endParaRPr lang="id-ID" sz="2800" b="1" dirty="0"/>
          </a:p>
        </p:txBody>
      </p:sp>
      <p:sp>
        <p:nvSpPr>
          <p:cNvPr id="3" name="Content Placeholder 2"/>
          <p:cNvSpPr>
            <a:spLocks noGrp="1"/>
          </p:cNvSpPr>
          <p:nvPr>
            <p:ph idx="1"/>
          </p:nvPr>
        </p:nvSpPr>
        <p:spPr>
          <a:xfrm>
            <a:off x="1169150" y="1485662"/>
            <a:ext cx="9078826" cy="1604652"/>
          </a:xfrm>
        </p:spPr>
        <p:txBody>
          <a:bodyPr/>
          <a:lstStyle/>
          <a:p>
            <a:pPr marL="457200" indent="-457200" algn="just">
              <a:buFont typeface="+mj-lt"/>
              <a:buAutoNum type="arabicPeriod"/>
            </a:pPr>
            <a:r>
              <a:rPr lang="en-US" sz="2000" dirty="0"/>
              <a:t>A collection of information, usually stored in an electronic format that can be searched by a computer </a:t>
            </a:r>
          </a:p>
          <a:p>
            <a:pPr marL="457200" indent="-457200" algn="just">
              <a:buFont typeface="+mj-lt"/>
              <a:buAutoNum type="arabicPeriod"/>
            </a:pPr>
            <a:r>
              <a:rPr lang="en-US" sz="2000" dirty="0"/>
              <a:t>A collection of... </a:t>
            </a:r>
          </a:p>
          <a:p>
            <a:pPr marL="912813" lvl="1" indent="-457200" algn="just">
              <a:buFont typeface="+mj-lt"/>
              <a:buAutoNum type="arabicPeriod"/>
            </a:pPr>
            <a:r>
              <a:rPr lang="en-US" sz="1800" dirty="0"/>
              <a:t>Structured</a:t>
            </a:r>
          </a:p>
          <a:p>
            <a:pPr marL="912813" lvl="1" indent="-457200" algn="just">
              <a:buFont typeface="+mj-lt"/>
              <a:buAutoNum type="arabicPeriod"/>
            </a:pPr>
            <a:r>
              <a:rPr lang="en-US" sz="1800" dirty="0"/>
              <a:t>searchable (index) -&gt; table of contents</a:t>
            </a:r>
          </a:p>
          <a:p>
            <a:pPr marL="912813" lvl="1" indent="-457200" algn="just">
              <a:buFont typeface="+mj-lt"/>
              <a:buAutoNum type="arabicPeriod"/>
            </a:pPr>
            <a:r>
              <a:rPr lang="en-US" sz="1800" dirty="0"/>
              <a:t>updated information (periodically) -&gt; new edition</a:t>
            </a:r>
          </a:p>
          <a:p>
            <a:pPr marL="912813" lvl="1" indent="-457200" algn="just">
              <a:buFont typeface="+mj-lt"/>
              <a:buAutoNum type="arabicPeriod"/>
            </a:pPr>
            <a:r>
              <a:rPr lang="en-US" sz="1800" dirty="0"/>
              <a:t>cross-referenced (hyperlinks) -&gt; links with other database </a:t>
            </a:r>
          </a:p>
          <a:p>
            <a:pPr marL="457200" indent="-457200" algn="just">
              <a:buFont typeface="+mj-lt"/>
              <a:buAutoNum type="arabicPeriod"/>
            </a:pPr>
            <a:r>
              <a:rPr lang="en-US" sz="2000" dirty="0"/>
              <a:t>Includes associated tools (software) necessary for database access, updating, information insertion, information deletion and so on.</a:t>
            </a:r>
            <a:endParaRPr lang="id-ID" sz="2000" dirty="0">
              <a:effectLst/>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801E4812-6635-4A13-BC22-EDB7E42B5DE0}"/>
              </a:ext>
            </a:extLst>
          </p:cNvPr>
          <p:cNvPicPr>
            <a:picLocks noChangeAspect="1"/>
          </p:cNvPicPr>
          <p:nvPr/>
        </p:nvPicPr>
        <p:blipFill rotWithShape="1">
          <a:blip r:embed="rId2"/>
          <a:srcRect l="14033" t="4217" r="15778" b="3556"/>
          <a:stretch/>
        </p:blipFill>
        <p:spPr>
          <a:xfrm>
            <a:off x="1657003" y="4663114"/>
            <a:ext cx="3031836" cy="2240902"/>
          </a:xfrm>
          <a:prstGeom prst="rect">
            <a:avLst/>
          </a:prstGeom>
        </p:spPr>
      </p:pic>
      <p:pic>
        <p:nvPicPr>
          <p:cNvPr id="6" name="Picture 5">
            <a:extLst>
              <a:ext uri="{FF2B5EF4-FFF2-40B4-BE49-F238E27FC236}">
                <a16:creationId xmlns:a16="http://schemas.microsoft.com/office/drawing/2014/main" id="{2F15CC74-D5C3-450F-8FC3-F1A0183CAAA1}"/>
              </a:ext>
            </a:extLst>
          </p:cNvPr>
          <p:cNvPicPr>
            <a:picLocks noChangeAspect="1"/>
          </p:cNvPicPr>
          <p:nvPr/>
        </p:nvPicPr>
        <p:blipFill rotWithShape="1">
          <a:blip r:embed="rId3"/>
          <a:srcRect t="4217" r="10817" b="3668"/>
          <a:stretch/>
        </p:blipFill>
        <p:spPr>
          <a:xfrm>
            <a:off x="5174673" y="4663114"/>
            <a:ext cx="3856962" cy="2240903"/>
          </a:xfrm>
          <a:prstGeom prst="rect">
            <a:avLst/>
          </a:prstGeom>
        </p:spPr>
      </p:pic>
    </p:spTree>
    <p:extLst>
      <p:ext uri="{BB962C8B-B14F-4D97-AF65-F5344CB8AC3E}">
        <p14:creationId xmlns:p14="http://schemas.microsoft.com/office/powerpoint/2010/main" val="29432588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Why need a Database ?</a:t>
            </a:r>
            <a:endParaRPr lang="id-ID" sz="2800" b="1" dirty="0"/>
          </a:p>
        </p:txBody>
      </p:sp>
      <p:sp>
        <p:nvSpPr>
          <p:cNvPr id="3" name="Content Placeholder 2"/>
          <p:cNvSpPr>
            <a:spLocks noGrp="1"/>
          </p:cNvSpPr>
          <p:nvPr>
            <p:ph idx="1"/>
          </p:nvPr>
        </p:nvSpPr>
        <p:spPr>
          <a:xfrm>
            <a:off x="1156220" y="1599154"/>
            <a:ext cx="8777490" cy="1604652"/>
          </a:xfrm>
        </p:spPr>
        <p:txBody>
          <a:bodyPr/>
          <a:lstStyle/>
          <a:p>
            <a:pPr marL="457200" indent="-457200">
              <a:buFont typeface="+mj-lt"/>
              <a:buAutoNum type="arabicPeriod"/>
            </a:pPr>
            <a:r>
              <a:rPr lang="en-US" sz="1800" dirty="0"/>
              <a:t>Explosive growth in biological data.</a:t>
            </a:r>
          </a:p>
          <a:p>
            <a:pPr marL="457200" indent="-457200">
              <a:buFont typeface="+mj-lt"/>
              <a:buAutoNum type="arabicPeriod"/>
            </a:pPr>
            <a:r>
              <a:rPr lang="en-US" sz="1800" dirty="0"/>
              <a:t>Data (sequences, 3D structures, 2D gel analysis, MS analysis….) are no longer published in a conventional manner, but directly submitted to databases</a:t>
            </a:r>
          </a:p>
          <a:p>
            <a:pPr marL="457200" indent="-457200">
              <a:buFont typeface="+mj-lt"/>
              <a:buAutoNum type="arabicPeriod"/>
            </a:pPr>
            <a:r>
              <a:rPr lang="en-US" sz="1800" dirty="0"/>
              <a:t>Essential tools for biological research, as classical publications used to be!</a:t>
            </a:r>
          </a:p>
          <a:p>
            <a:pPr marL="457200" indent="-457200">
              <a:buFont typeface="+mj-lt"/>
              <a:buAutoNum type="arabicPeriod"/>
            </a:pPr>
            <a:r>
              <a:rPr lang="en-US" sz="1800" dirty="0"/>
              <a:t>Simplify the information space by specialization.</a:t>
            </a:r>
          </a:p>
          <a:p>
            <a:pPr marL="457200" indent="-457200">
              <a:buFont typeface="+mj-lt"/>
              <a:buAutoNum type="arabicPeriod"/>
            </a:pPr>
            <a:r>
              <a:rPr lang="en-US" sz="1800" dirty="0"/>
              <a:t>Bonus: Allows you to make discoveries.</a:t>
            </a:r>
          </a:p>
          <a:p>
            <a:pPr marL="457200" indent="-457200">
              <a:buFont typeface="+mj-lt"/>
              <a:buAutoNum type="arabicPeriod"/>
            </a:pPr>
            <a:endParaRPr lang="en-US" sz="1800" dirty="0">
              <a:effectLst/>
              <a:latin typeface="Open Sans" panose="020B0606030504020204" pitchFamily="34" charset="0"/>
              <a:ea typeface="Open Sans" panose="020B0606030504020204" pitchFamily="34" charset="0"/>
              <a:cs typeface="Open Sans" panose="020B0606030504020204" pitchFamily="34" charset="0"/>
            </a:endParaRPr>
          </a:p>
        </p:txBody>
      </p:sp>
      <p:pic>
        <p:nvPicPr>
          <p:cNvPr id="7" name="Picture 6">
            <a:extLst>
              <a:ext uri="{FF2B5EF4-FFF2-40B4-BE49-F238E27FC236}">
                <a16:creationId xmlns:a16="http://schemas.microsoft.com/office/drawing/2014/main" id="{38B0061A-3998-4162-AB0D-E43D0ADAF1E3}"/>
              </a:ext>
            </a:extLst>
          </p:cNvPr>
          <p:cNvPicPr>
            <a:picLocks noChangeAspect="1"/>
          </p:cNvPicPr>
          <p:nvPr/>
        </p:nvPicPr>
        <p:blipFill>
          <a:blip r:embed="rId2"/>
          <a:stretch>
            <a:fillRect/>
          </a:stretch>
        </p:blipFill>
        <p:spPr>
          <a:xfrm>
            <a:off x="246931" y="3988861"/>
            <a:ext cx="4771490" cy="2826154"/>
          </a:xfrm>
          <a:prstGeom prst="rect">
            <a:avLst/>
          </a:prstGeom>
        </p:spPr>
      </p:pic>
      <p:pic>
        <p:nvPicPr>
          <p:cNvPr id="8" name="Picture 7">
            <a:extLst>
              <a:ext uri="{FF2B5EF4-FFF2-40B4-BE49-F238E27FC236}">
                <a16:creationId xmlns:a16="http://schemas.microsoft.com/office/drawing/2014/main" id="{6A83B548-49ED-45C8-8F49-E3129A45D937}"/>
              </a:ext>
            </a:extLst>
          </p:cNvPr>
          <p:cNvPicPr>
            <a:picLocks noChangeAspect="1"/>
          </p:cNvPicPr>
          <p:nvPr/>
        </p:nvPicPr>
        <p:blipFill rotWithShape="1">
          <a:blip r:embed="rId3"/>
          <a:srcRect t="1029"/>
          <a:stretch/>
        </p:blipFill>
        <p:spPr>
          <a:xfrm>
            <a:off x="5670217" y="3887621"/>
            <a:ext cx="4771490" cy="2927393"/>
          </a:xfrm>
          <a:prstGeom prst="rect">
            <a:avLst/>
          </a:prstGeom>
        </p:spPr>
      </p:pic>
      <p:sp>
        <p:nvSpPr>
          <p:cNvPr id="9" name="Arrow: Right 8">
            <a:extLst>
              <a:ext uri="{FF2B5EF4-FFF2-40B4-BE49-F238E27FC236}">
                <a16:creationId xmlns:a16="http://schemas.microsoft.com/office/drawing/2014/main" id="{87731784-0F19-4062-88D2-7C0E4A55D6FE}"/>
              </a:ext>
            </a:extLst>
          </p:cNvPr>
          <p:cNvSpPr/>
          <p:nvPr/>
        </p:nvSpPr>
        <p:spPr>
          <a:xfrm>
            <a:off x="5152087" y="5251269"/>
            <a:ext cx="384463" cy="301337"/>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HK"/>
          </a:p>
        </p:txBody>
      </p:sp>
    </p:spTree>
    <p:extLst>
      <p:ext uri="{BB962C8B-B14F-4D97-AF65-F5344CB8AC3E}">
        <p14:creationId xmlns:p14="http://schemas.microsoft.com/office/powerpoint/2010/main" val="9260678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Basic Database Structure</a:t>
            </a:r>
            <a:endParaRPr lang="id-ID" sz="2800" b="1" dirty="0"/>
          </a:p>
        </p:txBody>
      </p:sp>
      <p:pic>
        <p:nvPicPr>
          <p:cNvPr id="8" name="Picture 7">
            <a:extLst>
              <a:ext uri="{FF2B5EF4-FFF2-40B4-BE49-F238E27FC236}">
                <a16:creationId xmlns:a16="http://schemas.microsoft.com/office/drawing/2014/main" id="{BA861421-C212-4B2F-BF54-568B9E72588B}"/>
              </a:ext>
            </a:extLst>
          </p:cNvPr>
          <p:cNvPicPr>
            <a:picLocks noChangeAspect="1"/>
          </p:cNvPicPr>
          <p:nvPr/>
        </p:nvPicPr>
        <p:blipFill>
          <a:blip r:embed="rId2"/>
          <a:stretch>
            <a:fillRect/>
          </a:stretch>
        </p:blipFill>
        <p:spPr>
          <a:xfrm>
            <a:off x="1661202" y="3117273"/>
            <a:ext cx="7129867" cy="3769735"/>
          </a:xfrm>
          <a:prstGeom prst="rect">
            <a:avLst/>
          </a:prstGeom>
        </p:spPr>
      </p:pic>
      <p:pic>
        <p:nvPicPr>
          <p:cNvPr id="9" name="Picture 8">
            <a:extLst>
              <a:ext uri="{FF2B5EF4-FFF2-40B4-BE49-F238E27FC236}">
                <a16:creationId xmlns:a16="http://schemas.microsoft.com/office/drawing/2014/main" id="{FCA88EB8-7F22-4836-88AC-DBA83D28C1E8}"/>
              </a:ext>
            </a:extLst>
          </p:cNvPr>
          <p:cNvPicPr>
            <a:picLocks noChangeAspect="1"/>
          </p:cNvPicPr>
          <p:nvPr/>
        </p:nvPicPr>
        <p:blipFill>
          <a:blip r:embed="rId3"/>
          <a:stretch>
            <a:fillRect/>
          </a:stretch>
        </p:blipFill>
        <p:spPr>
          <a:xfrm>
            <a:off x="2743179" y="1719123"/>
            <a:ext cx="4965911" cy="1196542"/>
          </a:xfrm>
          <a:prstGeom prst="rect">
            <a:avLst/>
          </a:prstGeom>
        </p:spPr>
      </p:pic>
    </p:spTree>
    <p:extLst>
      <p:ext uri="{BB962C8B-B14F-4D97-AF65-F5344CB8AC3E}">
        <p14:creationId xmlns:p14="http://schemas.microsoft.com/office/powerpoint/2010/main" val="570964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Basic Database Structure</a:t>
            </a:r>
            <a:endParaRPr lang="id-ID" sz="2800" b="1" dirty="0"/>
          </a:p>
        </p:txBody>
      </p:sp>
      <p:pic>
        <p:nvPicPr>
          <p:cNvPr id="3" name="Picture 2">
            <a:extLst>
              <a:ext uri="{FF2B5EF4-FFF2-40B4-BE49-F238E27FC236}">
                <a16:creationId xmlns:a16="http://schemas.microsoft.com/office/drawing/2014/main" id="{0F823DA6-0509-4C0A-A2A1-0B78EE676D2A}"/>
              </a:ext>
            </a:extLst>
          </p:cNvPr>
          <p:cNvPicPr>
            <a:picLocks noChangeAspect="1"/>
          </p:cNvPicPr>
          <p:nvPr/>
        </p:nvPicPr>
        <p:blipFill>
          <a:blip r:embed="rId2"/>
          <a:stretch>
            <a:fillRect/>
          </a:stretch>
        </p:blipFill>
        <p:spPr>
          <a:xfrm>
            <a:off x="1238250" y="1611023"/>
            <a:ext cx="9058275" cy="5400675"/>
          </a:xfrm>
          <a:prstGeom prst="rect">
            <a:avLst/>
          </a:prstGeom>
        </p:spPr>
      </p:pic>
    </p:spTree>
    <p:extLst>
      <p:ext uri="{BB962C8B-B14F-4D97-AF65-F5344CB8AC3E}">
        <p14:creationId xmlns:p14="http://schemas.microsoft.com/office/powerpoint/2010/main" val="202687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Basic Database Structure</a:t>
            </a:r>
            <a:endParaRPr lang="id-ID" sz="2800" b="1" dirty="0"/>
          </a:p>
        </p:txBody>
      </p:sp>
      <p:pic>
        <p:nvPicPr>
          <p:cNvPr id="4" name="Picture 3">
            <a:extLst>
              <a:ext uri="{FF2B5EF4-FFF2-40B4-BE49-F238E27FC236}">
                <a16:creationId xmlns:a16="http://schemas.microsoft.com/office/drawing/2014/main" id="{A90B1DB1-1079-43F5-BAAC-B93D2D49E931}"/>
              </a:ext>
            </a:extLst>
          </p:cNvPr>
          <p:cNvPicPr>
            <a:picLocks noChangeAspect="1"/>
          </p:cNvPicPr>
          <p:nvPr/>
        </p:nvPicPr>
        <p:blipFill>
          <a:blip r:embed="rId2"/>
          <a:stretch>
            <a:fillRect/>
          </a:stretch>
        </p:blipFill>
        <p:spPr>
          <a:xfrm>
            <a:off x="1085056" y="1517515"/>
            <a:ext cx="9108426" cy="5026243"/>
          </a:xfrm>
          <a:prstGeom prst="rect">
            <a:avLst/>
          </a:prstGeom>
        </p:spPr>
      </p:pic>
    </p:spTree>
    <p:extLst>
      <p:ext uri="{BB962C8B-B14F-4D97-AF65-F5344CB8AC3E}">
        <p14:creationId xmlns:p14="http://schemas.microsoft.com/office/powerpoint/2010/main" val="907070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Basic Database Structure</a:t>
            </a:r>
            <a:endParaRPr lang="id-ID" sz="2800" b="1" dirty="0"/>
          </a:p>
        </p:txBody>
      </p:sp>
      <p:pic>
        <p:nvPicPr>
          <p:cNvPr id="3" name="Picture 2">
            <a:extLst>
              <a:ext uri="{FF2B5EF4-FFF2-40B4-BE49-F238E27FC236}">
                <a16:creationId xmlns:a16="http://schemas.microsoft.com/office/drawing/2014/main" id="{20B71BB1-42E4-4F08-AA2B-F3B391151D61}"/>
              </a:ext>
            </a:extLst>
          </p:cNvPr>
          <p:cNvPicPr>
            <a:picLocks noChangeAspect="1"/>
          </p:cNvPicPr>
          <p:nvPr/>
        </p:nvPicPr>
        <p:blipFill>
          <a:blip r:embed="rId2"/>
          <a:stretch>
            <a:fillRect/>
          </a:stretch>
        </p:blipFill>
        <p:spPr>
          <a:xfrm>
            <a:off x="1495497" y="1756064"/>
            <a:ext cx="8642927" cy="5052146"/>
          </a:xfrm>
          <a:prstGeom prst="rect">
            <a:avLst/>
          </a:prstGeom>
        </p:spPr>
      </p:pic>
    </p:spTree>
    <p:extLst>
      <p:ext uri="{BB962C8B-B14F-4D97-AF65-F5344CB8AC3E}">
        <p14:creationId xmlns:p14="http://schemas.microsoft.com/office/powerpoint/2010/main" val="3315476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36775712-3BDA-4AB7-AEB7-A59E0F180D79}"/>
              </a:ext>
            </a:extLst>
          </p:cNvPr>
          <p:cNvSpPr txBox="1">
            <a:spLocks/>
          </p:cNvSpPr>
          <p:nvPr/>
        </p:nvSpPr>
        <p:spPr>
          <a:xfrm>
            <a:off x="1076218" y="895137"/>
            <a:ext cx="4268101" cy="1048821"/>
          </a:xfrm>
          <a:prstGeom prst="rect">
            <a:avLst/>
          </a:prstGeom>
        </p:spPr>
        <p:txBody>
          <a:bodyPr vert="horz" lIns="80165" tIns="40082" rIns="80165" bIns="40082" rtlCol="0" anchor="b">
            <a:normAutofit fontScale="6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348" b="1" i="1" dirty="0">
                <a:latin typeface="Arial" panose="020B0604020202020204" pitchFamily="34" charset="0"/>
                <a:cs typeface="Arial" panose="020B0604020202020204" pitchFamily="34" charset="0"/>
              </a:rPr>
              <a:t>Types of Biological Databases </a:t>
            </a:r>
          </a:p>
        </p:txBody>
      </p:sp>
      <p:sp>
        <p:nvSpPr>
          <p:cNvPr id="22" name="TextBox 21">
            <a:extLst>
              <a:ext uri="{FF2B5EF4-FFF2-40B4-BE49-F238E27FC236}">
                <a16:creationId xmlns:a16="http://schemas.microsoft.com/office/drawing/2014/main" id="{5687602E-2B2E-4DA2-B4C8-19C7AE872A1F}"/>
              </a:ext>
            </a:extLst>
          </p:cNvPr>
          <p:cNvSpPr txBox="1"/>
          <p:nvPr/>
        </p:nvSpPr>
        <p:spPr>
          <a:xfrm>
            <a:off x="1068878" y="2111429"/>
            <a:ext cx="5144256" cy="5478423"/>
          </a:xfrm>
          <a:prstGeom prst="rect">
            <a:avLst/>
          </a:prstGeom>
          <a:noFill/>
        </p:spPr>
        <p:txBody>
          <a:bodyPr wrap="square" rtlCol="0">
            <a:spAutoFit/>
          </a:bodyPr>
          <a:lstStyle/>
          <a:p>
            <a:r>
              <a:rPr lang="en-US" sz="1800" i="1" dirty="0"/>
              <a:t>Based on Information stored in the Databases </a:t>
            </a:r>
          </a:p>
          <a:p>
            <a:pPr marL="300620" indent="-300620">
              <a:buFont typeface="Arial" panose="020B0604020202020204" pitchFamily="34" charset="0"/>
              <a:buChar char="•"/>
            </a:pPr>
            <a:r>
              <a:rPr lang="en-US" sz="1800" b="1" i="1" u="sng" dirty="0"/>
              <a:t>Primary Databases </a:t>
            </a:r>
          </a:p>
          <a:p>
            <a:pPr lvl="1" indent="0"/>
            <a:r>
              <a:rPr lang="en-US" sz="1600" i="1" dirty="0"/>
              <a:t>Contain Data directly coming from experiments like :</a:t>
            </a:r>
          </a:p>
          <a:p>
            <a:pPr marL="821320" lvl="1" indent="-300620">
              <a:buFont typeface="Arial" panose="020B0604020202020204" pitchFamily="34" charset="0"/>
              <a:buChar char="•"/>
            </a:pPr>
            <a:r>
              <a:rPr lang="en-US" sz="1600" i="1" dirty="0"/>
              <a:t>Sequencing data</a:t>
            </a:r>
          </a:p>
          <a:p>
            <a:pPr marL="821320" lvl="1" indent="-300620">
              <a:buFont typeface="Arial" panose="020B0604020202020204" pitchFamily="34" charset="0"/>
              <a:buChar char="•"/>
            </a:pPr>
            <a:r>
              <a:rPr lang="en-US" sz="1600" i="1" dirty="0"/>
              <a:t>Microarray expression analysis</a:t>
            </a:r>
          </a:p>
          <a:p>
            <a:pPr marL="821320" lvl="1" indent="-300620">
              <a:buFont typeface="Arial" panose="020B0604020202020204" pitchFamily="34" charset="0"/>
              <a:buChar char="•"/>
            </a:pPr>
            <a:r>
              <a:rPr lang="en-US" sz="1600" i="1" dirty="0"/>
              <a:t>X-ray crystallography etc.</a:t>
            </a:r>
          </a:p>
          <a:p>
            <a:pPr marL="821320" lvl="1" indent="-300620">
              <a:buFont typeface="Arial" panose="020B0604020202020204" pitchFamily="34" charset="0"/>
              <a:buChar char="•"/>
            </a:pPr>
            <a:endParaRPr lang="en-US" sz="1600" i="1" dirty="0"/>
          </a:p>
          <a:p>
            <a:pPr marL="300620" indent="-300620">
              <a:buFont typeface="Arial" panose="020B0604020202020204" pitchFamily="34" charset="0"/>
              <a:buChar char="•"/>
            </a:pPr>
            <a:r>
              <a:rPr lang="en-US" sz="1800" b="1" i="1" u="sng" dirty="0"/>
              <a:t>Secondary Databases</a:t>
            </a:r>
          </a:p>
          <a:p>
            <a:pPr lvl="1" indent="0"/>
            <a:r>
              <a:rPr lang="en-US" sz="1600" i="1" dirty="0"/>
              <a:t>Contain Information DERIVED from primary or experimental data like:</a:t>
            </a:r>
          </a:p>
          <a:p>
            <a:pPr marL="1342020" lvl="2" indent="-300620">
              <a:buFont typeface="Arial" panose="020B0604020202020204" pitchFamily="34" charset="0"/>
              <a:buChar char="•"/>
            </a:pPr>
            <a:r>
              <a:rPr lang="en-US" sz="1600" i="1" dirty="0"/>
              <a:t>Translated sequences of Protein</a:t>
            </a:r>
          </a:p>
          <a:p>
            <a:pPr marL="1342020" lvl="2" indent="-300620">
              <a:buFont typeface="Arial" panose="020B0604020202020204" pitchFamily="34" charset="0"/>
              <a:buChar char="•"/>
            </a:pPr>
            <a:endParaRPr lang="en-US" sz="1600" i="1" dirty="0"/>
          </a:p>
          <a:p>
            <a:pPr marL="300620" indent="-300620">
              <a:buFont typeface="Arial" panose="020B0604020202020204" pitchFamily="34" charset="0"/>
              <a:buChar char="•"/>
            </a:pPr>
            <a:r>
              <a:rPr lang="en-US" sz="1800" b="1" i="1" u="sng" dirty="0"/>
              <a:t>Specialized Databases </a:t>
            </a:r>
          </a:p>
          <a:p>
            <a:pPr lvl="1" indent="0"/>
            <a:r>
              <a:rPr lang="en-US" sz="1600" i="1" dirty="0"/>
              <a:t>Contain Information about one specific domain of Biology </a:t>
            </a:r>
          </a:p>
          <a:p>
            <a:pPr marL="821320" lvl="1" indent="-300620">
              <a:buFont typeface="Arial" panose="020B0604020202020204" pitchFamily="34" charset="0"/>
              <a:buChar char="•"/>
            </a:pPr>
            <a:r>
              <a:rPr lang="en-US" sz="1600" i="1" dirty="0"/>
              <a:t>HIV</a:t>
            </a:r>
          </a:p>
          <a:p>
            <a:pPr marL="821320" lvl="1" indent="-300620">
              <a:buFont typeface="Arial" panose="020B0604020202020204" pitchFamily="34" charset="0"/>
              <a:buChar char="•"/>
            </a:pPr>
            <a:r>
              <a:rPr lang="en-US" sz="1600" i="1" dirty="0"/>
              <a:t>SNPs</a:t>
            </a:r>
          </a:p>
          <a:p>
            <a:pPr marL="821320" lvl="1" indent="-300620">
              <a:buFont typeface="Arial" panose="020B0604020202020204" pitchFamily="34" charset="0"/>
              <a:buChar char="•"/>
            </a:pPr>
            <a:r>
              <a:rPr lang="en-US" sz="1600" i="1" dirty="0"/>
              <a:t>HCV </a:t>
            </a:r>
            <a:r>
              <a:rPr lang="en-US" sz="1600" i="1" dirty="0" err="1"/>
              <a:t>etc</a:t>
            </a:r>
            <a:endParaRPr lang="en-US" sz="1600" i="1" dirty="0"/>
          </a:p>
          <a:p>
            <a:pPr algn="just"/>
            <a:r>
              <a:rPr lang="en-US" sz="1800" i="1" dirty="0"/>
              <a:t> </a:t>
            </a:r>
            <a:endParaRPr lang="en-US" sz="1800" dirty="0"/>
          </a:p>
          <a:p>
            <a:pPr marL="821320" lvl="1" indent="-300620">
              <a:buFont typeface="Arial" panose="020B0604020202020204" pitchFamily="34" charset="0"/>
              <a:buChar char="•"/>
            </a:pPr>
            <a:endParaRPr lang="en-US" sz="1800" i="1" dirty="0"/>
          </a:p>
          <a:p>
            <a:pPr marL="821320" lvl="1" indent="-300620">
              <a:buFont typeface="Arial" panose="020B0604020202020204" pitchFamily="34" charset="0"/>
              <a:buChar char="•"/>
            </a:pPr>
            <a:endParaRPr lang="en-US" sz="1800" i="1" dirty="0"/>
          </a:p>
        </p:txBody>
      </p:sp>
      <p:pic>
        <p:nvPicPr>
          <p:cNvPr id="11" name="Graphic 6" descr="Database">
            <a:extLst>
              <a:ext uri="{FF2B5EF4-FFF2-40B4-BE49-F238E27FC236}">
                <a16:creationId xmlns:a16="http://schemas.microsoft.com/office/drawing/2014/main" id="{09014154-66D5-41B8-8A58-CCABEB8750D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88715" y="2207171"/>
            <a:ext cx="3631051" cy="3631051"/>
          </a:xfrm>
          <a:custGeom>
            <a:avLst/>
            <a:gdLst/>
            <a:ahLst/>
            <a:cxnLst/>
            <a:rect l="l" t="t" r="r" b="b"/>
            <a:pathLst>
              <a:path w="4141760" h="4377846">
                <a:moveTo>
                  <a:pt x="0" y="0"/>
                </a:moveTo>
                <a:lnTo>
                  <a:pt x="4141760" y="0"/>
                </a:lnTo>
                <a:lnTo>
                  <a:pt x="4141760" y="4377846"/>
                </a:lnTo>
                <a:lnTo>
                  <a:pt x="0" y="4377846"/>
                </a:lnTo>
                <a:close/>
              </a:path>
            </a:pathLst>
          </a:custGeom>
        </p:spPr>
      </p:pic>
      <p:pic>
        <p:nvPicPr>
          <p:cNvPr id="12" name="Picture 2" descr="FAQ Pertaining to Patent and Other Intellectual Property Information at NCBI">
            <a:extLst>
              <a:ext uri="{FF2B5EF4-FFF2-40B4-BE49-F238E27FC236}">
                <a16:creationId xmlns:a16="http://schemas.microsoft.com/office/drawing/2014/main" id="{FC42AC18-9D4F-4EFB-BDF7-845E850F91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73694" y="656807"/>
            <a:ext cx="2015210" cy="1335077"/>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CLC Manuals - clcsupport.com">
            <a:extLst>
              <a:ext uri="{FF2B5EF4-FFF2-40B4-BE49-F238E27FC236}">
                <a16:creationId xmlns:a16="http://schemas.microsoft.com/office/drawing/2014/main" id="{4FDAB0D4-D7C3-4B2A-B922-F2A8E4C41EB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75836" y="2045044"/>
            <a:ext cx="1673168" cy="851854"/>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The evolution of the RCSB Protein Data Bank website - Bourne - 2011 - WIREs  Computational Molecular Science - Wiley Online Library">
            <a:extLst>
              <a:ext uri="{FF2B5EF4-FFF2-40B4-BE49-F238E27FC236}">
                <a16:creationId xmlns:a16="http://schemas.microsoft.com/office/drawing/2014/main" id="{CEE80059-BA33-4E93-A1B6-01A1C2633B7D}"/>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192" b="36325"/>
          <a:stretch/>
        </p:blipFill>
        <p:spPr bwMode="auto">
          <a:xfrm>
            <a:off x="8732101" y="918580"/>
            <a:ext cx="1627613" cy="93022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8" descr="ZINC database">
            <a:extLst>
              <a:ext uri="{FF2B5EF4-FFF2-40B4-BE49-F238E27FC236}">
                <a16:creationId xmlns:a16="http://schemas.microsoft.com/office/drawing/2014/main" id="{5F3DF363-E956-4F80-995B-F96064FBB409}"/>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8667" t="16127" r="27178" b="48484"/>
          <a:stretch/>
        </p:blipFill>
        <p:spPr bwMode="auto">
          <a:xfrm>
            <a:off x="7534002" y="1707734"/>
            <a:ext cx="1777725" cy="87220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UniProt">
            <a:extLst>
              <a:ext uri="{FF2B5EF4-FFF2-40B4-BE49-F238E27FC236}">
                <a16:creationId xmlns:a16="http://schemas.microsoft.com/office/drawing/2014/main" id="{E2BCA53C-1E74-4FB0-80AD-36F8CCD74B8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34918" y="4103559"/>
            <a:ext cx="1673168" cy="76602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4" descr="CATH: Protein Structure Classification Database at UCL">
            <a:extLst>
              <a:ext uri="{FF2B5EF4-FFF2-40B4-BE49-F238E27FC236}">
                <a16:creationId xmlns:a16="http://schemas.microsoft.com/office/drawing/2014/main" id="{CBCE9A8B-66E2-46B6-961F-64ABFC3E95A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24197">
            <a:off x="8122500" y="3167263"/>
            <a:ext cx="1006033" cy="1006033"/>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OMIM | Rare Commons">
            <a:extLst>
              <a:ext uri="{FF2B5EF4-FFF2-40B4-BE49-F238E27FC236}">
                <a16:creationId xmlns:a16="http://schemas.microsoft.com/office/drawing/2014/main" id="{102950D2-2739-4ACC-996D-56EB72ADFAF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232668" y="5346788"/>
            <a:ext cx="2257941" cy="837815"/>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 descr="Summary | GWAS Catalog">
            <a:extLst>
              <a:ext uri="{FF2B5EF4-FFF2-40B4-BE49-F238E27FC236}">
                <a16:creationId xmlns:a16="http://schemas.microsoft.com/office/drawing/2014/main" id="{A25AF07C-0A9C-4B14-9BA0-862E8DC2600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268910" y="6661803"/>
            <a:ext cx="2463191" cy="714107"/>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6" descr="HIV Databases">
            <a:extLst>
              <a:ext uri="{FF2B5EF4-FFF2-40B4-BE49-F238E27FC236}">
                <a16:creationId xmlns:a16="http://schemas.microsoft.com/office/drawing/2014/main" id="{176EE289-FCBF-4448-9AAD-64CF1067D79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154544" y="6293889"/>
            <a:ext cx="2187632" cy="5313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2445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animEffect transition="in" filter="fade">
                                      <p:cBhvr>
                                        <p:cTn id="7" dur="500"/>
                                        <p:tgtEl>
                                          <p:spTgt spid="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2">
                                            <p:txEl>
                                              <p:pRg st="1" end="1"/>
                                            </p:txEl>
                                          </p:spTgt>
                                        </p:tgtEl>
                                        <p:attrNameLst>
                                          <p:attrName>style.visibility</p:attrName>
                                        </p:attrNameLst>
                                      </p:cBhvr>
                                      <p:to>
                                        <p:strVal val="visible"/>
                                      </p:to>
                                    </p:set>
                                    <p:anim calcmode="lin" valueType="num">
                                      <p:cBhvr additive="base">
                                        <p:cTn id="12" dur="500" fill="hold"/>
                                        <p:tgtEl>
                                          <p:spTgt spid="22">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2">
                                            <p:txEl>
                                              <p:pRg st="2" end="2"/>
                                            </p:txEl>
                                          </p:spTgt>
                                        </p:tgtEl>
                                        <p:attrNameLst>
                                          <p:attrName>style.visibility</p:attrName>
                                        </p:attrNameLst>
                                      </p:cBhvr>
                                      <p:to>
                                        <p:strVal val="visible"/>
                                      </p:to>
                                    </p:set>
                                    <p:anim calcmode="lin" valueType="num">
                                      <p:cBhvr additive="base">
                                        <p:cTn id="18" dur="500" fill="hold"/>
                                        <p:tgtEl>
                                          <p:spTgt spid="22">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2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22">
                                            <p:txEl>
                                              <p:pRg st="3" end="3"/>
                                            </p:txEl>
                                          </p:spTgt>
                                        </p:tgtEl>
                                        <p:attrNameLst>
                                          <p:attrName>style.visibility</p:attrName>
                                        </p:attrNameLst>
                                      </p:cBhvr>
                                      <p:to>
                                        <p:strVal val="visible"/>
                                      </p:to>
                                    </p:set>
                                    <p:anim calcmode="lin" valueType="num">
                                      <p:cBhvr additive="base">
                                        <p:cTn id="24" dur="500" fill="hold"/>
                                        <p:tgtEl>
                                          <p:spTgt spid="22">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2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22">
                                            <p:txEl>
                                              <p:pRg st="4" end="4"/>
                                            </p:txEl>
                                          </p:spTgt>
                                        </p:tgtEl>
                                        <p:attrNameLst>
                                          <p:attrName>style.visibility</p:attrName>
                                        </p:attrNameLst>
                                      </p:cBhvr>
                                      <p:to>
                                        <p:strVal val="visible"/>
                                      </p:to>
                                    </p:set>
                                    <p:anim calcmode="lin" valueType="num">
                                      <p:cBhvr additive="base">
                                        <p:cTn id="30" dur="500" fill="hold"/>
                                        <p:tgtEl>
                                          <p:spTgt spid="22">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2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22">
                                            <p:txEl>
                                              <p:pRg st="5" end="5"/>
                                            </p:txEl>
                                          </p:spTgt>
                                        </p:tgtEl>
                                        <p:attrNameLst>
                                          <p:attrName>style.visibility</p:attrName>
                                        </p:attrNameLst>
                                      </p:cBhvr>
                                      <p:to>
                                        <p:strVal val="visible"/>
                                      </p:to>
                                    </p:set>
                                    <p:anim calcmode="lin" valueType="num">
                                      <p:cBhvr additive="base">
                                        <p:cTn id="36" dur="500" fill="hold"/>
                                        <p:tgtEl>
                                          <p:spTgt spid="22">
                                            <p:txEl>
                                              <p:pRg st="5" end="5"/>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2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22">
                                            <p:txEl>
                                              <p:pRg st="7" end="7"/>
                                            </p:txEl>
                                          </p:spTgt>
                                        </p:tgtEl>
                                        <p:attrNameLst>
                                          <p:attrName>style.visibility</p:attrName>
                                        </p:attrNameLst>
                                      </p:cBhvr>
                                      <p:to>
                                        <p:strVal val="visible"/>
                                      </p:to>
                                    </p:set>
                                    <p:animEffect transition="in" filter="barn(inVertical)">
                                      <p:cBhvr>
                                        <p:cTn id="42" dur="500"/>
                                        <p:tgtEl>
                                          <p:spTgt spid="2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22">
                                            <p:txEl>
                                              <p:pRg st="8" end="8"/>
                                            </p:txEl>
                                          </p:spTgt>
                                        </p:tgtEl>
                                        <p:attrNameLst>
                                          <p:attrName>style.visibility</p:attrName>
                                        </p:attrNameLst>
                                      </p:cBhvr>
                                      <p:to>
                                        <p:strVal val="visible"/>
                                      </p:to>
                                    </p:set>
                                    <p:animEffect transition="in" filter="barn(inVertical)">
                                      <p:cBhvr>
                                        <p:cTn id="47" dur="500"/>
                                        <p:tgtEl>
                                          <p:spTgt spid="2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nodeType="clickEffect">
                                  <p:stCondLst>
                                    <p:cond delay="0"/>
                                  </p:stCondLst>
                                  <p:childTnLst>
                                    <p:set>
                                      <p:cBhvr>
                                        <p:cTn id="51" dur="1" fill="hold">
                                          <p:stCondLst>
                                            <p:cond delay="0"/>
                                          </p:stCondLst>
                                        </p:cTn>
                                        <p:tgtEl>
                                          <p:spTgt spid="22">
                                            <p:txEl>
                                              <p:pRg st="9" end="9"/>
                                            </p:txEl>
                                          </p:spTgt>
                                        </p:tgtEl>
                                        <p:attrNameLst>
                                          <p:attrName>style.visibility</p:attrName>
                                        </p:attrNameLst>
                                      </p:cBhvr>
                                      <p:to>
                                        <p:strVal val="visible"/>
                                      </p:to>
                                    </p:set>
                                    <p:animEffect transition="in" filter="barn(inVertical)">
                                      <p:cBhvr>
                                        <p:cTn id="52" dur="500"/>
                                        <p:tgtEl>
                                          <p:spTgt spid="22">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nodeType="clickEffect">
                                  <p:stCondLst>
                                    <p:cond delay="0"/>
                                  </p:stCondLst>
                                  <p:childTnLst>
                                    <p:set>
                                      <p:cBhvr>
                                        <p:cTn id="56" dur="1" fill="hold">
                                          <p:stCondLst>
                                            <p:cond delay="0"/>
                                          </p:stCondLst>
                                        </p:cTn>
                                        <p:tgtEl>
                                          <p:spTgt spid="22">
                                            <p:txEl>
                                              <p:pRg st="11" end="11"/>
                                            </p:txEl>
                                          </p:spTgt>
                                        </p:tgtEl>
                                        <p:attrNameLst>
                                          <p:attrName>style.visibility</p:attrName>
                                        </p:attrNameLst>
                                      </p:cBhvr>
                                      <p:to>
                                        <p:strVal val="visible"/>
                                      </p:to>
                                    </p:set>
                                    <p:animEffect transition="in" filter="barn(inVertical)">
                                      <p:cBhvr>
                                        <p:cTn id="57" dur="500"/>
                                        <p:tgtEl>
                                          <p:spTgt spid="22">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21" fill="hold" nodeType="clickEffect">
                                  <p:stCondLst>
                                    <p:cond delay="0"/>
                                  </p:stCondLst>
                                  <p:childTnLst>
                                    <p:set>
                                      <p:cBhvr>
                                        <p:cTn id="61" dur="1" fill="hold">
                                          <p:stCondLst>
                                            <p:cond delay="0"/>
                                          </p:stCondLst>
                                        </p:cTn>
                                        <p:tgtEl>
                                          <p:spTgt spid="22">
                                            <p:txEl>
                                              <p:pRg st="12" end="12"/>
                                            </p:txEl>
                                          </p:spTgt>
                                        </p:tgtEl>
                                        <p:attrNameLst>
                                          <p:attrName>style.visibility</p:attrName>
                                        </p:attrNameLst>
                                      </p:cBhvr>
                                      <p:to>
                                        <p:strVal val="visible"/>
                                      </p:to>
                                    </p:set>
                                    <p:animEffect transition="in" filter="barn(inVertical)">
                                      <p:cBhvr>
                                        <p:cTn id="62" dur="500"/>
                                        <p:tgtEl>
                                          <p:spTgt spid="22">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ntr" presetSubtype="21" fill="hold" nodeType="clickEffect">
                                  <p:stCondLst>
                                    <p:cond delay="0"/>
                                  </p:stCondLst>
                                  <p:childTnLst>
                                    <p:set>
                                      <p:cBhvr>
                                        <p:cTn id="66" dur="1" fill="hold">
                                          <p:stCondLst>
                                            <p:cond delay="0"/>
                                          </p:stCondLst>
                                        </p:cTn>
                                        <p:tgtEl>
                                          <p:spTgt spid="22">
                                            <p:txEl>
                                              <p:pRg st="13" end="13"/>
                                            </p:txEl>
                                          </p:spTgt>
                                        </p:tgtEl>
                                        <p:attrNameLst>
                                          <p:attrName>style.visibility</p:attrName>
                                        </p:attrNameLst>
                                      </p:cBhvr>
                                      <p:to>
                                        <p:strVal val="visible"/>
                                      </p:to>
                                    </p:set>
                                    <p:animEffect transition="in" filter="barn(inVertical)">
                                      <p:cBhvr>
                                        <p:cTn id="67" dur="500"/>
                                        <p:tgtEl>
                                          <p:spTgt spid="22">
                                            <p:txEl>
                                              <p:pRg st="13" end="1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6" presetClass="entr" presetSubtype="21" fill="hold" nodeType="clickEffect">
                                  <p:stCondLst>
                                    <p:cond delay="0"/>
                                  </p:stCondLst>
                                  <p:childTnLst>
                                    <p:set>
                                      <p:cBhvr>
                                        <p:cTn id="71" dur="1" fill="hold">
                                          <p:stCondLst>
                                            <p:cond delay="0"/>
                                          </p:stCondLst>
                                        </p:cTn>
                                        <p:tgtEl>
                                          <p:spTgt spid="22">
                                            <p:txEl>
                                              <p:pRg st="14" end="14"/>
                                            </p:txEl>
                                          </p:spTgt>
                                        </p:tgtEl>
                                        <p:attrNameLst>
                                          <p:attrName>style.visibility</p:attrName>
                                        </p:attrNameLst>
                                      </p:cBhvr>
                                      <p:to>
                                        <p:strVal val="visible"/>
                                      </p:to>
                                    </p:set>
                                    <p:animEffect transition="in" filter="barn(inVertical)">
                                      <p:cBhvr>
                                        <p:cTn id="72" dur="500"/>
                                        <p:tgtEl>
                                          <p:spTgt spid="22">
                                            <p:txEl>
                                              <p:pRg st="14" end="1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6" presetClass="entr" presetSubtype="21" fill="hold" nodeType="clickEffect">
                                  <p:stCondLst>
                                    <p:cond delay="0"/>
                                  </p:stCondLst>
                                  <p:childTnLst>
                                    <p:set>
                                      <p:cBhvr>
                                        <p:cTn id="76" dur="1" fill="hold">
                                          <p:stCondLst>
                                            <p:cond delay="0"/>
                                          </p:stCondLst>
                                        </p:cTn>
                                        <p:tgtEl>
                                          <p:spTgt spid="22">
                                            <p:txEl>
                                              <p:pRg st="15" end="15"/>
                                            </p:txEl>
                                          </p:spTgt>
                                        </p:tgtEl>
                                        <p:attrNameLst>
                                          <p:attrName>style.visibility</p:attrName>
                                        </p:attrNameLst>
                                      </p:cBhvr>
                                      <p:to>
                                        <p:strVal val="visible"/>
                                      </p:to>
                                    </p:set>
                                    <p:animEffect transition="in" filter="barn(inVertical)">
                                      <p:cBhvr>
                                        <p:cTn id="77" dur="500"/>
                                        <p:tgtEl>
                                          <p:spTgt spid="22">
                                            <p:txEl>
                                              <p:pRg st="15" end="15"/>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6" presetClass="entr" presetSubtype="21" fill="hold" nodeType="clickEffect">
                                  <p:stCondLst>
                                    <p:cond delay="0"/>
                                  </p:stCondLst>
                                  <p:childTnLst>
                                    <p:set>
                                      <p:cBhvr>
                                        <p:cTn id="81" dur="1" fill="hold">
                                          <p:stCondLst>
                                            <p:cond delay="0"/>
                                          </p:stCondLst>
                                        </p:cTn>
                                        <p:tgtEl>
                                          <p:spTgt spid="22">
                                            <p:txEl>
                                              <p:pRg st="16" end="16"/>
                                            </p:txEl>
                                          </p:spTgt>
                                        </p:tgtEl>
                                        <p:attrNameLst>
                                          <p:attrName>style.visibility</p:attrName>
                                        </p:attrNameLst>
                                      </p:cBhvr>
                                      <p:to>
                                        <p:strVal val="visible"/>
                                      </p:to>
                                    </p:set>
                                    <p:animEffect transition="in" filter="barn(inVertical)">
                                      <p:cBhvr>
                                        <p:cTn id="82" dur="500"/>
                                        <p:tgtEl>
                                          <p:spTgt spid="22">
                                            <p:txEl>
                                              <p:pRg st="16" end="16"/>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nodeType="clickEffect">
                                  <p:stCondLst>
                                    <p:cond delay="0"/>
                                  </p:stCondLst>
                                  <p:childTnLst>
                                    <p:set>
                                      <p:cBhvr>
                                        <p:cTn id="86" dur="1" fill="hold">
                                          <p:stCondLst>
                                            <p:cond delay="0"/>
                                          </p:stCondLst>
                                        </p:cTn>
                                        <p:tgtEl>
                                          <p:spTgt spid="12"/>
                                        </p:tgtEl>
                                        <p:attrNameLst>
                                          <p:attrName>style.visibility</p:attrName>
                                        </p:attrNameLst>
                                      </p:cBhvr>
                                      <p:to>
                                        <p:strVal val="visible"/>
                                      </p:to>
                                    </p:set>
                                    <p:anim calcmode="lin" valueType="num">
                                      <p:cBhvr additive="base">
                                        <p:cTn id="87" dur="500" fill="hold"/>
                                        <p:tgtEl>
                                          <p:spTgt spid="12"/>
                                        </p:tgtEl>
                                        <p:attrNameLst>
                                          <p:attrName>ppt_x</p:attrName>
                                        </p:attrNameLst>
                                      </p:cBhvr>
                                      <p:tavLst>
                                        <p:tav tm="0">
                                          <p:val>
                                            <p:strVal val="#ppt_x"/>
                                          </p:val>
                                        </p:tav>
                                        <p:tav tm="100000">
                                          <p:val>
                                            <p:strVal val="#ppt_x"/>
                                          </p:val>
                                        </p:tav>
                                      </p:tavLst>
                                    </p:anim>
                                    <p:anim calcmode="lin" valueType="num">
                                      <p:cBhvr additive="base">
                                        <p:cTn id="8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2" presetClass="entr" presetSubtype="4" fill="hold" nodeType="clickEffect">
                                  <p:stCondLst>
                                    <p:cond delay="0"/>
                                  </p:stCondLst>
                                  <p:childTnLst>
                                    <p:set>
                                      <p:cBhvr>
                                        <p:cTn id="92" dur="1" fill="hold">
                                          <p:stCondLst>
                                            <p:cond delay="0"/>
                                          </p:stCondLst>
                                        </p:cTn>
                                        <p:tgtEl>
                                          <p:spTgt spid="14"/>
                                        </p:tgtEl>
                                        <p:attrNameLst>
                                          <p:attrName>style.visibility</p:attrName>
                                        </p:attrNameLst>
                                      </p:cBhvr>
                                      <p:to>
                                        <p:strVal val="visible"/>
                                      </p:to>
                                    </p:set>
                                    <p:anim calcmode="lin" valueType="num">
                                      <p:cBhvr additive="base">
                                        <p:cTn id="93" dur="500" fill="hold"/>
                                        <p:tgtEl>
                                          <p:spTgt spid="14"/>
                                        </p:tgtEl>
                                        <p:attrNameLst>
                                          <p:attrName>ppt_x</p:attrName>
                                        </p:attrNameLst>
                                      </p:cBhvr>
                                      <p:tavLst>
                                        <p:tav tm="0">
                                          <p:val>
                                            <p:strVal val="#ppt_x"/>
                                          </p:val>
                                        </p:tav>
                                        <p:tav tm="100000">
                                          <p:val>
                                            <p:strVal val="#ppt_x"/>
                                          </p:val>
                                        </p:tav>
                                      </p:tavLst>
                                    </p:anim>
                                    <p:anim calcmode="lin" valueType="num">
                                      <p:cBhvr additive="base">
                                        <p:cTn id="9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2" presetClass="entr" presetSubtype="4" fill="hold" nodeType="clickEffect">
                                  <p:stCondLst>
                                    <p:cond delay="0"/>
                                  </p:stCondLst>
                                  <p:childTnLst>
                                    <p:set>
                                      <p:cBhvr>
                                        <p:cTn id="98" dur="1" fill="hold">
                                          <p:stCondLst>
                                            <p:cond delay="0"/>
                                          </p:stCondLst>
                                        </p:cTn>
                                        <p:tgtEl>
                                          <p:spTgt spid="13"/>
                                        </p:tgtEl>
                                        <p:attrNameLst>
                                          <p:attrName>style.visibility</p:attrName>
                                        </p:attrNameLst>
                                      </p:cBhvr>
                                      <p:to>
                                        <p:strVal val="visible"/>
                                      </p:to>
                                    </p:set>
                                    <p:anim calcmode="lin" valueType="num">
                                      <p:cBhvr additive="base">
                                        <p:cTn id="99" dur="500" fill="hold"/>
                                        <p:tgtEl>
                                          <p:spTgt spid="13"/>
                                        </p:tgtEl>
                                        <p:attrNameLst>
                                          <p:attrName>ppt_x</p:attrName>
                                        </p:attrNameLst>
                                      </p:cBhvr>
                                      <p:tavLst>
                                        <p:tav tm="0">
                                          <p:val>
                                            <p:strVal val="#ppt_x"/>
                                          </p:val>
                                        </p:tav>
                                        <p:tav tm="100000">
                                          <p:val>
                                            <p:strVal val="#ppt_x"/>
                                          </p:val>
                                        </p:tav>
                                      </p:tavLst>
                                    </p:anim>
                                    <p:anim calcmode="lin" valueType="num">
                                      <p:cBhvr additive="base">
                                        <p:cTn id="10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2" presetClass="entr" presetSubtype="4" fill="hold" nodeType="clickEffect">
                                  <p:stCondLst>
                                    <p:cond delay="0"/>
                                  </p:stCondLst>
                                  <p:childTnLst>
                                    <p:set>
                                      <p:cBhvr>
                                        <p:cTn id="104" dur="1" fill="hold">
                                          <p:stCondLst>
                                            <p:cond delay="0"/>
                                          </p:stCondLst>
                                        </p:cTn>
                                        <p:tgtEl>
                                          <p:spTgt spid="15"/>
                                        </p:tgtEl>
                                        <p:attrNameLst>
                                          <p:attrName>style.visibility</p:attrName>
                                        </p:attrNameLst>
                                      </p:cBhvr>
                                      <p:to>
                                        <p:strVal val="visible"/>
                                      </p:to>
                                    </p:set>
                                    <p:anim calcmode="lin" valueType="num">
                                      <p:cBhvr additive="base">
                                        <p:cTn id="105" dur="500" fill="hold"/>
                                        <p:tgtEl>
                                          <p:spTgt spid="15"/>
                                        </p:tgtEl>
                                        <p:attrNameLst>
                                          <p:attrName>ppt_x</p:attrName>
                                        </p:attrNameLst>
                                      </p:cBhvr>
                                      <p:tavLst>
                                        <p:tav tm="0">
                                          <p:val>
                                            <p:strVal val="#ppt_x"/>
                                          </p:val>
                                        </p:tav>
                                        <p:tav tm="100000">
                                          <p:val>
                                            <p:strVal val="#ppt_x"/>
                                          </p:val>
                                        </p:tav>
                                      </p:tavLst>
                                    </p:anim>
                                    <p:anim calcmode="lin" valueType="num">
                                      <p:cBhvr additive="base">
                                        <p:cTn id="10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42" presetClass="entr" presetSubtype="0" fill="hold" nodeType="clickEffect">
                                  <p:stCondLst>
                                    <p:cond delay="0"/>
                                  </p:stCondLst>
                                  <p:childTnLst>
                                    <p:set>
                                      <p:cBhvr>
                                        <p:cTn id="110" dur="1" fill="hold">
                                          <p:stCondLst>
                                            <p:cond delay="0"/>
                                          </p:stCondLst>
                                        </p:cTn>
                                        <p:tgtEl>
                                          <p:spTgt spid="20"/>
                                        </p:tgtEl>
                                        <p:attrNameLst>
                                          <p:attrName>style.visibility</p:attrName>
                                        </p:attrNameLst>
                                      </p:cBhvr>
                                      <p:to>
                                        <p:strVal val="visible"/>
                                      </p:to>
                                    </p:set>
                                    <p:animEffect transition="in" filter="fade">
                                      <p:cBhvr>
                                        <p:cTn id="111" dur="1000"/>
                                        <p:tgtEl>
                                          <p:spTgt spid="20"/>
                                        </p:tgtEl>
                                      </p:cBhvr>
                                    </p:animEffect>
                                    <p:anim calcmode="lin" valueType="num">
                                      <p:cBhvr>
                                        <p:cTn id="112" dur="1000" fill="hold"/>
                                        <p:tgtEl>
                                          <p:spTgt spid="20"/>
                                        </p:tgtEl>
                                        <p:attrNameLst>
                                          <p:attrName>ppt_x</p:attrName>
                                        </p:attrNameLst>
                                      </p:cBhvr>
                                      <p:tavLst>
                                        <p:tav tm="0">
                                          <p:val>
                                            <p:strVal val="#ppt_x"/>
                                          </p:val>
                                        </p:tav>
                                        <p:tav tm="100000">
                                          <p:val>
                                            <p:strVal val="#ppt_x"/>
                                          </p:val>
                                        </p:tav>
                                      </p:tavLst>
                                    </p:anim>
                                    <p:anim calcmode="lin" valueType="num">
                                      <p:cBhvr>
                                        <p:cTn id="113"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42" presetClass="entr" presetSubtype="0" fill="hold" nodeType="clickEffect">
                                  <p:stCondLst>
                                    <p:cond delay="0"/>
                                  </p:stCondLst>
                                  <p:childTnLst>
                                    <p:set>
                                      <p:cBhvr>
                                        <p:cTn id="117" dur="1" fill="hold">
                                          <p:stCondLst>
                                            <p:cond delay="0"/>
                                          </p:stCondLst>
                                        </p:cTn>
                                        <p:tgtEl>
                                          <p:spTgt spid="19"/>
                                        </p:tgtEl>
                                        <p:attrNameLst>
                                          <p:attrName>style.visibility</p:attrName>
                                        </p:attrNameLst>
                                      </p:cBhvr>
                                      <p:to>
                                        <p:strVal val="visible"/>
                                      </p:to>
                                    </p:set>
                                    <p:animEffect transition="in" filter="fade">
                                      <p:cBhvr>
                                        <p:cTn id="118" dur="1000"/>
                                        <p:tgtEl>
                                          <p:spTgt spid="19"/>
                                        </p:tgtEl>
                                      </p:cBhvr>
                                    </p:animEffect>
                                    <p:anim calcmode="lin" valueType="num">
                                      <p:cBhvr>
                                        <p:cTn id="119" dur="1000" fill="hold"/>
                                        <p:tgtEl>
                                          <p:spTgt spid="19"/>
                                        </p:tgtEl>
                                        <p:attrNameLst>
                                          <p:attrName>ppt_x</p:attrName>
                                        </p:attrNameLst>
                                      </p:cBhvr>
                                      <p:tavLst>
                                        <p:tav tm="0">
                                          <p:val>
                                            <p:strVal val="#ppt_x"/>
                                          </p:val>
                                        </p:tav>
                                        <p:tav tm="100000">
                                          <p:val>
                                            <p:strVal val="#ppt_x"/>
                                          </p:val>
                                        </p:tav>
                                      </p:tavLst>
                                    </p:anim>
                                    <p:anim calcmode="lin" valueType="num">
                                      <p:cBhvr>
                                        <p:cTn id="120"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21" fill="hold">
                      <p:stCondLst>
                        <p:cond delay="indefinite"/>
                      </p:stCondLst>
                      <p:childTnLst>
                        <p:par>
                          <p:cTn id="122" fill="hold">
                            <p:stCondLst>
                              <p:cond delay="0"/>
                            </p:stCondLst>
                            <p:childTnLst>
                              <p:par>
                                <p:cTn id="123" presetID="22" presetClass="entr" presetSubtype="4" fill="hold" nodeType="clickEffect">
                                  <p:stCondLst>
                                    <p:cond delay="0"/>
                                  </p:stCondLst>
                                  <p:childTnLst>
                                    <p:set>
                                      <p:cBhvr>
                                        <p:cTn id="124" dur="1" fill="hold">
                                          <p:stCondLst>
                                            <p:cond delay="0"/>
                                          </p:stCondLst>
                                        </p:cTn>
                                        <p:tgtEl>
                                          <p:spTgt spid="21"/>
                                        </p:tgtEl>
                                        <p:attrNameLst>
                                          <p:attrName>style.visibility</p:attrName>
                                        </p:attrNameLst>
                                      </p:cBhvr>
                                      <p:to>
                                        <p:strVal val="visible"/>
                                      </p:to>
                                    </p:set>
                                    <p:animEffect transition="in" filter="wipe(down)">
                                      <p:cBhvr>
                                        <p:cTn id="125" dur="500"/>
                                        <p:tgtEl>
                                          <p:spTgt spid="21"/>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4" fill="hold" nodeType="clickEffect">
                                  <p:stCondLst>
                                    <p:cond delay="0"/>
                                  </p:stCondLst>
                                  <p:childTnLst>
                                    <p:set>
                                      <p:cBhvr>
                                        <p:cTn id="129" dur="1" fill="hold">
                                          <p:stCondLst>
                                            <p:cond delay="0"/>
                                          </p:stCondLst>
                                        </p:cTn>
                                        <p:tgtEl>
                                          <p:spTgt spid="23"/>
                                        </p:tgtEl>
                                        <p:attrNameLst>
                                          <p:attrName>style.visibility</p:attrName>
                                        </p:attrNameLst>
                                      </p:cBhvr>
                                      <p:to>
                                        <p:strVal val="visible"/>
                                      </p:to>
                                    </p:set>
                                    <p:animEffect transition="in" filter="wipe(down)">
                                      <p:cBhvr>
                                        <p:cTn id="130" dur="500"/>
                                        <p:tgtEl>
                                          <p:spTgt spid="23"/>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4" fill="hold" nodeType="clickEffect">
                                  <p:stCondLst>
                                    <p:cond delay="0"/>
                                  </p:stCondLst>
                                  <p:childTnLst>
                                    <p:set>
                                      <p:cBhvr>
                                        <p:cTn id="134" dur="1" fill="hold">
                                          <p:stCondLst>
                                            <p:cond delay="0"/>
                                          </p:stCondLst>
                                        </p:cTn>
                                        <p:tgtEl>
                                          <p:spTgt spid="24"/>
                                        </p:tgtEl>
                                        <p:attrNameLst>
                                          <p:attrName>style.visibility</p:attrName>
                                        </p:attrNameLst>
                                      </p:cBhvr>
                                      <p:to>
                                        <p:strVal val="visible"/>
                                      </p:to>
                                    </p:set>
                                    <p:animEffect transition="in" filter="wipe(down)">
                                      <p:cBhvr>
                                        <p:cTn id="13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Examples of Databases</a:t>
            </a:r>
            <a:endParaRPr lang="id-ID" sz="2800" b="1" dirty="0"/>
          </a:p>
        </p:txBody>
      </p:sp>
      <p:sp>
        <p:nvSpPr>
          <p:cNvPr id="5" name="Rectangle 4">
            <a:extLst>
              <a:ext uri="{FF2B5EF4-FFF2-40B4-BE49-F238E27FC236}">
                <a16:creationId xmlns:a16="http://schemas.microsoft.com/office/drawing/2014/main" id="{FE66DDF2-EBB1-4073-9E80-8619FA801983}"/>
              </a:ext>
            </a:extLst>
          </p:cNvPr>
          <p:cNvSpPr/>
          <p:nvPr/>
        </p:nvSpPr>
        <p:spPr>
          <a:xfrm>
            <a:off x="974436" y="1517515"/>
            <a:ext cx="9415559" cy="5663089"/>
          </a:xfrm>
          <a:prstGeom prst="rect">
            <a:avLst/>
          </a:prstGeom>
        </p:spPr>
        <p:txBody>
          <a:bodyPr wrap="square">
            <a:spAutoFit/>
          </a:bodyPr>
          <a:lstStyle/>
          <a:p>
            <a:pPr marL="457200" indent="-457200">
              <a:buAutoNum type="arabicPeriod"/>
            </a:pPr>
            <a:r>
              <a:rPr lang="en-HK" sz="2000" b="1" dirty="0">
                <a:solidFill>
                  <a:srgbClr val="FF0000"/>
                </a:solidFill>
              </a:rPr>
              <a:t>NCBI (</a:t>
            </a:r>
            <a:r>
              <a:rPr lang="en-HK" sz="2000" b="1" dirty="0">
                <a:solidFill>
                  <a:srgbClr val="0462C1"/>
                </a:solidFill>
              </a:rPr>
              <a:t>National </a:t>
            </a:r>
            <a:r>
              <a:rPr lang="en-HK" sz="2000" b="1" dirty="0" err="1">
                <a:solidFill>
                  <a:srgbClr val="0462C1"/>
                </a:solidFill>
              </a:rPr>
              <a:t>Center</a:t>
            </a:r>
            <a:r>
              <a:rPr lang="en-HK" sz="2000" b="1" dirty="0">
                <a:solidFill>
                  <a:srgbClr val="0462C1"/>
                </a:solidFill>
              </a:rPr>
              <a:t> for Biotechnology Information</a:t>
            </a:r>
            <a:r>
              <a:rPr lang="en-HK" sz="2000" b="1" dirty="0">
                <a:solidFill>
                  <a:srgbClr val="FF0000"/>
                </a:solidFill>
              </a:rPr>
              <a:t>)</a:t>
            </a:r>
          </a:p>
          <a:p>
            <a:pPr marL="863600" lvl="1" indent="-342900">
              <a:buFont typeface="Arial" panose="020B0604020202020204" pitchFamily="34" charset="0"/>
              <a:buChar char="•"/>
            </a:pPr>
            <a:r>
              <a:rPr lang="en-US" sz="1800" dirty="0">
                <a:solidFill>
                  <a:srgbClr val="000000"/>
                </a:solidFill>
                <a:hlinkClick r:id="rId2"/>
              </a:rPr>
              <a:t>www.ncbi.nlm.nih.gov</a:t>
            </a:r>
            <a:endParaRPr lang="en-US" sz="1800" dirty="0">
              <a:solidFill>
                <a:srgbClr val="000000"/>
              </a:solidFill>
            </a:endParaRPr>
          </a:p>
          <a:p>
            <a:pPr marL="863600" lvl="1" indent="-342900">
              <a:buFont typeface="Arial" panose="020B0604020202020204" pitchFamily="34" charset="0"/>
              <a:buChar char="•"/>
            </a:pPr>
            <a:r>
              <a:rPr lang="en-US" sz="1800" dirty="0">
                <a:solidFill>
                  <a:srgbClr val="000000"/>
                </a:solidFill>
              </a:rPr>
              <a:t>Created in 1988 as part of the National Library of Medicine at NIH</a:t>
            </a:r>
          </a:p>
          <a:p>
            <a:pPr marL="863600" lvl="1" indent="-342900">
              <a:buFont typeface="Arial" panose="020B0604020202020204" pitchFamily="34" charset="0"/>
              <a:buChar char="•"/>
            </a:pPr>
            <a:r>
              <a:rPr lang="en-US" sz="1800" dirty="0">
                <a:solidFill>
                  <a:srgbClr val="000000"/>
                </a:solidFill>
              </a:rPr>
              <a:t>Establish public databases, that provides access to biomedical and genomic information.</a:t>
            </a:r>
          </a:p>
          <a:p>
            <a:pPr marL="863600" lvl="1" indent="-342900">
              <a:buFont typeface="Arial" panose="020B0604020202020204" pitchFamily="34" charset="0"/>
              <a:buChar char="•"/>
            </a:pPr>
            <a:r>
              <a:rPr lang="en-US" sz="1800" dirty="0">
                <a:solidFill>
                  <a:srgbClr val="000000"/>
                </a:solidFill>
              </a:rPr>
              <a:t>Research in computational biology</a:t>
            </a:r>
          </a:p>
          <a:p>
            <a:pPr marL="863600" lvl="1" indent="-342900">
              <a:buFont typeface="Arial" panose="020B0604020202020204" pitchFamily="34" charset="0"/>
              <a:buChar char="•"/>
            </a:pPr>
            <a:r>
              <a:rPr lang="en-US" sz="1800" dirty="0">
                <a:solidFill>
                  <a:srgbClr val="000000"/>
                </a:solidFill>
              </a:rPr>
              <a:t>Develop software tools for sequence analysis</a:t>
            </a:r>
          </a:p>
          <a:p>
            <a:pPr marL="863600" lvl="1" indent="-342900">
              <a:buFont typeface="Arial" panose="020B0604020202020204" pitchFamily="34" charset="0"/>
              <a:buChar char="•"/>
            </a:pPr>
            <a:r>
              <a:rPr lang="en-HK" sz="1800" dirty="0">
                <a:solidFill>
                  <a:srgbClr val="000000"/>
                </a:solidFill>
              </a:rPr>
              <a:t>GenBank is part of NCBI</a:t>
            </a:r>
          </a:p>
          <a:p>
            <a:pPr marL="863600" lvl="1" indent="-342900">
              <a:buFont typeface="Arial" panose="020B0604020202020204" pitchFamily="34" charset="0"/>
              <a:buChar char="•"/>
            </a:pPr>
            <a:endParaRPr lang="en-HK" sz="1800" dirty="0">
              <a:solidFill>
                <a:srgbClr val="000000"/>
              </a:solidFill>
            </a:endParaRPr>
          </a:p>
          <a:p>
            <a:r>
              <a:rPr lang="en-HK" sz="1800" b="1" dirty="0">
                <a:solidFill>
                  <a:srgbClr val="FF0000"/>
                </a:solidFill>
              </a:rPr>
              <a:t>2. </a:t>
            </a:r>
            <a:r>
              <a:rPr lang="en-HK" sz="1800" b="1" dirty="0" err="1">
                <a:solidFill>
                  <a:srgbClr val="FF0000"/>
                </a:solidFill>
              </a:rPr>
              <a:t>Genbank</a:t>
            </a:r>
            <a:r>
              <a:rPr lang="en-HK" sz="1800" b="1" dirty="0">
                <a:solidFill>
                  <a:srgbClr val="FF0000"/>
                </a:solidFill>
              </a:rPr>
              <a:t> (</a:t>
            </a:r>
            <a:r>
              <a:rPr lang="en-HK" sz="1800" b="1" dirty="0">
                <a:solidFill>
                  <a:srgbClr val="0462C1"/>
                </a:solidFill>
              </a:rPr>
              <a:t>Under NCBI</a:t>
            </a:r>
            <a:r>
              <a:rPr lang="en-HK" sz="1800" b="1" dirty="0">
                <a:solidFill>
                  <a:srgbClr val="FF0000"/>
                </a:solidFill>
              </a:rPr>
              <a:t>)</a:t>
            </a:r>
            <a:endParaRPr lang="en-HK" sz="1800" dirty="0">
              <a:solidFill>
                <a:srgbClr val="FF0000"/>
              </a:solidFill>
            </a:endParaRPr>
          </a:p>
          <a:p>
            <a:pPr marL="863600" lvl="1" indent="-342900">
              <a:buFont typeface="Arial" panose="020B0604020202020204" pitchFamily="34" charset="0"/>
              <a:buChar char="•"/>
            </a:pPr>
            <a:r>
              <a:rPr lang="en-HK" sz="1800" dirty="0">
                <a:solidFill>
                  <a:srgbClr val="000000"/>
                </a:solidFill>
              </a:rPr>
              <a:t>NIH genetic sequence database.</a:t>
            </a:r>
          </a:p>
          <a:p>
            <a:pPr marL="863600" lvl="1" indent="-342900">
              <a:buFont typeface="Arial" panose="020B0604020202020204" pitchFamily="34" charset="0"/>
              <a:buChar char="•"/>
            </a:pPr>
            <a:r>
              <a:rPr lang="en-US" sz="1800" dirty="0">
                <a:solidFill>
                  <a:srgbClr val="000000"/>
                </a:solidFill>
              </a:rPr>
              <a:t>An annotated collection of all publicly available DNA sequences (</a:t>
            </a:r>
            <a:r>
              <a:rPr lang="en-US" sz="1800" i="1" dirty="0">
                <a:solidFill>
                  <a:srgbClr val="0462C1"/>
                </a:solidFill>
              </a:rPr>
              <a:t>Nucleic Acids Research</a:t>
            </a:r>
            <a:r>
              <a:rPr lang="en-US" sz="1800" dirty="0">
                <a:solidFill>
                  <a:srgbClr val="0462C1"/>
                </a:solidFill>
              </a:rPr>
              <a:t>, 2013 Jan;41(D1):D36-42</a:t>
            </a:r>
            <a:r>
              <a:rPr lang="en-US" sz="1800" dirty="0">
                <a:solidFill>
                  <a:srgbClr val="000000"/>
                </a:solidFill>
              </a:rPr>
              <a:t>).</a:t>
            </a:r>
          </a:p>
          <a:p>
            <a:pPr marL="863600" lvl="1" indent="-342900">
              <a:buFont typeface="Arial" panose="020B0604020202020204" pitchFamily="34" charset="0"/>
              <a:buChar char="•"/>
            </a:pPr>
            <a:r>
              <a:rPr lang="en-US" sz="1800" dirty="0">
                <a:solidFill>
                  <a:srgbClr val="000000"/>
                </a:solidFill>
              </a:rPr>
              <a:t>Is part of the </a:t>
            </a:r>
            <a:r>
              <a:rPr lang="en-US" sz="1800" dirty="0">
                <a:solidFill>
                  <a:srgbClr val="0462C1"/>
                </a:solidFill>
              </a:rPr>
              <a:t>International Nucleotide Sequence Database Collaboration</a:t>
            </a:r>
            <a:r>
              <a:rPr lang="en-US" sz="1800" dirty="0">
                <a:solidFill>
                  <a:srgbClr val="000000"/>
                </a:solidFill>
              </a:rPr>
              <a:t>.</a:t>
            </a:r>
          </a:p>
          <a:p>
            <a:endParaRPr lang="en-HK" sz="1800" dirty="0">
              <a:solidFill>
                <a:srgbClr val="000000"/>
              </a:solidFill>
            </a:endParaRPr>
          </a:p>
          <a:p>
            <a:r>
              <a:rPr lang="en-HK" sz="1800" b="1" dirty="0">
                <a:solidFill>
                  <a:srgbClr val="FF0000"/>
                </a:solidFill>
              </a:rPr>
              <a:t>3. INSDC (</a:t>
            </a:r>
            <a:r>
              <a:rPr lang="en-HK" sz="1800" b="1" dirty="0">
                <a:solidFill>
                  <a:srgbClr val="0462C1"/>
                </a:solidFill>
              </a:rPr>
              <a:t>International Nucleotide Sequence Database Collaboration</a:t>
            </a:r>
            <a:r>
              <a:rPr lang="en-HK" sz="1800" b="1" dirty="0">
                <a:solidFill>
                  <a:srgbClr val="FF0000"/>
                </a:solidFill>
              </a:rPr>
              <a:t>)</a:t>
            </a:r>
            <a:endParaRPr lang="en-HK" sz="1800" dirty="0">
              <a:solidFill>
                <a:srgbClr val="FF0000"/>
              </a:solidFill>
            </a:endParaRPr>
          </a:p>
          <a:p>
            <a:pPr marL="863600" lvl="1" indent="-342900">
              <a:buFont typeface="Arial" panose="020B0604020202020204" pitchFamily="34" charset="0"/>
              <a:buChar char="•"/>
            </a:pPr>
            <a:r>
              <a:rPr lang="en-US" sz="1800" dirty="0">
                <a:solidFill>
                  <a:srgbClr val="000000"/>
                </a:solidFill>
              </a:rPr>
              <a:t>Is a long-standing foundational initiative that operates between </a:t>
            </a:r>
            <a:r>
              <a:rPr lang="en-US" sz="1800" dirty="0">
                <a:solidFill>
                  <a:srgbClr val="0462C1"/>
                </a:solidFill>
              </a:rPr>
              <a:t>DDBJ</a:t>
            </a:r>
            <a:r>
              <a:rPr lang="en-US" sz="1800" dirty="0">
                <a:solidFill>
                  <a:srgbClr val="000000"/>
                </a:solidFill>
              </a:rPr>
              <a:t>, </a:t>
            </a:r>
            <a:r>
              <a:rPr lang="en-US" sz="1800" dirty="0">
                <a:solidFill>
                  <a:srgbClr val="0462C1"/>
                </a:solidFill>
              </a:rPr>
              <a:t>EMBL-</a:t>
            </a:r>
            <a:r>
              <a:rPr lang="en-US" sz="1800" dirty="0" err="1">
                <a:solidFill>
                  <a:srgbClr val="0462C1"/>
                </a:solidFill>
              </a:rPr>
              <a:t>EBI</a:t>
            </a:r>
            <a:r>
              <a:rPr lang="en-US" sz="1800" dirty="0" err="1">
                <a:solidFill>
                  <a:srgbClr val="000000"/>
                </a:solidFill>
              </a:rPr>
              <a:t>and</a:t>
            </a:r>
            <a:r>
              <a:rPr lang="en-US" sz="1800" dirty="0">
                <a:solidFill>
                  <a:srgbClr val="000000"/>
                </a:solidFill>
              </a:rPr>
              <a:t> </a:t>
            </a:r>
            <a:r>
              <a:rPr lang="en-US" sz="1800" dirty="0">
                <a:solidFill>
                  <a:srgbClr val="0462C1"/>
                </a:solidFill>
              </a:rPr>
              <a:t>NCBI</a:t>
            </a:r>
            <a:r>
              <a:rPr lang="en-US" sz="1800" dirty="0">
                <a:solidFill>
                  <a:srgbClr val="000000"/>
                </a:solidFill>
              </a:rPr>
              <a:t>.</a:t>
            </a:r>
          </a:p>
          <a:p>
            <a:pPr marL="863600" lvl="1" indent="-342900">
              <a:buFont typeface="Arial" panose="020B0604020202020204" pitchFamily="34" charset="0"/>
              <a:buChar char="•"/>
            </a:pPr>
            <a:r>
              <a:rPr lang="en-US" sz="1800" dirty="0">
                <a:solidFill>
                  <a:srgbClr val="000000"/>
                </a:solidFill>
              </a:rPr>
              <a:t>Covers the spectrum of data raw reads, through alignments and assemblies to functional annotation, enriched with contextual information relating to samples and experimental configurations.</a:t>
            </a:r>
          </a:p>
          <a:p>
            <a:pPr marL="863600" lvl="1" indent="-342900">
              <a:buFont typeface="Arial" panose="020B0604020202020204" pitchFamily="34" charset="0"/>
              <a:buChar char="•"/>
            </a:pPr>
            <a:endParaRPr lang="en-HK" sz="1800" dirty="0">
              <a:solidFill>
                <a:srgbClr val="000000"/>
              </a:solidFill>
            </a:endParaRPr>
          </a:p>
        </p:txBody>
      </p:sp>
    </p:spTree>
    <p:extLst>
      <p:ext uri="{BB962C8B-B14F-4D97-AF65-F5344CB8AC3E}">
        <p14:creationId xmlns:p14="http://schemas.microsoft.com/office/powerpoint/2010/main" val="1406205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Examples of Databases</a:t>
            </a:r>
            <a:endParaRPr lang="id-ID" sz="2800" b="1" dirty="0"/>
          </a:p>
        </p:txBody>
      </p:sp>
      <p:sp>
        <p:nvSpPr>
          <p:cNvPr id="3" name="Rectangle 2">
            <a:extLst>
              <a:ext uri="{FF2B5EF4-FFF2-40B4-BE49-F238E27FC236}">
                <a16:creationId xmlns:a16="http://schemas.microsoft.com/office/drawing/2014/main" id="{9EF1BD0E-B2B9-470A-89F1-72B7E7E47D71}"/>
              </a:ext>
            </a:extLst>
          </p:cNvPr>
          <p:cNvSpPr/>
          <p:nvPr/>
        </p:nvSpPr>
        <p:spPr>
          <a:xfrm>
            <a:off x="1238251" y="1522747"/>
            <a:ext cx="8900536" cy="4801314"/>
          </a:xfrm>
          <a:prstGeom prst="rect">
            <a:avLst/>
          </a:prstGeom>
        </p:spPr>
        <p:txBody>
          <a:bodyPr wrap="square">
            <a:spAutoFit/>
          </a:bodyPr>
          <a:lstStyle/>
          <a:p>
            <a:r>
              <a:rPr lang="en-HK" sz="1800" b="1" dirty="0">
                <a:solidFill>
                  <a:srgbClr val="FF0000"/>
                </a:solidFill>
              </a:rPr>
              <a:t>4. NDB (</a:t>
            </a:r>
            <a:r>
              <a:rPr lang="en-HK" sz="1800" b="1" dirty="0">
                <a:solidFill>
                  <a:srgbClr val="0462C1"/>
                </a:solidFill>
              </a:rPr>
              <a:t>Nucleic Acid Database</a:t>
            </a:r>
            <a:r>
              <a:rPr lang="en-HK" sz="1800" b="1" dirty="0">
                <a:solidFill>
                  <a:srgbClr val="FF0000"/>
                </a:solidFill>
              </a:rPr>
              <a:t>)</a:t>
            </a:r>
            <a:endParaRPr lang="en-HK" sz="1800" dirty="0">
              <a:solidFill>
                <a:srgbClr val="FF0000"/>
              </a:solidFill>
            </a:endParaRPr>
          </a:p>
          <a:p>
            <a:pPr marL="863600" lvl="1" indent="-342900">
              <a:buFont typeface="Arial" panose="020B0604020202020204" pitchFamily="34" charset="0"/>
              <a:buChar char="•"/>
            </a:pPr>
            <a:r>
              <a:rPr lang="en-US" sz="1800" dirty="0">
                <a:solidFill>
                  <a:srgbClr val="000000"/>
                </a:solidFill>
              </a:rPr>
              <a:t>A Portal for three-dimensional structural information about nucleic acids.</a:t>
            </a:r>
          </a:p>
          <a:p>
            <a:pPr marL="863600" lvl="1" indent="-342900">
              <a:buFont typeface="Arial" panose="020B0604020202020204" pitchFamily="34" charset="0"/>
              <a:buChar char="•"/>
            </a:pPr>
            <a:r>
              <a:rPr lang="en-US" sz="1800" dirty="0">
                <a:solidFill>
                  <a:srgbClr val="000000"/>
                </a:solidFill>
              </a:rPr>
              <a:t>Contains information about experimentally-determined nucleic acids and complex assemblies.</a:t>
            </a:r>
          </a:p>
          <a:p>
            <a:pPr marL="863600" lvl="1" indent="-342900">
              <a:buFont typeface="Arial" panose="020B0604020202020204" pitchFamily="34" charset="0"/>
              <a:buChar char="•"/>
            </a:pPr>
            <a:r>
              <a:rPr lang="en-US" sz="1800" dirty="0">
                <a:solidFill>
                  <a:srgbClr val="000000"/>
                </a:solidFill>
              </a:rPr>
              <a:t>Is used to perform searches based on annotations relating to sequence, structure and function.</a:t>
            </a:r>
          </a:p>
          <a:p>
            <a:endParaRPr lang="en-US" sz="1800" dirty="0">
              <a:solidFill>
                <a:srgbClr val="000000"/>
              </a:solidFill>
            </a:endParaRPr>
          </a:p>
          <a:p>
            <a:r>
              <a:rPr lang="en-HK" sz="1800" b="1" dirty="0">
                <a:solidFill>
                  <a:srgbClr val="FF0000"/>
                </a:solidFill>
              </a:rPr>
              <a:t>5.EMBL (</a:t>
            </a:r>
            <a:r>
              <a:rPr lang="en-HK" sz="1800" b="1" dirty="0">
                <a:solidFill>
                  <a:srgbClr val="0462C1"/>
                </a:solidFill>
              </a:rPr>
              <a:t>European Molecular Biology Laboratory</a:t>
            </a:r>
            <a:r>
              <a:rPr lang="en-HK" sz="1800" b="1" dirty="0">
                <a:solidFill>
                  <a:srgbClr val="FF0000"/>
                </a:solidFill>
              </a:rPr>
              <a:t>)</a:t>
            </a:r>
            <a:endParaRPr lang="en-HK" sz="1800" dirty="0">
              <a:solidFill>
                <a:srgbClr val="FF0000"/>
              </a:solidFill>
            </a:endParaRPr>
          </a:p>
          <a:p>
            <a:pPr marL="863600" lvl="1" indent="-342900">
              <a:buFont typeface="Arial" panose="020B0604020202020204" pitchFamily="34" charset="0"/>
              <a:buChar char="•"/>
            </a:pPr>
            <a:r>
              <a:rPr lang="en-US" sz="1800" dirty="0">
                <a:solidFill>
                  <a:srgbClr val="000000"/>
                </a:solidFill>
              </a:rPr>
              <a:t>An institute of 5 </a:t>
            </a:r>
            <a:r>
              <a:rPr lang="en-US" sz="1800" dirty="0" err="1">
                <a:solidFill>
                  <a:srgbClr val="000000"/>
                </a:solidFill>
              </a:rPr>
              <a:t>centres</a:t>
            </a:r>
            <a:r>
              <a:rPr lang="en-US" sz="1800" dirty="0">
                <a:solidFill>
                  <a:srgbClr val="000000"/>
                </a:solidFill>
              </a:rPr>
              <a:t>:</a:t>
            </a:r>
          </a:p>
          <a:p>
            <a:pPr marL="1384300" lvl="2" indent="-342900">
              <a:buFont typeface="Arial" panose="020B0604020202020204" pitchFamily="34" charset="0"/>
              <a:buChar char="•"/>
            </a:pPr>
            <a:r>
              <a:rPr lang="en-US" sz="1800" i="1" dirty="0">
                <a:solidFill>
                  <a:srgbClr val="000000"/>
                </a:solidFill>
              </a:rPr>
              <a:t>EMBL Heidelberg, Germany (Main laboratory)</a:t>
            </a:r>
            <a:endParaRPr lang="en-US" sz="1800" dirty="0">
              <a:solidFill>
                <a:srgbClr val="000000"/>
              </a:solidFill>
            </a:endParaRPr>
          </a:p>
          <a:p>
            <a:pPr marL="1384300" lvl="2" indent="-342900">
              <a:buFont typeface="Arial" panose="020B0604020202020204" pitchFamily="34" charset="0"/>
              <a:buChar char="•"/>
            </a:pPr>
            <a:r>
              <a:rPr lang="en-US" sz="1800" i="1" dirty="0">
                <a:solidFill>
                  <a:srgbClr val="000000"/>
                </a:solidFill>
              </a:rPr>
              <a:t>EMBL Grenoble, France (Structural biology laboratory)</a:t>
            </a:r>
            <a:endParaRPr lang="en-US" sz="1800" dirty="0">
              <a:solidFill>
                <a:srgbClr val="000000"/>
              </a:solidFill>
            </a:endParaRPr>
          </a:p>
          <a:p>
            <a:pPr marL="1384300" lvl="2" indent="-342900">
              <a:buFont typeface="Arial" panose="020B0604020202020204" pitchFamily="34" charset="0"/>
              <a:buChar char="•"/>
            </a:pPr>
            <a:r>
              <a:rPr lang="en-US" sz="1800" i="1" dirty="0">
                <a:solidFill>
                  <a:srgbClr val="000000"/>
                </a:solidFill>
              </a:rPr>
              <a:t>EMBL </a:t>
            </a:r>
            <a:r>
              <a:rPr lang="en-US" sz="1800" i="1" dirty="0" err="1">
                <a:solidFill>
                  <a:srgbClr val="000000"/>
                </a:solidFill>
              </a:rPr>
              <a:t>Monterotondo</a:t>
            </a:r>
            <a:r>
              <a:rPr lang="en-US" sz="1800" i="1" dirty="0">
                <a:solidFill>
                  <a:srgbClr val="000000"/>
                </a:solidFill>
              </a:rPr>
              <a:t>, Italy (Mouse biology laboratory)</a:t>
            </a:r>
            <a:endParaRPr lang="en-US" sz="1800" dirty="0">
              <a:solidFill>
                <a:srgbClr val="000000"/>
              </a:solidFill>
            </a:endParaRPr>
          </a:p>
          <a:p>
            <a:pPr marL="1384300" lvl="2" indent="-342900">
              <a:buFont typeface="Arial" panose="020B0604020202020204" pitchFamily="34" charset="0"/>
              <a:buChar char="•"/>
            </a:pPr>
            <a:r>
              <a:rPr lang="en-US" sz="1800" i="1" dirty="0">
                <a:solidFill>
                  <a:srgbClr val="000000"/>
                </a:solidFill>
              </a:rPr>
              <a:t>EMBL Hamburg, Germany (Structural biology laboratory)</a:t>
            </a:r>
            <a:endParaRPr lang="en-US" sz="1800" dirty="0">
              <a:solidFill>
                <a:srgbClr val="000000"/>
              </a:solidFill>
            </a:endParaRPr>
          </a:p>
          <a:p>
            <a:pPr marL="1384300" lvl="2" indent="-342900">
              <a:buFont typeface="Arial" panose="020B0604020202020204" pitchFamily="34" charset="0"/>
              <a:buChar char="•"/>
            </a:pPr>
            <a:r>
              <a:rPr lang="en-HK" sz="1800" i="1" dirty="0">
                <a:solidFill>
                  <a:srgbClr val="000000"/>
                </a:solidFill>
              </a:rPr>
              <a:t>EMBL-EBI </a:t>
            </a:r>
            <a:r>
              <a:rPr lang="en-HK" sz="1800" i="1" dirty="0" err="1">
                <a:solidFill>
                  <a:srgbClr val="000000"/>
                </a:solidFill>
              </a:rPr>
              <a:t>Hinxton</a:t>
            </a:r>
            <a:r>
              <a:rPr lang="en-HK" sz="1800" i="1" dirty="0">
                <a:solidFill>
                  <a:srgbClr val="000000"/>
                </a:solidFill>
              </a:rPr>
              <a:t>, UK (EBI Laboratory)</a:t>
            </a:r>
          </a:p>
          <a:p>
            <a:pPr marL="863600" lvl="1" indent="-342900">
              <a:buFont typeface="Arial" panose="020B0604020202020204" pitchFamily="34" charset="0"/>
              <a:buChar char="•"/>
            </a:pPr>
            <a:r>
              <a:rPr lang="en-US" sz="1800" dirty="0">
                <a:solidFill>
                  <a:srgbClr val="000000"/>
                </a:solidFill>
              </a:rPr>
              <a:t>Provides technology development and transfer, training and services to researchers. </a:t>
            </a:r>
          </a:p>
          <a:p>
            <a:endParaRPr lang="en-US" sz="1800" dirty="0">
              <a:solidFill>
                <a:srgbClr val="000000"/>
              </a:solidFill>
            </a:endParaRPr>
          </a:p>
          <a:p>
            <a:endParaRPr lang="en-US" sz="1800" dirty="0">
              <a:solidFill>
                <a:srgbClr val="000000"/>
              </a:solidFill>
            </a:endParaRPr>
          </a:p>
        </p:txBody>
      </p:sp>
    </p:spTree>
    <p:extLst>
      <p:ext uri="{BB962C8B-B14F-4D97-AF65-F5344CB8AC3E}">
        <p14:creationId xmlns:p14="http://schemas.microsoft.com/office/powerpoint/2010/main" val="5901124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Database Summary</a:t>
            </a:r>
            <a:endParaRPr lang="id-ID" sz="2800" b="1" dirty="0"/>
          </a:p>
        </p:txBody>
      </p:sp>
      <p:sp>
        <p:nvSpPr>
          <p:cNvPr id="4" name="Rectangle 3">
            <a:extLst>
              <a:ext uri="{FF2B5EF4-FFF2-40B4-BE49-F238E27FC236}">
                <a16:creationId xmlns:a16="http://schemas.microsoft.com/office/drawing/2014/main" id="{55EC3FC2-5A2F-4F3E-AD75-B227B9F6E07F}"/>
              </a:ext>
            </a:extLst>
          </p:cNvPr>
          <p:cNvSpPr/>
          <p:nvPr/>
        </p:nvSpPr>
        <p:spPr>
          <a:xfrm>
            <a:off x="1238250" y="1670046"/>
            <a:ext cx="8737023" cy="4401205"/>
          </a:xfrm>
          <a:prstGeom prst="rect">
            <a:avLst/>
          </a:prstGeom>
        </p:spPr>
        <p:txBody>
          <a:bodyPr wrap="square">
            <a:spAutoFit/>
          </a:bodyPr>
          <a:lstStyle/>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Databases are very important to store, and organize information. A good database are characterized by</a:t>
            </a:r>
          </a:p>
          <a:p>
            <a:pPr marL="977900" lvl="1" indent="-457200">
              <a:buFont typeface="+mj-lt"/>
              <a:buAutoNum type="arabicPeriod"/>
            </a:pPr>
            <a:r>
              <a:rPr lang="en-US" sz="2000" i="1" dirty="0">
                <a:latin typeface="Times New Roman" panose="02020603050405020304" pitchFamily="18" charset="0"/>
                <a:cs typeface="Times New Roman" panose="02020603050405020304" pitchFamily="18" charset="0"/>
              </a:rPr>
              <a:t>Comprehensive, but easy to search.</a:t>
            </a:r>
          </a:p>
          <a:p>
            <a:pPr marL="977900" lvl="1" indent="-457200">
              <a:buFont typeface="+mj-lt"/>
              <a:buAutoNum type="arabicPeriod"/>
            </a:pPr>
            <a:r>
              <a:rPr lang="en-US" sz="2000" i="1" dirty="0">
                <a:latin typeface="Times New Roman" panose="02020603050405020304" pitchFamily="18" charset="0"/>
                <a:cs typeface="Times New Roman" panose="02020603050405020304" pitchFamily="18" charset="0"/>
              </a:rPr>
              <a:t>Annotated, but not “too annotated”.</a:t>
            </a:r>
          </a:p>
          <a:p>
            <a:pPr marL="977900" lvl="1" indent="-457200">
              <a:buFont typeface="+mj-lt"/>
              <a:buAutoNum type="arabicPeriod"/>
            </a:pPr>
            <a:r>
              <a:rPr lang="en-US" sz="2000" i="1" dirty="0">
                <a:latin typeface="Times New Roman" panose="02020603050405020304" pitchFamily="18" charset="0"/>
                <a:cs typeface="Times New Roman" panose="02020603050405020304" pitchFamily="18" charset="0"/>
              </a:rPr>
              <a:t>A simple, easy to understand structure</a:t>
            </a:r>
          </a:p>
          <a:p>
            <a:pPr marL="977900" lvl="1" indent="-457200">
              <a:buFont typeface="+mj-lt"/>
              <a:buAutoNum type="arabicPeriod"/>
            </a:pPr>
            <a:r>
              <a:rPr lang="en-HK" sz="2000" i="1" dirty="0">
                <a:latin typeface="Times New Roman" panose="02020603050405020304" pitchFamily="18" charset="0"/>
                <a:cs typeface="Times New Roman" panose="02020603050405020304" pitchFamily="18" charset="0"/>
              </a:rPr>
              <a:t>Cross-referenced.</a:t>
            </a:r>
          </a:p>
          <a:p>
            <a:pPr marL="977900" lvl="1" indent="-457200">
              <a:buFont typeface="+mj-lt"/>
              <a:buAutoNum type="arabicPeriod"/>
            </a:pPr>
            <a:r>
              <a:rPr lang="en-HK" sz="2000" i="1" dirty="0">
                <a:latin typeface="Times New Roman" panose="02020603050405020304" pitchFamily="18" charset="0"/>
                <a:cs typeface="Times New Roman" panose="02020603050405020304" pitchFamily="18" charset="0"/>
              </a:rPr>
              <a:t>Minimum redundancy.</a:t>
            </a:r>
          </a:p>
          <a:p>
            <a:pPr marL="977900" lvl="1" indent="-457200">
              <a:buFont typeface="+mj-lt"/>
              <a:buAutoNum type="arabicPeriod"/>
            </a:pPr>
            <a:r>
              <a:rPr lang="en-US" sz="2000" i="1" dirty="0">
                <a:latin typeface="Times New Roman" panose="02020603050405020304" pitchFamily="18" charset="0"/>
                <a:cs typeface="Times New Roman" panose="02020603050405020304" pitchFamily="18" charset="0"/>
              </a:rPr>
              <a:t>Easy retrieval of data.</a:t>
            </a:r>
          </a:p>
          <a:p>
            <a:pPr marL="977900" lvl="1" indent="-457200">
              <a:buFont typeface="+mj-lt"/>
              <a:buAutoNum type="arabicPeriod"/>
            </a:pPr>
            <a:endParaRPr lang="en-US" sz="20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Most of Bioinformatics analysis begins from the retrieving information from database</a:t>
            </a:r>
          </a:p>
          <a:p>
            <a:pPr marL="457200" indent="-457200">
              <a:buFont typeface="+mj-lt"/>
              <a:buAutoNum type="arabicPeriod"/>
            </a:pPr>
            <a:endParaRPr lang="en-US" sz="20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You should be capable to use some basic biological databases like NCBI Nucleotide or protein databank.</a:t>
            </a:r>
          </a:p>
        </p:txBody>
      </p:sp>
    </p:spTree>
    <p:extLst>
      <p:ext uri="{BB962C8B-B14F-4D97-AF65-F5344CB8AC3E}">
        <p14:creationId xmlns:p14="http://schemas.microsoft.com/office/powerpoint/2010/main" val="2730681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latin typeface="Open Sans" panose="020B0606030504020204" pitchFamily="34" charset="0"/>
                <a:ea typeface="Open Sans" panose="020B0606030504020204" pitchFamily="34" charset="0"/>
                <a:cs typeface="Open Sans" panose="020B0606030504020204" pitchFamily="34" charset="0"/>
              </a:rPr>
              <a:t>Sequence Data Format</a:t>
            </a:r>
          </a:p>
        </p:txBody>
      </p:sp>
      <p:sp>
        <p:nvSpPr>
          <p:cNvPr id="3" name="Rectangle 2">
            <a:extLst>
              <a:ext uri="{FF2B5EF4-FFF2-40B4-BE49-F238E27FC236}">
                <a16:creationId xmlns:a16="http://schemas.microsoft.com/office/drawing/2014/main" id="{3AFF7FB6-3514-4E1F-A9AA-40ADEBD4B895}"/>
              </a:ext>
            </a:extLst>
          </p:cNvPr>
          <p:cNvSpPr/>
          <p:nvPr/>
        </p:nvSpPr>
        <p:spPr>
          <a:xfrm>
            <a:off x="1238251" y="1542457"/>
            <a:ext cx="6991350" cy="5016758"/>
          </a:xfrm>
          <a:prstGeom prst="rect">
            <a:avLst/>
          </a:prstGeom>
        </p:spPr>
        <p:txBody>
          <a:bodyPr wrap="square">
            <a:spAutoFit/>
          </a:bodyPr>
          <a:lstStyle/>
          <a:p>
            <a:pPr marL="457200" indent="-457200">
              <a:buFont typeface="+mj-lt"/>
              <a:buAutoNum type="arabicPeriod"/>
            </a:pPr>
            <a:r>
              <a:rPr lang="en-US"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There are many types of DNA sequences. The most common are: </a:t>
            </a:r>
          </a:p>
          <a:p>
            <a:pPr marL="457200" indent="-457200">
              <a:buFont typeface="+mj-lt"/>
              <a:buAutoNum type="arabicPeriod"/>
            </a:pPr>
            <a:endParaRPr lang="en-US" sz="16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977900" lvl="1" indent="-457200">
              <a:buFont typeface="+mj-lt"/>
              <a:buAutoNum type="arabicPeriod"/>
            </a:pPr>
            <a:r>
              <a:rPr lang="en-US"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Regulatory regions, often before genes. </a:t>
            </a:r>
          </a:p>
          <a:p>
            <a:pPr marL="977900" lvl="1" indent="-457200">
              <a:buFont typeface="+mj-lt"/>
              <a:buAutoNum type="arabicPeriod"/>
            </a:pPr>
            <a:r>
              <a:rPr lang="en-US"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Untranslated regions, often around genes (UTRs). </a:t>
            </a:r>
          </a:p>
          <a:p>
            <a:pPr marL="977900" lvl="1" indent="-457200">
              <a:buFont typeface="+mj-lt"/>
              <a:buAutoNum type="arabicPeriod"/>
            </a:pPr>
            <a:r>
              <a:rPr lang="en-HK"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Protein-coding regions (exons) </a:t>
            </a:r>
          </a:p>
          <a:p>
            <a:pPr marL="977900" lvl="1" indent="-457200">
              <a:buFont typeface="+mj-lt"/>
              <a:buAutoNum type="arabicPeriod"/>
            </a:pPr>
            <a:r>
              <a:rPr lang="en-HK"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Intergenic regions (between genes, introns). </a:t>
            </a:r>
          </a:p>
          <a:p>
            <a:pPr marL="977900" lvl="1" indent="-457200">
              <a:buFont typeface="+mj-lt"/>
              <a:buAutoNum type="arabicPeriod"/>
            </a:pPr>
            <a:endParaRPr lang="en-HK" sz="1600" i="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457200" indent="-457200">
              <a:buFont typeface="+mj-lt"/>
              <a:buAutoNum type="arabicPeriod"/>
            </a:pPr>
            <a:r>
              <a:rPr lang="en-US"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All these sequences can be found in GenBank of NCBI.</a:t>
            </a:r>
          </a:p>
          <a:p>
            <a:r>
              <a:rPr lang="en-US" sz="1600" dirty="0">
                <a:latin typeface="Open Sans" panose="020B0606030504020204" pitchFamily="34" charset="0"/>
                <a:ea typeface="Open Sans" panose="020B0606030504020204" pitchFamily="34" charset="0"/>
                <a:cs typeface="Open Sans" panose="020B0606030504020204" pitchFamily="34" charset="0"/>
              </a:rPr>
              <a:t>	(</a:t>
            </a:r>
            <a:r>
              <a:rPr lang="en-US" sz="1600" dirty="0">
                <a:latin typeface="Open Sans" panose="020B0606030504020204" pitchFamily="34" charset="0"/>
                <a:ea typeface="Open Sans" panose="020B0606030504020204" pitchFamily="34" charset="0"/>
                <a:cs typeface="Open Sans" panose="020B0606030504020204" pitchFamily="34" charset="0"/>
                <a:hlinkClick r:id="rId2"/>
              </a:rPr>
              <a:t>https://youtu.be/QIZ8QH6JcC8</a:t>
            </a:r>
            <a:r>
              <a:rPr lang="en-US" sz="1600" dirty="0">
                <a:latin typeface="Open Sans" panose="020B0606030504020204" pitchFamily="34" charset="0"/>
                <a:ea typeface="Open Sans" panose="020B0606030504020204" pitchFamily="34" charset="0"/>
                <a:cs typeface="Open Sans" panose="020B0606030504020204" pitchFamily="34" charset="0"/>
              </a:rPr>
              <a:t>) </a:t>
            </a:r>
          </a:p>
          <a:p>
            <a:endParaRPr lang="en-HK" sz="1600" dirty="0">
              <a:solidFill>
                <a:srgbClr val="FF0000"/>
              </a:solidFill>
              <a:latin typeface="Open Sans" panose="020B0606030504020204" pitchFamily="34" charset="0"/>
              <a:ea typeface="Open Sans" panose="020B0606030504020204" pitchFamily="34" charset="0"/>
              <a:cs typeface="Open Sans" panose="020B0606030504020204" pitchFamily="34" charset="0"/>
            </a:endParaRPr>
          </a:p>
          <a:p>
            <a:r>
              <a:rPr lang="en-HK"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	</a:t>
            </a:r>
            <a:r>
              <a:rPr lang="en-HK" sz="14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NCBI Primary databases (Archived info)</a:t>
            </a:r>
          </a:p>
          <a:p>
            <a:pPr marL="863600" lvl="1" indent="-342900">
              <a:buFont typeface="Arial" panose="020B0604020202020204" pitchFamily="34" charset="0"/>
              <a:buChar char="•"/>
            </a:pPr>
            <a:r>
              <a:rPr lang="en-HK"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Original submissions by experimentalists</a:t>
            </a:r>
          </a:p>
          <a:p>
            <a:pPr marL="863600" lvl="1" indent="-342900">
              <a:buFont typeface="Arial" panose="020B0604020202020204" pitchFamily="34" charset="0"/>
              <a:buChar char="•"/>
            </a:pPr>
            <a:r>
              <a:rPr lang="en-HK"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Content controlled by the submitter</a:t>
            </a:r>
          </a:p>
          <a:p>
            <a:pPr marL="863600" lvl="1" indent="-342900">
              <a:buFont typeface="Arial" panose="020B0604020202020204" pitchFamily="34" charset="0"/>
              <a:buChar char="•"/>
            </a:pPr>
            <a:r>
              <a:rPr lang="en-HK"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Examples: </a:t>
            </a:r>
            <a:r>
              <a:rPr lang="en-HK" sz="1400" u="sng" dirty="0">
                <a:solidFill>
                  <a:srgbClr val="FF0000"/>
                </a:solidFill>
                <a:latin typeface="Open Sans" panose="020B0606030504020204" pitchFamily="34" charset="0"/>
                <a:ea typeface="Open Sans" panose="020B0606030504020204" pitchFamily="34" charset="0"/>
                <a:cs typeface="Open Sans" panose="020B0606030504020204" pitchFamily="34" charset="0"/>
              </a:rPr>
              <a:t>GenBank</a:t>
            </a:r>
            <a:r>
              <a:rPr lang="en-HK"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 , SNP, GEO, etc</a:t>
            </a:r>
          </a:p>
          <a:p>
            <a:pPr marL="863600" lvl="1" indent="-342900">
              <a:buFont typeface="Arial" panose="020B0604020202020204" pitchFamily="34" charset="0"/>
              <a:buChar char="•"/>
            </a:pPr>
            <a:endParaRPr lang="en-HK"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r>
              <a:rPr lang="en-HK" sz="14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	NCBI Derivative databases (Retrieved info)</a:t>
            </a:r>
          </a:p>
          <a:p>
            <a:pPr marL="863600" lvl="1" indent="-342900">
              <a:buFont typeface="Arial" panose="020B0604020202020204" pitchFamily="34" charset="0"/>
              <a:buChar char="•"/>
            </a:pPr>
            <a:r>
              <a:rPr lang="en-HK"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Built from primary data</a:t>
            </a:r>
          </a:p>
          <a:p>
            <a:pPr marL="863600" lvl="1" indent="-342900">
              <a:buFont typeface="Arial" panose="020B0604020202020204" pitchFamily="34" charset="0"/>
              <a:buChar char="•"/>
            </a:pPr>
            <a:r>
              <a:rPr lang="en-HK"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Content controlled by third party (NCBI)</a:t>
            </a:r>
          </a:p>
          <a:p>
            <a:pPr marL="863600" lvl="1" indent="-342900">
              <a:buFont typeface="Arial" panose="020B0604020202020204" pitchFamily="34" charset="0"/>
              <a:buChar char="•"/>
            </a:pPr>
            <a:r>
              <a:rPr lang="en-HK"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Examples: </a:t>
            </a:r>
            <a:r>
              <a:rPr lang="en-HK" sz="1400" u="sng" dirty="0" err="1">
                <a:solidFill>
                  <a:srgbClr val="FF0000"/>
                </a:solidFill>
                <a:latin typeface="Open Sans" panose="020B0606030504020204" pitchFamily="34" charset="0"/>
                <a:ea typeface="Open Sans" panose="020B0606030504020204" pitchFamily="34" charset="0"/>
                <a:cs typeface="Open Sans" panose="020B0606030504020204" pitchFamily="34" charset="0"/>
              </a:rPr>
              <a:t>Refseq</a:t>
            </a:r>
            <a:r>
              <a:rPr lang="en-HK"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 , TPA, </a:t>
            </a:r>
            <a:r>
              <a:rPr lang="en-HK" sz="1400"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RefSNP</a:t>
            </a:r>
            <a:r>
              <a:rPr lang="en-HK"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 , </a:t>
            </a:r>
            <a:r>
              <a:rPr lang="en-HK" sz="1400"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UniGene</a:t>
            </a:r>
            <a:r>
              <a:rPr lang="en-HK"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 , </a:t>
            </a:r>
          </a:p>
          <a:p>
            <a:pPr lvl="1" indent="0"/>
            <a:r>
              <a:rPr lang="en-HK" sz="1400" dirty="0">
                <a:solidFill>
                  <a:srgbClr val="000000"/>
                </a:solidFill>
                <a:latin typeface="Open Sans" panose="020B0606030504020204" pitchFamily="34" charset="0"/>
                <a:ea typeface="Open Sans" panose="020B0606030504020204" pitchFamily="34" charset="0"/>
                <a:cs typeface="Open Sans" panose="020B0606030504020204" pitchFamily="34" charset="0"/>
              </a:rPr>
              <a:t>       NCBI Protein, Structure, etc</a:t>
            </a:r>
          </a:p>
          <a:p>
            <a:pPr marL="457200" indent="-457200">
              <a:buFont typeface="+mj-lt"/>
              <a:buAutoNum type="arabicPeriod"/>
            </a:pPr>
            <a:endParaRPr lang="en-US" sz="18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1" name="Picture 10">
            <a:extLst>
              <a:ext uri="{FF2B5EF4-FFF2-40B4-BE49-F238E27FC236}">
                <a16:creationId xmlns:a16="http://schemas.microsoft.com/office/drawing/2014/main" id="{A62E4D5F-9F17-442A-87DA-6B60D29491B2}"/>
              </a:ext>
            </a:extLst>
          </p:cNvPr>
          <p:cNvPicPr>
            <a:picLocks noChangeAspect="1"/>
          </p:cNvPicPr>
          <p:nvPr/>
        </p:nvPicPr>
        <p:blipFill>
          <a:blip r:embed="rId3"/>
          <a:stretch>
            <a:fillRect/>
          </a:stretch>
        </p:blipFill>
        <p:spPr>
          <a:xfrm>
            <a:off x="5853940" y="3781425"/>
            <a:ext cx="4732524" cy="2905936"/>
          </a:xfrm>
          <a:prstGeom prst="rect">
            <a:avLst/>
          </a:prstGeom>
        </p:spPr>
      </p:pic>
    </p:spTree>
    <p:extLst>
      <p:ext uri="{BB962C8B-B14F-4D97-AF65-F5344CB8AC3E}">
        <p14:creationId xmlns:p14="http://schemas.microsoft.com/office/powerpoint/2010/main" val="1739816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latin typeface="Open Sans" panose="020B0606030504020204" pitchFamily="34" charset="0"/>
                <a:ea typeface="Open Sans" panose="020B0606030504020204" pitchFamily="34" charset="0"/>
                <a:cs typeface="Open Sans" panose="020B0606030504020204" pitchFamily="34" charset="0"/>
              </a:rPr>
              <a:t>Sequence Data Format</a:t>
            </a:r>
          </a:p>
        </p:txBody>
      </p:sp>
      <p:pic>
        <p:nvPicPr>
          <p:cNvPr id="9" name="Picture 8">
            <a:extLst>
              <a:ext uri="{FF2B5EF4-FFF2-40B4-BE49-F238E27FC236}">
                <a16:creationId xmlns:a16="http://schemas.microsoft.com/office/drawing/2014/main" id="{32766ACF-7EE5-4F2F-8445-3D5E993061BE}"/>
              </a:ext>
            </a:extLst>
          </p:cNvPr>
          <p:cNvPicPr>
            <a:picLocks noChangeAspect="1"/>
          </p:cNvPicPr>
          <p:nvPr/>
        </p:nvPicPr>
        <p:blipFill>
          <a:blip r:embed="rId2"/>
          <a:stretch>
            <a:fillRect/>
          </a:stretch>
        </p:blipFill>
        <p:spPr>
          <a:xfrm>
            <a:off x="1395755" y="1865102"/>
            <a:ext cx="7961118" cy="4217645"/>
          </a:xfrm>
          <a:prstGeom prst="rect">
            <a:avLst/>
          </a:prstGeom>
        </p:spPr>
      </p:pic>
    </p:spTree>
    <p:extLst>
      <p:ext uri="{BB962C8B-B14F-4D97-AF65-F5344CB8AC3E}">
        <p14:creationId xmlns:p14="http://schemas.microsoft.com/office/powerpoint/2010/main" val="17279537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latin typeface="Open Sans" panose="020B0606030504020204" pitchFamily="34" charset="0"/>
                <a:ea typeface="Open Sans" panose="020B0606030504020204" pitchFamily="34" charset="0"/>
                <a:cs typeface="Open Sans" panose="020B0606030504020204" pitchFamily="34" charset="0"/>
              </a:rPr>
              <a:t>FASTA File for DNA Sequence Data</a:t>
            </a:r>
          </a:p>
        </p:txBody>
      </p:sp>
      <p:sp>
        <p:nvSpPr>
          <p:cNvPr id="3" name="Rectangle 2">
            <a:extLst>
              <a:ext uri="{FF2B5EF4-FFF2-40B4-BE49-F238E27FC236}">
                <a16:creationId xmlns:a16="http://schemas.microsoft.com/office/drawing/2014/main" id="{32801A72-65B3-4741-A4D8-74A3918995D2}"/>
              </a:ext>
            </a:extLst>
          </p:cNvPr>
          <p:cNvSpPr/>
          <p:nvPr/>
        </p:nvSpPr>
        <p:spPr>
          <a:xfrm>
            <a:off x="1238250" y="1565073"/>
            <a:ext cx="9032421" cy="2031325"/>
          </a:xfrm>
          <a:prstGeom prst="rect">
            <a:avLst/>
          </a:prstGeom>
        </p:spPr>
        <p:txBody>
          <a:bodyPr wrap="square">
            <a:spAutoFit/>
          </a:bodyPr>
          <a:lstStyle/>
          <a:p>
            <a:pPr algn="just"/>
            <a:r>
              <a:rPr lang="en-US" sz="1800" dirty="0">
                <a:solidFill>
                  <a:srgbClr val="3A343A"/>
                </a:solidFill>
                <a:latin typeface="Europa"/>
              </a:rPr>
              <a:t>DNA sequence data are commonly stored in text files, sometimes also called flat files. These are files that can be opened in almost any text editor. The most common type of file is called a FASTA file, in which sequences are stored in FASTA format.</a:t>
            </a:r>
          </a:p>
          <a:p>
            <a:pPr algn="just"/>
            <a:endParaRPr lang="en-US" sz="1800" dirty="0">
              <a:solidFill>
                <a:srgbClr val="3A343A"/>
              </a:solidFill>
              <a:latin typeface="Europa"/>
            </a:endParaRPr>
          </a:p>
          <a:p>
            <a:pPr algn="just"/>
            <a:r>
              <a:rPr lang="en-US" sz="1800" dirty="0">
                <a:solidFill>
                  <a:srgbClr val="3A343A"/>
                </a:solidFill>
                <a:latin typeface="Europa"/>
              </a:rPr>
              <a:t>The name FASTA derives from a software package written in the mid-1980s that searches quickly through large collections of sequence data – the software is called FASTA, but is also called FAST-N (nucleotide) and FAST-P (protein).</a:t>
            </a:r>
          </a:p>
        </p:txBody>
      </p:sp>
      <p:pic>
        <p:nvPicPr>
          <p:cNvPr id="5" name="Picture 4">
            <a:extLst>
              <a:ext uri="{FF2B5EF4-FFF2-40B4-BE49-F238E27FC236}">
                <a16:creationId xmlns:a16="http://schemas.microsoft.com/office/drawing/2014/main" id="{925E8291-9724-4EA5-87CA-51AAD7CB616A}"/>
              </a:ext>
            </a:extLst>
          </p:cNvPr>
          <p:cNvPicPr>
            <a:picLocks noChangeAspect="1"/>
          </p:cNvPicPr>
          <p:nvPr/>
        </p:nvPicPr>
        <p:blipFill>
          <a:blip r:embed="rId2"/>
          <a:stretch>
            <a:fillRect/>
          </a:stretch>
        </p:blipFill>
        <p:spPr>
          <a:xfrm>
            <a:off x="6105258" y="3342617"/>
            <a:ext cx="3766106" cy="3723201"/>
          </a:xfrm>
          <a:prstGeom prst="rect">
            <a:avLst/>
          </a:prstGeom>
        </p:spPr>
      </p:pic>
      <p:sp>
        <p:nvSpPr>
          <p:cNvPr id="7" name="Rectangle 6">
            <a:extLst>
              <a:ext uri="{FF2B5EF4-FFF2-40B4-BE49-F238E27FC236}">
                <a16:creationId xmlns:a16="http://schemas.microsoft.com/office/drawing/2014/main" id="{3AE337C0-8688-4797-8141-DE742CD9F98B}"/>
              </a:ext>
            </a:extLst>
          </p:cNvPr>
          <p:cNvSpPr/>
          <p:nvPr/>
        </p:nvSpPr>
        <p:spPr>
          <a:xfrm>
            <a:off x="1238250" y="3809650"/>
            <a:ext cx="4106213" cy="2585323"/>
          </a:xfrm>
          <a:prstGeom prst="rect">
            <a:avLst/>
          </a:prstGeom>
        </p:spPr>
        <p:txBody>
          <a:bodyPr wrap="square">
            <a:spAutoFit/>
          </a:bodyPr>
          <a:lstStyle/>
          <a:p>
            <a:pPr algn="just"/>
            <a:r>
              <a:rPr lang="en-US" sz="1800" dirty="0">
                <a:solidFill>
                  <a:srgbClr val="3A343A"/>
                </a:solidFill>
                <a:latin typeface="Europa"/>
              </a:rPr>
              <a:t>For example, the </a:t>
            </a:r>
            <a:r>
              <a:rPr lang="en-US" sz="1800" dirty="0" err="1">
                <a:solidFill>
                  <a:srgbClr val="3A343A"/>
                </a:solidFill>
                <a:latin typeface="Europa"/>
              </a:rPr>
              <a:t>hpcC</a:t>
            </a:r>
            <a:r>
              <a:rPr lang="en-US" sz="1800" dirty="0">
                <a:solidFill>
                  <a:srgbClr val="3A343A"/>
                </a:solidFill>
                <a:latin typeface="Europa"/>
              </a:rPr>
              <a:t> gene from </a:t>
            </a:r>
            <a:r>
              <a:rPr lang="en-US" sz="1800" i="1" dirty="0">
                <a:solidFill>
                  <a:srgbClr val="3A343A"/>
                </a:solidFill>
                <a:latin typeface="Europa"/>
              </a:rPr>
              <a:t>Escherichia coli</a:t>
            </a:r>
            <a:r>
              <a:rPr lang="en-US" sz="1800" dirty="0">
                <a:solidFill>
                  <a:srgbClr val="3A343A"/>
                </a:solidFill>
                <a:latin typeface="Europa"/>
              </a:rPr>
              <a:t>, with accession number X81322.1, can be represented as follows:</a:t>
            </a:r>
          </a:p>
          <a:p>
            <a:pPr algn="just"/>
            <a:endParaRPr lang="en-US" sz="1800" dirty="0">
              <a:solidFill>
                <a:srgbClr val="3A343A"/>
              </a:solidFill>
              <a:latin typeface="Europa"/>
            </a:endParaRPr>
          </a:p>
          <a:p>
            <a:r>
              <a:rPr lang="en-US" sz="1800" dirty="0"/>
              <a:t>You can access the database entry in the</a:t>
            </a:r>
            <a:endParaRPr lang="en-HK" sz="1800" dirty="0"/>
          </a:p>
          <a:p>
            <a:r>
              <a:rPr lang="en-HK" sz="1800" dirty="0">
                <a:hlinkClick r:id="rId3"/>
              </a:rPr>
              <a:t>https://www.ncbi.nlm.nih.gov/nuccore/587109?report=fasta</a:t>
            </a:r>
            <a:r>
              <a:rPr lang="en-HK" sz="1800" dirty="0"/>
              <a:t> </a:t>
            </a:r>
          </a:p>
          <a:p>
            <a:pPr algn="just"/>
            <a:endParaRPr lang="en-US" sz="1800" dirty="0">
              <a:solidFill>
                <a:srgbClr val="3A343A"/>
              </a:solidFill>
              <a:latin typeface="Europa"/>
            </a:endParaRPr>
          </a:p>
        </p:txBody>
      </p:sp>
    </p:spTree>
    <p:extLst>
      <p:ext uri="{BB962C8B-B14F-4D97-AF65-F5344CB8AC3E}">
        <p14:creationId xmlns:p14="http://schemas.microsoft.com/office/powerpoint/2010/main" val="30524203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7341429-0557-4A4A-AFC8-A972C1049E9B}"/>
              </a:ext>
            </a:extLst>
          </p:cNvPr>
          <p:cNvPicPr>
            <a:picLocks noChangeAspect="1"/>
          </p:cNvPicPr>
          <p:nvPr/>
        </p:nvPicPr>
        <p:blipFill>
          <a:blip r:embed="rId2"/>
          <a:stretch>
            <a:fillRect/>
          </a:stretch>
        </p:blipFill>
        <p:spPr>
          <a:xfrm>
            <a:off x="2158639" y="3845715"/>
            <a:ext cx="7414304" cy="2641044"/>
          </a:xfrm>
          <a:prstGeom prst="rect">
            <a:avLst/>
          </a:prstGeom>
        </p:spPr>
      </p:pic>
      <p:sp>
        <p:nvSpPr>
          <p:cNvPr id="3" name="Rectangle 2">
            <a:extLst>
              <a:ext uri="{FF2B5EF4-FFF2-40B4-BE49-F238E27FC236}">
                <a16:creationId xmlns:a16="http://schemas.microsoft.com/office/drawing/2014/main" id="{32801A72-65B3-4741-A4D8-74A3918995D2}"/>
              </a:ext>
            </a:extLst>
          </p:cNvPr>
          <p:cNvSpPr/>
          <p:nvPr/>
        </p:nvSpPr>
        <p:spPr>
          <a:xfrm>
            <a:off x="1238249" y="2618299"/>
            <a:ext cx="8901793" cy="4401205"/>
          </a:xfrm>
          <a:prstGeom prst="rect">
            <a:avLst/>
          </a:prstGeom>
        </p:spPr>
        <p:txBody>
          <a:bodyPr wrap="square">
            <a:spAutoFit/>
          </a:bodyPr>
          <a:lstStyle/>
          <a:p>
            <a:pPr algn="just"/>
            <a:r>
              <a:rPr lang="en-US" sz="2000" dirty="0"/>
              <a:t>It is important to note that FASTA sequences are not restricted to DNA sequences, they can also be used to represent protein sequences, in which each letter represents a single amino acid. Here is an example of a FASTA file for a protein sequence.</a:t>
            </a:r>
          </a:p>
          <a:p>
            <a:pPr algn="just"/>
            <a:endParaRPr lang="en-US" sz="2000" b="0" i="0" dirty="0">
              <a:solidFill>
                <a:srgbClr val="3A343A"/>
              </a:solidFill>
              <a:effectLst/>
              <a:latin typeface="Europa"/>
            </a:endParaRPr>
          </a:p>
          <a:p>
            <a:pPr algn="just"/>
            <a:endParaRPr lang="en-US" sz="2000" dirty="0">
              <a:solidFill>
                <a:srgbClr val="3A343A"/>
              </a:solidFill>
              <a:latin typeface="Europa"/>
            </a:endParaRPr>
          </a:p>
          <a:p>
            <a:pPr algn="just"/>
            <a:endParaRPr lang="en-US" sz="2000" b="0" i="0" dirty="0">
              <a:solidFill>
                <a:srgbClr val="3A343A"/>
              </a:solidFill>
              <a:effectLst/>
              <a:latin typeface="Europa"/>
            </a:endParaRPr>
          </a:p>
          <a:p>
            <a:pPr algn="just"/>
            <a:endParaRPr lang="en-US" sz="2000" b="0" i="0" dirty="0">
              <a:solidFill>
                <a:srgbClr val="3A343A"/>
              </a:solidFill>
              <a:effectLst/>
              <a:latin typeface="Europa"/>
            </a:endParaRPr>
          </a:p>
          <a:p>
            <a:pPr algn="just"/>
            <a:endParaRPr lang="en-US" sz="2000" dirty="0">
              <a:solidFill>
                <a:srgbClr val="3A343A"/>
              </a:solidFill>
              <a:latin typeface="Europa"/>
            </a:endParaRPr>
          </a:p>
          <a:p>
            <a:pPr algn="just"/>
            <a:endParaRPr lang="en-US" sz="2000" b="0" i="0" dirty="0">
              <a:solidFill>
                <a:srgbClr val="3A343A"/>
              </a:solidFill>
              <a:effectLst/>
              <a:latin typeface="Europa"/>
            </a:endParaRPr>
          </a:p>
          <a:p>
            <a:pPr algn="just"/>
            <a:endParaRPr lang="en-US" sz="2000" b="0" i="0" dirty="0">
              <a:solidFill>
                <a:srgbClr val="3A343A"/>
              </a:solidFill>
              <a:effectLst/>
              <a:latin typeface="Europa"/>
            </a:endParaRPr>
          </a:p>
          <a:p>
            <a:pPr algn="just"/>
            <a:r>
              <a:rPr lang="en-US" sz="2000" dirty="0"/>
              <a:t>In the example above, the protein FASTA sequence of an </a:t>
            </a:r>
            <a:r>
              <a:rPr lang="en-US" sz="2000" i="1" dirty="0"/>
              <a:t>Escherichia coli</a:t>
            </a:r>
            <a:r>
              <a:rPr lang="en-US" sz="2000" dirty="0"/>
              <a:t> dehydrogenase is shown. This protein has accession number “CAA57102.1” as shown in the header of the FASTA entry.</a:t>
            </a:r>
            <a:endParaRPr lang="en-US" sz="2000" b="0" i="0" dirty="0">
              <a:solidFill>
                <a:srgbClr val="3A343A"/>
              </a:solidFill>
              <a:effectLst/>
              <a:latin typeface="Europa"/>
            </a:endParaRPr>
          </a:p>
        </p:txBody>
      </p:sp>
      <p:sp>
        <p:nvSpPr>
          <p:cNvPr id="2" name="Title 1"/>
          <p:cNvSpPr>
            <a:spLocks noGrp="1"/>
          </p:cNvSpPr>
          <p:nvPr>
            <p:ph type="title"/>
          </p:nvPr>
        </p:nvSpPr>
        <p:spPr>
          <a:xfrm>
            <a:off x="1238250" y="875489"/>
            <a:ext cx="9618662" cy="642026"/>
          </a:xfrm>
        </p:spPr>
        <p:txBody>
          <a:bodyPr/>
          <a:lstStyle/>
          <a:p>
            <a:r>
              <a:rPr lang="en-AU" sz="2800" dirty="0">
                <a:latin typeface="Open Sans" panose="020B0606030504020204" pitchFamily="34" charset="0"/>
                <a:ea typeface="Open Sans" panose="020B0606030504020204" pitchFamily="34" charset="0"/>
                <a:cs typeface="Open Sans" panose="020B0606030504020204" pitchFamily="34" charset="0"/>
              </a:rPr>
              <a:t>FASTA File for DNA Sequence Data</a:t>
            </a:r>
          </a:p>
        </p:txBody>
      </p:sp>
      <p:sp>
        <p:nvSpPr>
          <p:cNvPr id="10" name="Rectangle 9">
            <a:extLst>
              <a:ext uri="{FF2B5EF4-FFF2-40B4-BE49-F238E27FC236}">
                <a16:creationId xmlns:a16="http://schemas.microsoft.com/office/drawing/2014/main" id="{1E35596D-4A89-4CED-8C1E-C625D45E5F6A}"/>
              </a:ext>
            </a:extLst>
          </p:cNvPr>
          <p:cNvSpPr/>
          <p:nvPr/>
        </p:nvSpPr>
        <p:spPr>
          <a:xfrm>
            <a:off x="1238250" y="1573403"/>
            <a:ext cx="8901792" cy="1015663"/>
          </a:xfrm>
          <a:prstGeom prst="rect">
            <a:avLst/>
          </a:prstGeom>
        </p:spPr>
        <p:txBody>
          <a:bodyPr wrap="square">
            <a:spAutoFit/>
          </a:bodyPr>
          <a:lstStyle/>
          <a:p>
            <a:pPr algn="just"/>
            <a:r>
              <a:rPr lang="en-US" sz="2000" dirty="0">
                <a:solidFill>
                  <a:srgbClr val="3A343A"/>
                </a:solidFill>
                <a:latin typeface="+mj-lt"/>
              </a:rPr>
              <a:t>The FASTA format must, at a minimum, have a header (always preceded by a “&gt;”) in the first line of the file, and the sequence starting in the second line. The header includes some minimal information about the sequence. </a:t>
            </a:r>
          </a:p>
        </p:txBody>
      </p:sp>
    </p:spTree>
    <p:extLst>
      <p:ext uri="{BB962C8B-B14F-4D97-AF65-F5344CB8AC3E}">
        <p14:creationId xmlns:p14="http://schemas.microsoft.com/office/powerpoint/2010/main" val="33268675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latin typeface="Open Sans" panose="020B0606030504020204" pitchFamily="34" charset="0"/>
                <a:ea typeface="Open Sans" panose="020B0606030504020204" pitchFamily="34" charset="0"/>
                <a:cs typeface="Open Sans" panose="020B0606030504020204" pitchFamily="34" charset="0"/>
              </a:rPr>
              <a:t>GenBank File Format (FASTA or Flat file)</a:t>
            </a:r>
          </a:p>
        </p:txBody>
      </p:sp>
      <p:pic>
        <p:nvPicPr>
          <p:cNvPr id="3" name="Picture 2">
            <a:extLst>
              <a:ext uri="{FF2B5EF4-FFF2-40B4-BE49-F238E27FC236}">
                <a16:creationId xmlns:a16="http://schemas.microsoft.com/office/drawing/2014/main" id="{F8E43893-B170-48ED-8F1E-7B87C1F28781}"/>
              </a:ext>
            </a:extLst>
          </p:cNvPr>
          <p:cNvPicPr>
            <a:picLocks noChangeAspect="1"/>
          </p:cNvPicPr>
          <p:nvPr/>
        </p:nvPicPr>
        <p:blipFill>
          <a:blip r:embed="rId2"/>
          <a:stretch>
            <a:fillRect/>
          </a:stretch>
        </p:blipFill>
        <p:spPr>
          <a:xfrm>
            <a:off x="1238250" y="1517515"/>
            <a:ext cx="3718063" cy="5404895"/>
          </a:xfrm>
          <a:prstGeom prst="rect">
            <a:avLst/>
          </a:prstGeom>
        </p:spPr>
      </p:pic>
      <p:sp>
        <p:nvSpPr>
          <p:cNvPr id="4" name="Rectangle 3">
            <a:extLst>
              <a:ext uri="{FF2B5EF4-FFF2-40B4-BE49-F238E27FC236}">
                <a16:creationId xmlns:a16="http://schemas.microsoft.com/office/drawing/2014/main" id="{AEA891F4-7DFF-40F3-ABEC-D0F488FCAEAC}"/>
              </a:ext>
            </a:extLst>
          </p:cNvPr>
          <p:cNvSpPr/>
          <p:nvPr/>
        </p:nvSpPr>
        <p:spPr>
          <a:xfrm>
            <a:off x="5036754" y="1517515"/>
            <a:ext cx="639919" cy="369332"/>
          </a:xfrm>
          <a:prstGeom prst="rect">
            <a:avLst/>
          </a:prstGeom>
        </p:spPr>
        <p:txBody>
          <a:bodyPr wrap="none">
            <a:spAutoFit/>
          </a:bodyPr>
          <a:lstStyle/>
          <a:p>
            <a:r>
              <a:rPr lang="en-US" sz="1800" dirty="0">
                <a:solidFill>
                  <a:srgbClr val="000000"/>
                </a:solidFill>
                <a:latin typeface="Open Sans" panose="020B0606030504020204" pitchFamily="34" charset="0"/>
                <a:ea typeface="Open Sans" panose="020B0606030504020204" pitchFamily="34" charset="0"/>
                <a:cs typeface="Open Sans" panose="020B0606030504020204" pitchFamily="34" charset="0"/>
              </a:rPr>
              <a:t>T</a:t>
            </a:r>
            <a:r>
              <a:rPr lang="en-HK" sz="1800"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itle</a:t>
            </a:r>
            <a:endParaRPr lang="en-HK" sz="1800" dirty="0"/>
          </a:p>
        </p:txBody>
      </p:sp>
      <p:sp>
        <p:nvSpPr>
          <p:cNvPr id="7" name="Rectangle 6">
            <a:extLst>
              <a:ext uri="{FF2B5EF4-FFF2-40B4-BE49-F238E27FC236}">
                <a16:creationId xmlns:a16="http://schemas.microsoft.com/office/drawing/2014/main" id="{A52251C4-A64B-4872-808A-57967A7C55EF}"/>
              </a:ext>
            </a:extLst>
          </p:cNvPr>
          <p:cNvSpPr/>
          <p:nvPr/>
        </p:nvSpPr>
        <p:spPr>
          <a:xfrm>
            <a:off x="5036754" y="2621206"/>
            <a:ext cx="978153" cy="369332"/>
          </a:xfrm>
          <a:prstGeom prst="rect">
            <a:avLst/>
          </a:prstGeom>
        </p:spPr>
        <p:txBody>
          <a:bodyPr wrap="none">
            <a:spAutoFit/>
          </a:bodyPr>
          <a:lstStyle/>
          <a:p>
            <a:r>
              <a:rPr lang="en-US" sz="1800" dirty="0">
                <a:solidFill>
                  <a:srgbClr val="000000"/>
                </a:solidFill>
                <a:latin typeface="Open Sans" panose="020B0606030504020204" pitchFamily="34" charset="0"/>
                <a:ea typeface="Open Sans" panose="020B0606030504020204" pitchFamily="34" charset="0"/>
                <a:cs typeface="Open Sans" panose="020B0606030504020204" pitchFamily="34" charset="0"/>
              </a:rPr>
              <a:t>Header</a:t>
            </a:r>
            <a:endParaRPr lang="en-HK" sz="1800" dirty="0"/>
          </a:p>
        </p:txBody>
      </p:sp>
      <p:sp>
        <p:nvSpPr>
          <p:cNvPr id="9" name="Rectangle 8">
            <a:extLst>
              <a:ext uri="{FF2B5EF4-FFF2-40B4-BE49-F238E27FC236}">
                <a16:creationId xmlns:a16="http://schemas.microsoft.com/office/drawing/2014/main" id="{23377906-BFC4-4479-AEB7-7A40D9CB5D25}"/>
              </a:ext>
            </a:extLst>
          </p:cNvPr>
          <p:cNvSpPr/>
          <p:nvPr/>
        </p:nvSpPr>
        <p:spPr>
          <a:xfrm>
            <a:off x="5036753" y="5376129"/>
            <a:ext cx="1234633" cy="369332"/>
          </a:xfrm>
          <a:prstGeom prst="rect">
            <a:avLst/>
          </a:prstGeom>
        </p:spPr>
        <p:txBody>
          <a:bodyPr wrap="none">
            <a:spAutoFit/>
          </a:bodyPr>
          <a:lstStyle/>
          <a:p>
            <a:r>
              <a:rPr lang="en-US" sz="1800" dirty="0">
                <a:solidFill>
                  <a:srgbClr val="000000"/>
                </a:solidFill>
                <a:latin typeface="Open Sans" panose="020B0606030504020204" pitchFamily="34" charset="0"/>
                <a:ea typeface="Open Sans" panose="020B0606030504020204" pitchFamily="34" charset="0"/>
                <a:cs typeface="Open Sans" panose="020B0606030504020204" pitchFamily="34" charset="0"/>
              </a:rPr>
              <a:t>Sequence</a:t>
            </a:r>
            <a:endParaRPr lang="en-HK" sz="1800" dirty="0"/>
          </a:p>
        </p:txBody>
      </p:sp>
      <p:sp>
        <p:nvSpPr>
          <p:cNvPr id="10" name="Rectangle 9">
            <a:extLst>
              <a:ext uri="{FF2B5EF4-FFF2-40B4-BE49-F238E27FC236}">
                <a16:creationId xmlns:a16="http://schemas.microsoft.com/office/drawing/2014/main" id="{99261D61-B2CA-45E5-BEA6-8A32B314C733}"/>
              </a:ext>
            </a:extLst>
          </p:cNvPr>
          <p:cNvSpPr/>
          <p:nvPr/>
        </p:nvSpPr>
        <p:spPr>
          <a:xfrm>
            <a:off x="4956313" y="4041605"/>
            <a:ext cx="1063304" cy="646331"/>
          </a:xfrm>
          <a:prstGeom prst="rect">
            <a:avLst/>
          </a:prstGeom>
        </p:spPr>
        <p:txBody>
          <a:bodyPr wrap="none">
            <a:spAutoFit/>
          </a:bodyPr>
          <a:lstStyle/>
          <a:p>
            <a:r>
              <a:rPr lang="en-US" sz="1800" dirty="0">
                <a:solidFill>
                  <a:srgbClr val="000000"/>
                </a:solidFill>
                <a:latin typeface="Open Sans" panose="020B0606030504020204" pitchFamily="34" charset="0"/>
                <a:ea typeface="Open Sans" panose="020B0606030504020204" pitchFamily="34" charset="0"/>
                <a:cs typeface="Open Sans" panose="020B0606030504020204" pitchFamily="34" charset="0"/>
              </a:rPr>
              <a:t>Feature </a:t>
            </a:r>
          </a:p>
          <a:p>
            <a:r>
              <a:rPr lang="en-US" sz="1800" dirty="0">
                <a:solidFill>
                  <a:srgbClr val="000000"/>
                </a:solidFill>
                <a:latin typeface="Open Sans" panose="020B0606030504020204" pitchFamily="34" charset="0"/>
                <a:ea typeface="Open Sans" panose="020B0606030504020204" pitchFamily="34" charset="0"/>
                <a:cs typeface="Open Sans" panose="020B0606030504020204" pitchFamily="34" charset="0"/>
              </a:rPr>
              <a:t>Table</a:t>
            </a:r>
            <a:endParaRPr lang="en-HK" sz="1800" dirty="0"/>
          </a:p>
        </p:txBody>
      </p:sp>
      <p:sp>
        <p:nvSpPr>
          <p:cNvPr id="5" name="Rectangle 4">
            <a:extLst>
              <a:ext uri="{FF2B5EF4-FFF2-40B4-BE49-F238E27FC236}">
                <a16:creationId xmlns:a16="http://schemas.microsoft.com/office/drawing/2014/main" id="{4DB871D3-E7DF-4289-8B0E-BB6F07A62264}"/>
              </a:ext>
            </a:extLst>
          </p:cNvPr>
          <p:cNvSpPr/>
          <p:nvPr/>
        </p:nvSpPr>
        <p:spPr>
          <a:xfrm>
            <a:off x="6688223" y="1824501"/>
            <a:ext cx="3652114" cy="3724096"/>
          </a:xfrm>
          <a:prstGeom prst="rect">
            <a:avLst/>
          </a:prstGeom>
        </p:spPr>
        <p:txBody>
          <a:bodyPr wrap="square">
            <a:spAutoFit/>
          </a:bodyPr>
          <a:lstStyle/>
          <a:p>
            <a:pPr algn="ctr"/>
            <a:r>
              <a:rPr lang="en-US" sz="20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Records are grouped for various reasons: </a:t>
            </a:r>
          </a:p>
          <a:p>
            <a:pPr algn="ctr"/>
            <a:endParaRPr lang="en-US" sz="1200" i="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algn="ctr"/>
            <a:r>
              <a:rPr lang="en-US" sz="1200" i="1" dirty="0">
                <a:solidFill>
                  <a:srgbClr val="1F4E79"/>
                </a:solidFill>
                <a:latin typeface="Open Sans" panose="020B0606030504020204" pitchFamily="34" charset="0"/>
                <a:ea typeface="Open Sans" panose="020B0606030504020204" pitchFamily="34" charset="0"/>
                <a:cs typeface="Open Sans" panose="020B0606030504020204" pitchFamily="34" charset="0"/>
              </a:rPr>
              <a:t>understand this is key (identifier) to using and fully taking advantage of this database.</a:t>
            </a:r>
          </a:p>
          <a:p>
            <a:pPr algn="ctr"/>
            <a:endParaRPr lang="en-US" sz="1600" dirty="0">
              <a:solidFill>
                <a:srgbClr val="1F4E79"/>
              </a:solidFill>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mj-lt"/>
              <a:buAutoNum type="arabicPeriod"/>
            </a:pPr>
            <a:r>
              <a:rPr lang="en-US"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You need identifiers which are stable through time</a:t>
            </a:r>
          </a:p>
          <a:p>
            <a:pPr marL="342900" indent="-342900">
              <a:buFont typeface="+mj-lt"/>
              <a:buAutoNum type="arabicPeriod"/>
            </a:pPr>
            <a:r>
              <a:rPr lang="en-US"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Need identifiers which will always refer to specific sequences</a:t>
            </a:r>
          </a:p>
          <a:p>
            <a:pPr marL="342900" indent="-342900">
              <a:buFont typeface="+mj-lt"/>
              <a:buAutoNum type="arabicPeriod"/>
            </a:pPr>
            <a:r>
              <a:rPr lang="en-US"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Need these identifiers to track history of sequence updates</a:t>
            </a:r>
          </a:p>
          <a:p>
            <a:pPr marL="342900" indent="-342900">
              <a:buFont typeface="+mj-lt"/>
              <a:buAutoNum type="arabicPeriod"/>
            </a:pPr>
            <a:r>
              <a:rPr lang="en-US"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Also need feature and annotation identifier</a:t>
            </a:r>
          </a:p>
        </p:txBody>
      </p:sp>
    </p:spTree>
    <p:extLst>
      <p:ext uri="{BB962C8B-B14F-4D97-AF65-F5344CB8AC3E}">
        <p14:creationId xmlns:p14="http://schemas.microsoft.com/office/powerpoint/2010/main" val="32601828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latin typeface="Open Sans" panose="020B0606030504020204" pitchFamily="34" charset="0"/>
                <a:ea typeface="Open Sans" panose="020B0606030504020204" pitchFamily="34" charset="0"/>
                <a:cs typeface="Open Sans" panose="020B0606030504020204" pitchFamily="34" charset="0"/>
              </a:rPr>
              <a:t>GenBank File Format (FASTA or Flat file)</a:t>
            </a:r>
          </a:p>
        </p:txBody>
      </p:sp>
      <p:pic>
        <p:nvPicPr>
          <p:cNvPr id="3" name="Picture 2">
            <a:extLst>
              <a:ext uri="{FF2B5EF4-FFF2-40B4-BE49-F238E27FC236}">
                <a16:creationId xmlns:a16="http://schemas.microsoft.com/office/drawing/2014/main" id="{F8E43893-B170-48ED-8F1E-7B87C1F28781}"/>
              </a:ext>
            </a:extLst>
          </p:cNvPr>
          <p:cNvPicPr>
            <a:picLocks noChangeAspect="1"/>
          </p:cNvPicPr>
          <p:nvPr/>
        </p:nvPicPr>
        <p:blipFill rotWithShape="1">
          <a:blip r:embed="rId2"/>
          <a:srcRect r="7093"/>
          <a:stretch/>
        </p:blipFill>
        <p:spPr>
          <a:xfrm>
            <a:off x="1238251" y="1517515"/>
            <a:ext cx="3454330" cy="5404895"/>
          </a:xfrm>
          <a:prstGeom prst="rect">
            <a:avLst/>
          </a:prstGeom>
        </p:spPr>
      </p:pic>
      <p:graphicFrame>
        <p:nvGraphicFramePr>
          <p:cNvPr id="11" name="Table 11">
            <a:extLst>
              <a:ext uri="{FF2B5EF4-FFF2-40B4-BE49-F238E27FC236}">
                <a16:creationId xmlns:a16="http://schemas.microsoft.com/office/drawing/2014/main" id="{DB268B1A-0E1C-4FD0-B1B3-3422E4B4A088}"/>
              </a:ext>
            </a:extLst>
          </p:cNvPr>
          <p:cNvGraphicFramePr>
            <a:graphicFrameLocks noGrp="1"/>
          </p:cNvGraphicFramePr>
          <p:nvPr>
            <p:extLst>
              <p:ext uri="{D42A27DB-BD31-4B8C-83A1-F6EECF244321}">
                <p14:modId xmlns:p14="http://schemas.microsoft.com/office/powerpoint/2010/main" val="2958537860"/>
              </p:ext>
            </p:extLst>
          </p:nvPr>
        </p:nvGraphicFramePr>
        <p:xfrm>
          <a:off x="4837723" y="1769745"/>
          <a:ext cx="5452906" cy="4023360"/>
        </p:xfrm>
        <a:graphic>
          <a:graphicData uri="http://schemas.openxmlformats.org/drawingml/2006/table">
            <a:tbl>
              <a:tblPr firstRow="1" bandRow="1">
                <a:tableStyleId>{8EC20E35-A176-4012-BC5E-935CFFF8708E}</a:tableStyleId>
              </a:tblPr>
              <a:tblGrid>
                <a:gridCol w="1221433">
                  <a:extLst>
                    <a:ext uri="{9D8B030D-6E8A-4147-A177-3AD203B41FA5}">
                      <a16:colId xmlns:a16="http://schemas.microsoft.com/office/drawing/2014/main" val="683028358"/>
                    </a:ext>
                  </a:extLst>
                </a:gridCol>
                <a:gridCol w="4231473">
                  <a:extLst>
                    <a:ext uri="{9D8B030D-6E8A-4147-A177-3AD203B41FA5}">
                      <a16:colId xmlns:a16="http://schemas.microsoft.com/office/drawing/2014/main" val="2417421460"/>
                    </a:ext>
                  </a:extLst>
                </a:gridCol>
              </a:tblGrid>
              <a:tr h="0">
                <a:tc>
                  <a:txBody>
                    <a:bodyPr/>
                    <a:lstStyle/>
                    <a:p>
                      <a:pPr algn="ctr"/>
                      <a:r>
                        <a:rPr lang="en-US" sz="1200" dirty="0"/>
                        <a:t>Parameter</a:t>
                      </a:r>
                      <a:endParaRPr lang="en-HK" sz="1200" dirty="0"/>
                    </a:p>
                  </a:txBody>
                  <a:tcPr/>
                </a:tc>
                <a:tc>
                  <a:txBody>
                    <a:bodyPr/>
                    <a:lstStyle/>
                    <a:p>
                      <a:pPr algn="ctr"/>
                      <a:r>
                        <a:rPr lang="en-US" sz="1200" dirty="0"/>
                        <a:t>Description</a:t>
                      </a:r>
                      <a:endParaRPr lang="en-HK" sz="1200" dirty="0"/>
                    </a:p>
                  </a:txBody>
                  <a:tcPr/>
                </a:tc>
                <a:extLst>
                  <a:ext uri="{0D108BD9-81ED-4DB2-BD59-A6C34878D82A}">
                    <a16:rowId xmlns:a16="http://schemas.microsoft.com/office/drawing/2014/main" val="3262031882"/>
                  </a:ext>
                </a:extLst>
              </a:tr>
              <a:tr h="0">
                <a:tc>
                  <a:txBody>
                    <a:bodyPr/>
                    <a:lstStyle/>
                    <a:p>
                      <a:pPr algn="ctr"/>
                      <a:r>
                        <a:rPr lang="en-US" sz="1200" b="1" dirty="0"/>
                        <a:t>LOCUS</a:t>
                      </a:r>
                      <a:endParaRPr lang="en-HK" sz="1200" b="1" dirty="0"/>
                    </a:p>
                  </a:txBody>
                  <a:tcPr/>
                </a:tc>
                <a:tc>
                  <a:txBody>
                    <a:bodyPr/>
                    <a:lstStyle/>
                    <a:p>
                      <a:pPr algn="l"/>
                      <a:r>
                        <a:rPr lang="en-US" sz="1200" dirty="0"/>
                        <a:t>Unique string of 10 letters and numbers in the database.  Not maintained amongst databases and is therefore a poor sequence identifier. </a:t>
                      </a:r>
                    </a:p>
                  </a:txBody>
                  <a:tcPr anchor="ctr"/>
                </a:tc>
                <a:extLst>
                  <a:ext uri="{0D108BD9-81ED-4DB2-BD59-A6C34878D82A}">
                    <a16:rowId xmlns:a16="http://schemas.microsoft.com/office/drawing/2014/main" val="4108059347"/>
                  </a:ext>
                </a:extLst>
              </a:tr>
              <a:tr h="0">
                <a:tc>
                  <a:txBody>
                    <a:bodyPr/>
                    <a:lstStyle/>
                    <a:p>
                      <a:pPr algn="ctr"/>
                      <a:r>
                        <a:rPr lang="en-HK" sz="1200" b="1" dirty="0"/>
                        <a:t>ACCESSION</a:t>
                      </a:r>
                    </a:p>
                  </a:txBody>
                  <a:tcPr/>
                </a:tc>
                <a:tc>
                  <a:txBody>
                    <a:bodyPr/>
                    <a:lstStyle/>
                    <a:p>
                      <a:pPr algn="l"/>
                      <a:r>
                        <a:rPr lang="en-HK" sz="1200" dirty="0"/>
                        <a:t>A unique identifier to that record, citable </a:t>
                      </a:r>
                      <a:r>
                        <a:rPr lang="en-US" sz="1200" dirty="0"/>
                        <a:t>entity; does not change when record is updated. A good record identifier, ideal for citation in publication</a:t>
                      </a:r>
                      <a:endParaRPr lang="en-HK" sz="1200" dirty="0"/>
                    </a:p>
                  </a:txBody>
                  <a:tcPr anchor="ctr"/>
                </a:tc>
                <a:extLst>
                  <a:ext uri="{0D108BD9-81ED-4DB2-BD59-A6C34878D82A}">
                    <a16:rowId xmlns:a16="http://schemas.microsoft.com/office/drawing/2014/main" val="2952310466"/>
                  </a:ext>
                </a:extLst>
              </a:tr>
              <a:tr h="0">
                <a:tc>
                  <a:txBody>
                    <a:bodyPr/>
                    <a:lstStyle/>
                    <a:p>
                      <a:pPr algn="ctr"/>
                      <a:r>
                        <a:rPr lang="en-US" sz="1200" b="1" dirty="0"/>
                        <a:t>VERSION</a:t>
                      </a:r>
                      <a:endParaRPr lang="en-HK" sz="1200" b="1" dirty="0"/>
                    </a:p>
                  </a:txBody>
                  <a:tcPr/>
                </a:tc>
                <a:tc>
                  <a:txBody>
                    <a:bodyPr/>
                    <a:lstStyle/>
                    <a:p>
                      <a:pPr marL="0" marR="0" lvl="0" indent="0" algn="l" defTabSz="521437" rtl="0" eaLnBrk="1" fontAlgn="auto" latinLnBrk="0" hangingPunct="1">
                        <a:lnSpc>
                          <a:spcPct val="100000"/>
                        </a:lnSpc>
                        <a:spcBef>
                          <a:spcPts val="0"/>
                        </a:spcBef>
                        <a:spcAft>
                          <a:spcPts val="0"/>
                        </a:spcAft>
                        <a:buClrTx/>
                        <a:buSzTx/>
                        <a:buFontTx/>
                        <a:buNone/>
                        <a:tabLst/>
                        <a:defRPr/>
                      </a:pPr>
                      <a:r>
                        <a:rPr lang="en-US" sz="1200" dirty="0"/>
                        <a:t>New system where the accession and version play the same function as the accession and </a:t>
                      </a:r>
                      <a:r>
                        <a:rPr lang="en-US" sz="1200" dirty="0" err="1"/>
                        <a:t>gi</a:t>
                      </a:r>
                      <a:r>
                        <a:rPr lang="en-US" sz="1200" dirty="0"/>
                        <a:t> number. </a:t>
                      </a:r>
                    </a:p>
                  </a:txBody>
                  <a:tcPr anchor="ctr"/>
                </a:tc>
                <a:extLst>
                  <a:ext uri="{0D108BD9-81ED-4DB2-BD59-A6C34878D82A}">
                    <a16:rowId xmlns:a16="http://schemas.microsoft.com/office/drawing/2014/main" val="254292232"/>
                  </a:ext>
                </a:extLst>
              </a:tr>
              <a:tr h="0">
                <a:tc>
                  <a:txBody>
                    <a:bodyPr/>
                    <a:lstStyle/>
                    <a:p>
                      <a:pPr algn="ctr"/>
                      <a:r>
                        <a:rPr lang="en-US" sz="1200" b="1" dirty="0"/>
                        <a:t>Nucleotide </a:t>
                      </a:r>
                      <a:r>
                        <a:rPr lang="en-US" sz="1200" b="1" dirty="0" err="1"/>
                        <a:t>gi</a:t>
                      </a:r>
                      <a:r>
                        <a:rPr lang="en-US" sz="1200" b="1" dirty="0"/>
                        <a:t>: </a:t>
                      </a:r>
                      <a:endParaRPr lang="en-HK" sz="1200" b="1" dirty="0"/>
                    </a:p>
                  </a:txBody>
                  <a:tcPr/>
                </a:tc>
                <a:tc>
                  <a:txBody>
                    <a:bodyPr/>
                    <a:lstStyle/>
                    <a:p>
                      <a:pPr marL="0" marR="0" lvl="0" indent="0" algn="l" defTabSz="521437" rtl="0" eaLnBrk="1" fontAlgn="auto" latinLnBrk="0" hangingPunct="1">
                        <a:lnSpc>
                          <a:spcPct val="100000"/>
                        </a:lnSpc>
                        <a:spcBef>
                          <a:spcPts val="0"/>
                        </a:spcBef>
                        <a:spcAft>
                          <a:spcPts val="0"/>
                        </a:spcAft>
                        <a:buClrTx/>
                        <a:buSzTx/>
                        <a:buFontTx/>
                        <a:buNone/>
                        <a:tabLst/>
                        <a:defRPr/>
                      </a:pPr>
                      <a:r>
                        <a:rPr lang="en-US" sz="1200" dirty="0"/>
                        <a:t>Gen info identifier (</a:t>
                      </a:r>
                      <a:r>
                        <a:rPr lang="en-US" sz="1200" dirty="0" err="1"/>
                        <a:t>gi</a:t>
                      </a:r>
                      <a:r>
                        <a:rPr lang="en-US" sz="1200" dirty="0"/>
                        <a:t>), a unique integer which will change every time the sequence changes.</a:t>
                      </a:r>
                    </a:p>
                  </a:txBody>
                  <a:tcPr anchor="ctr"/>
                </a:tc>
                <a:extLst>
                  <a:ext uri="{0D108BD9-81ED-4DB2-BD59-A6C34878D82A}">
                    <a16:rowId xmlns:a16="http://schemas.microsoft.com/office/drawing/2014/main" val="1221620220"/>
                  </a:ext>
                </a:extLst>
              </a:tr>
              <a:tr h="0">
                <a:tc>
                  <a:txBody>
                    <a:bodyPr/>
                    <a:lstStyle/>
                    <a:p>
                      <a:pPr algn="ctr"/>
                      <a:r>
                        <a:rPr lang="en-US" sz="1200" b="1" dirty="0"/>
                        <a:t>PID</a:t>
                      </a:r>
                      <a:endParaRPr lang="en-HK" sz="1200" b="1" dirty="0"/>
                    </a:p>
                  </a:txBody>
                  <a:tcPr/>
                </a:tc>
                <a:tc>
                  <a:txBody>
                    <a:bodyPr/>
                    <a:lstStyle/>
                    <a:p>
                      <a:pPr algn="l"/>
                      <a:r>
                        <a:rPr lang="en-US" sz="1200" dirty="0"/>
                        <a:t>Protein Identifier: g, e or d prefix to </a:t>
                      </a:r>
                      <a:r>
                        <a:rPr lang="en-US" sz="1200" dirty="0" err="1"/>
                        <a:t>gi</a:t>
                      </a:r>
                      <a:r>
                        <a:rPr lang="en-US" sz="1200" dirty="0"/>
                        <a:t> number. Can have one or two on one CDS.</a:t>
                      </a:r>
                    </a:p>
                  </a:txBody>
                  <a:tcPr anchor="ctr"/>
                </a:tc>
                <a:extLst>
                  <a:ext uri="{0D108BD9-81ED-4DB2-BD59-A6C34878D82A}">
                    <a16:rowId xmlns:a16="http://schemas.microsoft.com/office/drawing/2014/main" val="3640296339"/>
                  </a:ext>
                </a:extLst>
              </a:tr>
              <a:tr h="0">
                <a:tc>
                  <a:txBody>
                    <a:bodyPr/>
                    <a:lstStyle/>
                    <a:p>
                      <a:pPr algn="ctr"/>
                      <a:r>
                        <a:rPr lang="en-HK" sz="1200" b="1" dirty="0"/>
                        <a:t>Protein </a:t>
                      </a:r>
                      <a:r>
                        <a:rPr lang="en-HK" sz="1200" b="1" dirty="0" err="1"/>
                        <a:t>gi</a:t>
                      </a:r>
                      <a:endParaRPr lang="en-HK" sz="1200" b="1" dirty="0"/>
                    </a:p>
                  </a:txBody>
                  <a:tcPr/>
                </a:tc>
                <a:tc>
                  <a:txBody>
                    <a:bodyPr/>
                    <a:lstStyle/>
                    <a:p>
                      <a:pPr algn="l"/>
                      <a:r>
                        <a:rPr lang="en-HK" sz="1200" dirty="0"/>
                        <a:t>Gen info identifier (</a:t>
                      </a:r>
                      <a:r>
                        <a:rPr lang="en-HK" sz="1200" dirty="0" err="1"/>
                        <a:t>gi</a:t>
                      </a:r>
                      <a:r>
                        <a:rPr lang="en-HK" sz="1200" dirty="0"/>
                        <a:t>), a unique integer which </a:t>
                      </a:r>
                      <a:r>
                        <a:rPr lang="en-US" sz="1200" dirty="0"/>
                        <a:t>will change every time the sequence changes</a:t>
                      </a:r>
                      <a:endParaRPr lang="en-HK" sz="1200" dirty="0"/>
                    </a:p>
                  </a:txBody>
                  <a:tcPr anchor="ctr"/>
                </a:tc>
                <a:extLst>
                  <a:ext uri="{0D108BD9-81ED-4DB2-BD59-A6C34878D82A}">
                    <a16:rowId xmlns:a16="http://schemas.microsoft.com/office/drawing/2014/main" val="4130937256"/>
                  </a:ext>
                </a:extLst>
              </a:tr>
              <a:tr h="0">
                <a:tc>
                  <a:txBody>
                    <a:bodyPr/>
                    <a:lstStyle/>
                    <a:p>
                      <a:pPr algn="ctr"/>
                      <a:r>
                        <a:rPr lang="en-US" sz="1200" b="1" dirty="0" err="1"/>
                        <a:t>protein_id</a:t>
                      </a:r>
                      <a:r>
                        <a:rPr lang="en-US" sz="1200" b="1" dirty="0"/>
                        <a:t>:</a:t>
                      </a:r>
                      <a:endParaRPr lang="en-HK" sz="1200" b="1" dirty="0"/>
                    </a:p>
                  </a:txBody>
                  <a:tcPr/>
                </a:tc>
                <a:tc>
                  <a:txBody>
                    <a:bodyPr/>
                    <a:lstStyle/>
                    <a:p>
                      <a:pPr algn="l"/>
                      <a:r>
                        <a:rPr lang="en-US" sz="1200" dirty="0"/>
                        <a:t>Identifier which has the same structure and function as the nucleotide </a:t>
                      </a:r>
                      <a:r>
                        <a:rPr lang="en-US" sz="1200" dirty="0" err="1"/>
                        <a:t>Accession.versionnumbers</a:t>
                      </a:r>
                      <a:r>
                        <a:rPr lang="en-US" sz="1200" dirty="0"/>
                        <a:t>, but slightly different format.</a:t>
                      </a:r>
                      <a:endParaRPr lang="en-US" sz="900" dirty="0"/>
                    </a:p>
                  </a:txBody>
                  <a:tcPr anchor="ctr"/>
                </a:tc>
                <a:extLst>
                  <a:ext uri="{0D108BD9-81ED-4DB2-BD59-A6C34878D82A}">
                    <a16:rowId xmlns:a16="http://schemas.microsoft.com/office/drawing/2014/main" val="3876755020"/>
                  </a:ext>
                </a:extLst>
              </a:tr>
            </a:tbl>
          </a:graphicData>
        </a:graphic>
      </p:graphicFrame>
    </p:spTree>
    <p:extLst>
      <p:ext uri="{BB962C8B-B14F-4D97-AF65-F5344CB8AC3E}">
        <p14:creationId xmlns:p14="http://schemas.microsoft.com/office/powerpoint/2010/main" val="37931882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AU" sz="2800" dirty="0">
                <a:latin typeface="Open Sans" panose="020B0606030504020204" pitchFamily="34" charset="0"/>
                <a:ea typeface="Open Sans" panose="020B0606030504020204" pitchFamily="34" charset="0"/>
                <a:cs typeface="Open Sans" panose="020B0606030504020204" pitchFamily="34" charset="0"/>
              </a:rPr>
              <a:t>Sequence Data Retrieval</a:t>
            </a:r>
          </a:p>
        </p:txBody>
      </p:sp>
      <p:sp>
        <p:nvSpPr>
          <p:cNvPr id="4" name="Rectangle 3">
            <a:extLst>
              <a:ext uri="{FF2B5EF4-FFF2-40B4-BE49-F238E27FC236}">
                <a16:creationId xmlns:a16="http://schemas.microsoft.com/office/drawing/2014/main" id="{55EC3FC2-5A2F-4F3E-AD75-B227B9F6E07F}"/>
              </a:ext>
            </a:extLst>
          </p:cNvPr>
          <p:cNvSpPr/>
          <p:nvPr/>
        </p:nvSpPr>
        <p:spPr>
          <a:xfrm>
            <a:off x="1238250" y="1589659"/>
            <a:ext cx="8996795" cy="1200329"/>
          </a:xfrm>
          <a:prstGeom prst="rect">
            <a:avLst/>
          </a:prstGeom>
        </p:spPr>
        <p:txBody>
          <a:bodyPr wrap="square">
            <a:spAutoFit/>
          </a:bodyPr>
          <a:lstStyle/>
          <a:p>
            <a:r>
              <a:rPr lang="en-US" sz="2400" dirty="0">
                <a:latin typeface="Times New Roman" panose="02020603050405020304" pitchFamily="18" charset="0"/>
                <a:cs typeface="Times New Roman" panose="02020603050405020304" pitchFamily="18" charset="0"/>
              </a:rPr>
              <a:t>Watch this tutorials to Learn How to USE NCBI Nucleotide in Indonesian </a:t>
            </a:r>
            <a:r>
              <a:rPr lang="en-US" sz="2400" dirty="0">
                <a:latin typeface="Times New Roman" panose="02020603050405020304" pitchFamily="18" charset="0"/>
                <a:cs typeface="Times New Roman" panose="02020603050405020304" pitchFamily="18" charset="0"/>
                <a:hlinkClick r:id="rId2"/>
              </a:rPr>
              <a:t>https://youtu.be/RPyhYraPcog</a:t>
            </a:r>
            <a:r>
              <a:rPr lang="en-US" sz="2400" dirty="0">
                <a:latin typeface="Times New Roman" panose="02020603050405020304" pitchFamily="18" charset="0"/>
                <a:cs typeface="Times New Roman" panose="02020603050405020304" pitchFamily="18" charset="0"/>
              </a:rPr>
              <a:t> </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09982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38250" y="1847494"/>
            <a:ext cx="9154687" cy="3928838"/>
          </a:xfrm>
        </p:spPr>
        <p:txBody>
          <a:bodyPr>
            <a:normAutofit/>
          </a:bodyPr>
          <a:lstStyle/>
          <a:p>
            <a:pPr marL="342900" lvl="0" indent="-342900">
              <a:buFont typeface="Symbol" panose="05050102010706020507" pitchFamily="18" charset="2"/>
              <a:buChar char=""/>
            </a:pPr>
            <a:endParaRPr lang="en-US" sz="2000" dirty="0"/>
          </a:p>
          <a:p>
            <a:endParaRPr lang="en-US" sz="2000" dirty="0"/>
          </a:p>
          <a:p>
            <a:endParaRPr lang="id-ID" sz="2000" dirty="0"/>
          </a:p>
        </p:txBody>
      </p:sp>
      <p:sp>
        <p:nvSpPr>
          <p:cNvPr id="7" name="Title 1">
            <a:extLst>
              <a:ext uri="{FF2B5EF4-FFF2-40B4-BE49-F238E27FC236}">
                <a16:creationId xmlns:a16="http://schemas.microsoft.com/office/drawing/2014/main" id="{2EA7FAA0-CA95-4687-828E-03EB29DED4AA}"/>
              </a:ext>
            </a:extLst>
          </p:cNvPr>
          <p:cNvSpPr>
            <a:spLocks noGrp="1"/>
          </p:cNvSpPr>
          <p:nvPr>
            <p:ph type="title"/>
          </p:nvPr>
        </p:nvSpPr>
        <p:spPr>
          <a:xfrm>
            <a:off x="1238250" y="796075"/>
            <a:ext cx="9618662" cy="1260475"/>
          </a:xfrm>
        </p:spPr>
        <p:txBody>
          <a:bodyPr/>
          <a:lstStyle/>
          <a:p>
            <a:r>
              <a:rPr lang="en-US" sz="4000" b="1" dirty="0"/>
              <a:t>References</a:t>
            </a:r>
            <a:endParaRPr lang="id-ID" sz="4000" b="1" dirty="0"/>
          </a:p>
        </p:txBody>
      </p:sp>
      <p:sp>
        <p:nvSpPr>
          <p:cNvPr id="2" name="Rectangle 1">
            <a:extLst>
              <a:ext uri="{FF2B5EF4-FFF2-40B4-BE49-F238E27FC236}">
                <a16:creationId xmlns:a16="http://schemas.microsoft.com/office/drawing/2014/main" id="{F26EA794-8CB9-4F28-9756-DAAC88B83C66}"/>
              </a:ext>
            </a:extLst>
          </p:cNvPr>
          <p:cNvSpPr/>
          <p:nvPr/>
        </p:nvSpPr>
        <p:spPr>
          <a:xfrm>
            <a:off x="1238250" y="1847494"/>
            <a:ext cx="7721174" cy="1569660"/>
          </a:xfrm>
          <a:prstGeom prst="rect">
            <a:avLst/>
          </a:prstGeom>
        </p:spPr>
        <p:txBody>
          <a:bodyPr wrap="square">
            <a:spAutoFit/>
          </a:bodyPr>
          <a:lstStyle/>
          <a:p>
            <a:r>
              <a:rPr lang="en-HK" sz="3200" dirty="0"/>
              <a:t>Lisa A. </a:t>
            </a:r>
            <a:r>
              <a:rPr lang="en-HK" sz="3200" dirty="0" err="1"/>
              <a:t>Urry</a:t>
            </a:r>
            <a:r>
              <a:rPr lang="en-HK" sz="3200" dirty="0"/>
              <a:t>, </a:t>
            </a:r>
            <a:r>
              <a:rPr lang="en-HK" sz="3200" dirty="0" err="1"/>
              <a:t>Micheal</a:t>
            </a:r>
            <a:r>
              <a:rPr lang="en-HK" sz="3200" dirty="0"/>
              <a:t> L. Cain, Steven A. Wasserman, Peter V. Min. 2022. Campbell Biology 12th Edition. Pearson</a:t>
            </a:r>
          </a:p>
        </p:txBody>
      </p:sp>
    </p:spTree>
    <p:extLst>
      <p:ext uri="{BB962C8B-B14F-4D97-AF65-F5344CB8AC3E}">
        <p14:creationId xmlns:p14="http://schemas.microsoft.com/office/powerpoint/2010/main" val="25169754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Flow_SignoffStatus xmlns="47793baa-3cbb-486e-a055-4d42ce3882d7" xsi:nil="true"/>
    <_dlc_DocId xmlns="9fdf624c-fedc-4f6c-b928-0c7bf4c9e100">J56STF5CZXNR-2061195910-691142</_dlc_DocId>
    <_dlc_DocIdUrl xmlns="9fdf624c-fedc-4f6c-b928-0c7bf4c9e100">
      <Url>https://binusianorg.sharepoint.com/sites/arc/_layouts/15/DocIdRedir.aspx?ID=J56STF5CZXNR-2061195910-691142</Url>
      <Description>J56STF5CZXNR-2061195910-691142</Description>
    </_dlc_DocIdUrl>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44340CFFCDDB44F9904404F1FA9688C" ma:contentTypeVersion="15" ma:contentTypeDescription="Create a new document." ma:contentTypeScope="" ma:versionID="939164fb4ce9d77da8b44cb5205bf59b">
  <xsd:schema xmlns:xsd="http://www.w3.org/2001/XMLSchema" xmlns:xs="http://www.w3.org/2001/XMLSchema" xmlns:p="http://schemas.microsoft.com/office/2006/metadata/properties" xmlns:ns2="9fdf624c-fedc-4f6c-b928-0c7bf4c9e100" xmlns:ns3="47793baa-3cbb-486e-a055-4d42ce3882d7" xmlns:ns4="http://schemas.microsoft.com/sharepoint/v3/fields" targetNamespace="http://schemas.microsoft.com/office/2006/metadata/properties" ma:root="true" ma:fieldsID="63b003db5a72b2282a54ad3b1f995462" ns2:_="" ns3:_="" ns4:_="">
    <xsd:import namespace="9fdf624c-fedc-4f6c-b928-0c7bf4c9e100"/>
    <xsd:import namespace="47793baa-3cbb-486e-a055-4d42ce3882d7"/>
    <xsd:import namespace="http://schemas.microsoft.com/sharepoint/v3/fields"/>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Location" minOccurs="0"/>
                <xsd:element ref="ns3:MediaServiceAutoKeyPoints" minOccurs="0"/>
                <xsd:element ref="ns3:MediaServiceKeyPoints" minOccurs="0"/>
                <xsd:element ref="ns3:_Flow_SignoffStatus" minOccurs="0"/>
                <xsd:element ref="ns4:_Vers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df624c-fedc-4f6c-b928-0c7bf4c9e100"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7793baa-3cbb-486e-a055-4d42ce3882d7"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_Flow_SignoffStatus" ma:index="23" nillable="true" ma:displayName="Sign-off status" ma:internalName="Sign_x002d_off_x0020_status">
      <xsd:simpleType>
        <xsd:restriction base="dms:Text"/>
      </xsd:simpleType>
    </xsd:element>
    <xsd:element name="MediaLengthInSeconds" ma:index="25"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24"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3F313E50-9F1C-4EB2-8248-D1942A92381A}">
  <ds:schemaRefs>
    <ds:schemaRef ds:uri="http://schemas.microsoft.com/office/2006/metadata/properties"/>
    <ds:schemaRef ds:uri="http://schemas.microsoft.com/office/infopath/2007/PartnerControls"/>
    <ds:schemaRef ds:uri="http://schemas.microsoft.com/sharepoint/v3/fields"/>
    <ds:schemaRef ds:uri="47793baa-3cbb-486e-a055-4d42ce3882d7"/>
    <ds:schemaRef ds:uri="9fdf624c-fedc-4f6c-b928-0c7bf4c9e100"/>
  </ds:schemaRefs>
</ds:datastoreItem>
</file>

<file path=customXml/itemProps2.xml><?xml version="1.0" encoding="utf-8"?>
<ds:datastoreItem xmlns:ds="http://schemas.openxmlformats.org/officeDocument/2006/customXml" ds:itemID="{61361C9D-5A18-4E58-8BA9-7D22F5AD4A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df624c-fedc-4f6c-b928-0c7bf4c9e100"/>
    <ds:schemaRef ds:uri="47793baa-3cbb-486e-a055-4d42ce3882d7"/>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ED985A4-BE78-47BD-93FF-32CA6D846AD3}">
  <ds:schemaRefs>
    <ds:schemaRef ds:uri="http://schemas.microsoft.com/sharepoint/v3/contenttype/forms"/>
  </ds:schemaRefs>
</ds:datastoreItem>
</file>

<file path=customXml/itemProps4.xml><?xml version="1.0" encoding="utf-8"?>
<ds:datastoreItem xmlns:ds="http://schemas.openxmlformats.org/officeDocument/2006/customXml" ds:itemID="{CA6D8D10-5CE6-45C0-899F-3757B0B76385}">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otalTime>1071</TotalTime>
  <Words>1299</Words>
  <Application>Microsoft Office PowerPoint</Application>
  <PresentationFormat>Custom</PresentationFormat>
  <Paragraphs>165</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Europa</vt:lpstr>
      <vt:lpstr>Open Sans</vt:lpstr>
      <vt:lpstr>Symbol</vt:lpstr>
      <vt:lpstr>Times New Roman</vt:lpstr>
      <vt:lpstr>Office Theme</vt:lpstr>
      <vt:lpstr>PowerPoint Presentation</vt:lpstr>
      <vt:lpstr>Learning Objectives</vt:lpstr>
      <vt:lpstr>What is a Database</vt:lpstr>
      <vt:lpstr>Why need a Database ?</vt:lpstr>
      <vt:lpstr>Basic Database Structure</vt:lpstr>
      <vt:lpstr>Basic Database Structure</vt:lpstr>
      <vt:lpstr>Basic Database Structure</vt:lpstr>
      <vt:lpstr>Basic Database Structure</vt:lpstr>
      <vt:lpstr>PowerPoint Presentation</vt:lpstr>
      <vt:lpstr>Examples of Databases</vt:lpstr>
      <vt:lpstr>Examples of Databases</vt:lpstr>
      <vt:lpstr>Database Summary</vt:lpstr>
      <vt:lpstr>Sequence Data Format</vt:lpstr>
      <vt:lpstr>Sequence Data Format</vt:lpstr>
      <vt:lpstr>FASTA File for DNA Sequence Data</vt:lpstr>
      <vt:lpstr>FASTA File for DNA Sequence Data</vt:lpstr>
      <vt:lpstr>GenBank File Format (FASTA or Flat file)</vt:lpstr>
      <vt:lpstr>GenBank File Format (FASTA or Flat file)</vt:lpstr>
      <vt:lpstr>Sequence Data Retrieval</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FABIAN</dc:creator>
  <cp:lastModifiedBy>FABIAN</cp:lastModifiedBy>
  <cp:revision>9</cp:revision>
  <dcterms:created xsi:type="dcterms:W3CDTF">2022-07-03T12:41:11Z</dcterms:created>
  <dcterms:modified xsi:type="dcterms:W3CDTF">2022-12-23T04:42:25Z</dcterms:modified>
</cp:coreProperties>
</file>