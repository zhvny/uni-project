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56"/>
  </p:notesMasterIdLst>
  <p:sldIdLst>
    <p:sldId id="256" r:id="rId6"/>
    <p:sldId id="257" r:id="rId7"/>
    <p:sldId id="274" r:id="rId8"/>
    <p:sldId id="351" r:id="rId9"/>
    <p:sldId id="318" r:id="rId10"/>
    <p:sldId id="319" r:id="rId11"/>
    <p:sldId id="383" r:id="rId12"/>
    <p:sldId id="276" r:id="rId13"/>
    <p:sldId id="277" r:id="rId14"/>
    <p:sldId id="278" r:id="rId15"/>
    <p:sldId id="307" r:id="rId16"/>
    <p:sldId id="284" r:id="rId17"/>
    <p:sldId id="315" r:id="rId18"/>
    <p:sldId id="308" r:id="rId19"/>
    <p:sldId id="310" r:id="rId20"/>
    <p:sldId id="309" r:id="rId21"/>
    <p:sldId id="311" r:id="rId22"/>
    <p:sldId id="346" r:id="rId23"/>
    <p:sldId id="313" r:id="rId24"/>
    <p:sldId id="314" r:id="rId25"/>
    <p:sldId id="271" r:id="rId26"/>
    <p:sldId id="317" r:id="rId27"/>
    <p:sldId id="320" r:id="rId28"/>
    <p:sldId id="321" r:id="rId29"/>
    <p:sldId id="322" r:id="rId30"/>
    <p:sldId id="323" r:id="rId31"/>
    <p:sldId id="324" r:id="rId32"/>
    <p:sldId id="325" r:id="rId33"/>
    <p:sldId id="326" r:id="rId34"/>
    <p:sldId id="327" r:id="rId35"/>
    <p:sldId id="328" r:id="rId36"/>
    <p:sldId id="303" r:id="rId37"/>
    <p:sldId id="329" r:id="rId38"/>
    <p:sldId id="330" r:id="rId39"/>
    <p:sldId id="331" r:id="rId40"/>
    <p:sldId id="332" r:id="rId41"/>
    <p:sldId id="333" r:id="rId42"/>
    <p:sldId id="334" r:id="rId43"/>
    <p:sldId id="304" r:id="rId44"/>
    <p:sldId id="305" r:id="rId45"/>
    <p:sldId id="335" r:id="rId46"/>
    <p:sldId id="301" r:id="rId47"/>
    <p:sldId id="295" r:id="rId48"/>
    <p:sldId id="306" r:id="rId49"/>
    <p:sldId id="336" r:id="rId50"/>
    <p:sldId id="337" r:id="rId51"/>
    <p:sldId id="347" r:id="rId52"/>
    <p:sldId id="348" r:id="rId53"/>
    <p:sldId id="349" r:id="rId54"/>
    <p:sldId id="384" r:id="rId55"/>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257"/>
            <p14:sldId id="274"/>
            <p14:sldId id="351"/>
            <p14:sldId id="318"/>
            <p14:sldId id="319"/>
            <p14:sldId id="383"/>
            <p14:sldId id="276"/>
            <p14:sldId id="277"/>
            <p14:sldId id="278"/>
            <p14:sldId id="307"/>
            <p14:sldId id="284"/>
            <p14:sldId id="315"/>
            <p14:sldId id="308"/>
            <p14:sldId id="310"/>
            <p14:sldId id="309"/>
            <p14:sldId id="311"/>
            <p14:sldId id="346"/>
            <p14:sldId id="313"/>
            <p14:sldId id="314"/>
            <p14:sldId id="271"/>
            <p14:sldId id="317"/>
            <p14:sldId id="320"/>
            <p14:sldId id="321"/>
            <p14:sldId id="322"/>
            <p14:sldId id="323"/>
            <p14:sldId id="324"/>
            <p14:sldId id="325"/>
            <p14:sldId id="326"/>
            <p14:sldId id="327"/>
            <p14:sldId id="328"/>
            <p14:sldId id="303"/>
            <p14:sldId id="329"/>
            <p14:sldId id="330"/>
            <p14:sldId id="331"/>
            <p14:sldId id="332"/>
            <p14:sldId id="333"/>
            <p14:sldId id="334"/>
            <p14:sldId id="304"/>
            <p14:sldId id="305"/>
            <p14:sldId id="335"/>
            <p14:sldId id="301"/>
            <p14:sldId id="295"/>
            <p14:sldId id="306"/>
            <p14:sldId id="336"/>
            <p14:sldId id="337"/>
            <p14:sldId id="347"/>
            <p14:sldId id="348"/>
            <p14:sldId id="349"/>
          </p14:sldIdLst>
        </p14:section>
        <p14:section name="REFERENCES" id="{11ED6803-A38C-4226-8496-86D05012E7E0}">
          <p14:sldIdLst>
            <p14:sldId id="384"/>
          </p14:sldIdLst>
        </p14:section>
      </p14:sectionLst>
    </p:ext>
    <p:ext uri="{EFAFB233-063F-42B5-8137-9DF3F51BA10A}">
      <p15:sldGuideLst xmlns:p15="http://schemas.microsoft.com/office/powerpoint/2012/main">
        <p15:guide id="1" orient="horz" pos="2382">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8670"/>
    <p:restoredTop sz="93484"/>
  </p:normalViewPr>
  <p:slideViewPr>
    <p:cSldViewPr snapToGrid="0" snapToObjects="1">
      <p:cViewPr varScale="1">
        <p:scale>
          <a:sx n="79" d="100"/>
          <a:sy n="79" d="100"/>
        </p:scale>
        <p:origin x="1507" y="8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viewProps" Target="viewProps.xml"/><Relationship Id="rId5" Type="http://schemas.openxmlformats.org/officeDocument/2006/relationships/slideMaster" Target="slideMasters/slideMaster1.xml"/><Relationship Id="rId61" Type="http://schemas.microsoft.com/office/2016/11/relationships/changesInfo" Target="changesInfos/changesInfo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presProps" Target="pres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Surya Pramudya" userId="f46cf8bb-4ec7-4653-94a9-ff26fa22481f" providerId="ADAL" clId="{64305B13-359E-4B95-A0D2-9883CB54BF2C}"/>
    <pc:docChg chg="undo redo custSel addSld delSld modSld sldOrd modMainMaster modSection">
      <pc:chgData name="Fabian Surya Pramudya" userId="f46cf8bb-4ec7-4653-94a9-ff26fa22481f" providerId="ADAL" clId="{64305B13-359E-4B95-A0D2-9883CB54BF2C}" dt="2022-07-10T06:24:17.479" v="443" actId="1076"/>
      <pc:docMkLst>
        <pc:docMk/>
      </pc:docMkLst>
      <pc:sldChg chg="modSp">
        <pc:chgData name="Fabian Surya Pramudya" userId="f46cf8bb-4ec7-4653-94a9-ff26fa22481f" providerId="ADAL" clId="{64305B13-359E-4B95-A0D2-9883CB54BF2C}" dt="2022-07-10T04:38:14.679" v="6"/>
        <pc:sldMkLst>
          <pc:docMk/>
          <pc:sldMk cId="0" sldId="256"/>
        </pc:sldMkLst>
        <pc:spChg chg="mod">
          <ac:chgData name="Fabian Surya Pramudya" userId="f46cf8bb-4ec7-4653-94a9-ff26fa22481f" providerId="ADAL" clId="{64305B13-359E-4B95-A0D2-9883CB54BF2C}" dt="2022-07-10T04:38:14.679" v="6"/>
          <ac:spMkLst>
            <pc:docMk/>
            <pc:sldMk cId="0" sldId="256"/>
            <ac:spMk id="18" creationId="{32DB365E-C0A0-4B3F-B6B1-8D39827C09A3}"/>
          </ac:spMkLst>
        </pc:spChg>
      </pc:sldChg>
      <pc:sldChg chg="modSp">
        <pc:chgData name="Fabian Surya Pramudya" userId="f46cf8bb-4ec7-4653-94a9-ff26fa22481f" providerId="ADAL" clId="{64305B13-359E-4B95-A0D2-9883CB54BF2C}" dt="2022-07-10T06:03:39.556" v="414" actId="6549"/>
        <pc:sldMkLst>
          <pc:docMk/>
          <pc:sldMk cId="3560658300" sldId="257"/>
        </pc:sldMkLst>
        <pc:spChg chg="mod">
          <ac:chgData name="Fabian Surya Pramudya" userId="f46cf8bb-4ec7-4653-94a9-ff26fa22481f" providerId="ADAL" clId="{64305B13-359E-4B95-A0D2-9883CB54BF2C}" dt="2022-07-10T06:03:39.556" v="414" actId="6549"/>
          <ac:spMkLst>
            <pc:docMk/>
            <pc:sldMk cId="3560658300" sldId="257"/>
            <ac:spMk id="3" creationId="{00000000-0000-0000-0000-000000000000}"/>
          </ac:spMkLst>
        </pc:spChg>
      </pc:sldChg>
      <pc:sldChg chg="del">
        <pc:chgData name="Fabian Surya Pramudya" userId="f46cf8bb-4ec7-4653-94a9-ff26fa22481f" providerId="ADAL" clId="{64305B13-359E-4B95-A0D2-9883CB54BF2C}" dt="2022-07-10T05:29:07.133" v="297" actId="2696"/>
        <pc:sldMkLst>
          <pc:docMk/>
          <pc:sldMk cId="926067889" sldId="267"/>
        </pc:sldMkLst>
      </pc:sldChg>
      <pc:sldChg chg="del">
        <pc:chgData name="Fabian Surya Pramudya" userId="f46cf8bb-4ec7-4653-94a9-ff26fa22481f" providerId="ADAL" clId="{64305B13-359E-4B95-A0D2-9883CB54BF2C}" dt="2022-07-10T05:29:07.601" v="298" actId="2696"/>
        <pc:sldMkLst>
          <pc:docMk/>
          <pc:sldMk cId="1743960619" sldId="268"/>
        </pc:sldMkLst>
      </pc:sldChg>
      <pc:sldChg chg="del">
        <pc:chgData name="Fabian Surya Pramudya" userId="f46cf8bb-4ec7-4653-94a9-ff26fa22481f" providerId="ADAL" clId="{64305B13-359E-4B95-A0D2-9883CB54BF2C}" dt="2022-07-10T05:29:08.264" v="299" actId="2696"/>
        <pc:sldMkLst>
          <pc:docMk/>
          <pc:sldMk cId="1818244574" sldId="269"/>
        </pc:sldMkLst>
      </pc:sldChg>
      <pc:sldChg chg="del">
        <pc:chgData name="Fabian Surya Pramudya" userId="f46cf8bb-4ec7-4653-94a9-ff26fa22481f" providerId="ADAL" clId="{64305B13-359E-4B95-A0D2-9883CB54BF2C}" dt="2022-07-10T05:31:42.934" v="331" actId="2696"/>
        <pc:sldMkLst>
          <pc:docMk/>
          <pc:sldMk cId="725621139" sldId="270"/>
        </pc:sldMkLst>
      </pc:sldChg>
      <pc:sldChg chg="modSp add">
        <pc:chgData name="Fabian Surya Pramudya" userId="f46cf8bb-4ec7-4653-94a9-ff26fa22481f" providerId="ADAL" clId="{64305B13-359E-4B95-A0D2-9883CB54BF2C}" dt="2022-07-10T04:56:55.894" v="145" actId="1076"/>
        <pc:sldMkLst>
          <pc:docMk/>
          <pc:sldMk cId="240642466" sldId="271"/>
        </pc:sldMkLst>
        <pc:spChg chg="mod">
          <ac:chgData name="Fabian Surya Pramudya" userId="f46cf8bb-4ec7-4653-94a9-ff26fa22481f" providerId="ADAL" clId="{64305B13-359E-4B95-A0D2-9883CB54BF2C}" dt="2022-07-10T04:56:55.894" v="145" actId="1076"/>
          <ac:spMkLst>
            <pc:docMk/>
            <pc:sldMk cId="240642466" sldId="271"/>
            <ac:spMk id="3" creationId="{468322E5-B2D6-416E-A254-3DBA0BE2A061}"/>
          </ac:spMkLst>
        </pc:spChg>
      </pc:sldChg>
      <pc:sldChg chg="del">
        <pc:chgData name="Fabian Surya Pramudya" userId="f46cf8bb-4ec7-4653-94a9-ff26fa22481f" providerId="ADAL" clId="{64305B13-359E-4B95-A0D2-9883CB54BF2C}" dt="2022-07-10T05:29:05.117" v="296" actId="2696"/>
        <pc:sldMkLst>
          <pc:docMk/>
          <pc:sldMk cId="1855590551" sldId="272"/>
        </pc:sldMkLst>
      </pc:sldChg>
      <pc:sldChg chg="del">
        <pc:chgData name="Fabian Surya Pramudya" userId="f46cf8bb-4ec7-4653-94a9-ff26fa22481f" providerId="ADAL" clId="{64305B13-359E-4B95-A0D2-9883CB54BF2C}" dt="2022-07-10T05:29:03.625" v="295" actId="2696"/>
        <pc:sldMkLst>
          <pc:docMk/>
          <pc:sldMk cId="3792457658" sldId="273"/>
        </pc:sldMkLst>
      </pc:sldChg>
      <pc:sldChg chg="del">
        <pc:chgData name="Fabian Surya Pramudya" userId="f46cf8bb-4ec7-4653-94a9-ff26fa22481f" providerId="ADAL" clId="{64305B13-359E-4B95-A0D2-9883CB54BF2C}" dt="2022-07-10T05:44:12.847" v="358" actId="2696"/>
        <pc:sldMkLst>
          <pc:docMk/>
          <pc:sldMk cId="719793287" sldId="274"/>
        </pc:sldMkLst>
      </pc:sldChg>
      <pc:sldChg chg="add ord">
        <pc:chgData name="Fabian Surya Pramudya" userId="f46cf8bb-4ec7-4653-94a9-ff26fa22481f" providerId="ADAL" clId="{64305B13-359E-4B95-A0D2-9883CB54BF2C}" dt="2022-07-10T06:06:57.130" v="419"/>
        <pc:sldMkLst>
          <pc:docMk/>
          <pc:sldMk cId="3124806157" sldId="274"/>
        </pc:sldMkLst>
      </pc:sldChg>
      <pc:sldChg chg="del">
        <pc:chgData name="Fabian Surya Pramudya" userId="f46cf8bb-4ec7-4653-94a9-ff26fa22481f" providerId="ADAL" clId="{64305B13-359E-4B95-A0D2-9883CB54BF2C}" dt="2022-07-10T05:28:54.722" v="290" actId="2696"/>
        <pc:sldMkLst>
          <pc:docMk/>
          <pc:sldMk cId="1972431647" sldId="275"/>
        </pc:sldMkLst>
      </pc:sldChg>
      <pc:sldChg chg="del">
        <pc:chgData name="Fabian Surya Pramudya" userId="f46cf8bb-4ec7-4653-94a9-ff26fa22481f" providerId="ADAL" clId="{64305B13-359E-4B95-A0D2-9883CB54BF2C}" dt="2022-07-10T04:38:58.668" v="11" actId="2696"/>
        <pc:sldMkLst>
          <pc:docMk/>
          <pc:sldMk cId="652382001" sldId="276"/>
        </pc:sldMkLst>
      </pc:sldChg>
      <pc:sldChg chg="modSp add">
        <pc:chgData name="Fabian Surya Pramudya" userId="f46cf8bb-4ec7-4653-94a9-ff26fa22481f" providerId="ADAL" clId="{64305B13-359E-4B95-A0D2-9883CB54BF2C}" dt="2022-07-10T04:47:51.844" v="19" actId="113"/>
        <pc:sldMkLst>
          <pc:docMk/>
          <pc:sldMk cId="683789328" sldId="276"/>
        </pc:sldMkLst>
        <pc:spChg chg="mod">
          <ac:chgData name="Fabian Surya Pramudya" userId="f46cf8bb-4ec7-4653-94a9-ff26fa22481f" providerId="ADAL" clId="{64305B13-359E-4B95-A0D2-9883CB54BF2C}" dt="2022-07-10T04:47:51.844" v="19" actId="113"/>
          <ac:spMkLst>
            <pc:docMk/>
            <pc:sldMk cId="683789328" sldId="276"/>
            <ac:spMk id="4" creationId="{34C8ACB7-62F4-4DFA-BF4E-F704AD38BEDF}"/>
          </ac:spMkLst>
        </pc:spChg>
      </pc:sldChg>
      <pc:sldChg chg="del">
        <pc:chgData name="Fabian Surya Pramudya" userId="f46cf8bb-4ec7-4653-94a9-ff26fa22481f" providerId="ADAL" clId="{64305B13-359E-4B95-A0D2-9883CB54BF2C}" dt="2022-07-10T04:38:58.664" v="10" actId="2696"/>
        <pc:sldMkLst>
          <pc:docMk/>
          <pc:sldMk cId="6848129" sldId="277"/>
        </pc:sldMkLst>
      </pc:sldChg>
      <pc:sldChg chg="add del">
        <pc:chgData name="Fabian Surya Pramudya" userId="f46cf8bb-4ec7-4653-94a9-ff26fa22481f" providerId="ADAL" clId="{64305B13-359E-4B95-A0D2-9883CB54BF2C}" dt="2022-07-10T04:57:09.635" v="146" actId="2696"/>
        <pc:sldMkLst>
          <pc:docMk/>
          <pc:sldMk cId="3082864698" sldId="277"/>
        </pc:sldMkLst>
      </pc:sldChg>
      <pc:sldChg chg="modSp add ord">
        <pc:chgData name="Fabian Surya Pramudya" userId="f46cf8bb-4ec7-4653-94a9-ff26fa22481f" providerId="ADAL" clId="{64305B13-359E-4B95-A0D2-9883CB54BF2C}" dt="2022-07-10T04:59:09.378" v="179"/>
        <pc:sldMkLst>
          <pc:docMk/>
          <pc:sldMk cId="3440442806" sldId="277"/>
        </pc:sldMkLst>
        <pc:spChg chg="mod">
          <ac:chgData name="Fabian Surya Pramudya" userId="f46cf8bb-4ec7-4653-94a9-ff26fa22481f" providerId="ADAL" clId="{64305B13-359E-4B95-A0D2-9883CB54BF2C}" dt="2022-07-10T04:58:48.937" v="178" actId="20577"/>
          <ac:spMkLst>
            <pc:docMk/>
            <pc:sldMk cId="3440442806" sldId="277"/>
            <ac:spMk id="2" creationId="{00000000-0000-0000-0000-000000000000}"/>
          </ac:spMkLst>
        </pc:spChg>
      </pc:sldChg>
      <pc:sldChg chg="del">
        <pc:chgData name="Fabian Surya Pramudya" userId="f46cf8bb-4ec7-4653-94a9-ff26fa22481f" providerId="ADAL" clId="{64305B13-359E-4B95-A0D2-9883CB54BF2C}" dt="2022-07-10T04:38:58.661" v="9" actId="2696"/>
        <pc:sldMkLst>
          <pc:docMk/>
          <pc:sldMk cId="380393927" sldId="278"/>
        </pc:sldMkLst>
      </pc:sldChg>
      <pc:sldChg chg="add">
        <pc:chgData name="Fabian Surya Pramudya" userId="f46cf8bb-4ec7-4653-94a9-ff26fa22481f" providerId="ADAL" clId="{64305B13-359E-4B95-A0D2-9883CB54BF2C}" dt="2022-07-10T04:39:04.151" v="12"/>
        <pc:sldMkLst>
          <pc:docMk/>
          <pc:sldMk cId="2752398955" sldId="278"/>
        </pc:sldMkLst>
      </pc:sldChg>
      <pc:sldChg chg="add del">
        <pc:chgData name="Fabian Surya Pramudya" userId="f46cf8bb-4ec7-4653-94a9-ff26fa22481f" providerId="ADAL" clId="{64305B13-359E-4B95-A0D2-9883CB54BF2C}" dt="2022-07-10T04:47:44.326" v="18" actId="2696"/>
        <pc:sldMkLst>
          <pc:docMk/>
          <pc:sldMk cId="2504555527" sldId="279"/>
        </pc:sldMkLst>
      </pc:sldChg>
      <pc:sldChg chg="del">
        <pc:chgData name="Fabian Surya Pramudya" userId="f46cf8bb-4ec7-4653-94a9-ff26fa22481f" providerId="ADAL" clId="{64305B13-359E-4B95-A0D2-9883CB54BF2C}" dt="2022-07-10T04:38:58.657" v="8" actId="2696"/>
        <pc:sldMkLst>
          <pc:docMk/>
          <pc:sldMk cId="3227304945" sldId="279"/>
        </pc:sldMkLst>
      </pc:sldChg>
      <pc:sldChg chg="del">
        <pc:chgData name="Fabian Surya Pramudya" userId="f46cf8bb-4ec7-4653-94a9-ff26fa22481f" providerId="ADAL" clId="{64305B13-359E-4B95-A0D2-9883CB54BF2C}" dt="2022-07-10T05:28:57.125" v="292" actId="2696"/>
        <pc:sldMkLst>
          <pc:docMk/>
          <pc:sldMk cId="477361850" sldId="280"/>
        </pc:sldMkLst>
      </pc:sldChg>
      <pc:sldChg chg="del">
        <pc:chgData name="Fabian Surya Pramudya" userId="f46cf8bb-4ec7-4653-94a9-ff26fa22481f" providerId="ADAL" clId="{64305B13-359E-4B95-A0D2-9883CB54BF2C}" dt="2022-07-10T05:28:55.920" v="291" actId="2696"/>
        <pc:sldMkLst>
          <pc:docMk/>
          <pc:sldMk cId="2924175496" sldId="281"/>
        </pc:sldMkLst>
      </pc:sldChg>
      <pc:sldChg chg="del">
        <pc:chgData name="Fabian Surya Pramudya" userId="f46cf8bb-4ec7-4653-94a9-ff26fa22481f" providerId="ADAL" clId="{64305B13-359E-4B95-A0D2-9883CB54BF2C}" dt="2022-07-10T05:28:58.520" v="293" actId="2696"/>
        <pc:sldMkLst>
          <pc:docMk/>
          <pc:sldMk cId="3597124479" sldId="282"/>
        </pc:sldMkLst>
      </pc:sldChg>
      <pc:sldChg chg="del">
        <pc:chgData name="Fabian Surya Pramudya" userId="f46cf8bb-4ec7-4653-94a9-ff26fa22481f" providerId="ADAL" clId="{64305B13-359E-4B95-A0D2-9883CB54BF2C}" dt="2022-07-10T05:28:59.690" v="294" actId="2696"/>
        <pc:sldMkLst>
          <pc:docMk/>
          <pc:sldMk cId="1743787489" sldId="283"/>
        </pc:sldMkLst>
      </pc:sldChg>
      <pc:sldChg chg="addSp delSp modSp add ord">
        <pc:chgData name="Fabian Surya Pramudya" userId="f46cf8bb-4ec7-4653-94a9-ff26fa22481f" providerId="ADAL" clId="{64305B13-359E-4B95-A0D2-9883CB54BF2C}" dt="2022-07-10T04:51:27.551" v="53" actId="478"/>
        <pc:sldMkLst>
          <pc:docMk/>
          <pc:sldMk cId="3494511364" sldId="284"/>
        </pc:sldMkLst>
        <pc:spChg chg="add del mod">
          <ac:chgData name="Fabian Surya Pramudya" userId="f46cf8bb-4ec7-4653-94a9-ff26fa22481f" providerId="ADAL" clId="{64305B13-359E-4B95-A0D2-9883CB54BF2C}" dt="2022-07-10T04:49:45.110" v="33" actId="478"/>
          <ac:spMkLst>
            <pc:docMk/>
            <pc:sldMk cId="3494511364" sldId="284"/>
            <ac:spMk id="2" creationId="{3F44EAE5-B049-4C3C-A85E-A114EC2185BB}"/>
          </ac:spMkLst>
        </pc:spChg>
        <pc:spChg chg="add del mod">
          <ac:chgData name="Fabian Surya Pramudya" userId="f46cf8bb-4ec7-4653-94a9-ff26fa22481f" providerId="ADAL" clId="{64305B13-359E-4B95-A0D2-9883CB54BF2C}" dt="2022-07-10T04:49:40.516" v="31" actId="478"/>
          <ac:spMkLst>
            <pc:docMk/>
            <pc:sldMk cId="3494511364" sldId="284"/>
            <ac:spMk id="5" creationId="{17534ACA-84AB-4F49-80CC-E3A3AC9F0FFC}"/>
          </ac:spMkLst>
        </pc:spChg>
        <pc:spChg chg="add del">
          <ac:chgData name="Fabian Surya Pramudya" userId="f46cf8bb-4ec7-4653-94a9-ff26fa22481f" providerId="ADAL" clId="{64305B13-359E-4B95-A0D2-9883CB54BF2C}" dt="2022-07-10T04:49:39.636" v="30"/>
          <ac:spMkLst>
            <pc:docMk/>
            <pc:sldMk cId="3494511364" sldId="284"/>
            <ac:spMk id="6" creationId="{9AF340EE-A7EE-4F48-83E1-333FB47C6544}"/>
          </ac:spMkLst>
        </pc:spChg>
        <pc:spChg chg="add del mod">
          <ac:chgData name="Fabian Surya Pramudya" userId="f46cf8bb-4ec7-4653-94a9-ff26fa22481f" providerId="ADAL" clId="{64305B13-359E-4B95-A0D2-9883CB54BF2C}" dt="2022-07-10T04:50:14.994" v="47" actId="478"/>
          <ac:spMkLst>
            <pc:docMk/>
            <pc:sldMk cId="3494511364" sldId="284"/>
            <ac:spMk id="8" creationId="{BBD86773-01B0-4E99-8F8E-A924181FD978}"/>
          </ac:spMkLst>
        </pc:spChg>
        <pc:spChg chg="add del mod">
          <ac:chgData name="Fabian Surya Pramudya" userId="f46cf8bb-4ec7-4653-94a9-ff26fa22481f" providerId="ADAL" clId="{64305B13-359E-4B95-A0D2-9883CB54BF2C}" dt="2022-07-10T04:49:57.327" v="40"/>
          <ac:spMkLst>
            <pc:docMk/>
            <pc:sldMk cId="3494511364" sldId="284"/>
            <ac:spMk id="9" creationId="{2B54C3A3-7B65-411D-A3DA-67149423DCEE}"/>
          </ac:spMkLst>
        </pc:spChg>
        <pc:spChg chg="add del mod">
          <ac:chgData name="Fabian Surya Pramudya" userId="f46cf8bb-4ec7-4653-94a9-ff26fa22481f" providerId="ADAL" clId="{64305B13-359E-4B95-A0D2-9883CB54BF2C}" dt="2022-07-10T04:51:27.551" v="53" actId="478"/>
          <ac:spMkLst>
            <pc:docMk/>
            <pc:sldMk cId="3494511364" sldId="284"/>
            <ac:spMk id="11" creationId="{1C855047-B82A-4BF9-9BF5-2B20B0A6FA71}"/>
          </ac:spMkLst>
        </pc:spChg>
        <pc:spChg chg="add">
          <ac:chgData name="Fabian Surya Pramudya" userId="f46cf8bb-4ec7-4653-94a9-ff26fa22481f" providerId="ADAL" clId="{64305B13-359E-4B95-A0D2-9883CB54BF2C}" dt="2022-07-10T04:50:15.399" v="48"/>
          <ac:spMkLst>
            <pc:docMk/>
            <pc:sldMk cId="3494511364" sldId="284"/>
            <ac:spMk id="12" creationId="{E22A422B-C381-4ADC-8C12-4EEC3AFE5331}"/>
          </ac:spMkLst>
        </pc:spChg>
      </pc:sldChg>
      <pc:sldChg chg="addSp delSp modSp add ord">
        <pc:chgData name="Fabian Surya Pramudya" userId="f46cf8bb-4ec7-4653-94a9-ff26fa22481f" providerId="ADAL" clId="{64305B13-359E-4B95-A0D2-9883CB54BF2C}" dt="2022-07-10T05:53:52.525" v="377" actId="478"/>
        <pc:sldMkLst>
          <pc:docMk/>
          <pc:sldMk cId="0" sldId="294"/>
        </pc:sldMkLst>
        <pc:spChg chg="add mod">
          <ac:chgData name="Fabian Surya Pramudya" userId="f46cf8bb-4ec7-4653-94a9-ff26fa22481f" providerId="ADAL" clId="{64305B13-359E-4B95-A0D2-9883CB54BF2C}" dt="2022-07-10T05:53:41.492" v="373" actId="1076"/>
          <ac:spMkLst>
            <pc:docMk/>
            <pc:sldMk cId="0" sldId="294"/>
            <ac:spMk id="31" creationId="{28C14325-0C20-422E-ADD7-88372F0C7521}"/>
          </ac:spMkLst>
        </pc:spChg>
        <pc:spChg chg="mod">
          <ac:chgData name="Fabian Surya Pramudya" userId="f46cf8bb-4ec7-4653-94a9-ff26fa22481f" providerId="ADAL" clId="{64305B13-359E-4B95-A0D2-9883CB54BF2C}" dt="2022-07-10T05:53:38.055" v="371" actId="1076"/>
          <ac:spMkLst>
            <pc:docMk/>
            <pc:sldMk cId="0" sldId="294"/>
            <ac:spMk id="5017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87"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1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50206" creationId="{00000000-0000-0000-0000-000000000000}"/>
          </ac:spMkLst>
        </pc:spChg>
        <pc:spChg chg="del mod">
          <ac:chgData name="Fabian Surya Pramudya" userId="f46cf8bb-4ec7-4653-94a9-ff26fa22481f" providerId="ADAL" clId="{64305B13-359E-4B95-A0D2-9883CB54BF2C}" dt="2022-07-10T05:53:52.525" v="377" actId="478"/>
          <ac:spMkLst>
            <pc:docMk/>
            <pc:sldMk cId="0" sldId="294"/>
            <ac:spMk id="9116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1"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4"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5"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6"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8"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699"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0"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2"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3" creationId="{00000000-0000-0000-0000-000000000000}"/>
          </ac:spMkLst>
        </pc:spChg>
        <pc:spChg chg="del mod">
          <ac:chgData name="Fabian Surya Pramudya" userId="f46cf8bb-4ec7-4653-94a9-ff26fa22481f" providerId="ADAL" clId="{64305B13-359E-4B95-A0D2-9883CB54BF2C}" dt="2022-07-10T05:53:50.439" v="376" actId="478"/>
          <ac:spMkLst>
            <pc:docMk/>
            <pc:sldMk cId="0" sldId="294"/>
            <ac:spMk id="199704" creationId="{00000000-0000-0000-0000-000000000000}"/>
          </ac:spMkLst>
        </pc:spChg>
      </pc:sldChg>
      <pc:sldChg chg="add ord">
        <pc:chgData name="Fabian Surya Pramudya" userId="f46cf8bb-4ec7-4653-94a9-ff26fa22481f" providerId="ADAL" clId="{64305B13-359E-4B95-A0D2-9883CB54BF2C}" dt="2022-07-10T05:53:12.964" v="367"/>
        <pc:sldMkLst>
          <pc:docMk/>
          <pc:sldMk cId="0" sldId="295"/>
        </pc:sldMkLst>
      </pc:sldChg>
      <pc:sldChg chg="add ord">
        <pc:chgData name="Fabian Surya Pramudya" userId="f46cf8bb-4ec7-4653-94a9-ff26fa22481f" providerId="ADAL" clId="{64305B13-359E-4B95-A0D2-9883CB54BF2C}" dt="2022-07-10T05:53:12.964" v="367"/>
        <pc:sldMkLst>
          <pc:docMk/>
          <pc:sldMk cId="0" sldId="301"/>
        </pc:sldMkLst>
      </pc:sldChg>
      <pc:sldChg chg="modSp add">
        <pc:chgData name="Fabian Surya Pramudya" userId="f46cf8bb-4ec7-4653-94a9-ff26fa22481f" providerId="ADAL" clId="{64305B13-359E-4B95-A0D2-9883CB54BF2C}" dt="2022-07-10T05:27:14.367" v="272" actId="404"/>
        <pc:sldMkLst>
          <pc:docMk/>
          <pc:sldMk cId="2266335927" sldId="303"/>
        </pc:sldMkLst>
        <pc:spChg chg="mod">
          <ac:chgData name="Fabian Surya Pramudya" userId="f46cf8bb-4ec7-4653-94a9-ff26fa22481f" providerId="ADAL" clId="{64305B13-359E-4B95-A0D2-9883CB54BF2C}" dt="2022-07-10T05:27:14.367" v="272" actId="404"/>
          <ac:spMkLst>
            <pc:docMk/>
            <pc:sldMk cId="2266335927" sldId="303"/>
            <ac:spMk id="3" creationId="{45ABB95F-0D35-491B-83F7-4B60313F479C}"/>
          </ac:spMkLst>
        </pc:spChg>
      </pc:sldChg>
      <pc:sldChg chg="addSp delSp modSp add">
        <pc:chgData name="Fabian Surya Pramudya" userId="f46cf8bb-4ec7-4653-94a9-ff26fa22481f" providerId="ADAL" clId="{64305B13-359E-4B95-A0D2-9883CB54BF2C}" dt="2022-07-10T05:28:05.472" v="279" actId="1076"/>
        <pc:sldMkLst>
          <pc:docMk/>
          <pc:sldMk cId="3386296652" sldId="304"/>
        </pc:sldMkLst>
        <pc:spChg chg="del">
          <ac:chgData name="Fabian Surya Pramudya" userId="f46cf8bb-4ec7-4653-94a9-ff26fa22481f" providerId="ADAL" clId="{64305B13-359E-4B95-A0D2-9883CB54BF2C}" dt="2022-07-10T05:27:34.745" v="273" actId="478"/>
          <ac:spMkLst>
            <pc:docMk/>
            <pc:sldMk cId="3386296652" sldId="304"/>
            <ac:spMk id="2" creationId="{6E2C56CF-DB5B-4210-8F25-390D48E4BE29}"/>
          </ac:spMkLst>
        </pc:spChg>
        <pc:spChg chg="mod">
          <ac:chgData name="Fabian Surya Pramudya" userId="f46cf8bb-4ec7-4653-94a9-ff26fa22481f" providerId="ADAL" clId="{64305B13-359E-4B95-A0D2-9883CB54BF2C}" dt="2022-07-10T05:28:05.472" v="279" actId="1076"/>
          <ac:spMkLst>
            <pc:docMk/>
            <pc:sldMk cId="3386296652" sldId="304"/>
            <ac:spMk id="3" creationId="{45ABB95F-0D35-491B-83F7-4B60313F479C}"/>
          </ac:spMkLst>
        </pc:spChg>
        <pc:spChg chg="add mod">
          <ac:chgData name="Fabian Surya Pramudya" userId="f46cf8bb-4ec7-4653-94a9-ff26fa22481f" providerId="ADAL" clId="{64305B13-359E-4B95-A0D2-9883CB54BF2C}" dt="2022-07-10T05:28:03.127" v="278" actId="14100"/>
          <ac:spMkLst>
            <pc:docMk/>
            <pc:sldMk cId="3386296652" sldId="304"/>
            <ac:spMk id="5" creationId="{BE8ADC19-DF60-449B-9AF3-80996A4458CF}"/>
          </ac:spMkLst>
        </pc:spChg>
      </pc:sldChg>
      <pc:sldChg chg="modSp add">
        <pc:chgData name="Fabian Surya Pramudya" userId="f46cf8bb-4ec7-4653-94a9-ff26fa22481f" providerId="ADAL" clId="{64305B13-359E-4B95-A0D2-9883CB54BF2C}" dt="2022-07-10T05:28:16.336" v="280" actId="1076"/>
        <pc:sldMkLst>
          <pc:docMk/>
          <pc:sldMk cId="3609814425" sldId="305"/>
        </pc:sldMkLst>
        <pc:spChg chg="mod">
          <ac:chgData name="Fabian Surya Pramudya" userId="f46cf8bb-4ec7-4653-94a9-ff26fa22481f" providerId="ADAL" clId="{64305B13-359E-4B95-A0D2-9883CB54BF2C}" dt="2022-07-10T05:28:16.336" v="280" actId="1076"/>
          <ac:spMkLst>
            <pc:docMk/>
            <pc:sldMk cId="3609814425" sldId="305"/>
            <ac:spMk id="3" creationId="{45ABB95F-0D35-491B-83F7-4B60313F479C}"/>
          </ac:spMkLst>
        </pc:spChg>
      </pc:sldChg>
      <pc:sldChg chg="modSp add">
        <pc:chgData name="Fabian Surya Pramudya" userId="f46cf8bb-4ec7-4653-94a9-ff26fa22481f" providerId="ADAL" clId="{64305B13-359E-4B95-A0D2-9883CB54BF2C}" dt="2022-07-10T05:30:04.155" v="305" actId="1076"/>
        <pc:sldMkLst>
          <pc:docMk/>
          <pc:sldMk cId="3431159792" sldId="306"/>
        </pc:sldMkLst>
        <pc:spChg chg="mod">
          <ac:chgData name="Fabian Surya Pramudya" userId="f46cf8bb-4ec7-4653-94a9-ff26fa22481f" providerId="ADAL" clId="{64305B13-359E-4B95-A0D2-9883CB54BF2C}" dt="2022-07-10T05:30:04.155" v="305" actId="1076"/>
          <ac:spMkLst>
            <pc:docMk/>
            <pc:sldMk cId="3431159792" sldId="306"/>
            <ac:spMk id="2" creationId="{6E2C56CF-DB5B-4210-8F25-390D48E4BE29}"/>
          </ac:spMkLst>
        </pc:spChg>
        <pc:spChg chg="mod">
          <ac:chgData name="Fabian Surya Pramudya" userId="f46cf8bb-4ec7-4653-94a9-ff26fa22481f" providerId="ADAL" clId="{64305B13-359E-4B95-A0D2-9883CB54BF2C}" dt="2022-07-10T05:29:48.455" v="300" actId="1076"/>
          <ac:spMkLst>
            <pc:docMk/>
            <pc:sldMk cId="3431159792" sldId="306"/>
            <ac:spMk id="3" creationId="{45ABB95F-0D35-491B-83F7-4B60313F479C}"/>
          </ac:spMkLst>
        </pc:spChg>
      </pc:sldChg>
      <pc:sldChg chg="addSp delSp modSp add">
        <pc:chgData name="Fabian Surya Pramudya" userId="f46cf8bb-4ec7-4653-94a9-ff26fa22481f" providerId="ADAL" clId="{64305B13-359E-4B95-A0D2-9883CB54BF2C}" dt="2022-07-10T04:50:08.443" v="46"/>
        <pc:sldMkLst>
          <pc:docMk/>
          <pc:sldMk cId="2257038213" sldId="307"/>
        </pc:sldMkLst>
        <pc:spChg chg="add del mod">
          <ac:chgData name="Fabian Surya Pramudya" userId="f46cf8bb-4ec7-4653-94a9-ff26fa22481f" providerId="ADAL" clId="{64305B13-359E-4B95-A0D2-9883CB54BF2C}" dt="2022-07-10T04:50:08.443" v="46"/>
          <ac:spMkLst>
            <pc:docMk/>
            <pc:sldMk cId="2257038213" sldId="307"/>
            <ac:spMk id="2" creationId="{3F44EAE5-B049-4C3C-A85E-A114EC2185BB}"/>
          </ac:spMkLst>
        </pc:spChg>
        <pc:spChg chg="add del mod">
          <ac:chgData name="Fabian Surya Pramudya" userId="f46cf8bb-4ec7-4653-94a9-ff26fa22481f" providerId="ADAL" clId="{64305B13-359E-4B95-A0D2-9883CB54BF2C}" dt="2022-07-10T04:39:24.195" v="15"/>
          <ac:spMkLst>
            <pc:docMk/>
            <pc:sldMk cId="2257038213" sldId="307"/>
            <ac:spMk id="4" creationId="{9FD1F4D9-AD62-4B08-B37E-9EE665745049}"/>
          </ac:spMkLst>
        </pc:spChg>
        <pc:spChg chg="add del mod">
          <ac:chgData name="Fabian Surya Pramudya" userId="f46cf8bb-4ec7-4653-94a9-ff26fa22481f" providerId="ADAL" clId="{64305B13-359E-4B95-A0D2-9883CB54BF2C}" dt="2022-07-10T04:39:24.195" v="15"/>
          <ac:spMkLst>
            <pc:docMk/>
            <pc:sldMk cId="2257038213" sldId="307"/>
            <ac:spMk id="5" creationId="{5A59F59A-B502-49E3-AC88-20B430A71D01}"/>
          </ac:spMkLst>
        </pc:spChg>
        <pc:spChg chg="add del mod">
          <ac:chgData name="Fabian Surya Pramudya" userId="f46cf8bb-4ec7-4653-94a9-ff26fa22481f" providerId="ADAL" clId="{64305B13-359E-4B95-A0D2-9883CB54BF2C}" dt="2022-07-10T04:39:24.195" v="15"/>
          <ac:spMkLst>
            <pc:docMk/>
            <pc:sldMk cId="2257038213" sldId="307"/>
            <ac:spMk id="6" creationId="{065D4E11-5503-4E85-AC63-9A4EF7C6FFAE}"/>
          </ac:spMkLst>
        </pc:spChg>
        <pc:spChg chg="add del mod">
          <ac:chgData name="Fabian Surya Pramudya" userId="f46cf8bb-4ec7-4653-94a9-ff26fa22481f" providerId="ADAL" clId="{64305B13-359E-4B95-A0D2-9883CB54BF2C}" dt="2022-07-10T04:39:31.583" v="17"/>
          <ac:spMkLst>
            <pc:docMk/>
            <pc:sldMk cId="2257038213" sldId="307"/>
            <ac:spMk id="7" creationId="{3250ED98-622F-45B5-8373-8C2656FF55C2}"/>
          </ac:spMkLst>
        </pc:spChg>
        <pc:spChg chg="add del mod">
          <ac:chgData name="Fabian Surya Pramudya" userId="f46cf8bb-4ec7-4653-94a9-ff26fa22481f" providerId="ADAL" clId="{64305B13-359E-4B95-A0D2-9883CB54BF2C}" dt="2022-07-10T04:48:24.516" v="23"/>
          <ac:spMkLst>
            <pc:docMk/>
            <pc:sldMk cId="2257038213" sldId="307"/>
            <ac:spMk id="8" creationId="{781520F1-3B2F-40B3-8B43-E9AB4E66D6D0}"/>
          </ac:spMkLst>
        </pc:spChg>
      </pc:sldChg>
      <pc:sldChg chg="addSp delSp modSp add">
        <pc:chgData name="Fabian Surya Pramudya" userId="f46cf8bb-4ec7-4653-94a9-ff26fa22481f" providerId="ADAL" clId="{64305B13-359E-4B95-A0D2-9883CB54BF2C}" dt="2022-07-10T04:51:56.908" v="58"/>
        <pc:sldMkLst>
          <pc:docMk/>
          <pc:sldMk cId="117369712" sldId="308"/>
        </pc:sldMkLst>
        <pc:spChg chg="del">
          <ac:chgData name="Fabian Surya Pramudya" userId="f46cf8bb-4ec7-4653-94a9-ff26fa22481f" providerId="ADAL" clId="{64305B13-359E-4B95-A0D2-9883CB54BF2C}" dt="2022-07-10T04:51:54.297" v="56" actId="478"/>
          <ac:spMkLst>
            <pc:docMk/>
            <pc:sldMk cId="117369712" sldId="308"/>
            <ac:spMk id="2" creationId="{3F44EAE5-B049-4C3C-A85E-A114EC2185BB}"/>
          </ac:spMkLst>
        </pc:spChg>
        <pc:spChg chg="add del mod">
          <ac:chgData name="Fabian Surya Pramudya" userId="f46cf8bb-4ec7-4653-94a9-ff26fa22481f" providerId="ADAL" clId="{64305B13-359E-4B95-A0D2-9883CB54BF2C}" dt="2022-07-10T04:51:56.578" v="57" actId="478"/>
          <ac:spMkLst>
            <pc:docMk/>
            <pc:sldMk cId="117369712" sldId="308"/>
            <ac:spMk id="5" creationId="{9D148605-B960-41FA-B46B-77CB01C23080}"/>
          </ac:spMkLst>
        </pc:spChg>
        <pc:spChg chg="add">
          <ac:chgData name="Fabian Surya Pramudya" userId="f46cf8bb-4ec7-4653-94a9-ff26fa22481f" providerId="ADAL" clId="{64305B13-359E-4B95-A0D2-9883CB54BF2C}" dt="2022-07-10T04:51:56.908" v="58"/>
          <ac:spMkLst>
            <pc:docMk/>
            <pc:sldMk cId="117369712" sldId="308"/>
            <ac:spMk id="6" creationId="{8AE18587-4322-4AC6-A11C-381516718F3E}"/>
          </ac:spMkLst>
        </pc:spChg>
      </pc:sldChg>
      <pc:sldChg chg="addSp delSp modSp add">
        <pc:chgData name="Fabian Surya Pramudya" userId="f46cf8bb-4ec7-4653-94a9-ff26fa22481f" providerId="ADAL" clId="{64305B13-359E-4B95-A0D2-9883CB54BF2C}" dt="2022-07-10T04:52:47.523" v="75" actId="1076"/>
        <pc:sldMkLst>
          <pc:docMk/>
          <pc:sldMk cId="1104237105" sldId="309"/>
        </pc:sldMkLst>
        <pc:spChg chg="del">
          <ac:chgData name="Fabian Surya Pramudya" userId="f46cf8bb-4ec7-4653-94a9-ff26fa22481f" providerId="ADAL" clId="{64305B13-359E-4B95-A0D2-9883CB54BF2C}" dt="2022-07-10T04:52:02.832" v="59" actId="478"/>
          <ac:spMkLst>
            <pc:docMk/>
            <pc:sldMk cId="1104237105" sldId="309"/>
            <ac:spMk id="2" creationId="{3F44EAE5-B049-4C3C-A85E-A114EC2185BB}"/>
          </ac:spMkLst>
        </pc:spChg>
        <pc:spChg chg="mod">
          <ac:chgData name="Fabian Surya Pramudya" userId="f46cf8bb-4ec7-4653-94a9-ff26fa22481f" providerId="ADAL" clId="{64305B13-359E-4B95-A0D2-9883CB54BF2C}" dt="2022-07-10T04:52:45.626" v="74" actId="1076"/>
          <ac:spMkLst>
            <pc:docMk/>
            <pc:sldMk cId="1104237105" sldId="309"/>
            <ac:spMk id="3" creationId="{468322E5-B2D6-416E-A254-3DBA0BE2A061}"/>
          </ac:spMkLst>
        </pc:spChg>
        <pc:spChg chg="add del mod">
          <ac:chgData name="Fabian Surya Pramudya" userId="f46cf8bb-4ec7-4653-94a9-ff26fa22481f" providerId="ADAL" clId="{64305B13-359E-4B95-A0D2-9883CB54BF2C}" dt="2022-07-10T04:52:05.592" v="60" actId="478"/>
          <ac:spMkLst>
            <pc:docMk/>
            <pc:sldMk cId="1104237105" sldId="309"/>
            <ac:spMk id="5" creationId="{30A4C1DB-131A-471B-8216-14ED6EF9D70D}"/>
          </ac:spMkLst>
        </pc:spChg>
        <pc:spChg chg="add">
          <ac:chgData name="Fabian Surya Pramudya" userId="f46cf8bb-4ec7-4653-94a9-ff26fa22481f" providerId="ADAL" clId="{64305B13-359E-4B95-A0D2-9883CB54BF2C}" dt="2022-07-10T04:52:05.987" v="61"/>
          <ac:spMkLst>
            <pc:docMk/>
            <pc:sldMk cId="1104237105" sldId="309"/>
            <ac:spMk id="6" creationId="{8C814661-DE3B-43EC-9866-BCB31CDAE924}"/>
          </ac:spMkLst>
        </pc:spChg>
        <pc:picChg chg="add mod">
          <ac:chgData name="Fabian Surya Pramudya" userId="f46cf8bb-4ec7-4653-94a9-ff26fa22481f" providerId="ADAL" clId="{64305B13-359E-4B95-A0D2-9883CB54BF2C}" dt="2022-07-10T04:52:47.523" v="75" actId="1076"/>
          <ac:picMkLst>
            <pc:docMk/>
            <pc:sldMk cId="1104237105" sldId="309"/>
            <ac:picMk id="7" creationId="{66128569-95AC-495A-A9F6-F48250A2AD13}"/>
          </ac:picMkLst>
        </pc:picChg>
      </pc:sldChg>
      <pc:sldChg chg="modSp add">
        <pc:chgData name="Fabian Surya Pramudya" userId="f46cf8bb-4ec7-4653-94a9-ff26fa22481f" providerId="ADAL" clId="{64305B13-359E-4B95-A0D2-9883CB54BF2C}" dt="2022-07-10T04:53:20.243" v="79" actId="1076"/>
        <pc:sldMkLst>
          <pc:docMk/>
          <pc:sldMk cId="510595457" sldId="310"/>
        </pc:sldMkLst>
        <pc:picChg chg="mod">
          <ac:chgData name="Fabian Surya Pramudya" userId="f46cf8bb-4ec7-4653-94a9-ff26fa22481f" providerId="ADAL" clId="{64305B13-359E-4B95-A0D2-9883CB54BF2C}" dt="2022-07-10T04:53:20.243" v="79" actId="1076"/>
          <ac:picMkLst>
            <pc:docMk/>
            <pc:sldMk cId="510595457" sldId="310"/>
            <ac:picMk id="3" creationId="{C53C7FFA-4183-434F-B5D0-73E422696B33}"/>
          </ac:picMkLst>
        </pc:picChg>
      </pc:sldChg>
      <pc:sldChg chg="addSp delSp modSp add">
        <pc:chgData name="Fabian Surya Pramudya" userId="f46cf8bb-4ec7-4653-94a9-ff26fa22481f" providerId="ADAL" clId="{64305B13-359E-4B95-A0D2-9883CB54BF2C}" dt="2022-07-10T04:55:27.917" v="122" actId="14100"/>
        <pc:sldMkLst>
          <pc:docMk/>
          <pc:sldMk cId="4199324649" sldId="311"/>
        </pc:sldMkLst>
        <pc:spChg chg="mod">
          <ac:chgData name="Fabian Surya Pramudya" userId="f46cf8bb-4ec7-4653-94a9-ff26fa22481f" providerId="ADAL" clId="{64305B13-359E-4B95-A0D2-9883CB54BF2C}" dt="2022-07-10T04:55:19.533" v="119" actId="14100"/>
          <ac:spMkLst>
            <pc:docMk/>
            <pc:sldMk cId="4199324649" sldId="311"/>
            <ac:spMk id="3" creationId="{468322E5-B2D6-416E-A254-3DBA0BE2A061}"/>
          </ac:spMkLst>
        </pc:spChg>
        <pc:spChg chg="add del mod">
          <ac:chgData name="Fabian Surya Pramudya" userId="f46cf8bb-4ec7-4653-94a9-ff26fa22481f" providerId="ADAL" clId="{64305B13-359E-4B95-A0D2-9883CB54BF2C}" dt="2022-07-10T04:53:39.158" v="87" actId="1076"/>
          <ac:spMkLst>
            <pc:docMk/>
            <pc:sldMk cId="4199324649" sldId="311"/>
            <ac:spMk id="5" creationId="{16517CA6-DCF4-4ADE-89F4-58A80E0589AA}"/>
          </ac:spMkLst>
        </pc:spChg>
        <pc:picChg chg="add mod">
          <ac:chgData name="Fabian Surya Pramudya" userId="f46cf8bb-4ec7-4653-94a9-ff26fa22481f" providerId="ADAL" clId="{64305B13-359E-4B95-A0D2-9883CB54BF2C}" dt="2022-07-10T04:55:27.917" v="122" actId="14100"/>
          <ac:picMkLst>
            <pc:docMk/>
            <pc:sldMk cId="4199324649" sldId="311"/>
            <ac:picMk id="4" creationId="{A6ADD96C-84A7-4DCD-847D-DF9195CF71C1}"/>
          </ac:picMkLst>
        </pc:picChg>
      </pc:sldChg>
      <pc:sldChg chg="add del">
        <pc:chgData name="Fabian Surya Pramudya" userId="f46cf8bb-4ec7-4653-94a9-ff26fa22481f" providerId="ADAL" clId="{64305B13-359E-4B95-A0D2-9883CB54BF2C}" dt="2022-07-10T04:55:56.514" v="131" actId="2696"/>
        <pc:sldMkLst>
          <pc:docMk/>
          <pc:sldMk cId="1332865665" sldId="312"/>
        </pc:sldMkLst>
      </pc:sldChg>
      <pc:sldChg chg="addSp modSp add">
        <pc:chgData name="Fabian Surya Pramudya" userId="f46cf8bb-4ec7-4653-94a9-ff26fa22481f" providerId="ADAL" clId="{64305B13-359E-4B95-A0D2-9883CB54BF2C}" dt="2022-07-10T04:56:18.049" v="138" actId="1076"/>
        <pc:sldMkLst>
          <pc:docMk/>
          <pc:sldMk cId="2704585203" sldId="313"/>
        </pc:sldMkLst>
        <pc:spChg chg="mod">
          <ac:chgData name="Fabian Surya Pramudya" userId="f46cf8bb-4ec7-4653-94a9-ff26fa22481f" providerId="ADAL" clId="{64305B13-359E-4B95-A0D2-9883CB54BF2C}" dt="2022-07-10T04:56:18.049" v="138" actId="1076"/>
          <ac:spMkLst>
            <pc:docMk/>
            <pc:sldMk cId="2704585203" sldId="313"/>
            <ac:spMk id="3" creationId="{468322E5-B2D6-416E-A254-3DBA0BE2A061}"/>
          </ac:spMkLst>
        </pc:spChg>
        <pc:picChg chg="add">
          <ac:chgData name="Fabian Surya Pramudya" userId="f46cf8bb-4ec7-4653-94a9-ff26fa22481f" providerId="ADAL" clId="{64305B13-359E-4B95-A0D2-9883CB54BF2C}" dt="2022-07-10T04:56:12.943" v="136"/>
          <ac:picMkLst>
            <pc:docMk/>
            <pc:sldMk cId="2704585203" sldId="313"/>
            <ac:picMk id="4" creationId="{7315D61E-7D5B-4511-A0F1-6554675019DD}"/>
          </ac:picMkLst>
        </pc:picChg>
      </pc:sldChg>
      <pc:sldChg chg="modSp add">
        <pc:chgData name="Fabian Surya Pramudya" userId="f46cf8bb-4ec7-4653-94a9-ff26fa22481f" providerId="ADAL" clId="{64305B13-359E-4B95-A0D2-9883CB54BF2C}" dt="2022-07-10T04:56:34.593" v="144" actId="27636"/>
        <pc:sldMkLst>
          <pc:docMk/>
          <pc:sldMk cId="97641865" sldId="314"/>
        </pc:sldMkLst>
        <pc:spChg chg="mod">
          <ac:chgData name="Fabian Surya Pramudya" userId="f46cf8bb-4ec7-4653-94a9-ff26fa22481f" providerId="ADAL" clId="{64305B13-359E-4B95-A0D2-9883CB54BF2C}" dt="2022-07-10T04:56:34.593" v="144" actId="27636"/>
          <ac:spMkLst>
            <pc:docMk/>
            <pc:sldMk cId="97641865" sldId="314"/>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881173591" sldId="315"/>
        </pc:sldMkLst>
      </pc:sldChg>
      <pc:sldChg chg="delSp modSp add del">
        <pc:chgData name="Fabian Surya Pramudya" userId="f46cf8bb-4ec7-4653-94a9-ff26fa22481f" providerId="ADAL" clId="{64305B13-359E-4B95-A0D2-9883CB54BF2C}" dt="2022-07-10T04:52:27.681" v="67" actId="2696"/>
        <pc:sldMkLst>
          <pc:docMk/>
          <pc:sldMk cId="721810756" sldId="316"/>
        </pc:sldMkLst>
        <pc:picChg chg="del mod">
          <ac:chgData name="Fabian Surya Pramudya" userId="f46cf8bb-4ec7-4653-94a9-ff26fa22481f" providerId="ADAL" clId="{64305B13-359E-4B95-A0D2-9883CB54BF2C}" dt="2022-07-10T04:52:26.037" v="66"/>
          <ac:picMkLst>
            <pc:docMk/>
            <pc:sldMk cId="721810756" sldId="316"/>
            <ac:picMk id="3" creationId="{17CF4E88-0419-4CC4-881B-FBA4551E317F}"/>
          </ac:picMkLst>
        </pc:picChg>
      </pc:sldChg>
      <pc:sldChg chg="addSp delSp modSp add">
        <pc:chgData name="Fabian Surya Pramudya" userId="f46cf8bb-4ec7-4653-94a9-ff26fa22481f" providerId="ADAL" clId="{64305B13-359E-4B95-A0D2-9883CB54BF2C}" dt="2022-07-10T04:58:42.963" v="177" actId="1076"/>
        <pc:sldMkLst>
          <pc:docMk/>
          <pc:sldMk cId="3974601475" sldId="317"/>
        </pc:sldMkLst>
        <pc:spChg chg="add del mod">
          <ac:chgData name="Fabian Surya Pramudya" userId="f46cf8bb-4ec7-4653-94a9-ff26fa22481f" providerId="ADAL" clId="{64305B13-359E-4B95-A0D2-9883CB54BF2C}" dt="2022-07-10T04:58:35.853" v="175" actId="403"/>
          <ac:spMkLst>
            <pc:docMk/>
            <pc:sldMk cId="3974601475" sldId="317"/>
            <ac:spMk id="2" creationId="{50472ABD-822C-4C86-897D-29B7D35D5DA5}"/>
          </ac:spMkLst>
        </pc:spChg>
        <pc:spChg chg="mod">
          <ac:chgData name="Fabian Surya Pramudya" userId="f46cf8bb-4ec7-4653-94a9-ff26fa22481f" providerId="ADAL" clId="{64305B13-359E-4B95-A0D2-9883CB54BF2C}" dt="2022-07-10T04:58:42.963" v="177" actId="1076"/>
          <ac:spMkLst>
            <pc:docMk/>
            <pc:sldMk cId="3974601475" sldId="317"/>
            <ac:spMk id="3" creationId="{468322E5-B2D6-416E-A254-3DBA0BE2A061}"/>
          </ac:spMkLst>
        </pc:spChg>
        <pc:spChg chg="add del mod">
          <ac:chgData name="Fabian Surya Pramudya" userId="f46cf8bb-4ec7-4653-94a9-ff26fa22481f" providerId="ADAL" clId="{64305B13-359E-4B95-A0D2-9883CB54BF2C}" dt="2022-07-10T04:58:02.155" v="159"/>
          <ac:spMkLst>
            <pc:docMk/>
            <pc:sldMk cId="3974601475" sldId="317"/>
            <ac:spMk id="4" creationId="{4021EE45-66A2-449F-8CCE-0158BC8A50FC}"/>
          </ac:spMkLst>
        </pc:spChg>
        <pc:spChg chg="add del mod">
          <ac:chgData name="Fabian Surya Pramudya" userId="f46cf8bb-4ec7-4653-94a9-ff26fa22481f" providerId="ADAL" clId="{64305B13-359E-4B95-A0D2-9883CB54BF2C}" dt="2022-07-10T04:58:02.155" v="159"/>
          <ac:spMkLst>
            <pc:docMk/>
            <pc:sldMk cId="3974601475" sldId="317"/>
            <ac:spMk id="5" creationId="{445B476C-7871-4DF3-9C1B-DE2C5AAB3E0D}"/>
          </ac:spMkLst>
        </pc:spChg>
      </pc:sldChg>
      <pc:sldChg chg="modSp add">
        <pc:chgData name="Fabian Surya Pramudya" userId="f46cf8bb-4ec7-4653-94a9-ff26fa22481f" providerId="ADAL" clId="{64305B13-359E-4B95-A0D2-9883CB54BF2C}" dt="2022-07-10T06:23:24.928" v="424" actId="1076"/>
        <pc:sldMkLst>
          <pc:docMk/>
          <pc:sldMk cId="0" sldId="318"/>
        </pc:sldMkLst>
        <pc:spChg chg="mod">
          <ac:chgData name="Fabian Surya Pramudya" userId="f46cf8bb-4ec7-4653-94a9-ff26fa22481f" providerId="ADAL" clId="{64305B13-359E-4B95-A0D2-9883CB54BF2C}" dt="2022-07-10T06:23:24.928" v="424" actId="1076"/>
          <ac:spMkLst>
            <pc:docMk/>
            <pc:sldMk cId="0" sldId="318"/>
            <ac:spMk id="91139" creationId="{00000000-0000-0000-0000-000000000000}"/>
          </ac:spMkLst>
        </pc:spChg>
        <pc:spChg chg="mod">
          <ac:chgData name="Fabian Surya Pramudya" userId="f46cf8bb-4ec7-4653-94a9-ff26fa22481f" providerId="ADAL" clId="{64305B13-359E-4B95-A0D2-9883CB54BF2C}" dt="2022-07-10T06:23:23.521" v="423" actId="1076"/>
          <ac:spMkLst>
            <pc:docMk/>
            <pc:sldMk cId="0" sldId="318"/>
            <ac:spMk id="243715" creationId="{00000000-0000-0000-0000-000000000000}"/>
          </ac:spMkLst>
        </pc:spChg>
      </pc:sldChg>
      <pc:sldChg chg="delSp add del">
        <pc:chgData name="Fabian Surya Pramudya" userId="f46cf8bb-4ec7-4653-94a9-ff26fa22481f" providerId="ADAL" clId="{64305B13-359E-4B95-A0D2-9883CB54BF2C}" dt="2022-07-10T04:55:32.063" v="124" actId="2696"/>
        <pc:sldMkLst>
          <pc:docMk/>
          <pc:sldMk cId="3510503143" sldId="318"/>
        </pc:sldMkLst>
        <pc:picChg chg="del">
          <ac:chgData name="Fabian Surya Pramudya" userId="f46cf8bb-4ec7-4653-94a9-ff26fa22481f" providerId="ADAL" clId="{64305B13-359E-4B95-A0D2-9883CB54BF2C}" dt="2022-07-10T04:54:29.003" v="98"/>
          <ac:picMkLst>
            <pc:docMk/>
            <pc:sldMk cId="3510503143" sldId="318"/>
            <ac:picMk id="3" creationId="{E811DE24-DBFE-4343-A1D1-B3BE64973F34}"/>
          </ac:picMkLst>
        </pc:picChg>
      </pc:sldChg>
      <pc:sldChg chg="modSp add">
        <pc:chgData name="Fabian Surya Pramudya" userId="f46cf8bb-4ec7-4653-94a9-ff26fa22481f" providerId="ADAL" clId="{64305B13-359E-4B95-A0D2-9883CB54BF2C}" dt="2022-07-10T06:23:49.782" v="433" actId="1076"/>
        <pc:sldMkLst>
          <pc:docMk/>
          <pc:sldMk cId="0" sldId="319"/>
        </pc:sldMkLst>
        <pc:spChg chg="mod">
          <ac:chgData name="Fabian Surya Pramudya" userId="f46cf8bb-4ec7-4653-94a9-ff26fa22481f" providerId="ADAL" clId="{64305B13-359E-4B95-A0D2-9883CB54BF2C}" dt="2022-07-10T06:23:34.898" v="426" actId="1076"/>
          <ac:spMkLst>
            <pc:docMk/>
            <pc:sldMk cId="0" sldId="319"/>
            <ac:spMk id="92163" creationId="{00000000-0000-0000-0000-000000000000}"/>
          </ac:spMkLst>
        </pc:spChg>
        <pc:spChg chg="mod">
          <ac:chgData name="Fabian Surya Pramudya" userId="f46cf8bb-4ec7-4653-94a9-ff26fa22481f" providerId="ADAL" clId="{64305B13-359E-4B95-A0D2-9883CB54BF2C}" dt="2022-07-10T06:23:41.213" v="429" actId="1076"/>
          <ac:spMkLst>
            <pc:docMk/>
            <pc:sldMk cId="0" sldId="319"/>
            <ac:spMk id="92164" creationId="{00000000-0000-0000-0000-000000000000}"/>
          </ac:spMkLst>
        </pc:spChg>
        <pc:spChg chg="mod">
          <ac:chgData name="Fabian Surya Pramudya" userId="f46cf8bb-4ec7-4653-94a9-ff26fa22481f" providerId="ADAL" clId="{64305B13-359E-4B95-A0D2-9883CB54BF2C}" dt="2022-07-10T06:23:49.782" v="433" actId="1076"/>
          <ac:spMkLst>
            <pc:docMk/>
            <pc:sldMk cId="0" sldId="319"/>
            <ac:spMk id="92169" creationId="{00000000-0000-0000-0000-000000000000}"/>
          </ac:spMkLst>
        </pc:spChg>
        <pc:picChg chg="mod">
          <ac:chgData name="Fabian Surya Pramudya" userId="f46cf8bb-4ec7-4653-94a9-ff26fa22481f" providerId="ADAL" clId="{64305B13-359E-4B95-A0D2-9883CB54BF2C}" dt="2022-07-10T06:23:45.760" v="432" actId="1076"/>
          <ac:picMkLst>
            <pc:docMk/>
            <pc:sldMk cId="0" sldId="319"/>
            <ac:picMk id="2"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3"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4" creationId="{00000000-0000-0000-0000-000000000000}"/>
          </ac:picMkLst>
        </pc:picChg>
        <pc:picChg chg="mod">
          <ac:chgData name="Fabian Surya Pramudya" userId="f46cf8bb-4ec7-4653-94a9-ff26fa22481f" providerId="ADAL" clId="{64305B13-359E-4B95-A0D2-9883CB54BF2C}" dt="2022-07-10T06:23:45.760" v="432" actId="1076"/>
          <ac:picMkLst>
            <pc:docMk/>
            <pc:sldMk cId="0" sldId="319"/>
            <ac:picMk id="5" creationId="{00000000-0000-0000-0000-000000000000}"/>
          </ac:picMkLst>
        </pc:picChg>
      </pc:sldChg>
      <pc:sldChg chg="modSp add del">
        <pc:chgData name="Fabian Surya Pramudya" userId="f46cf8bb-4ec7-4653-94a9-ff26fa22481f" providerId="ADAL" clId="{64305B13-359E-4B95-A0D2-9883CB54BF2C}" dt="2022-07-10T04:55:52.142" v="130" actId="2696"/>
        <pc:sldMkLst>
          <pc:docMk/>
          <pc:sldMk cId="3096510756" sldId="319"/>
        </pc:sldMkLst>
        <pc:spChg chg="mod">
          <ac:chgData name="Fabian Surya Pramudya" userId="f46cf8bb-4ec7-4653-94a9-ff26fa22481f" providerId="ADAL" clId="{64305B13-359E-4B95-A0D2-9883CB54BF2C}" dt="2022-07-10T04:55:43.540" v="128"/>
          <ac:spMkLst>
            <pc:docMk/>
            <pc:sldMk cId="3096510756" sldId="319"/>
            <ac:spMk id="3" creationId="{468322E5-B2D6-416E-A254-3DBA0BE2A061}"/>
          </ac:spMkLst>
        </pc:spChg>
      </pc:sldChg>
      <pc:sldChg chg="modSp add">
        <pc:chgData name="Fabian Surya Pramudya" userId="f46cf8bb-4ec7-4653-94a9-ff26fa22481f" providerId="ADAL" clId="{64305B13-359E-4B95-A0D2-9883CB54BF2C}" dt="2022-07-10T04:59:21.892" v="180" actId="1076"/>
        <pc:sldMkLst>
          <pc:docMk/>
          <pc:sldMk cId="883495976" sldId="320"/>
        </pc:sldMkLst>
        <pc:spChg chg="mod">
          <ac:chgData name="Fabian Surya Pramudya" userId="f46cf8bb-4ec7-4653-94a9-ff26fa22481f" providerId="ADAL" clId="{64305B13-359E-4B95-A0D2-9883CB54BF2C}" dt="2022-07-10T04:59:21.892" v="180" actId="1076"/>
          <ac:spMkLst>
            <pc:docMk/>
            <pc:sldMk cId="883495976" sldId="320"/>
            <ac:spMk id="2" creationId="{4DCEAB44-2C2D-4C4D-8834-053F58879EA4}"/>
          </ac:spMkLst>
        </pc:spChg>
        <pc:picChg chg="mod">
          <ac:chgData name="Fabian Surya Pramudya" userId="f46cf8bb-4ec7-4653-94a9-ff26fa22481f" providerId="ADAL" clId="{64305B13-359E-4B95-A0D2-9883CB54BF2C}" dt="2022-07-10T04:59:21.892" v="180" actId="1076"/>
          <ac:picMkLst>
            <pc:docMk/>
            <pc:sldMk cId="883495976" sldId="320"/>
            <ac:picMk id="5" creationId="{A0A55134-E9DE-475B-88D7-9BB89E4B6CD2}"/>
          </ac:picMkLst>
        </pc:picChg>
      </pc:sldChg>
      <pc:sldChg chg="modSp add">
        <pc:chgData name="Fabian Surya Pramudya" userId="f46cf8bb-4ec7-4653-94a9-ff26fa22481f" providerId="ADAL" clId="{64305B13-359E-4B95-A0D2-9883CB54BF2C}" dt="2022-07-10T05:01:15.468" v="221" actId="1076"/>
        <pc:sldMkLst>
          <pc:docMk/>
          <pc:sldMk cId="12048405" sldId="321"/>
        </pc:sldMkLst>
        <pc:spChg chg="mod">
          <ac:chgData name="Fabian Surya Pramudya" userId="f46cf8bb-4ec7-4653-94a9-ff26fa22481f" providerId="ADAL" clId="{64305B13-359E-4B95-A0D2-9883CB54BF2C}" dt="2022-07-10T05:01:15.468" v="221" actId="1076"/>
          <ac:spMkLst>
            <pc:docMk/>
            <pc:sldMk cId="12048405" sldId="321"/>
            <ac:spMk id="3" creationId="{468322E5-B2D6-416E-A254-3DBA0BE2A061}"/>
          </ac:spMkLst>
        </pc:spChg>
      </pc:sldChg>
      <pc:sldChg chg="modSp add del">
        <pc:chgData name="Fabian Surya Pramudya" userId="f46cf8bb-4ec7-4653-94a9-ff26fa22481f" providerId="ADAL" clId="{64305B13-359E-4B95-A0D2-9883CB54BF2C}" dt="2022-07-10T05:01:36.214" v="226" actId="1076"/>
        <pc:sldMkLst>
          <pc:docMk/>
          <pc:sldMk cId="4052717385" sldId="322"/>
        </pc:sldMkLst>
        <pc:spChg chg="mod">
          <ac:chgData name="Fabian Surya Pramudya" userId="f46cf8bb-4ec7-4653-94a9-ff26fa22481f" providerId="ADAL" clId="{64305B13-359E-4B95-A0D2-9883CB54BF2C}" dt="2022-07-10T05:01:36.214" v="226" actId="1076"/>
          <ac:spMkLst>
            <pc:docMk/>
            <pc:sldMk cId="4052717385" sldId="322"/>
            <ac:spMk id="3" creationId="{468322E5-B2D6-416E-A254-3DBA0BE2A061}"/>
          </ac:spMkLst>
        </pc:spChg>
      </pc:sldChg>
      <pc:sldChg chg="modSp add">
        <pc:chgData name="Fabian Surya Pramudya" userId="f46cf8bb-4ec7-4653-94a9-ff26fa22481f" providerId="ADAL" clId="{64305B13-359E-4B95-A0D2-9883CB54BF2C}" dt="2022-07-10T05:02:17.335" v="242" actId="1035"/>
        <pc:sldMkLst>
          <pc:docMk/>
          <pc:sldMk cId="1278343681" sldId="323"/>
        </pc:sldMkLst>
        <pc:spChg chg="mod">
          <ac:chgData name="Fabian Surya Pramudya" userId="f46cf8bb-4ec7-4653-94a9-ff26fa22481f" providerId="ADAL" clId="{64305B13-359E-4B95-A0D2-9883CB54BF2C}" dt="2022-07-10T05:02:17.335" v="242" actId="1035"/>
          <ac:spMkLst>
            <pc:docMk/>
            <pc:sldMk cId="1278343681" sldId="323"/>
            <ac:spMk id="3" creationId="{468322E5-B2D6-416E-A254-3DBA0BE2A061}"/>
          </ac:spMkLst>
        </pc:spChg>
      </pc:sldChg>
      <pc:sldChg chg="modSp add">
        <pc:chgData name="Fabian Surya Pramudya" userId="f46cf8bb-4ec7-4653-94a9-ff26fa22481f" providerId="ADAL" clId="{64305B13-359E-4B95-A0D2-9883CB54BF2C}" dt="2022-07-10T05:02:29.154" v="243" actId="1076"/>
        <pc:sldMkLst>
          <pc:docMk/>
          <pc:sldMk cId="1054643383" sldId="324"/>
        </pc:sldMkLst>
        <pc:spChg chg="mod">
          <ac:chgData name="Fabian Surya Pramudya" userId="f46cf8bb-4ec7-4653-94a9-ff26fa22481f" providerId="ADAL" clId="{64305B13-359E-4B95-A0D2-9883CB54BF2C}" dt="2022-07-10T05:02:29.154" v="243" actId="1076"/>
          <ac:spMkLst>
            <pc:docMk/>
            <pc:sldMk cId="1054643383" sldId="324"/>
            <ac:spMk id="2" creationId="{822C23B9-F4B3-4930-A628-05CE1374FCF3}"/>
          </ac:spMkLst>
        </pc:spChg>
        <pc:picChg chg="mod">
          <ac:chgData name="Fabian Surya Pramudya" userId="f46cf8bb-4ec7-4653-94a9-ff26fa22481f" providerId="ADAL" clId="{64305B13-359E-4B95-A0D2-9883CB54BF2C}" dt="2022-07-10T05:02:29.154" v="243" actId="1076"/>
          <ac:picMkLst>
            <pc:docMk/>
            <pc:sldMk cId="1054643383" sldId="324"/>
            <ac:picMk id="5" creationId="{E9C7B3F4-3152-4384-9ED8-28EF44F60321}"/>
          </ac:picMkLst>
        </pc:picChg>
      </pc:sldChg>
      <pc:sldChg chg="modSp add">
        <pc:chgData name="Fabian Surya Pramudya" userId="f46cf8bb-4ec7-4653-94a9-ff26fa22481f" providerId="ADAL" clId="{64305B13-359E-4B95-A0D2-9883CB54BF2C}" dt="2022-07-10T05:03:36.467" v="261" actId="20577"/>
        <pc:sldMkLst>
          <pc:docMk/>
          <pc:sldMk cId="3753000902" sldId="325"/>
        </pc:sldMkLst>
        <pc:spChg chg="mod">
          <ac:chgData name="Fabian Surya Pramudya" userId="f46cf8bb-4ec7-4653-94a9-ff26fa22481f" providerId="ADAL" clId="{64305B13-359E-4B95-A0D2-9883CB54BF2C}" dt="2022-07-10T05:03:36.467" v="261" actId="20577"/>
          <ac:spMkLst>
            <pc:docMk/>
            <pc:sldMk cId="3753000902" sldId="325"/>
            <ac:spMk id="3" creationId="{468322E5-B2D6-416E-A254-3DBA0BE2A061}"/>
          </ac:spMkLst>
        </pc:spChg>
      </pc:sldChg>
      <pc:sldChg chg="modSp add">
        <pc:chgData name="Fabian Surya Pramudya" userId="f46cf8bb-4ec7-4653-94a9-ff26fa22481f" providerId="ADAL" clId="{64305B13-359E-4B95-A0D2-9883CB54BF2C}" dt="2022-07-10T05:03:19.471" v="257" actId="403"/>
        <pc:sldMkLst>
          <pc:docMk/>
          <pc:sldMk cId="3146475102" sldId="326"/>
        </pc:sldMkLst>
        <pc:spChg chg="mod">
          <ac:chgData name="Fabian Surya Pramudya" userId="f46cf8bb-4ec7-4653-94a9-ff26fa22481f" providerId="ADAL" clId="{64305B13-359E-4B95-A0D2-9883CB54BF2C}" dt="2022-07-10T05:03:19.471" v="257" actId="403"/>
          <ac:spMkLst>
            <pc:docMk/>
            <pc:sldMk cId="3146475102" sldId="326"/>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746594274" sldId="327"/>
        </pc:sldMkLst>
      </pc:sldChg>
      <pc:sldChg chg="modSp add">
        <pc:chgData name="Fabian Surya Pramudya" userId="f46cf8bb-4ec7-4653-94a9-ff26fa22481f" providerId="ADAL" clId="{64305B13-359E-4B95-A0D2-9883CB54BF2C}" dt="2022-07-10T05:03:51.160" v="262" actId="1076"/>
        <pc:sldMkLst>
          <pc:docMk/>
          <pc:sldMk cId="224196436" sldId="328"/>
        </pc:sldMkLst>
        <pc:spChg chg="mod">
          <ac:chgData name="Fabian Surya Pramudya" userId="f46cf8bb-4ec7-4653-94a9-ff26fa22481f" providerId="ADAL" clId="{64305B13-359E-4B95-A0D2-9883CB54BF2C}" dt="2022-07-10T05:03:51.160" v="262" actId="1076"/>
          <ac:spMkLst>
            <pc:docMk/>
            <pc:sldMk cId="224196436" sldId="328"/>
            <ac:spMk id="3" creationId="{468322E5-B2D6-416E-A254-3DBA0BE2A061}"/>
          </ac:spMkLst>
        </pc:spChg>
      </pc:sldChg>
      <pc:sldChg chg="add">
        <pc:chgData name="Fabian Surya Pramudya" userId="f46cf8bb-4ec7-4653-94a9-ff26fa22481f" providerId="ADAL" clId="{64305B13-359E-4B95-A0D2-9883CB54BF2C}" dt="2022-07-10T04:38:02.682" v="0"/>
        <pc:sldMkLst>
          <pc:docMk/>
          <pc:sldMk cId="2250435173" sldId="329"/>
        </pc:sldMkLst>
      </pc:sldChg>
      <pc:sldChg chg="add">
        <pc:chgData name="Fabian Surya Pramudya" userId="f46cf8bb-4ec7-4653-94a9-ff26fa22481f" providerId="ADAL" clId="{64305B13-359E-4B95-A0D2-9883CB54BF2C}" dt="2022-07-10T04:38:02.682" v="0"/>
        <pc:sldMkLst>
          <pc:docMk/>
          <pc:sldMk cId="2606935665" sldId="330"/>
        </pc:sldMkLst>
      </pc:sldChg>
      <pc:sldChg chg="add">
        <pc:chgData name="Fabian Surya Pramudya" userId="f46cf8bb-4ec7-4653-94a9-ff26fa22481f" providerId="ADAL" clId="{64305B13-359E-4B95-A0D2-9883CB54BF2C}" dt="2022-07-10T04:38:02.682" v="0"/>
        <pc:sldMkLst>
          <pc:docMk/>
          <pc:sldMk cId="2721281152" sldId="331"/>
        </pc:sldMkLst>
      </pc:sldChg>
      <pc:sldChg chg="add">
        <pc:chgData name="Fabian Surya Pramudya" userId="f46cf8bb-4ec7-4653-94a9-ff26fa22481f" providerId="ADAL" clId="{64305B13-359E-4B95-A0D2-9883CB54BF2C}" dt="2022-07-10T04:38:02.682" v="0"/>
        <pc:sldMkLst>
          <pc:docMk/>
          <pc:sldMk cId="2109229406" sldId="332"/>
        </pc:sldMkLst>
      </pc:sldChg>
      <pc:sldChg chg="add">
        <pc:chgData name="Fabian Surya Pramudya" userId="f46cf8bb-4ec7-4653-94a9-ff26fa22481f" providerId="ADAL" clId="{64305B13-359E-4B95-A0D2-9883CB54BF2C}" dt="2022-07-10T04:38:02.682" v="0"/>
        <pc:sldMkLst>
          <pc:docMk/>
          <pc:sldMk cId="3221954143" sldId="333"/>
        </pc:sldMkLst>
      </pc:sldChg>
      <pc:sldChg chg="add">
        <pc:chgData name="Fabian Surya Pramudya" userId="f46cf8bb-4ec7-4653-94a9-ff26fa22481f" providerId="ADAL" clId="{64305B13-359E-4B95-A0D2-9883CB54BF2C}" dt="2022-07-10T04:38:02.682" v="0"/>
        <pc:sldMkLst>
          <pc:docMk/>
          <pc:sldMk cId="3864281381" sldId="334"/>
        </pc:sldMkLst>
      </pc:sldChg>
      <pc:sldChg chg="modSp add">
        <pc:chgData name="Fabian Surya Pramudya" userId="f46cf8bb-4ec7-4653-94a9-ff26fa22481f" providerId="ADAL" clId="{64305B13-359E-4B95-A0D2-9883CB54BF2C}" dt="2022-07-10T05:28:35.104" v="284" actId="1076"/>
        <pc:sldMkLst>
          <pc:docMk/>
          <pc:sldMk cId="1876226653" sldId="335"/>
        </pc:sldMkLst>
        <pc:spChg chg="mod">
          <ac:chgData name="Fabian Surya Pramudya" userId="f46cf8bb-4ec7-4653-94a9-ff26fa22481f" providerId="ADAL" clId="{64305B13-359E-4B95-A0D2-9883CB54BF2C}" dt="2022-07-10T05:28:32.670" v="283" actId="1076"/>
          <ac:spMkLst>
            <pc:docMk/>
            <pc:sldMk cId="1876226653" sldId="335"/>
            <ac:spMk id="3" creationId="{BFD6886E-0CAC-4F30-85A5-003144B3088F}"/>
          </ac:spMkLst>
        </pc:spChg>
        <pc:picChg chg="mod">
          <ac:chgData name="Fabian Surya Pramudya" userId="f46cf8bb-4ec7-4653-94a9-ff26fa22481f" providerId="ADAL" clId="{64305B13-359E-4B95-A0D2-9883CB54BF2C}" dt="2022-07-10T05:28:35.104" v="284" actId="1076"/>
          <ac:picMkLst>
            <pc:docMk/>
            <pc:sldMk cId="1876226653" sldId="335"/>
            <ac:picMk id="4" creationId="{999CA00F-CA4E-4F95-9AB2-0B57381C13A5}"/>
          </ac:picMkLst>
        </pc:picChg>
      </pc:sldChg>
      <pc:sldChg chg="modSp add">
        <pc:chgData name="Fabian Surya Pramudya" userId="f46cf8bb-4ec7-4653-94a9-ff26fa22481f" providerId="ADAL" clId="{64305B13-359E-4B95-A0D2-9883CB54BF2C}" dt="2022-07-10T05:30:32.957" v="315" actId="1076"/>
        <pc:sldMkLst>
          <pc:docMk/>
          <pc:sldMk cId="164870401" sldId="336"/>
        </pc:sldMkLst>
        <pc:spChg chg="mod">
          <ac:chgData name="Fabian Surya Pramudya" userId="f46cf8bb-4ec7-4653-94a9-ff26fa22481f" providerId="ADAL" clId="{64305B13-359E-4B95-A0D2-9883CB54BF2C}" dt="2022-07-10T05:30:18" v="311" actId="1076"/>
          <ac:spMkLst>
            <pc:docMk/>
            <pc:sldMk cId="164870401" sldId="336"/>
            <ac:spMk id="2" creationId="{6E2C56CF-DB5B-4210-8F25-390D48E4BE29}"/>
          </ac:spMkLst>
        </pc:spChg>
        <pc:spChg chg="mod">
          <ac:chgData name="Fabian Surya Pramudya" userId="f46cf8bb-4ec7-4653-94a9-ff26fa22481f" providerId="ADAL" clId="{64305B13-359E-4B95-A0D2-9883CB54BF2C}" dt="2022-07-10T05:30:32.957" v="315" actId="1076"/>
          <ac:spMkLst>
            <pc:docMk/>
            <pc:sldMk cId="164870401" sldId="336"/>
            <ac:spMk id="3" creationId="{45ABB95F-0D35-491B-83F7-4B60313F479C}"/>
          </ac:spMkLst>
        </pc:spChg>
      </pc:sldChg>
      <pc:sldChg chg="modSp add">
        <pc:chgData name="Fabian Surya Pramudya" userId="f46cf8bb-4ec7-4653-94a9-ff26fa22481f" providerId="ADAL" clId="{64305B13-359E-4B95-A0D2-9883CB54BF2C}" dt="2022-07-10T05:30:48.951" v="322" actId="1076"/>
        <pc:sldMkLst>
          <pc:docMk/>
          <pc:sldMk cId="3088477552" sldId="337"/>
        </pc:sldMkLst>
        <pc:spChg chg="mod">
          <ac:chgData name="Fabian Surya Pramudya" userId="f46cf8bb-4ec7-4653-94a9-ff26fa22481f" providerId="ADAL" clId="{64305B13-359E-4B95-A0D2-9883CB54BF2C}" dt="2022-07-10T05:30:46.215" v="321" actId="1076"/>
          <ac:spMkLst>
            <pc:docMk/>
            <pc:sldMk cId="3088477552" sldId="337"/>
            <ac:spMk id="2" creationId="{6E2C56CF-DB5B-4210-8F25-390D48E4BE29}"/>
          </ac:spMkLst>
        </pc:spChg>
        <pc:spChg chg="mod">
          <ac:chgData name="Fabian Surya Pramudya" userId="f46cf8bb-4ec7-4653-94a9-ff26fa22481f" providerId="ADAL" clId="{64305B13-359E-4B95-A0D2-9883CB54BF2C}" dt="2022-07-10T05:30:48.951" v="322" actId="1076"/>
          <ac:spMkLst>
            <pc:docMk/>
            <pc:sldMk cId="3088477552" sldId="337"/>
            <ac:spMk id="3" creationId="{45ABB95F-0D35-491B-83F7-4B60313F479C}"/>
          </ac:spMkLst>
        </pc:spChg>
      </pc:sldChg>
      <pc:sldChg chg="add del">
        <pc:chgData name="Fabian Surya Pramudya" userId="f46cf8bb-4ec7-4653-94a9-ff26fa22481f" providerId="ADAL" clId="{64305B13-359E-4B95-A0D2-9883CB54BF2C}" dt="2022-07-10T05:32:01.670" v="332" actId="2696"/>
        <pc:sldMkLst>
          <pc:docMk/>
          <pc:sldMk cId="612830102" sldId="338"/>
        </pc:sldMkLst>
      </pc:sldChg>
      <pc:sldChg chg="modSp add del">
        <pc:chgData name="Fabian Surya Pramudya" userId="f46cf8bb-4ec7-4653-94a9-ff26fa22481f" providerId="ADAL" clId="{64305B13-359E-4B95-A0D2-9883CB54BF2C}" dt="2022-07-10T05:32:01.716" v="333" actId="2696"/>
        <pc:sldMkLst>
          <pc:docMk/>
          <pc:sldMk cId="3333870772" sldId="339"/>
        </pc:sldMkLst>
        <pc:spChg chg="mod">
          <ac:chgData name="Fabian Surya Pramudya" userId="f46cf8bb-4ec7-4653-94a9-ff26fa22481f" providerId="ADAL" clId="{64305B13-359E-4B95-A0D2-9883CB54BF2C}" dt="2022-07-10T04:38:03.326" v="3" actId="27636"/>
          <ac:spMkLst>
            <pc:docMk/>
            <pc:sldMk cId="3333870772" sldId="339"/>
            <ac:spMk id="3" creationId="{45ABB95F-0D35-491B-83F7-4B60313F479C}"/>
          </ac:spMkLst>
        </pc:spChg>
      </pc:sldChg>
      <pc:sldChg chg="add del">
        <pc:chgData name="Fabian Surya Pramudya" userId="f46cf8bb-4ec7-4653-94a9-ff26fa22481f" providerId="ADAL" clId="{64305B13-359E-4B95-A0D2-9883CB54BF2C}" dt="2022-07-10T05:32:01.740" v="334" actId="2696"/>
        <pc:sldMkLst>
          <pc:docMk/>
          <pc:sldMk cId="1985393090" sldId="340"/>
        </pc:sldMkLst>
      </pc:sldChg>
      <pc:sldChg chg="add del">
        <pc:chgData name="Fabian Surya Pramudya" userId="f46cf8bb-4ec7-4653-94a9-ff26fa22481f" providerId="ADAL" clId="{64305B13-359E-4B95-A0D2-9883CB54BF2C}" dt="2022-07-10T05:32:01.777" v="335" actId="2696"/>
        <pc:sldMkLst>
          <pc:docMk/>
          <pc:sldMk cId="2390187664" sldId="341"/>
        </pc:sldMkLst>
      </pc:sldChg>
      <pc:sldChg chg="add del">
        <pc:chgData name="Fabian Surya Pramudya" userId="f46cf8bb-4ec7-4653-94a9-ff26fa22481f" providerId="ADAL" clId="{64305B13-359E-4B95-A0D2-9883CB54BF2C}" dt="2022-07-10T05:32:01.793" v="336" actId="2696"/>
        <pc:sldMkLst>
          <pc:docMk/>
          <pc:sldMk cId="2655584113" sldId="342"/>
        </pc:sldMkLst>
      </pc:sldChg>
      <pc:sldChg chg="add del">
        <pc:chgData name="Fabian Surya Pramudya" userId="f46cf8bb-4ec7-4653-94a9-ff26fa22481f" providerId="ADAL" clId="{64305B13-359E-4B95-A0D2-9883CB54BF2C}" dt="2022-07-10T05:32:01.811" v="338" actId="2696"/>
        <pc:sldMkLst>
          <pc:docMk/>
          <pc:sldMk cId="2286397912" sldId="343"/>
        </pc:sldMkLst>
      </pc:sldChg>
      <pc:sldChg chg="add del">
        <pc:chgData name="Fabian Surya Pramudya" userId="f46cf8bb-4ec7-4653-94a9-ff26fa22481f" providerId="ADAL" clId="{64305B13-359E-4B95-A0D2-9883CB54BF2C}" dt="2022-07-10T05:32:01.856" v="340" actId="2696"/>
        <pc:sldMkLst>
          <pc:docMk/>
          <pc:sldMk cId="1127669913" sldId="344"/>
        </pc:sldMkLst>
      </pc:sldChg>
      <pc:sldChg chg="add del">
        <pc:chgData name="Fabian Surya Pramudya" userId="f46cf8bb-4ec7-4653-94a9-ff26fa22481f" providerId="ADAL" clId="{64305B13-359E-4B95-A0D2-9883CB54BF2C}" dt="2022-07-10T05:32:01.891" v="341" actId="2696"/>
        <pc:sldMkLst>
          <pc:docMk/>
          <pc:sldMk cId="866791080" sldId="345"/>
        </pc:sldMkLst>
      </pc:sldChg>
      <pc:sldChg chg="addSp delSp modSp add del">
        <pc:chgData name="Fabian Surya Pramudya" userId="f46cf8bb-4ec7-4653-94a9-ff26fa22481f" providerId="ADAL" clId="{64305B13-359E-4B95-A0D2-9883CB54BF2C}" dt="2022-07-10T04:55:31.437" v="123" actId="2696"/>
        <pc:sldMkLst>
          <pc:docMk/>
          <pc:sldMk cId="1254447840" sldId="346"/>
        </pc:sldMkLst>
        <pc:spChg chg="mod">
          <ac:chgData name="Fabian Surya Pramudya" userId="f46cf8bb-4ec7-4653-94a9-ff26fa22481f" providerId="ADAL" clId="{64305B13-359E-4B95-A0D2-9883CB54BF2C}" dt="2022-07-10T04:55:01.286" v="112"/>
          <ac:spMkLst>
            <pc:docMk/>
            <pc:sldMk cId="1254447840" sldId="346"/>
            <ac:spMk id="3" creationId="{468322E5-B2D6-416E-A254-3DBA0BE2A061}"/>
          </ac:spMkLst>
        </pc:spChg>
        <pc:picChg chg="add del mod">
          <ac:chgData name="Fabian Surya Pramudya" userId="f46cf8bb-4ec7-4653-94a9-ff26fa22481f" providerId="ADAL" clId="{64305B13-359E-4B95-A0D2-9883CB54BF2C}" dt="2022-07-10T04:55:11.743" v="117"/>
          <ac:picMkLst>
            <pc:docMk/>
            <pc:sldMk cId="1254447840" sldId="346"/>
            <ac:picMk id="4" creationId="{993BBF45-4C4A-42D7-B2AE-9E359E3137ED}"/>
          </ac:picMkLst>
        </pc:picChg>
      </pc:sldChg>
      <pc:sldChg chg="modSp add">
        <pc:chgData name="Fabian Surya Pramudya" userId="f46cf8bb-4ec7-4653-94a9-ff26fa22481f" providerId="ADAL" clId="{64305B13-359E-4B95-A0D2-9883CB54BF2C}" dt="2022-07-10T04:55:47.252" v="129"/>
        <pc:sldMkLst>
          <pc:docMk/>
          <pc:sldMk cId="3353003660" sldId="346"/>
        </pc:sldMkLst>
        <pc:spChg chg="mod">
          <ac:chgData name="Fabian Surya Pramudya" userId="f46cf8bb-4ec7-4653-94a9-ff26fa22481f" providerId="ADAL" clId="{64305B13-359E-4B95-A0D2-9883CB54BF2C}" dt="2022-07-10T04:55:47.252" v="129"/>
          <ac:spMkLst>
            <pc:docMk/>
            <pc:sldMk cId="3353003660" sldId="346"/>
            <ac:spMk id="3" creationId="{468322E5-B2D6-416E-A254-3DBA0BE2A061}"/>
          </ac:spMkLst>
        </pc:spChg>
      </pc:sldChg>
      <pc:sldChg chg="modSp add del">
        <pc:chgData name="Fabian Surya Pramudya" userId="f46cf8bb-4ec7-4653-94a9-ff26fa22481f" providerId="ADAL" clId="{64305B13-359E-4B95-A0D2-9883CB54BF2C}" dt="2022-07-10T05:00:45.980" v="209"/>
        <pc:sldMkLst>
          <pc:docMk/>
          <pc:sldMk cId="1177078413" sldId="347"/>
        </pc:sldMkLst>
        <pc:spChg chg="mod">
          <ac:chgData name="Fabian Surya Pramudya" userId="f46cf8bb-4ec7-4653-94a9-ff26fa22481f" providerId="ADAL" clId="{64305B13-359E-4B95-A0D2-9883CB54BF2C}" dt="2022-07-10T05:00:44.480" v="207"/>
          <ac:spMkLst>
            <pc:docMk/>
            <pc:sldMk cId="1177078413" sldId="347"/>
            <ac:spMk id="2" creationId="{50472ABD-822C-4C86-897D-29B7D35D5DA5}"/>
          </ac:spMkLst>
        </pc:spChg>
        <pc:spChg chg="mod">
          <ac:chgData name="Fabian Surya Pramudya" userId="f46cf8bb-4ec7-4653-94a9-ff26fa22481f" providerId="ADAL" clId="{64305B13-359E-4B95-A0D2-9883CB54BF2C}" dt="2022-07-10T05:00:45.162" v="208" actId="5793"/>
          <ac:spMkLst>
            <pc:docMk/>
            <pc:sldMk cId="1177078413" sldId="347"/>
            <ac:spMk id="3" creationId="{468322E5-B2D6-416E-A254-3DBA0BE2A061}"/>
          </ac:spMkLst>
        </pc:spChg>
      </pc:sldChg>
      <pc:sldChg chg="modSp add">
        <pc:chgData name="Fabian Surya Pramudya" userId="f46cf8bb-4ec7-4653-94a9-ff26fa22481f" providerId="ADAL" clId="{64305B13-359E-4B95-A0D2-9883CB54BF2C}" dt="2022-07-10T05:43:57.091" v="355" actId="20577"/>
        <pc:sldMkLst>
          <pc:docMk/>
          <pc:sldMk cId="3798237569" sldId="347"/>
        </pc:sldMkLst>
        <pc:spChg chg="mod">
          <ac:chgData name="Fabian Surya Pramudya" userId="f46cf8bb-4ec7-4653-94a9-ff26fa22481f" providerId="ADAL" clId="{64305B13-359E-4B95-A0D2-9883CB54BF2C}" dt="2022-07-10T05:43:57.091" v="355" actId="20577"/>
          <ac:spMkLst>
            <pc:docMk/>
            <pc:sldMk cId="3798237569" sldId="347"/>
            <ac:spMk id="2" creationId="{00000000-0000-0000-0000-000000000000}"/>
          </ac:spMkLst>
        </pc:spChg>
      </pc:sldChg>
      <pc:sldChg chg="modSp add">
        <pc:chgData name="Fabian Surya Pramudya" userId="f46cf8bb-4ec7-4653-94a9-ff26fa22481f" providerId="ADAL" clId="{64305B13-359E-4B95-A0D2-9883CB54BF2C}" dt="2022-07-10T05:44:01.199" v="356"/>
        <pc:sldMkLst>
          <pc:docMk/>
          <pc:sldMk cId="4016352647" sldId="348"/>
        </pc:sldMkLst>
        <pc:spChg chg="mod">
          <ac:chgData name="Fabian Surya Pramudya" userId="f46cf8bb-4ec7-4653-94a9-ff26fa22481f" providerId="ADAL" clId="{64305B13-359E-4B95-A0D2-9883CB54BF2C}" dt="2022-07-10T05:44:01.199" v="356"/>
          <ac:spMkLst>
            <pc:docMk/>
            <pc:sldMk cId="4016352647" sldId="348"/>
            <ac:spMk id="2" creationId="{00000000-0000-0000-0000-000000000000}"/>
          </ac:spMkLst>
        </pc:spChg>
      </pc:sldChg>
      <pc:sldChg chg="modSp add">
        <pc:chgData name="Fabian Surya Pramudya" userId="f46cf8bb-4ec7-4653-94a9-ff26fa22481f" providerId="ADAL" clId="{64305B13-359E-4B95-A0D2-9883CB54BF2C}" dt="2022-07-10T05:44:04.141" v="357"/>
        <pc:sldMkLst>
          <pc:docMk/>
          <pc:sldMk cId="4117613201" sldId="349"/>
        </pc:sldMkLst>
        <pc:spChg chg="mod">
          <ac:chgData name="Fabian Surya Pramudya" userId="f46cf8bb-4ec7-4653-94a9-ff26fa22481f" providerId="ADAL" clId="{64305B13-359E-4B95-A0D2-9883CB54BF2C}" dt="2022-07-10T05:44:04.141" v="357"/>
          <ac:spMkLst>
            <pc:docMk/>
            <pc:sldMk cId="4117613201" sldId="349"/>
            <ac:spMk id="2" creationId="{00000000-0000-0000-0000-000000000000}"/>
          </ac:spMkLst>
        </pc:spChg>
      </pc:sldChg>
      <pc:sldChg chg="add del">
        <pc:chgData name="Fabian Surya Pramudya" userId="f46cf8bb-4ec7-4653-94a9-ff26fa22481f" providerId="ADAL" clId="{64305B13-359E-4B95-A0D2-9883CB54BF2C}" dt="2022-07-10T05:44:52.974" v="362"/>
        <pc:sldMkLst>
          <pc:docMk/>
          <pc:sldMk cId="2737594961" sldId="350"/>
        </pc:sldMkLst>
      </pc:sldChg>
      <pc:sldChg chg="addSp delSp modSp add del">
        <pc:chgData name="Fabian Surya Pramudya" userId="f46cf8bb-4ec7-4653-94a9-ff26fa22481f" providerId="ADAL" clId="{64305B13-359E-4B95-A0D2-9883CB54BF2C}" dt="2022-07-10T06:03:53.416" v="415" actId="2696"/>
        <pc:sldMkLst>
          <pc:docMk/>
          <pc:sldMk cId="4286255265" sldId="350"/>
        </pc:sldMkLst>
        <pc:spChg chg="del">
          <ac:chgData name="Fabian Surya Pramudya" userId="f46cf8bb-4ec7-4653-94a9-ff26fa22481f" providerId="ADAL" clId="{64305B13-359E-4B95-A0D2-9883CB54BF2C}" dt="2022-07-10T06:01:04.094" v="396" actId="478"/>
          <ac:spMkLst>
            <pc:docMk/>
            <pc:sldMk cId="4286255265" sldId="350"/>
            <ac:spMk id="2" creationId="{A0213D56-5BA4-4813-A4D3-7C474DAC479D}"/>
          </ac:spMkLst>
        </pc:spChg>
        <pc:spChg chg="del mod">
          <ac:chgData name="Fabian Surya Pramudya" userId="f46cf8bb-4ec7-4653-94a9-ff26fa22481f" providerId="ADAL" clId="{64305B13-359E-4B95-A0D2-9883CB54BF2C}" dt="2022-07-10T06:00:01.706" v="379" actId="478"/>
          <ac:spMkLst>
            <pc:docMk/>
            <pc:sldMk cId="4286255265" sldId="350"/>
            <ac:spMk id="3" creationId="{32112476-6724-437D-A720-4008282A7992}"/>
          </ac:spMkLst>
        </pc:spChg>
        <pc:spChg chg="add del mod">
          <ac:chgData name="Fabian Surya Pramudya" userId="f46cf8bb-4ec7-4653-94a9-ff26fa22481f" providerId="ADAL" clId="{64305B13-359E-4B95-A0D2-9883CB54BF2C}" dt="2022-07-10T06:00:05.187" v="383"/>
          <ac:spMkLst>
            <pc:docMk/>
            <pc:sldMk cId="4286255265" sldId="350"/>
            <ac:spMk id="4" creationId="{6AC91393-4966-4FC2-A1E7-466C9CC398D4}"/>
          </ac:spMkLst>
        </pc:spChg>
        <pc:spChg chg="add mod">
          <ac:chgData name="Fabian Surya Pramudya" userId="f46cf8bb-4ec7-4653-94a9-ff26fa22481f" providerId="ADAL" clId="{64305B13-359E-4B95-A0D2-9883CB54BF2C}" dt="2022-07-10T06:01:23.247" v="403" actId="1076"/>
          <ac:spMkLst>
            <pc:docMk/>
            <pc:sldMk cId="4286255265" sldId="350"/>
            <ac:spMk id="5" creationId="{0F22EF43-049A-4577-B54E-8E504E245BB3}"/>
          </ac:spMkLst>
        </pc:spChg>
        <pc:picChg chg="add del mod modCrop">
          <ac:chgData name="Fabian Surya Pramudya" userId="f46cf8bb-4ec7-4653-94a9-ff26fa22481f" providerId="ADAL" clId="{64305B13-359E-4B95-A0D2-9883CB54BF2C}" dt="2022-07-10T06:01:20.466" v="402" actId="478"/>
          <ac:picMkLst>
            <pc:docMk/>
            <pc:sldMk cId="4286255265" sldId="350"/>
            <ac:picMk id="6" creationId="{23659691-6444-4CD1-AA23-D784B4DBF319}"/>
          </ac:picMkLst>
        </pc:picChg>
        <pc:picChg chg="add del mod">
          <ac:chgData name="Fabian Surya Pramudya" userId="f46cf8bb-4ec7-4653-94a9-ff26fa22481f" providerId="ADAL" clId="{64305B13-359E-4B95-A0D2-9883CB54BF2C}" dt="2022-07-10T06:00:41.827" v="389" actId="478"/>
          <ac:picMkLst>
            <pc:docMk/>
            <pc:sldMk cId="4286255265" sldId="350"/>
            <ac:picMk id="7" creationId="{7548EE37-A27F-4F2E-A50A-31F7AC8DCCD9}"/>
          </ac:picMkLst>
        </pc:picChg>
      </pc:sldChg>
      <pc:sldChg chg="addSp delSp modSp add ord">
        <pc:chgData name="Fabian Surya Pramudya" userId="f46cf8bb-4ec7-4653-94a9-ff26fa22481f" providerId="ADAL" clId="{64305B13-359E-4B95-A0D2-9883CB54BF2C}" dt="2022-07-10T06:04:14.684" v="417" actId="1076"/>
        <pc:sldMkLst>
          <pc:docMk/>
          <pc:sldMk cId="748520752" sldId="351"/>
        </pc:sldMkLst>
        <pc:spChg chg="del">
          <ac:chgData name="Fabian Surya Pramudya" userId="f46cf8bb-4ec7-4653-94a9-ff26fa22481f" providerId="ADAL" clId="{64305B13-359E-4B95-A0D2-9883CB54BF2C}" dt="2022-07-10T06:01:09.638" v="398" actId="478"/>
          <ac:spMkLst>
            <pc:docMk/>
            <pc:sldMk cId="748520752" sldId="351"/>
            <ac:spMk id="5" creationId="{0F22EF43-049A-4577-B54E-8E504E245BB3}"/>
          </ac:spMkLst>
        </pc:spChg>
        <pc:picChg chg="mod">
          <ac:chgData name="Fabian Surya Pramudya" userId="f46cf8bb-4ec7-4653-94a9-ff26fa22481f" providerId="ADAL" clId="{64305B13-359E-4B95-A0D2-9883CB54BF2C}" dt="2022-07-10T06:04:14.684" v="417" actId="1076"/>
          <ac:picMkLst>
            <pc:docMk/>
            <pc:sldMk cId="748520752" sldId="351"/>
            <ac:picMk id="6" creationId="{23659691-6444-4CD1-AA23-D784B4DBF319}"/>
          </ac:picMkLst>
        </pc:picChg>
        <pc:picChg chg="add mod">
          <ac:chgData name="Fabian Surya Pramudya" userId="f46cf8bb-4ec7-4653-94a9-ff26fa22481f" providerId="ADAL" clId="{64305B13-359E-4B95-A0D2-9883CB54BF2C}" dt="2022-07-10T06:02:35.253" v="409" actId="1076"/>
          <ac:picMkLst>
            <pc:docMk/>
            <pc:sldMk cId="748520752" sldId="351"/>
            <ac:picMk id="1026" creationId="{2F18340E-61A0-47C5-BAF7-0D5124073BFE}"/>
          </ac:picMkLst>
        </pc:picChg>
      </pc:sldChg>
      <pc:sldChg chg="add del">
        <pc:chgData name="Fabian Surya Pramudya" userId="f46cf8bb-4ec7-4653-94a9-ff26fa22481f" providerId="ADAL" clId="{64305B13-359E-4B95-A0D2-9883CB54BF2C}" dt="2022-07-10T05:45:02.904" v="365"/>
        <pc:sldMkLst>
          <pc:docMk/>
          <pc:sldMk cId="892397431" sldId="351"/>
        </pc:sldMkLst>
      </pc:sldChg>
      <pc:sldChg chg="modSp add">
        <pc:chgData name="Fabian Surya Pramudya" userId="f46cf8bb-4ec7-4653-94a9-ff26fa22481f" providerId="ADAL" clId="{64305B13-359E-4B95-A0D2-9883CB54BF2C}" dt="2022-07-10T06:24:17.479" v="443" actId="1076"/>
        <pc:sldMkLst>
          <pc:docMk/>
          <pc:sldMk cId="0" sldId="383"/>
        </pc:sldMkLst>
        <pc:spChg chg="mod">
          <ac:chgData name="Fabian Surya Pramudya" userId="f46cf8bb-4ec7-4653-94a9-ff26fa22481f" providerId="ADAL" clId="{64305B13-359E-4B95-A0D2-9883CB54BF2C}" dt="2022-07-10T06:24:17.479" v="443" actId="1076"/>
          <ac:spMkLst>
            <pc:docMk/>
            <pc:sldMk cId="0" sldId="383"/>
            <ac:spMk id="93187" creationId="{00000000-0000-0000-0000-000000000000}"/>
          </ac:spMkLst>
        </pc:spChg>
        <pc:spChg chg="mod">
          <ac:chgData name="Fabian Surya Pramudya" userId="f46cf8bb-4ec7-4653-94a9-ff26fa22481f" providerId="ADAL" clId="{64305B13-359E-4B95-A0D2-9883CB54BF2C}" dt="2022-07-10T06:24:14.923" v="442" actId="14100"/>
          <ac:spMkLst>
            <pc:docMk/>
            <pc:sldMk cId="0" sldId="383"/>
            <ac:spMk id="93188" creationId="{00000000-0000-0000-0000-000000000000}"/>
          </ac:spMkLst>
        </pc:spChg>
        <pc:picChg chg="mod">
          <ac:chgData name="Fabian Surya Pramudya" userId="f46cf8bb-4ec7-4653-94a9-ff26fa22481f" providerId="ADAL" clId="{64305B13-359E-4B95-A0D2-9883CB54BF2C}" dt="2022-07-10T06:24:10.699" v="440" actId="1076"/>
          <ac:picMkLst>
            <pc:docMk/>
            <pc:sldMk cId="0" sldId="383"/>
            <ac:picMk id="2" creationId="{00000000-0000-0000-0000-000000000000}"/>
          </ac:picMkLst>
        </pc:picChg>
      </pc:sldChg>
      <pc:sldMasterChg chg="delSldLayout modSldLayout">
        <pc:chgData name="Fabian Surya Pramudya" userId="f46cf8bb-4ec7-4653-94a9-ff26fa22481f" providerId="ADAL" clId="{64305B13-359E-4B95-A0D2-9883CB54BF2C}" dt="2022-07-10T05:32:01.849" v="339" actId="2696"/>
        <pc:sldMasterMkLst>
          <pc:docMk/>
          <pc:sldMasterMk cId="0" sldId="2147483648"/>
        </pc:sldMasterMkLst>
        <pc:sldLayoutChg chg="modSp">
          <pc:chgData name="Fabian Surya Pramudya" userId="f46cf8bb-4ec7-4653-94a9-ff26fa22481f" providerId="ADAL" clId="{64305B13-359E-4B95-A0D2-9883CB54BF2C}" dt="2022-07-10T04:51:24.621" v="51" actId="14100"/>
          <pc:sldLayoutMkLst>
            <pc:docMk/>
            <pc:sldMasterMk cId="0" sldId="2147483648"/>
            <pc:sldLayoutMk cId="0" sldId="2147483650"/>
          </pc:sldLayoutMkLst>
          <pc:spChg chg="mod">
            <ac:chgData name="Fabian Surya Pramudya" userId="f46cf8bb-4ec7-4653-94a9-ff26fa22481f" providerId="ADAL" clId="{64305B13-359E-4B95-A0D2-9883CB54BF2C}" dt="2022-07-10T04:51:24.621" v="51" actId="14100"/>
            <ac:spMkLst>
              <pc:docMk/>
              <pc:sldMasterMk cId="0" sldId="2147483648"/>
              <pc:sldLayoutMk cId="0" sldId="2147483650"/>
              <ac:spMk id="9" creationId="{00000000-0000-0000-0000-000000000000}"/>
            </ac:spMkLst>
          </pc:spChg>
        </pc:sldLayoutChg>
        <pc:sldLayoutChg chg="del">
          <pc:chgData name="Fabian Surya Pramudya" userId="f46cf8bb-4ec7-4653-94a9-ff26fa22481f" providerId="ADAL" clId="{64305B13-359E-4B95-A0D2-9883CB54BF2C}" dt="2022-07-10T04:52:27.727" v="68" actId="2696"/>
          <pc:sldLayoutMkLst>
            <pc:docMk/>
            <pc:sldMasterMk cId="0" sldId="2147483648"/>
            <pc:sldLayoutMk cId="3396267647" sldId="2147483658"/>
          </pc:sldLayoutMkLst>
        </pc:sldLayoutChg>
        <pc:sldLayoutChg chg="del">
          <pc:chgData name="Fabian Surya Pramudya" userId="f46cf8bb-4ec7-4653-94a9-ff26fa22481f" providerId="ADAL" clId="{64305B13-359E-4B95-A0D2-9883CB54BF2C}" dt="2022-07-10T04:55:32.150" v="125" actId="2696"/>
          <pc:sldLayoutMkLst>
            <pc:docMk/>
            <pc:sldMasterMk cId="0" sldId="2147483648"/>
            <pc:sldLayoutMk cId="111645543" sldId="2147483659"/>
          </pc:sldLayoutMkLst>
        </pc:sldLayoutChg>
        <pc:sldLayoutChg chg="del">
          <pc:chgData name="Fabian Surya Pramudya" userId="f46cf8bb-4ec7-4653-94a9-ff26fa22481f" providerId="ADAL" clId="{64305B13-359E-4B95-A0D2-9883CB54BF2C}" dt="2022-07-10T05:32:01.804" v="337" actId="2696"/>
          <pc:sldLayoutMkLst>
            <pc:docMk/>
            <pc:sldMasterMk cId="0" sldId="2147483648"/>
            <pc:sldLayoutMk cId="1688324812" sldId="2147483670"/>
          </pc:sldLayoutMkLst>
        </pc:sldLayoutChg>
        <pc:sldLayoutChg chg="del">
          <pc:chgData name="Fabian Surya Pramudya" userId="f46cf8bb-4ec7-4653-94a9-ff26fa22481f" providerId="ADAL" clId="{64305B13-359E-4B95-A0D2-9883CB54BF2C}" dt="2022-07-10T05:32:01.849" v="339" actId="2696"/>
          <pc:sldLayoutMkLst>
            <pc:docMk/>
            <pc:sldMasterMk cId="0" sldId="2147483648"/>
            <pc:sldLayoutMk cId="2940792732" sldId="2147483671"/>
          </pc:sldLayoutMkLst>
        </pc:sldLayoutChg>
        <pc:sldLayoutChg chg="delSp">
          <pc:chgData name="Fabian Surya Pramudya" userId="f46cf8bb-4ec7-4653-94a9-ff26fa22481f" providerId="ADAL" clId="{64305B13-359E-4B95-A0D2-9883CB54BF2C}" dt="2022-07-10T04:51:39.834" v="55" actId="478"/>
          <pc:sldLayoutMkLst>
            <pc:docMk/>
            <pc:sldMasterMk cId="0" sldId="2147483648"/>
            <pc:sldLayoutMk cId="2188224329" sldId="2147483672"/>
          </pc:sldLayoutMkLst>
          <pc:spChg chg="del">
            <ac:chgData name="Fabian Surya Pramudya" userId="f46cf8bb-4ec7-4653-94a9-ff26fa22481f" providerId="ADAL" clId="{64305B13-359E-4B95-A0D2-9883CB54BF2C}" dt="2022-07-10T04:51:39.834" v="55" actId="478"/>
            <ac:spMkLst>
              <pc:docMk/>
              <pc:sldMasterMk cId="0" sldId="2147483648"/>
              <pc:sldLayoutMk cId="2188224329" sldId="2147483672"/>
              <ac:spMk id="6" creationId="{00000000-0000-0000-0000-000000000000}"/>
            </ac:spMkLst>
          </pc:spChg>
          <pc:spChg chg="del">
            <ac:chgData name="Fabian Surya Pramudya" userId="f46cf8bb-4ec7-4653-94a9-ff26fa22481f" providerId="ADAL" clId="{64305B13-359E-4B95-A0D2-9883CB54BF2C}" dt="2022-07-10T04:51:38.614" v="54" actId="478"/>
            <ac:spMkLst>
              <pc:docMk/>
              <pc:sldMasterMk cId="0" sldId="2147483648"/>
              <pc:sldLayoutMk cId="2188224329" sldId="2147483672"/>
              <ac:spMk id="7" creationId="{00000000-0000-0000-0000-000000000000}"/>
            </ac:spMkLst>
          </pc:spChg>
        </pc:sldLayoutChg>
      </pc:sldMasterChg>
    </pc:docChg>
  </pc:docChgLst>
  <pc:docChgLst>
    <pc:chgData name="Fabian Surya Pramudya" userId="f46cf8bb-4ec7-4653-94a9-ff26fa22481f" providerId="ADAL" clId="{FB578377-9936-4CF0-A859-60CC08244A0B}"/>
    <pc:docChg chg="undo custSel addSld delSld modSld sldOrd modSection">
      <pc:chgData name="Fabian Surya Pramudya" userId="f46cf8bb-4ec7-4653-94a9-ff26fa22481f" providerId="ADAL" clId="{FB578377-9936-4CF0-A859-60CC08244A0B}" dt="2022-08-03T21:58:28.866" v="177" actId="1035"/>
      <pc:docMkLst>
        <pc:docMk/>
      </pc:docMkLst>
      <pc:sldChg chg="del">
        <pc:chgData name="Fabian Surya Pramudya" userId="f46cf8bb-4ec7-4653-94a9-ff26fa22481f" providerId="ADAL" clId="{FB578377-9936-4CF0-A859-60CC08244A0B}" dt="2022-08-03T12:30:05.662" v="1" actId="2696"/>
        <pc:sldMkLst>
          <pc:docMk/>
          <pc:sldMk cId="2516975436" sldId="259"/>
        </pc:sldMkLst>
      </pc:sldChg>
      <pc:sldChg chg="del">
        <pc:chgData name="Fabian Surya Pramudya" userId="f46cf8bb-4ec7-4653-94a9-ff26fa22481f" providerId="ADAL" clId="{FB578377-9936-4CF0-A859-60CC08244A0B}" dt="2022-08-03T12:30:13.139" v="2" actId="2696"/>
        <pc:sldMkLst>
          <pc:docMk/>
          <pc:sldMk cId="0" sldId="294"/>
        </pc:sldMkLst>
      </pc:sldChg>
      <pc:sldChg chg="addSp delSp modSp">
        <pc:chgData name="Fabian Surya Pramudya" userId="f46cf8bb-4ec7-4653-94a9-ff26fa22481f" providerId="ADAL" clId="{FB578377-9936-4CF0-A859-60CC08244A0B}" dt="2022-08-03T21:57:46.186" v="160" actId="1076"/>
        <pc:sldMkLst>
          <pc:docMk/>
          <pc:sldMk cId="0" sldId="295"/>
        </pc:sldMkLst>
        <pc:spChg chg="add del mod">
          <ac:chgData name="Fabian Surya Pramudya" userId="f46cf8bb-4ec7-4653-94a9-ff26fa22481f" providerId="ADAL" clId="{FB578377-9936-4CF0-A859-60CC08244A0B}" dt="2022-08-03T21:57:29.588" v="153" actId="478"/>
          <ac:spMkLst>
            <pc:docMk/>
            <pc:sldMk cId="0" sldId="295"/>
            <ac:spMk id="4" creationId="{FD5A1FF9-1587-46EF-86BF-5112020F2983}"/>
          </ac:spMkLst>
        </pc:spChg>
        <pc:spChg chg="add mod">
          <ac:chgData name="Fabian Surya Pramudya" userId="f46cf8bb-4ec7-4653-94a9-ff26fa22481f" providerId="ADAL" clId="{FB578377-9936-4CF0-A859-60CC08244A0B}" dt="2022-08-03T21:57:18.836" v="151" actId="20577"/>
          <ac:spMkLst>
            <pc:docMk/>
            <pc:sldMk cId="0" sldId="295"/>
            <ac:spMk id="7" creationId="{4BC30A24-A75B-4FFD-B129-5CACBD074573}"/>
          </ac:spMkLst>
        </pc:spChg>
        <pc:spChg chg="del mod">
          <ac:chgData name="Fabian Surya Pramudya" userId="f46cf8bb-4ec7-4653-94a9-ff26fa22481f" providerId="ADAL" clId="{FB578377-9936-4CF0-A859-60CC08244A0B}" dt="2022-08-03T21:57:26.958" v="152" actId="478"/>
          <ac:spMkLst>
            <pc:docMk/>
            <pc:sldMk cId="0" sldId="295"/>
            <ac:spMk id="51203"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6" creationId="{00000000-0000-0000-0000-000000000000}"/>
          </ac:spMkLst>
        </pc:spChg>
        <pc:spChg chg="mod">
          <ac:chgData name="Fabian Surya Pramudya" userId="f46cf8bb-4ec7-4653-94a9-ff26fa22481f" providerId="ADAL" clId="{FB578377-9936-4CF0-A859-60CC08244A0B}" dt="2022-08-03T21:55:46.821" v="100" actId="1036"/>
          <ac:spMkLst>
            <pc:docMk/>
            <pc:sldMk cId="0" sldId="295"/>
            <ac:spMk id="51207" creationId="{00000000-0000-0000-0000-000000000000}"/>
          </ac:spMkLst>
        </pc:spChg>
        <pc:spChg chg="mod">
          <ac:chgData name="Fabian Surya Pramudya" userId="f46cf8bb-4ec7-4653-94a9-ff26fa22481f" providerId="ADAL" clId="{FB578377-9936-4CF0-A859-60CC08244A0B}" dt="2022-08-03T21:57:46.186" v="160" actId="1076"/>
          <ac:spMkLst>
            <pc:docMk/>
            <pc:sldMk cId="0" sldId="295"/>
            <ac:spMk id="51208" creationId="{00000000-0000-0000-0000-000000000000}"/>
          </ac:spMkLst>
        </pc:spChg>
        <pc:picChg chg="mod">
          <ac:chgData name="Fabian Surya Pramudya" userId="f46cf8bb-4ec7-4653-94a9-ff26fa22481f" providerId="ADAL" clId="{FB578377-9936-4CF0-A859-60CC08244A0B}" dt="2022-08-03T21:55:46.821" v="100" actId="1036"/>
          <ac:picMkLst>
            <pc:docMk/>
            <pc:sldMk cId="0" sldId="295"/>
            <ac:picMk id="2" creationId="{00000000-0000-0000-0000-000000000000}"/>
          </ac:picMkLst>
        </pc:picChg>
      </pc:sldChg>
      <pc:sldChg chg="addSp delSp modSp ord">
        <pc:chgData name="Fabian Surya Pramudya" userId="f46cf8bb-4ec7-4653-94a9-ff26fa22481f" providerId="ADAL" clId="{FB578377-9936-4CF0-A859-60CC08244A0B}" dt="2022-08-03T21:58:28.866" v="177" actId="1035"/>
        <pc:sldMkLst>
          <pc:docMk/>
          <pc:sldMk cId="0" sldId="301"/>
        </pc:sldMkLst>
        <pc:spChg chg="add del mod">
          <ac:chgData name="Fabian Surya Pramudya" userId="f46cf8bb-4ec7-4653-94a9-ff26fa22481f" providerId="ADAL" clId="{FB578377-9936-4CF0-A859-60CC08244A0B}" dt="2022-08-03T21:58:08.058" v="164" actId="478"/>
          <ac:spMkLst>
            <pc:docMk/>
            <pc:sldMk cId="0" sldId="301"/>
            <ac:spMk id="5" creationId="{801C8657-CC8A-41BA-B056-CD7BBAF5EC42}"/>
          </ac:spMkLst>
        </pc:spChg>
        <pc:spChg chg="add">
          <ac:chgData name="Fabian Surya Pramudya" userId="f46cf8bb-4ec7-4653-94a9-ff26fa22481f" providerId="ADAL" clId="{FB578377-9936-4CF0-A859-60CC08244A0B}" dt="2022-08-03T21:58:00.183" v="162"/>
          <ac:spMkLst>
            <pc:docMk/>
            <pc:sldMk cId="0" sldId="301"/>
            <ac:spMk id="7" creationId="{9DACAC8C-86C2-490E-87B5-DB174E438F30}"/>
          </ac:spMkLst>
        </pc:spChg>
        <pc:spChg chg="del mod">
          <ac:chgData name="Fabian Surya Pramudya" userId="f46cf8bb-4ec7-4653-94a9-ff26fa22481f" providerId="ADAL" clId="{FB578377-9936-4CF0-A859-60CC08244A0B}" dt="2022-08-03T21:58:05.426" v="163" actId="478"/>
          <ac:spMkLst>
            <pc:docMk/>
            <pc:sldMk cId="0" sldId="301"/>
            <ac:spMk id="53251" creationId="{00000000-0000-0000-0000-000000000000}"/>
          </ac:spMkLst>
        </pc:spChg>
        <pc:spChg chg="mod">
          <ac:chgData name="Fabian Surya Pramudya" userId="f46cf8bb-4ec7-4653-94a9-ff26fa22481f" providerId="ADAL" clId="{FB578377-9936-4CF0-A859-60CC08244A0B}" dt="2022-08-03T21:58:28.866" v="177" actId="1035"/>
          <ac:spMkLst>
            <pc:docMk/>
            <pc:sldMk cId="0" sldId="301"/>
            <ac:spMk id="53252" creationId="{00000000-0000-0000-0000-000000000000}"/>
          </ac:spMkLst>
        </pc:spChg>
      </pc:sldChg>
      <pc:sldChg chg="add">
        <pc:chgData name="Fabian Surya Pramudya" userId="f46cf8bb-4ec7-4653-94a9-ff26fa22481f" providerId="ADAL" clId="{FB578377-9936-4CF0-A859-60CC08244A0B}" dt="2022-08-03T12:30:04.201" v="0"/>
        <pc:sldMkLst>
          <pc:docMk/>
          <pc:sldMk cId="2013683884" sldId="384"/>
        </pc:sldMkLst>
      </pc:sldChg>
    </pc:docChg>
  </pc:docChgLst>
  <pc:docChgLst>
    <pc:chgData name="Fabian" userId="f46cf8bb-4ec7-4653-94a9-ff26fa22481f" providerId="ADAL" clId="{9661DDF8-319C-42B9-BF1A-0FA8F6FE62F6}"/>
    <pc:docChg chg="custSel modSld modMainMaster">
      <pc:chgData name="Fabian" userId="f46cf8bb-4ec7-4653-94a9-ff26fa22481f" providerId="ADAL" clId="{9661DDF8-319C-42B9-BF1A-0FA8F6FE62F6}" dt="2022-12-23T05:19:12.341" v="10" actId="478"/>
      <pc:docMkLst>
        <pc:docMk/>
      </pc:docMkLst>
      <pc:sldChg chg="modSp">
        <pc:chgData name="Fabian" userId="f46cf8bb-4ec7-4653-94a9-ff26fa22481f" providerId="ADAL" clId="{9661DDF8-319C-42B9-BF1A-0FA8F6FE62F6}" dt="2022-12-23T04:40:43.325" v="3" actId="20577"/>
        <pc:sldMkLst>
          <pc:docMk/>
          <pc:sldMk cId="0" sldId="256"/>
        </pc:sldMkLst>
        <pc:spChg chg="mod">
          <ac:chgData name="Fabian" userId="f46cf8bb-4ec7-4653-94a9-ff26fa22481f" providerId="ADAL" clId="{9661DDF8-319C-42B9-BF1A-0FA8F6FE62F6}" dt="2022-12-23T04:40:43.325" v="3" actId="20577"/>
          <ac:spMkLst>
            <pc:docMk/>
            <pc:sldMk cId="0" sldId="256"/>
            <ac:spMk id="17" creationId="{CE9AF79D-845E-461B-ADC4-7B9B51F04481}"/>
          </ac:spMkLst>
        </pc:spChg>
        <pc:spChg chg="mod">
          <ac:chgData name="Fabian" userId="f46cf8bb-4ec7-4653-94a9-ff26fa22481f" providerId="ADAL" clId="{9661DDF8-319C-42B9-BF1A-0FA8F6FE62F6}" dt="2022-12-23T04:40:40.323" v="2" actId="20577"/>
          <ac:spMkLst>
            <pc:docMk/>
            <pc:sldMk cId="0" sldId="256"/>
            <ac:spMk id="18" creationId="{32DB365E-C0A0-4B3F-B6B1-8D39827C09A3}"/>
          </ac:spMkLst>
        </pc:spChg>
      </pc:sldChg>
      <pc:sldMasterChg chg="modSldLayout">
        <pc:chgData name="Fabian" userId="f46cf8bb-4ec7-4653-94a9-ff26fa22481f" providerId="ADAL" clId="{9661DDF8-319C-42B9-BF1A-0FA8F6FE62F6}" dt="2022-12-23T05:19:12.341" v="10" actId="478"/>
        <pc:sldMasterMkLst>
          <pc:docMk/>
          <pc:sldMasterMk cId="0" sldId="2147483648"/>
        </pc:sldMasterMkLst>
        <pc:sldLayoutChg chg="delSp">
          <pc:chgData name="Fabian" userId="f46cf8bb-4ec7-4653-94a9-ff26fa22481f" providerId="ADAL" clId="{9661DDF8-319C-42B9-BF1A-0FA8F6FE62F6}" dt="2022-12-23T05:18:59.625" v="4" actId="478"/>
          <pc:sldLayoutMkLst>
            <pc:docMk/>
            <pc:sldMasterMk cId="0" sldId="2147483648"/>
            <pc:sldLayoutMk cId="0" sldId="2147483649"/>
          </pc:sldLayoutMkLst>
          <pc:picChg chg="del">
            <ac:chgData name="Fabian" userId="f46cf8bb-4ec7-4653-94a9-ff26fa22481f" providerId="ADAL" clId="{9661DDF8-319C-42B9-BF1A-0FA8F6FE62F6}" dt="2022-12-23T05:18:59.625" v="4" actId="478"/>
            <ac:picMkLst>
              <pc:docMk/>
              <pc:sldMasterMk cId="0" sldId="2147483648"/>
              <pc:sldLayoutMk cId="0" sldId="2147483649"/>
              <ac:picMk id="11" creationId="{0D00FE9A-5B56-CC4A-AE9A-C22895A4A65F}"/>
            </ac:picMkLst>
          </pc:picChg>
        </pc:sldLayoutChg>
        <pc:sldLayoutChg chg="delSp">
          <pc:chgData name="Fabian" userId="f46cf8bb-4ec7-4653-94a9-ff26fa22481f" providerId="ADAL" clId="{9661DDF8-319C-42B9-BF1A-0FA8F6FE62F6}" dt="2022-12-23T05:19:02.368" v="5" actId="478"/>
          <pc:sldLayoutMkLst>
            <pc:docMk/>
            <pc:sldMasterMk cId="0" sldId="2147483648"/>
            <pc:sldLayoutMk cId="0" sldId="2147483650"/>
          </pc:sldLayoutMkLst>
          <pc:picChg chg="del">
            <ac:chgData name="Fabian" userId="f46cf8bb-4ec7-4653-94a9-ff26fa22481f" providerId="ADAL" clId="{9661DDF8-319C-42B9-BF1A-0FA8F6FE62F6}" dt="2022-12-23T05:19:02.368" v="5" actId="478"/>
            <ac:picMkLst>
              <pc:docMk/>
              <pc:sldMasterMk cId="0" sldId="2147483648"/>
              <pc:sldLayoutMk cId="0" sldId="2147483650"/>
              <ac:picMk id="11" creationId="{B629EBDB-E5DA-C246-981F-4C19F8FC4578}"/>
            </ac:picMkLst>
          </pc:picChg>
        </pc:sldLayoutChg>
        <pc:sldLayoutChg chg="delSp">
          <pc:chgData name="Fabian" userId="f46cf8bb-4ec7-4653-94a9-ff26fa22481f" providerId="ADAL" clId="{9661DDF8-319C-42B9-BF1A-0FA8F6FE62F6}" dt="2022-12-23T05:19:04.771" v="6" actId="478"/>
          <pc:sldLayoutMkLst>
            <pc:docMk/>
            <pc:sldMasterMk cId="0" sldId="2147483648"/>
            <pc:sldLayoutMk cId="0" sldId="2147483651"/>
          </pc:sldLayoutMkLst>
          <pc:picChg chg="del">
            <ac:chgData name="Fabian" userId="f46cf8bb-4ec7-4653-94a9-ff26fa22481f" providerId="ADAL" clId="{9661DDF8-319C-42B9-BF1A-0FA8F6FE62F6}" dt="2022-12-23T05:19:04.771" v="6" actId="478"/>
            <ac:picMkLst>
              <pc:docMk/>
              <pc:sldMasterMk cId="0" sldId="2147483648"/>
              <pc:sldLayoutMk cId="0" sldId="2147483651"/>
              <ac:picMk id="7" creationId="{EB33BA03-3A39-B849-9650-5243CD565A8A}"/>
            </ac:picMkLst>
          </pc:picChg>
        </pc:sldLayoutChg>
        <pc:sldLayoutChg chg="delSp">
          <pc:chgData name="Fabian" userId="f46cf8bb-4ec7-4653-94a9-ff26fa22481f" providerId="ADAL" clId="{9661DDF8-319C-42B9-BF1A-0FA8F6FE62F6}" dt="2022-12-23T05:19:06.777" v="7" actId="478"/>
          <pc:sldLayoutMkLst>
            <pc:docMk/>
            <pc:sldMasterMk cId="0" sldId="2147483648"/>
            <pc:sldLayoutMk cId="0" sldId="2147483652"/>
          </pc:sldLayoutMkLst>
          <pc:picChg chg="del">
            <ac:chgData name="Fabian" userId="f46cf8bb-4ec7-4653-94a9-ff26fa22481f" providerId="ADAL" clId="{9661DDF8-319C-42B9-BF1A-0FA8F6FE62F6}" dt="2022-12-23T05:19:06.777" v="7" actId="478"/>
            <ac:picMkLst>
              <pc:docMk/>
              <pc:sldMasterMk cId="0" sldId="2147483648"/>
              <pc:sldLayoutMk cId="0" sldId="2147483652"/>
              <ac:picMk id="12" creationId="{3DC9F73C-0878-E542-8513-409788190553}"/>
            </ac:picMkLst>
          </pc:picChg>
        </pc:sldLayoutChg>
        <pc:sldLayoutChg chg="delSp">
          <pc:chgData name="Fabian" userId="f46cf8bb-4ec7-4653-94a9-ff26fa22481f" providerId="ADAL" clId="{9661DDF8-319C-42B9-BF1A-0FA8F6FE62F6}" dt="2022-12-23T05:19:08.499" v="8" actId="478"/>
          <pc:sldLayoutMkLst>
            <pc:docMk/>
            <pc:sldMasterMk cId="0" sldId="2147483648"/>
            <pc:sldLayoutMk cId="0" sldId="2147483653"/>
          </pc:sldLayoutMkLst>
          <pc:picChg chg="del">
            <ac:chgData name="Fabian" userId="f46cf8bb-4ec7-4653-94a9-ff26fa22481f" providerId="ADAL" clId="{9661DDF8-319C-42B9-BF1A-0FA8F6FE62F6}" dt="2022-12-23T05:19:08.499" v="8" actId="478"/>
            <ac:picMkLst>
              <pc:docMk/>
              <pc:sldMasterMk cId="0" sldId="2147483648"/>
              <pc:sldLayoutMk cId="0" sldId="2147483653"/>
              <ac:picMk id="13" creationId="{07D22DC1-2584-BA45-ADB4-CB64B76C9196}"/>
            </ac:picMkLst>
          </pc:picChg>
        </pc:sldLayoutChg>
        <pc:sldLayoutChg chg="delSp">
          <pc:chgData name="Fabian" userId="f46cf8bb-4ec7-4653-94a9-ff26fa22481f" providerId="ADAL" clId="{9661DDF8-319C-42B9-BF1A-0FA8F6FE62F6}" dt="2022-12-23T05:19:10.708" v="9" actId="478"/>
          <pc:sldLayoutMkLst>
            <pc:docMk/>
            <pc:sldMasterMk cId="0" sldId="2147483648"/>
            <pc:sldLayoutMk cId="0" sldId="2147483654"/>
          </pc:sldLayoutMkLst>
          <pc:picChg chg="del">
            <ac:chgData name="Fabian" userId="f46cf8bb-4ec7-4653-94a9-ff26fa22481f" providerId="ADAL" clId="{9661DDF8-319C-42B9-BF1A-0FA8F6FE62F6}" dt="2022-12-23T05:19:10.708" v="9" actId="478"/>
            <ac:picMkLst>
              <pc:docMk/>
              <pc:sldMasterMk cId="0" sldId="2147483648"/>
              <pc:sldLayoutMk cId="0" sldId="2147483654"/>
              <ac:picMk id="8" creationId="{1A1711B1-0CB2-3642-B322-BB9057DC06A4}"/>
            </ac:picMkLst>
          </pc:picChg>
        </pc:sldLayoutChg>
        <pc:sldLayoutChg chg="delSp">
          <pc:chgData name="Fabian" userId="f46cf8bb-4ec7-4653-94a9-ff26fa22481f" providerId="ADAL" clId="{9661DDF8-319C-42B9-BF1A-0FA8F6FE62F6}" dt="2022-12-23T05:19:12.341" v="10" actId="478"/>
          <pc:sldLayoutMkLst>
            <pc:docMk/>
            <pc:sldMasterMk cId="0" sldId="2147483648"/>
            <pc:sldLayoutMk cId="2188224329" sldId="2147483672"/>
          </pc:sldLayoutMkLst>
          <pc:picChg chg="del">
            <ac:chgData name="Fabian" userId="f46cf8bb-4ec7-4653-94a9-ff26fa22481f" providerId="ADAL" clId="{9661DDF8-319C-42B9-BF1A-0FA8F6FE62F6}" dt="2022-12-23T05:19:12.341" v="10" actId="478"/>
            <ac:picMkLst>
              <pc:docMk/>
              <pc:sldMasterMk cId="0" sldId="2147483648"/>
              <pc:sldLayoutMk cId="2188224329" sldId="2147483672"/>
              <ac:picMk id="8" creationId="{1A1711B1-0CB2-3642-B322-BB9057DC06A4}"/>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12/23/2022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D231446-D807-484B-A23C-D0917D5A8B4C}" type="slidenum">
              <a:rPr lang="en-US" smtClean="0"/>
              <a:pPr>
                <a:defRPr/>
              </a:pPr>
              <a:t>5</a:t>
            </a:fld>
            <a:endParaRPr lang="en-US"/>
          </a:p>
        </p:txBody>
      </p:sp>
    </p:spTree>
    <p:extLst>
      <p:ext uri="{BB962C8B-B14F-4D97-AF65-F5344CB8AC3E}">
        <p14:creationId xmlns:p14="http://schemas.microsoft.com/office/powerpoint/2010/main" val="3292920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E692F9F6-C62C-434D-B0F0-C1F1C47B292E}" type="slidenum">
              <a:rPr lang="en-US" sz="1200" smtClean="0"/>
              <a:pPr>
                <a:defRPr/>
              </a:pPr>
              <a:t>6</a:t>
            </a:fld>
            <a:endParaRPr 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latin typeface="Arial"/>
                <a:cs typeface="Arial"/>
              </a:rPr>
              <a:t>Figure 6.18-1d The Human Genome Project–4 of 7</a:t>
            </a:r>
          </a:p>
          <a:p>
            <a:pPr eaLnBrk="1" hangingPunct="1">
              <a:defRPr/>
            </a:pPr>
            <a:r>
              <a:rPr lang="en-US" dirty="0">
                <a:latin typeface="Arial"/>
                <a:cs typeface="Arial"/>
              </a:rPr>
              <a:t>Figure 6.18-1e The Human Genome Project–5 of 7</a:t>
            </a:r>
          </a:p>
          <a:p>
            <a:pPr eaLnBrk="1" hangingPunct="1">
              <a:defRPr/>
            </a:pPr>
            <a:r>
              <a:rPr lang="en-US" dirty="0">
                <a:latin typeface="Arial"/>
                <a:cs typeface="Arial"/>
              </a:rPr>
              <a:t>Figure 6.18-1f The Human Genome Project–6 of 7</a:t>
            </a:r>
          </a:p>
          <a:p>
            <a:pPr eaLnBrk="1" hangingPunct="1">
              <a:defRPr/>
            </a:pPr>
            <a:r>
              <a:rPr lang="en-US" dirty="0">
                <a:latin typeface="Arial"/>
                <a:cs typeface="Arial"/>
              </a:rPr>
              <a:t>Figure 6.18-1g The Human Genome Project–7 of 7</a:t>
            </a:r>
          </a:p>
          <a:p>
            <a:pPr eaLnBrk="1" hangingPunct="1">
              <a:defRPr/>
            </a:pPr>
            <a:endParaRPr lang="en-US" dirty="0">
              <a:latin typeface="Arial"/>
              <a:cs typeface="Arial"/>
            </a:endParaRPr>
          </a:p>
          <a:p>
            <a:pPr eaLnBrk="1" hangingPunct="1">
              <a:defRPr/>
            </a:pPr>
            <a:endParaRPr lang="en-US" dirty="0">
              <a:latin typeface="Arial"/>
              <a:cs typeface="Arial"/>
            </a:endParaRPr>
          </a:p>
          <a:p>
            <a:pPr eaLnBrk="1" hangingPunct="1">
              <a:defRPr/>
            </a:pPr>
            <a:endParaRPr lang="en-US" dirty="0">
              <a:latin typeface="Arial"/>
              <a:cs typeface="Arial"/>
            </a:endParaRPr>
          </a:p>
          <a:p>
            <a:pPr eaLnBrk="1" hangingPunct="1">
              <a:defRPr/>
            </a:pPr>
            <a:endParaRPr lang="en-US" dirty="0">
              <a:latin typeface="Arial"/>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3BB3D365-01D9-4345-AA92-5C21E9D7D563}" type="slidenum">
              <a:rPr lang="en-US" sz="1200" smtClean="0"/>
              <a:pPr>
                <a:defRPr/>
              </a:pPr>
              <a:t>7</a:t>
            </a:fld>
            <a:endParaRPr 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latin typeface="Arial"/>
                <a:cs typeface="Arial"/>
              </a:rPr>
              <a:t>Figure 6.18-2a Whole-Genome Shotgun Method–1 of 11</a:t>
            </a:r>
          </a:p>
          <a:p>
            <a:pPr eaLnBrk="1" hangingPunct="1">
              <a:defRPr/>
            </a:pPr>
            <a:endParaRPr lang="en-US" dirty="0">
              <a:latin typeface="Arial"/>
              <a:cs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BACBC414-5BAA-584B-B19D-FF41D1DD206D}" type="slidenum">
              <a:rPr lang="en-US" sz="1200" smtClean="0"/>
              <a:pPr>
                <a:defRPr/>
              </a:pPr>
              <a:t>42</a:t>
            </a:fld>
            <a:endParaRPr 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dirty="0">
                <a:latin typeface="Arial"/>
                <a:cs typeface="Arial"/>
              </a:rPr>
              <a:t>Figure 6.11-1d</a:t>
            </a:r>
          </a:p>
          <a:p>
            <a:pPr eaLnBrk="1" hangingPunct="1">
              <a:defRPr/>
            </a:pPr>
            <a:r>
              <a:rPr lang="en-US" dirty="0">
                <a:latin typeface="Arial"/>
                <a:cs typeface="Arial"/>
              </a:rPr>
              <a:t>Figure 6.11-1e </a:t>
            </a:r>
          </a:p>
          <a:p>
            <a:pPr eaLnBrk="1" hangingPunct="1">
              <a:defRPr/>
            </a:pPr>
            <a:endParaRPr lang="en-US" dirty="0">
              <a:cs typeface="+mn-cs"/>
            </a:endParaRPr>
          </a:p>
          <a:p>
            <a:pPr eaLnBrk="1" hangingPunct="1">
              <a:defRPr/>
            </a:pPr>
            <a:r>
              <a:rPr lang="en-US" dirty="0">
                <a:cs typeface="+mn-cs"/>
              </a:rPr>
              <a:t>Cancer is caused by out-of-control cell growth due to a breakdown of the cell cycle control system. </a:t>
            </a:r>
          </a:p>
          <a:p>
            <a:pPr eaLnBrk="1" hangingPunct="1">
              <a:defRPr/>
            </a:pPr>
            <a:endParaRPr lang="en-US" dirty="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fld id="{AABE6258-D4D1-4140-AD62-C52DFC10028F}" type="slidenum">
              <a:rPr lang="en-US" sz="1200" smtClean="0"/>
              <a:pPr>
                <a:defRPr/>
              </a:pPr>
              <a:t>43</a:t>
            </a:fld>
            <a:endParaRPr lang="en-US"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r>
              <a:rPr lang="en-US" dirty="0">
                <a:latin typeface="Arial"/>
                <a:cs typeface="Arial"/>
              </a:rPr>
              <a:t>Figure 6.10-3 </a:t>
            </a:r>
            <a:r>
              <a:rPr lang="en-US" dirty="0" err="1">
                <a:latin typeface="Arial"/>
                <a:cs typeface="Arial"/>
              </a:rPr>
              <a:t>Frameshift</a:t>
            </a:r>
            <a:r>
              <a:rPr lang="en-US" dirty="0">
                <a:latin typeface="Arial"/>
                <a:cs typeface="Arial"/>
              </a:rPr>
              <a:t> Mutations</a:t>
            </a:r>
          </a:p>
          <a:p>
            <a:pPr eaLnBrk="1" hangingPunct="1">
              <a:defRPr/>
            </a:pPr>
            <a:endParaRPr lang="en-US" dirty="0">
              <a:latin typeface="Arial"/>
              <a:cs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ChangeAspect="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pic>
        <p:nvPicPr>
          <p:cNvPr id="12" name="Picture 11" descr="A screenshot of a cell phone&#10;&#10;Description automatically generated">
            <a:extLst>
              <a:ext uri="{FF2B5EF4-FFF2-40B4-BE49-F238E27FC236}">
                <a16:creationId xmlns:a16="http://schemas.microsoft.com/office/drawing/2014/main" id="{9EA64FB5-AD3D-6B4E-9CDC-DAE578F5C07C}"/>
              </a:ext>
            </a:extLst>
          </p:cNvPr>
          <p:cNvPicPr>
            <a:picLocks noChangeAspect="1"/>
          </p:cNvPicPr>
          <p:nvPr userDrawn="1"/>
        </p:nvPicPr>
        <p:blipFill rotWithShape="1">
          <a:blip r:embed="rId3"/>
          <a:srcRect l="20942" t="89154" r="21091" b="4449"/>
          <a:stretch/>
        </p:blipFill>
        <p:spPr>
          <a:xfrm>
            <a:off x="5080503" y="646216"/>
            <a:ext cx="4004840" cy="625040"/>
          </a:xfrm>
          <a:prstGeom prst="rect">
            <a:avLst/>
          </a:prstGeom>
          <a:ln w="3175">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0" y="7493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0" y="20097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5317F68B-01F1-E94A-99D3-3F09D8A936B7}"/>
              </a:ext>
            </a:extLst>
          </p:cNvPr>
          <p:cNvPicPr>
            <a:picLocks noChangeAspect="1"/>
          </p:cNvPicPr>
          <p:nvPr userDrawn="1"/>
        </p:nvPicPr>
        <p:blipFill rotWithShape="1">
          <a:blip r:embed="rId3"/>
          <a:srcRect l="20942" t="89154" r="21091" b="4449"/>
          <a:stretch/>
        </p:blipFill>
        <p:spPr>
          <a:xfrm>
            <a:off x="3392488" y="6813668"/>
            <a:ext cx="4004840" cy="625040"/>
          </a:xfrm>
          <a:prstGeom prst="rect">
            <a:avLst/>
          </a:prstGeom>
          <a:ln w="317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2"/>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59"/>
            <a:ext cx="9085342" cy="1654373"/>
          </a:xfrm>
        </p:spPr>
        <p:txBody>
          <a:bodyPr anchor="b"/>
          <a:lstStyle>
            <a:lvl1pPr marL="0" indent="0">
              <a:buNone/>
              <a:defRPr sz="2300">
                <a:solidFill>
                  <a:schemeClr val="tx1">
                    <a:tint val="75000"/>
                  </a:schemeClr>
                </a:solidFill>
              </a:defRPr>
            </a:lvl1pPr>
            <a:lvl2pPr marL="521437" indent="0">
              <a:buNone/>
              <a:defRPr sz="2100">
                <a:solidFill>
                  <a:schemeClr val="tx1">
                    <a:tint val="75000"/>
                  </a:schemeClr>
                </a:solidFill>
              </a:defRPr>
            </a:lvl2pPr>
            <a:lvl3pPr marL="1042873" indent="0">
              <a:buNone/>
              <a:defRPr sz="1800">
                <a:solidFill>
                  <a:schemeClr val="tx1">
                    <a:tint val="75000"/>
                  </a:schemeClr>
                </a:solidFill>
              </a:defRPr>
            </a:lvl3pPr>
            <a:lvl4pPr marL="1564310" indent="0">
              <a:buNone/>
              <a:defRPr sz="1600">
                <a:solidFill>
                  <a:schemeClr val="tx1">
                    <a:tint val="75000"/>
                  </a:schemeClr>
                </a:solidFill>
              </a:defRPr>
            </a:lvl4pPr>
            <a:lvl5pPr marL="2085746" indent="0">
              <a:buNone/>
              <a:defRPr sz="1600">
                <a:solidFill>
                  <a:schemeClr val="tx1">
                    <a:tint val="75000"/>
                  </a:schemeClr>
                </a:solidFill>
              </a:defRPr>
            </a:lvl5pPr>
            <a:lvl6pPr marL="2607183" indent="0">
              <a:buNone/>
              <a:defRPr sz="1600">
                <a:solidFill>
                  <a:schemeClr val="tx1">
                    <a:tint val="75000"/>
                  </a:schemeClr>
                </a:solidFill>
              </a:defRPr>
            </a:lvl6pPr>
            <a:lvl7pPr marL="3128620" indent="0">
              <a:buNone/>
              <a:defRPr sz="1600">
                <a:solidFill>
                  <a:schemeClr val="tx1">
                    <a:tint val="75000"/>
                  </a:schemeClr>
                </a:solidFill>
              </a:defRPr>
            </a:lvl7pPr>
            <a:lvl8pPr marL="3650056" indent="0">
              <a:buNone/>
              <a:defRPr sz="1600">
                <a:solidFill>
                  <a:schemeClr val="tx1">
                    <a:tint val="75000"/>
                  </a:schemeClr>
                </a:solidFill>
              </a:defRPr>
            </a:lvl8pPr>
            <a:lvl9pPr marL="417149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12/23/2022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2"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1" y="1764666"/>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12/23/2022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3" name="Picture 12" descr="A screenshot of a cell phone&#10;&#10;Description automatically generated">
            <a:extLst>
              <a:ext uri="{FF2B5EF4-FFF2-40B4-BE49-F238E27FC236}">
                <a16:creationId xmlns:a16="http://schemas.microsoft.com/office/drawing/2014/main" id="{E24EA1D8-E779-9B4C-A906-459512BC2D87}"/>
              </a:ext>
            </a:extLst>
          </p:cNvPr>
          <p:cNvPicPr>
            <a:picLocks noChangeAspect="1"/>
          </p:cNvPicPr>
          <p:nvPr userDrawn="1"/>
        </p:nvPicPr>
        <p:blipFill rotWithShape="1">
          <a:blip r:embed="rId3"/>
          <a:srcRect l="20942" t="89154" r="21091" b="4449"/>
          <a:stretch/>
        </p:blipFill>
        <p:spPr>
          <a:xfrm>
            <a:off x="3350299" y="6745088"/>
            <a:ext cx="4004840" cy="625040"/>
          </a:xfrm>
          <a:prstGeom prst="rect">
            <a:avLst/>
          </a:prstGeom>
          <a:ln w="3175">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12/23/2022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descr="A screenshot of a cell phone&#10;&#10;Description automatically generated">
            <a:extLst>
              <a:ext uri="{FF2B5EF4-FFF2-40B4-BE49-F238E27FC236}">
                <a16:creationId xmlns:a16="http://schemas.microsoft.com/office/drawing/2014/main" id="{0859D3EC-5E23-3B41-9DA0-38316698BC36}"/>
              </a:ext>
            </a:extLst>
          </p:cNvPr>
          <p:cNvPicPr>
            <a:picLocks noChangeAspect="1"/>
          </p:cNvPicPr>
          <p:nvPr userDrawn="1"/>
        </p:nvPicPr>
        <p:blipFill rotWithShape="1">
          <a:blip r:embed="rId2"/>
          <a:srcRect l="20942" t="89154" r="21091" b="4449"/>
          <a:stretch/>
        </p:blipFill>
        <p:spPr>
          <a:xfrm>
            <a:off x="3341899" y="6779378"/>
            <a:ext cx="4004840" cy="625040"/>
          </a:xfrm>
          <a:prstGeom prst="rect">
            <a:avLst/>
          </a:prstGeom>
          <a:ln w="3175">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12/23/2022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pic>
        <p:nvPicPr>
          <p:cNvPr id="9" name="Picture 8" descr="A screenshot of a cell phone&#10;&#10;Description automatically generated">
            <a:extLst>
              <a:ext uri="{FF2B5EF4-FFF2-40B4-BE49-F238E27FC236}">
                <a16:creationId xmlns:a16="http://schemas.microsoft.com/office/drawing/2014/main" id="{EDE9ED95-923D-3548-823B-31E4248CF767}"/>
              </a:ext>
            </a:extLst>
          </p:cNvPr>
          <p:cNvPicPr>
            <a:picLocks noChangeAspect="1"/>
          </p:cNvPicPr>
          <p:nvPr userDrawn="1"/>
        </p:nvPicPr>
        <p:blipFill rotWithShape="1">
          <a:blip r:embed="rId2"/>
          <a:srcRect l="20942" t="89154" r="21091" b="4449"/>
          <a:stretch/>
        </p:blipFill>
        <p:spPr>
          <a:xfrm>
            <a:off x="3341899" y="6786998"/>
            <a:ext cx="4004840" cy="625040"/>
          </a:xfrm>
          <a:prstGeom prst="rect">
            <a:avLst/>
          </a:prstGeom>
          <a:ln w="3175">
            <a:noFill/>
          </a:ln>
        </p:spPr>
      </p:pic>
    </p:spTree>
    <p:extLst>
      <p:ext uri="{BB962C8B-B14F-4D97-AF65-F5344CB8AC3E}">
        <p14:creationId xmlns:p14="http://schemas.microsoft.com/office/powerpoint/2010/main" val="2188224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12/23/2022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918486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739215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8260396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460994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960501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032262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420195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0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2021393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3054090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1893365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3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9308744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4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23/12/2022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5253"/>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89" y="3153813"/>
            <a:ext cx="8260933" cy="1260475"/>
          </a:xfrm>
        </p:spPr>
        <p:txBody>
          <a:bodyPr>
            <a:normAutofit/>
          </a:bodyPr>
          <a:lstStyle>
            <a:lvl1pPr>
              <a:defRPr sz="3529">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22834117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9"/>
          <p:cNvSpPr>
            <a:spLocks noGrp="1" noChangeArrowheads="1"/>
          </p:cNvSpPr>
          <p:nvPr>
            <p:ph type="ftr" sz="quarter" idx="10"/>
          </p:nvPr>
        </p:nvSpPr>
        <p:spPr>
          <a:xfrm>
            <a:off x="102063" y="7226723"/>
            <a:ext cx="6311121" cy="197825"/>
          </a:xfrm>
          <a:prstGeom prst="rect">
            <a:avLst/>
          </a:prstGeom>
          <a:ln/>
        </p:spPr>
        <p:txBody>
          <a:bodyPr/>
          <a:lstStyle>
            <a:lvl1pPr>
              <a:defRPr/>
            </a:lvl1pPr>
          </a:lstStyle>
          <a:p>
            <a:pPr>
              <a:defRPr/>
            </a:pPr>
            <a:r>
              <a:rPr lang="en-GB"/>
              <a:t>© 20## Pearson Education, Inc.</a:t>
            </a:r>
          </a:p>
        </p:txBody>
      </p:sp>
    </p:spTree>
    <p:extLst>
      <p:ext uri="{BB962C8B-B14F-4D97-AF65-F5344CB8AC3E}">
        <p14:creationId xmlns:p14="http://schemas.microsoft.com/office/powerpoint/2010/main" val="1867602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9"/>
          <p:cNvSpPr>
            <a:spLocks noGrp="1" noChangeArrowheads="1"/>
          </p:cNvSpPr>
          <p:nvPr>
            <p:ph type="ftr" sz="quarter" idx="10"/>
          </p:nvPr>
        </p:nvSpPr>
        <p:spPr>
          <a:xfrm>
            <a:off x="102063" y="7226723"/>
            <a:ext cx="6311121" cy="197825"/>
          </a:xfrm>
          <a:prstGeom prst="rect">
            <a:avLst/>
          </a:prstGeom>
          <a:ln/>
        </p:spPr>
        <p:txBody>
          <a:bodyPr/>
          <a:lstStyle>
            <a:lvl1pPr>
              <a:defRPr/>
            </a:lvl1pPr>
          </a:lstStyle>
          <a:p>
            <a:pPr>
              <a:defRPr/>
            </a:pPr>
            <a:r>
              <a:rPr lang="en-GB"/>
              <a:t>© 20## Pearson Education, Inc.</a:t>
            </a:r>
          </a:p>
        </p:txBody>
      </p:sp>
    </p:spTree>
    <p:extLst>
      <p:ext uri="{BB962C8B-B14F-4D97-AF65-F5344CB8AC3E}">
        <p14:creationId xmlns:p14="http://schemas.microsoft.com/office/powerpoint/2010/main" val="111693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24"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0" y="596901"/>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0" y="1857376"/>
            <a:ext cx="9618662" cy="4991100"/>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12/23/2022</a:t>
            </a:fld>
            <a:endParaRPr lang="en-US"/>
          </a:p>
        </p:txBody>
      </p:sp>
      <p:sp>
        <p:nvSpPr>
          <p:cNvPr id="5" name="Footer Placeholder 4"/>
          <p:cNvSpPr>
            <a:spLocks noGrp="1"/>
          </p:cNvSpPr>
          <p:nvPr>
            <p:ph type="ftr" sz="quarter" idx="3"/>
          </p:nvPr>
        </p:nvSpPr>
        <p:spPr>
          <a:xfrm>
            <a:off x="3651250" y="7010400"/>
            <a:ext cx="3386138" cy="401638"/>
          </a:xfrm>
          <a:prstGeom prst="rect">
            <a:avLst/>
          </a:prstGeom>
        </p:spPr>
        <p:txBody>
          <a:bodyPr vert="horz" lIns="104287" tIns="52144" rIns="104287" bIns="52144" rtlCol="0" anchor="ctr"/>
          <a:lstStyle>
            <a:lvl1pPr algn="ctr" defTabSz="521437"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8"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2" r:id="rId7"/>
    <p:sldLayoutId id="2147483655" r:id="rId8"/>
    <p:sldLayoutId id="2147483656" r:id="rId9"/>
    <p:sldLayoutId id="2147483657"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3" r:id="rId21"/>
    <p:sldLayoutId id="2147483674" r:id="rId22"/>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p:titleStyle>
    <p:bodyStyle>
      <a:lvl1pPr marL="390525" indent="-390525" algn="l" defTabSz="520700" rtl="0" eaLnBrk="0" fontAlgn="base" hangingPunct="0">
        <a:spcBef>
          <a:spcPct val="20000"/>
        </a:spcBef>
        <a:spcAft>
          <a:spcPct val="0"/>
        </a:spcAft>
        <a:buFont typeface="Arial" pitchFamily="34" charset="0"/>
        <a:buChar char="•"/>
        <a:defRPr sz="3600" kern="1200">
          <a:solidFill>
            <a:schemeClr val="tx1"/>
          </a:solidFill>
          <a:latin typeface="Open Sans"/>
          <a:ea typeface="MS PGothic" pitchFamily="34" charset="-128"/>
          <a:cs typeface="Open Sans"/>
        </a:defRPr>
      </a:lvl1pPr>
      <a:lvl2pPr marL="846138" indent="-325438"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38" indent="-260350"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38"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25" indent="-260350"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1" indent="-260718" algn="l" defTabSz="521437" rtl="0" eaLnBrk="1" latinLnBrk="0" hangingPunct="1">
        <a:spcBef>
          <a:spcPct val="20000"/>
        </a:spcBef>
        <a:buFont typeface="Arial"/>
        <a:buChar char="•"/>
        <a:defRPr sz="2300" kern="1200">
          <a:solidFill>
            <a:schemeClr val="tx1"/>
          </a:solidFill>
          <a:latin typeface="+mn-lt"/>
          <a:ea typeface="+mn-ea"/>
          <a:cs typeface="+mn-cs"/>
        </a:defRPr>
      </a:lvl6pPr>
      <a:lvl7pPr marL="3389338" indent="-260718" algn="l" defTabSz="521437" rtl="0" eaLnBrk="1" latinLnBrk="0" hangingPunct="1">
        <a:spcBef>
          <a:spcPct val="20000"/>
        </a:spcBef>
        <a:buFont typeface="Arial"/>
        <a:buChar char="•"/>
        <a:defRPr sz="2300" kern="1200">
          <a:solidFill>
            <a:schemeClr val="tx1"/>
          </a:solidFill>
          <a:latin typeface="+mn-lt"/>
          <a:ea typeface="+mn-ea"/>
          <a:cs typeface="+mn-cs"/>
        </a:defRPr>
      </a:lvl7pPr>
      <a:lvl8pPr marL="3910775" indent="-260718" algn="l" defTabSz="521437" rtl="0" eaLnBrk="1" latinLnBrk="0" hangingPunct="1">
        <a:spcBef>
          <a:spcPct val="20000"/>
        </a:spcBef>
        <a:buFont typeface="Arial"/>
        <a:buChar char="•"/>
        <a:defRPr sz="2300" kern="1200">
          <a:solidFill>
            <a:schemeClr val="tx1"/>
          </a:solidFill>
          <a:latin typeface="+mn-lt"/>
          <a:ea typeface="+mn-ea"/>
          <a:cs typeface="+mn-cs"/>
        </a:defRPr>
      </a:lvl8pPr>
      <a:lvl9pPr marL="4432211" indent="-260718" algn="l" defTabSz="521437"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7" rtl="0" eaLnBrk="1" latinLnBrk="0" hangingPunct="1">
        <a:defRPr sz="2100" kern="1200">
          <a:solidFill>
            <a:schemeClr val="tx1"/>
          </a:solidFill>
          <a:latin typeface="+mn-lt"/>
          <a:ea typeface="+mn-ea"/>
          <a:cs typeface="+mn-cs"/>
        </a:defRPr>
      </a:lvl1pPr>
      <a:lvl2pPr marL="521437" algn="l" defTabSz="521437" rtl="0" eaLnBrk="1" latinLnBrk="0" hangingPunct="1">
        <a:defRPr sz="2100" kern="1200">
          <a:solidFill>
            <a:schemeClr val="tx1"/>
          </a:solidFill>
          <a:latin typeface="+mn-lt"/>
          <a:ea typeface="+mn-ea"/>
          <a:cs typeface="+mn-cs"/>
        </a:defRPr>
      </a:lvl2pPr>
      <a:lvl3pPr marL="1042873" algn="l" defTabSz="521437" rtl="0" eaLnBrk="1" latinLnBrk="0" hangingPunct="1">
        <a:defRPr sz="2100" kern="1200">
          <a:solidFill>
            <a:schemeClr val="tx1"/>
          </a:solidFill>
          <a:latin typeface="+mn-lt"/>
          <a:ea typeface="+mn-ea"/>
          <a:cs typeface="+mn-cs"/>
        </a:defRPr>
      </a:lvl3pPr>
      <a:lvl4pPr marL="1564310" algn="l" defTabSz="521437" rtl="0" eaLnBrk="1" latinLnBrk="0" hangingPunct="1">
        <a:defRPr sz="2100" kern="1200">
          <a:solidFill>
            <a:schemeClr val="tx1"/>
          </a:solidFill>
          <a:latin typeface="+mn-lt"/>
          <a:ea typeface="+mn-ea"/>
          <a:cs typeface="+mn-cs"/>
        </a:defRPr>
      </a:lvl4pPr>
      <a:lvl5pPr marL="2085746" algn="l" defTabSz="521437" rtl="0" eaLnBrk="1" latinLnBrk="0" hangingPunct="1">
        <a:defRPr sz="2100" kern="1200">
          <a:solidFill>
            <a:schemeClr val="tx1"/>
          </a:solidFill>
          <a:latin typeface="+mn-lt"/>
          <a:ea typeface="+mn-ea"/>
          <a:cs typeface="+mn-cs"/>
        </a:defRPr>
      </a:lvl5pPr>
      <a:lvl6pPr marL="2607183" algn="l" defTabSz="521437" rtl="0" eaLnBrk="1" latinLnBrk="0" hangingPunct="1">
        <a:defRPr sz="2100" kern="1200">
          <a:solidFill>
            <a:schemeClr val="tx1"/>
          </a:solidFill>
          <a:latin typeface="+mn-lt"/>
          <a:ea typeface="+mn-ea"/>
          <a:cs typeface="+mn-cs"/>
        </a:defRPr>
      </a:lvl6pPr>
      <a:lvl7pPr marL="3128620" algn="l" defTabSz="521437" rtl="0" eaLnBrk="1" latinLnBrk="0" hangingPunct="1">
        <a:defRPr sz="2100" kern="1200">
          <a:solidFill>
            <a:schemeClr val="tx1"/>
          </a:solidFill>
          <a:latin typeface="+mn-lt"/>
          <a:ea typeface="+mn-ea"/>
          <a:cs typeface="+mn-cs"/>
        </a:defRPr>
      </a:lvl7pPr>
      <a:lvl8pPr marL="3650056" algn="l" defTabSz="521437" rtl="0" eaLnBrk="1" latinLnBrk="0" hangingPunct="1">
        <a:defRPr sz="2100" kern="1200">
          <a:solidFill>
            <a:schemeClr val="tx1"/>
          </a:solidFill>
          <a:latin typeface="+mn-lt"/>
          <a:ea typeface="+mn-ea"/>
          <a:cs typeface="+mn-cs"/>
        </a:defRPr>
      </a:lvl8pPr>
      <a:lvl9pPr marL="4171493" algn="l" defTabSz="521437"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xml"/><Relationship Id="rId1" Type="http://schemas.openxmlformats.org/officeDocument/2006/relationships/slideLayout" Target="../slideLayouts/slideLayout21.xml"/><Relationship Id="rId4" Type="http://schemas.openxmlformats.org/officeDocument/2006/relationships/image" Target="../media/image36.jpeg"/></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7">
            <a:extLst>
              <a:ext uri="{FF2B5EF4-FFF2-40B4-BE49-F238E27FC236}">
                <a16:creationId xmlns:a16="http://schemas.microsoft.com/office/drawing/2014/main" id="{CE9AF79D-845E-461B-ADC4-7B9B51F04481}"/>
              </a:ext>
            </a:extLst>
          </p:cNvPr>
          <p:cNvSpPr>
            <a:spLocks noChangeArrowheads="1"/>
          </p:cNvSpPr>
          <p:nvPr/>
        </p:nvSpPr>
        <p:spPr bwMode="auto">
          <a:xfrm>
            <a:off x="2120202" y="2029767"/>
            <a:ext cx="8568435" cy="1010294"/>
          </a:xfrm>
          <a:prstGeom prst="rect">
            <a:avLst/>
          </a:prstGeom>
          <a:noFill/>
          <a:ln w="9525">
            <a:noFill/>
            <a:miter lim="800000"/>
            <a:headEnd/>
            <a:tailEnd/>
          </a:ln>
        </p:spPr>
        <p:txBody>
          <a:bodyPr/>
          <a:lstStyle/>
          <a:p>
            <a:pPr>
              <a:spcBef>
                <a:spcPct val="20000"/>
              </a:spcBef>
              <a:tabLst>
                <a:tab pos="1320800" algn="l"/>
                <a:tab pos="2054225" algn="l"/>
              </a:tabLst>
            </a:pPr>
            <a:r>
              <a:rPr lang="en-US" sz="2400" dirty="0">
                <a:solidFill>
                  <a:schemeClr val="bg1"/>
                </a:solidFill>
                <a:latin typeface="Open Sans"/>
              </a:rPr>
              <a:t>Course		 	: </a:t>
            </a:r>
            <a:r>
              <a:rPr lang="en-HK" sz="2400" dirty="0">
                <a:solidFill>
                  <a:schemeClr val="bg1"/>
                </a:solidFill>
                <a:latin typeface="Open Sans"/>
              </a:rPr>
              <a:t>Computational Biology</a:t>
            </a:r>
            <a:endParaRPr lang="en-US" sz="2400" dirty="0">
              <a:solidFill>
                <a:schemeClr val="bg1"/>
              </a:solidFill>
              <a:latin typeface="Open Sans"/>
            </a:endParaRPr>
          </a:p>
          <a:p>
            <a:pPr>
              <a:spcBef>
                <a:spcPct val="20000"/>
              </a:spcBef>
              <a:tabLst>
                <a:tab pos="1320800" algn="l"/>
                <a:tab pos="2054225" algn="l"/>
              </a:tabLst>
            </a:pPr>
            <a:r>
              <a:rPr lang="en-US" sz="2400" dirty="0">
                <a:solidFill>
                  <a:schemeClr val="bg1"/>
                </a:solidFill>
                <a:latin typeface="Open Sans"/>
              </a:rPr>
              <a:t>Effective Period	: June 2022</a:t>
            </a:r>
            <a:endParaRPr lang="en-US" sz="1400" dirty="0">
              <a:solidFill>
                <a:schemeClr val="bg1"/>
              </a:solidFill>
              <a:latin typeface="Open Sans"/>
            </a:endParaRPr>
          </a:p>
        </p:txBody>
      </p:sp>
      <p:sp>
        <p:nvSpPr>
          <p:cNvPr id="18" name="Rectangle 6">
            <a:extLst>
              <a:ext uri="{FF2B5EF4-FFF2-40B4-BE49-F238E27FC236}">
                <a16:creationId xmlns:a16="http://schemas.microsoft.com/office/drawing/2014/main" id="{32DB365E-C0A0-4B3F-B6B1-8D39827C09A3}"/>
              </a:ext>
            </a:extLst>
          </p:cNvPr>
          <p:cNvSpPr txBox="1">
            <a:spLocks noChangeArrowheads="1"/>
          </p:cNvSpPr>
          <p:nvPr/>
        </p:nvSpPr>
        <p:spPr>
          <a:xfrm>
            <a:off x="2120201" y="3754525"/>
            <a:ext cx="8568435" cy="2384425"/>
          </a:xfrm>
          <a:prstGeom prst="rect">
            <a:avLst/>
          </a:prstGeom>
          <a:noFill/>
        </p:spPr>
        <p:txBody>
          <a:bodyPr>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eaLnBrk="1" hangingPunct="1"/>
            <a:r>
              <a:rPr lang="en-GB" sz="4000" b="1" dirty="0">
                <a:solidFill>
                  <a:schemeClr val="bg1"/>
                </a:solidFill>
              </a:rPr>
              <a:t>Genomics</a:t>
            </a:r>
            <a:endParaRPr lang="en-US" sz="2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sz="4000" b="1" dirty="0" err="1"/>
              <a:t>Learning</a:t>
            </a:r>
            <a:r>
              <a:rPr lang="id-ID" sz="4000" b="1" dirty="0"/>
              <a:t> </a:t>
            </a:r>
            <a:r>
              <a:rPr lang="id-ID" sz="4000" b="1" dirty="0" err="1"/>
              <a:t>Objectives</a:t>
            </a:r>
            <a:endParaRPr lang="id-ID" sz="4000" b="1" dirty="0"/>
          </a:p>
        </p:txBody>
      </p:sp>
      <p:sp>
        <p:nvSpPr>
          <p:cNvPr id="3" name="Content Placeholder 2"/>
          <p:cNvSpPr>
            <a:spLocks noGrp="1"/>
          </p:cNvSpPr>
          <p:nvPr>
            <p:ph idx="1"/>
          </p:nvPr>
        </p:nvSpPr>
        <p:spPr/>
        <p:txBody>
          <a:bodyPr/>
          <a:lstStyle/>
          <a:p>
            <a:r>
              <a:rPr lang="en-AU" dirty="0"/>
              <a:t>Genome Structure and Organization</a:t>
            </a:r>
            <a:endParaRPr lang="id-ID" dirty="0">
              <a:latin typeface="Open Sans" panose="020B0606030504020204" pitchFamily="34" charset="0"/>
              <a:ea typeface="Open Sans" panose="020B0606030504020204" pitchFamily="34" charset="0"/>
              <a:cs typeface="Open Sans" panose="020B0606030504020204" pitchFamily="34" charset="0"/>
            </a:endParaRPr>
          </a:p>
          <a:p>
            <a:pPr lvl="0"/>
            <a:r>
              <a:rPr lang="en-AU" dirty="0"/>
              <a:t>Central Dogma of Molecular Biology</a:t>
            </a:r>
            <a:endParaRPr lang="en-HK" dirty="0"/>
          </a:p>
          <a:p>
            <a:pPr lvl="0"/>
            <a:r>
              <a:rPr lang="en-AU" dirty="0"/>
              <a:t>DNA and RNA</a:t>
            </a:r>
            <a:endParaRPr lang="en-HK" dirty="0"/>
          </a:p>
          <a:p>
            <a:pPr lvl="0"/>
            <a:r>
              <a:rPr lang="en-AU" dirty="0"/>
              <a:t>DNA Replication</a:t>
            </a:r>
          </a:p>
          <a:p>
            <a:r>
              <a:rPr lang="en-AU" dirty="0"/>
              <a:t>DNA Mutation</a:t>
            </a:r>
            <a:endParaRPr lang="en-HK" dirty="0"/>
          </a:p>
        </p:txBody>
      </p:sp>
    </p:spTree>
    <p:extLst>
      <p:ext uri="{BB962C8B-B14F-4D97-AF65-F5344CB8AC3E}">
        <p14:creationId xmlns:p14="http://schemas.microsoft.com/office/powerpoint/2010/main" val="3560658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Bioinformatics and System Biology</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777901"/>
            <a:ext cx="8479909" cy="4616648"/>
          </a:xfrm>
          <a:prstGeom prst="rect">
            <a:avLst/>
          </a:prstGeom>
        </p:spPr>
        <p:txBody>
          <a:bodyPr wrap="square">
            <a:spAutoFit/>
          </a:bodyPr>
          <a:lstStyle/>
          <a:p>
            <a:r>
              <a:rPr lang="en-US" dirty="0"/>
              <a:t>This has led to the development those studies on three different aspects of life sciences which are Genomics, Proteomics, and Metabolomics makes the integration of all these aspects is well known to be a </a:t>
            </a:r>
            <a:r>
              <a:rPr lang="en-US" u="sng" dirty="0"/>
              <a:t>System Biology</a:t>
            </a:r>
          </a:p>
          <a:p>
            <a:endParaRPr lang="en-US" u="sng" dirty="0"/>
          </a:p>
          <a:p>
            <a:r>
              <a:rPr lang="en-US" b="1" dirty="0"/>
              <a:t>Genomics</a:t>
            </a:r>
          </a:p>
          <a:p>
            <a:r>
              <a:rPr lang="en-US" dirty="0"/>
              <a:t>Studies of the genetic make-up of organisms</a:t>
            </a:r>
          </a:p>
          <a:p>
            <a:endParaRPr lang="en-US" dirty="0"/>
          </a:p>
          <a:p>
            <a:r>
              <a:rPr lang="en-US" b="1" dirty="0"/>
              <a:t>Proteomic</a:t>
            </a:r>
          </a:p>
          <a:p>
            <a:r>
              <a:rPr lang="en-US" dirty="0"/>
              <a:t>Studies of the structure and function of proteins. What they do, what they interact with, and how they contribute to life processes</a:t>
            </a:r>
          </a:p>
          <a:p>
            <a:endParaRPr lang="en-US" dirty="0"/>
          </a:p>
          <a:p>
            <a:r>
              <a:rPr lang="en-US" b="1" dirty="0"/>
              <a:t>Metabolomics</a:t>
            </a:r>
          </a:p>
          <a:p>
            <a:r>
              <a:rPr lang="en-US" dirty="0"/>
              <a:t>Comprehensive and simultaneous studies of metabolites at the systemic levels and their changes over time as consequences of stimuli</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Tree>
    <p:extLst>
      <p:ext uri="{BB962C8B-B14F-4D97-AF65-F5344CB8AC3E}">
        <p14:creationId xmlns:p14="http://schemas.microsoft.com/office/powerpoint/2010/main" val="3124806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659691-6444-4CD1-AA23-D784B4DBF319}"/>
              </a:ext>
            </a:extLst>
          </p:cNvPr>
          <p:cNvPicPr>
            <a:picLocks noChangeAspect="1"/>
          </p:cNvPicPr>
          <p:nvPr/>
        </p:nvPicPr>
        <p:blipFill rotWithShape="1">
          <a:blip r:embed="rId2"/>
          <a:srcRect b="13381"/>
          <a:stretch/>
        </p:blipFill>
        <p:spPr>
          <a:xfrm>
            <a:off x="1056257" y="1154279"/>
            <a:ext cx="6116967" cy="5443948"/>
          </a:xfrm>
          <a:prstGeom prst="rect">
            <a:avLst/>
          </a:prstGeom>
        </p:spPr>
      </p:pic>
      <p:pic>
        <p:nvPicPr>
          <p:cNvPr id="1026" name="Picture 2" descr="DNA, Genes &amp; Chromosomes Overview">
            <a:extLst>
              <a:ext uri="{FF2B5EF4-FFF2-40B4-BE49-F238E27FC236}">
                <a16:creationId xmlns:a16="http://schemas.microsoft.com/office/drawing/2014/main" id="{2F18340E-61A0-47C5-BAF7-0D5124073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3224" y="1549112"/>
            <a:ext cx="3351612" cy="5630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52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2"/>
          <p:cNvSpPr>
            <a:spLocks noGrp="1" noChangeArrowheads="1"/>
          </p:cNvSpPr>
          <p:nvPr>
            <p:ph type="title"/>
          </p:nvPr>
        </p:nvSpPr>
        <p:spPr>
          <a:xfrm>
            <a:off x="1029782" y="950113"/>
            <a:ext cx="10083800" cy="1176443"/>
          </a:xfrm>
        </p:spPr>
        <p:txBody>
          <a:bodyPr/>
          <a:lstStyle/>
          <a:p>
            <a:pPr eaLnBrk="1" hangingPunct="1">
              <a:defRPr/>
            </a:pPr>
            <a:r>
              <a:rPr lang="en-US" dirty="0">
                <a:latin typeface="Arial" charset="0"/>
                <a:cs typeface="Arial" charset="0"/>
              </a:rPr>
              <a:t>Whole genomes can be sequenced</a:t>
            </a:r>
            <a:br>
              <a:rPr lang="en-US" dirty="0">
                <a:latin typeface="Arial" charset="0"/>
                <a:cs typeface="Arial" charset="0"/>
              </a:rPr>
            </a:br>
            <a:r>
              <a:rPr lang="en-US" dirty="0">
                <a:latin typeface="Arial" charset="0"/>
                <a:cs typeface="Arial" charset="0"/>
              </a:rPr>
              <a:t>and mapped</a:t>
            </a:r>
          </a:p>
        </p:txBody>
      </p:sp>
      <p:sp>
        <p:nvSpPr>
          <p:cNvPr id="243715" name="Rectangle 3"/>
          <p:cNvSpPr>
            <a:spLocks noGrp="1" noChangeArrowheads="1"/>
          </p:cNvSpPr>
          <p:nvPr>
            <p:ph type="body" idx="1"/>
          </p:nvPr>
        </p:nvSpPr>
        <p:spPr>
          <a:xfrm>
            <a:off x="705071" y="2339597"/>
            <a:ext cx="9075420" cy="4710436"/>
          </a:xfrm>
        </p:spPr>
        <p:txBody>
          <a:bodyPr/>
          <a:lstStyle/>
          <a:p>
            <a:pPr eaLnBrk="1" hangingPunct="1">
              <a:defRPr/>
            </a:pPr>
            <a:r>
              <a:rPr lang="en-US" sz="3200" dirty="0">
                <a:latin typeface="Arial" charset="0"/>
                <a:cs typeface="+mn-cs"/>
              </a:rPr>
              <a:t>In 1995, a team of biologists announced they had determined the DNA sequence of the entire genome of </a:t>
            </a:r>
            <a:r>
              <a:rPr lang="en-US" sz="3200" i="1" dirty="0" err="1">
                <a:latin typeface="Arial" charset="0"/>
                <a:cs typeface="+mn-cs"/>
              </a:rPr>
              <a:t>Haemophilus</a:t>
            </a:r>
            <a:r>
              <a:rPr lang="en-US" sz="3200" i="1" dirty="0">
                <a:latin typeface="Arial" charset="0"/>
                <a:cs typeface="+mn-cs"/>
              </a:rPr>
              <a:t> </a:t>
            </a:r>
            <a:r>
              <a:rPr lang="en-US" sz="3200" i="1" dirty="0" err="1">
                <a:latin typeface="Arial" charset="0"/>
                <a:cs typeface="+mn-cs"/>
              </a:rPr>
              <a:t>influenzae</a:t>
            </a:r>
            <a:r>
              <a:rPr lang="en-US" sz="3200" dirty="0">
                <a:latin typeface="Arial" charset="0"/>
                <a:cs typeface="+mn-cs"/>
              </a:rPr>
              <a:t>, a disease-causing bacterium. </a:t>
            </a:r>
          </a:p>
          <a:p>
            <a:pPr eaLnBrk="1" hangingPunct="1">
              <a:defRPr/>
            </a:pPr>
            <a:r>
              <a:rPr lang="en-US" sz="3200" dirty="0">
                <a:latin typeface="Arial" charset="0"/>
                <a:cs typeface="+mn-cs"/>
              </a:rPr>
              <a:t>This marked the first successful experiment in </a:t>
            </a:r>
            <a:r>
              <a:rPr lang="en-US" sz="3200" b="1" dirty="0">
                <a:latin typeface="Arial" charset="0"/>
                <a:cs typeface="+mn-cs"/>
              </a:rPr>
              <a:t>genomics</a:t>
            </a:r>
            <a:r>
              <a:rPr lang="en-US" sz="3200" dirty="0">
                <a:latin typeface="Arial" charset="0"/>
                <a:cs typeface="+mn-cs"/>
              </a:rPr>
              <a:t>, the science of studying the complete sets of genes (genomes) and their interactions.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06_18_01g_Repetitive-L.jpg"/>
          <p:cNvPicPr>
            <a:picLocks noChangeAspect="1"/>
          </p:cNvPicPr>
          <p:nvPr/>
        </p:nvPicPr>
        <p:blipFill rotWithShape="1">
          <a:blip r:embed="rId3" cstate="email">
            <a:extLst>
              <a:ext uri="{28A0092B-C50C-407E-A947-70E740481C1C}">
                <a14:useLocalDpi xmlns:a14="http://schemas.microsoft.com/office/drawing/2010/main" val="0"/>
              </a:ext>
            </a:extLst>
          </a:blip>
          <a:srcRect b="5430"/>
          <a:stretch/>
        </p:blipFill>
        <p:spPr>
          <a:xfrm>
            <a:off x="8200711" y="5584854"/>
            <a:ext cx="1710885" cy="1687916"/>
          </a:xfrm>
          <a:prstGeom prst="rect">
            <a:avLst/>
          </a:prstGeom>
        </p:spPr>
      </p:pic>
      <p:pic>
        <p:nvPicPr>
          <p:cNvPr id="4" name="Picture 3" descr="06_18_01f_ControlsGenes-L.jpg"/>
          <p:cNvPicPr>
            <a:picLocks noChangeAspect="1"/>
          </p:cNvPicPr>
          <p:nvPr/>
        </p:nvPicPr>
        <p:blipFill rotWithShape="1">
          <a:blip r:embed="rId4" cstate="email">
            <a:extLst>
              <a:ext uri="{28A0092B-C50C-407E-A947-70E740481C1C}">
                <a14:useLocalDpi xmlns:a14="http://schemas.microsoft.com/office/drawing/2010/main" val="0"/>
              </a:ext>
            </a:extLst>
          </a:blip>
          <a:srcRect b="5466"/>
          <a:stretch/>
        </p:blipFill>
        <p:spPr>
          <a:xfrm>
            <a:off x="6210929" y="4611653"/>
            <a:ext cx="1714246" cy="1680919"/>
          </a:xfrm>
          <a:prstGeom prst="rect">
            <a:avLst/>
          </a:prstGeom>
        </p:spPr>
      </p:pic>
      <p:pic>
        <p:nvPicPr>
          <p:cNvPr id="3" name="Picture 2" descr="06_18_01e_Protein-L.jpg"/>
          <p:cNvPicPr>
            <a:picLocks noChangeAspect="1"/>
          </p:cNvPicPr>
          <p:nvPr/>
        </p:nvPicPr>
        <p:blipFill rotWithShape="1">
          <a:blip r:embed="rId5" cstate="email">
            <a:extLst>
              <a:ext uri="{28A0092B-C50C-407E-A947-70E740481C1C}">
                <a14:useLocalDpi xmlns:a14="http://schemas.microsoft.com/office/drawing/2010/main" val="0"/>
              </a:ext>
            </a:extLst>
          </a:blip>
          <a:srcRect b="5897"/>
          <a:stretch/>
        </p:blipFill>
        <p:spPr>
          <a:xfrm>
            <a:off x="8191757" y="3532613"/>
            <a:ext cx="1707523" cy="1673255"/>
          </a:xfrm>
          <a:prstGeom prst="rect">
            <a:avLst/>
          </a:prstGeom>
        </p:spPr>
      </p:pic>
      <p:pic>
        <p:nvPicPr>
          <p:cNvPr id="2" name="Picture 1" descr="06_18_01d_Identical-L.jpg"/>
          <p:cNvPicPr>
            <a:picLocks noChangeAspect="1"/>
          </p:cNvPicPr>
          <p:nvPr/>
        </p:nvPicPr>
        <p:blipFill rotWithShape="1">
          <a:blip r:embed="rId6" cstate="email">
            <a:extLst>
              <a:ext uri="{28A0092B-C50C-407E-A947-70E740481C1C}">
                <a14:useLocalDpi xmlns:a14="http://schemas.microsoft.com/office/drawing/2010/main" val="0"/>
              </a:ext>
            </a:extLst>
          </a:blip>
          <a:srcRect b="5069"/>
          <a:stretch/>
        </p:blipFill>
        <p:spPr>
          <a:xfrm>
            <a:off x="6227534" y="2551858"/>
            <a:ext cx="1727691" cy="1694360"/>
          </a:xfrm>
          <a:prstGeom prst="rect">
            <a:avLst/>
          </a:prstGeom>
        </p:spPr>
      </p:pic>
      <p:sp>
        <p:nvSpPr>
          <p:cNvPr id="92163" name="Rectangle 2"/>
          <p:cNvSpPr>
            <a:spLocks noGrp="1" noChangeArrowheads="1"/>
          </p:cNvSpPr>
          <p:nvPr>
            <p:ph type="title"/>
          </p:nvPr>
        </p:nvSpPr>
        <p:spPr>
          <a:xfrm>
            <a:off x="817113" y="679605"/>
            <a:ext cx="10083800" cy="1176443"/>
          </a:xfrm>
        </p:spPr>
        <p:txBody>
          <a:bodyPr/>
          <a:lstStyle/>
          <a:p>
            <a:pPr eaLnBrk="1" hangingPunct="1">
              <a:defRPr/>
            </a:pPr>
            <a:r>
              <a:rPr lang="en-US" dirty="0">
                <a:latin typeface="Arial" charset="0"/>
                <a:cs typeface="Arial" charset="0"/>
              </a:rPr>
              <a:t>The Human Genome Project was completed in 2003</a:t>
            </a:r>
          </a:p>
        </p:txBody>
      </p:sp>
      <p:sp>
        <p:nvSpPr>
          <p:cNvPr id="92164" name="Rectangle 3"/>
          <p:cNvSpPr>
            <a:spLocks noGrp="1" noChangeArrowheads="1"/>
          </p:cNvSpPr>
          <p:nvPr>
            <p:ph type="body" idx="1"/>
          </p:nvPr>
        </p:nvSpPr>
        <p:spPr>
          <a:xfrm>
            <a:off x="817113" y="1981406"/>
            <a:ext cx="4975375" cy="5631872"/>
          </a:xfrm>
        </p:spPr>
        <p:txBody>
          <a:bodyPr/>
          <a:lstStyle/>
          <a:p>
            <a:pPr eaLnBrk="1" hangingPunct="1">
              <a:defRPr/>
            </a:pPr>
            <a:r>
              <a:rPr lang="en-US" sz="2800" dirty="0">
                <a:latin typeface="Arial" charset="0"/>
                <a:cs typeface="+mn-cs"/>
              </a:rPr>
              <a:t>The human genome contains 21,000 genes that encode for 100,000 different proteins.</a:t>
            </a:r>
          </a:p>
          <a:p>
            <a:pPr eaLnBrk="1" hangingPunct="1">
              <a:defRPr/>
            </a:pPr>
            <a:r>
              <a:rPr lang="en-US" sz="2800" dirty="0">
                <a:latin typeface="Arial" charset="0"/>
                <a:cs typeface="+mn-cs"/>
              </a:rPr>
              <a:t>The data are providing insight into development, evolution, and many diseases.</a:t>
            </a:r>
          </a:p>
        </p:txBody>
      </p:sp>
      <p:sp>
        <p:nvSpPr>
          <p:cNvPr id="92169" name="Text Box 9"/>
          <p:cNvSpPr txBox="1">
            <a:spLocks noChangeArrowheads="1"/>
          </p:cNvSpPr>
          <p:nvPr/>
        </p:nvSpPr>
        <p:spPr bwMode="auto">
          <a:xfrm>
            <a:off x="6275457" y="1901041"/>
            <a:ext cx="3832599" cy="49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50000"/>
              </a:spcBef>
              <a:defRPr/>
            </a:pPr>
            <a:r>
              <a:rPr lang="en-US" sz="2647" b="1" dirty="0"/>
              <a:t>Human Genome Facts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2"/>
          <p:cNvSpPr>
            <a:spLocks noGrp="1" noChangeArrowheads="1"/>
          </p:cNvSpPr>
          <p:nvPr>
            <p:ph type="title"/>
          </p:nvPr>
        </p:nvSpPr>
        <p:spPr>
          <a:xfrm>
            <a:off x="1123300" y="1056497"/>
            <a:ext cx="10083800" cy="1176443"/>
          </a:xfrm>
        </p:spPr>
        <p:txBody>
          <a:bodyPr/>
          <a:lstStyle/>
          <a:p>
            <a:pPr eaLnBrk="1" hangingPunct="1">
              <a:defRPr/>
            </a:pPr>
            <a:r>
              <a:rPr lang="en-US" dirty="0">
                <a:latin typeface="Arial" charset="0"/>
                <a:cs typeface="Arial" charset="0"/>
              </a:rPr>
              <a:t>Genome mapping involved several separate techniques</a:t>
            </a:r>
          </a:p>
        </p:txBody>
      </p:sp>
      <p:sp>
        <p:nvSpPr>
          <p:cNvPr id="93188" name="Rectangle 3"/>
          <p:cNvSpPr>
            <a:spLocks noGrp="1" noChangeArrowheads="1"/>
          </p:cNvSpPr>
          <p:nvPr>
            <p:ph type="body" idx="1"/>
          </p:nvPr>
        </p:nvSpPr>
        <p:spPr>
          <a:xfrm>
            <a:off x="1454727" y="2426305"/>
            <a:ext cx="8660866" cy="2368683"/>
          </a:xfrm>
        </p:spPr>
        <p:txBody>
          <a:bodyPr/>
          <a:lstStyle/>
          <a:p>
            <a:pPr marL="0" indent="0" eaLnBrk="1" hangingPunct="1">
              <a:buNone/>
              <a:defRPr/>
            </a:pPr>
            <a:r>
              <a:rPr lang="en-US" sz="2800" dirty="0">
                <a:latin typeface="Arial" charset="0"/>
                <a:cs typeface="+mn-cs"/>
              </a:rPr>
              <a:t>The set of techniques used to sequence an entire genome from an organism is called the </a:t>
            </a:r>
            <a:r>
              <a:rPr lang="en-US" sz="2800" b="1" dirty="0">
                <a:latin typeface="Arial" charset="0"/>
                <a:cs typeface="+mn-cs"/>
              </a:rPr>
              <a:t>whole-genome shotgun method</a:t>
            </a:r>
            <a:r>
              <a:rPr lang="en-US" sz="2800" dirty="0">
                <a:latin typeface="Arial" charset="0"/>
                <a:cs typeface="+mn-cs"/>
              </a:rPr>
              <a:t>.</a:t>
            </a:r>
          </a:p>
        </p:txBody>
      </p:sp>
      <p:pic>
        <p:nvPicPr>
          <p:cNvPr id="2" name="Picture 1" descr="06_18_02a_Genomes-L.jpg"/>
          <p:cNvPicPr>
            <a:picLocks noChangeAspect="1"/>
          </p:cNvPicPr>
          <p:nvPr/>
        </p:nvPicPr>
        <p:blipFill rotWithShape="1">
          <a:blip r:embed="rId3" cstate="email">
            <a:extLst>
              <a:ext uri="{28A0092B-C50C-407E-A947-70E740481C1C}">
                <a14:useLocalDpi xmlns:a14="http://schemas.microsoft.com/office/drawing/2010/main" val="0"/>
              </a:ext>
            </a:extLst>
          </a:blip>
          <a:srcRect b="4137"/>
          <a:stretch/>
        </p:blipFill>
        <p:spPr>
          <a:xfrm>
            <a:off x="5577883" y="4017117"/>
            <a:ext cx="4728025" cy="30397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8" name="Picture 8" descr="Central Dogma of DNA 7508603 Vector Art at Vecteezy">
            <a:extLst>
              <a:ext uri="{FF2B5EF4-FFF2-40B4-BE49-F238E27FC236}">
                <a16:creationId xmlns:a16="http://schemas.microsoft.com/office/drawing/2014/main" id="{01BAA282-1E22-4835-BCE9-A32DFE3C8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6516" y="3098061"/>
            <a:ext cx="3263477" cy="293732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38250" y="875489"/>
            <a:ext cx="9618662" cy="642026"/>
          </a:xfrm>
        </p:spPr>
        <p:txBody>
          <a:bodyPr/>
          <a:lstStyle/>
          <a:p>
            <a:r>
              <a:rPr lang="en-US" sz="2800" b="1" dirty="0"/>
              <a:t>Central Dogma</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1238250" y="1527467"/>
            <a:ext cx="9181657" cy="3785652"/>
          </a:xfrm>
          <a:prstGeom prst="rect">
            <a:avLst/>
          </a:prstGeom>
        </p:spPr>
        <p:txBody>
          <a:bodyPr wrap="square">
            <a:spAutoFit/>
          </a:bodyPr>
          <a:lstStyle/>
          <a:p>
            <a:r>
              <a:rPr lang="en-US" sz="2000" dirty="0"/>
              <a:t>The central dogma of molecular biology is </a:t>
            </a:r>
            <a:r>
              <a:rPr lang="en-US" sz="2000" b="1" dirty="0"/>
              <a:t>an explanation of the flow of genetic information within a biological system</a:t>
            </a:r>
            <a:r>
              <a:rPr lang="en-US" sz="2000" dirty="0"/>
              <a:t>. It is often stated as "DNA makes RNA, and RNA makes protein", It was first stated by Francis Crick in 1957, then published in 1958</a:t>
            </a:r>
          </a:p>
          <a:p>
            <a:endParaRPr lang="en-US" sz="2000" dirty="0"/>
          </a:p>
          <a:p>
            <a:r>
              <a:rPr lang="en-US" sz="2000" dirty="0"/>
              <a:t>3 Process of central dogma</a:t>
            </a:r>
          </a:p>
          <a:p>
            <a:pPr marL="457200" indent="-457200">
              <a:buAutoNum type="arabicPeriod"/>
            </a:pPr>
            <a:r>
              <a:rPr lang="en-US" sz="2000" b="1" dirty="0"/>
              <a:t>From existing DNA to make new DNA (replication)</a:t>
            </a:r>
          </a:p>
          <a:p>
            <a:pPr marL="457200" indent="-457200">
              <a:buAutoNum type="arabicPeriod"/>
            </a:pPr>
            <a:r>
              <a:rPr lang="en-US" sz="2000" b="1" dirty="0"/>
              <a:t>From DNA to make new RNA (transcription)</a:t>
            </a:r>
          </a:p>
          <a:p>
            <a:pPr marL="457200" indent="-457200">
              <a:buAutoNum type="arabicPeriod"/>
            </a:pPr>
            <a:r>
              <a:rPr lang="en-US" sz="2000" dirty="0"/>
              <a:t>From RNA to make new proteins (translation).</a:t>
            </a:r>
          </a:p>
          <a:p>
            <a:pPr marL="457200" indent="-457200">
              <a:buAutoNum type="arabicPeriod"/>
            </a:pPr>
            <a:endParaRPr lang="en-US" sz="2000" dirty="0"/>
          </a:p>
          <a:p>
            <a:r>
              <a:rPr lang="en-US" sz="2000" dirty="0"/>
              <a:t>This process of genetics information flowing from </a:t>
            </a:r>
          </a:p>
          <a:p>
            <a:r>
              <a:rPr lang="en-US" sz="2000" dirty="0"/>
              <a:t>DNA to RNA to Protein is called gene expression.</a:t>
            </a:r>
          </a:p>
          <a:p>
            <a:endParaRPr lang="en-US" sz="2000"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5126" name="Picture 6" descr="Central Dogma | Brent Cornell">
            <a:extLst>
              <a:ext uri="{FF2B5EF4-FFF2-40B4-BE49-F238E27FC236}">
                <a16:creationId xmlns:a16="http://schemas.microsoft.com/office/drawing/2014/main" id="{48ECABD4-181C-4322-AD9E-9DCB0122AB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7215" y="5188688"/>
            <a:ext cx="3548960" cy="1601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789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Replication</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6047581" y="1699887"/>
            <a:ext cx="4161799" cy="5909310"/>
          </a:xfrm>
          <a:prstGeom prst="rect">
            <a:avLst/>
          </a:prstGeom>
        </p:spPr>
        <p:txBody>
          <a:bodyPr wrap="square">
            <a:spAutoFit/>
          </a:bodyPr>
          <a:lstStyle/>
          <a:p>
            <a:pPr algn="ctr"/>
            <a:r>
              <a:rPr lang="en-US" sz="1800" dirty="0">
                <a:latin typeface="+mj-lt"/>
              </a:rPr>
              <a:t>DNA replication is the process by which the genome’s DNA is copied in cells.</a:t>
            </a:r>
          </a:p>
          <a:p>
            <a:pPr algn="ctr"/>
            <a:endParaRPr lang="en-US" sz="1800" dirty="0">
              <a:latin typeface="+mj-lt"/>
            </a:endParaRPr>
          </a:p>
          <a:p>
            <a:pPr algn="ctr"/>
            <a:r>
              <a:rPr lang="en-US" sz="1800" dirty="0">
                <a:latin typeface="+mj-lt"/>
              </a:rPr>
              <a:t>Before a cell divides, it must first copy (or replicate) its entire genome so that each resulting daughter cell ends up with its own complete genome.</a:t>
            </a:r>
          </a:p>
          <a:p>
            <a:pPr algn="ctr"/>
            <a:endParaRPr lang="en-US" sz="1800" dirty="0">
              <a:latin typeface="+mj-lt"/>
            </a:endParaRPr>
          </a:p>
          <a:p>
            <a:pPr algn="ctr"/>
            <a:r>
              <a:rPr lang="en-US" sz="1800" dirty="0">
                <a:solidFill>
                  <a:srgbClr val="0A0A0A"/>
                </a:solidFill>
                <a:latin typeface="+mj-lt"/>
              </a:rPr>
              <a:t>DNA replication is probably one of the most amazing tricks that DNA does. If you think about it, each cell contains all of the DNA you need to make the other cells. </a:t>
            </a:r>
          </a:p>
          <a:p>
            <a:pPr algn="ctr"/>
            <a:endParaRPr lang="en-US" sz="1800" dirty="0">
              <a:solidFill>
                <a:srgbClr val="0A0A0A"/>
              </a:solidFill>
              <a:latin typeface="+mj-lt"/>
            </a:endParaRPr>
          </a:p>
          <a:p>
            <a:pPr algn="ctr"/>
            <a:r>
              <a:rPr lang="en-US" sz="1800" dirty="0">
                <a:solidFill>
                  <a:srgbClr val="0A0A0A"/>
                </a:solidFill>
                <a:latin typeface="+mj-lt"/>
              </a:rPr>
              <a:t>And we start out from a single cell and we end up with trillions of cells. And during that process of cell division, all of the information in a cell has to be copied, and it has to be copied perfectly. </a:t>
            </a:r>
            <a:endParaRPr lang="en-HK" sz="1800" dirty="0">
              <a:latin typeface="+mj-lt"/>
            </a:endParaRPr>
          </a:p>
          <a:p>
            <a:pPr algn="ctr"/>
            <a:endParaRPr lang="en-US" sz="1800" dirty="0">
              <a:latin typeface="+mj-lt"/>
            </a:endParaRPr>
          </a:p>
          <a:p>
            <a:pPr algn="ctr"/>
            <a:endParaRPr lang="en-US" sz="1800" dirty="0">
              <a:latin typeface="+mj-lt"/>
            </a:endParaRPr>
          </a:p>
          <a:p>
            <a:pPr algn="ctr"/>
            <a:endParaRPr lang="en-US" sz="1800" dirty="0">
              <a:latin typeface="+mj-lt"/>
            </a:endParaRP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10242" name="Picture 2" descr="Pin on DNA">
            <a:extLst>
              <a:ext uri="{FF2B5EF4-FFF2-40B4-BE49-F238E27FC236}">
                <a16:creationId xmlns:a16="http://schemas.microsoft.com/office/drawing/2014/main" id="{3F42B2E7-AF03-416D-ACAD-87B74B521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013" y="4173178"/>
            <a:ext cx="3322548" cy="2227621"/>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 DNA-replication">
            <a:extLst>
              <a:ext uri="{FF2B5EF4-FFF2-40B4-BE49-F238E27FC236}">
                <a16:creationId xmlns:a16="http://schemas.microsoft.com/office/drawing/2014/main" id="{D042B0EA-DFD2-412C-9EA6-3AAF9F79F4B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238250" y="1558232"/>
            <a:ext cx="4410075" cy="2483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0442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Central Dogma - Transcription</a:t>
            </a:r>
            <a:endParaRPr lang="id-ID" sz="2800" b="1" dirty="0"/>
          </a:p>
        </p:txBody>
      </p:sp>
      <p:sp>
        <p:nvSpPr>
          <p:cNvPr id="4" name="Rectangle 3">
            <a:extLst>
              <a:ext uri="{FF2B5EF4-FFF2-40B4-BE49-F238E27FC236}">
                <a16:creationId xmlns:a16="http://schemas.microsoft.com/office/drawing/2014/main" id="{34C8ACB7-62F4-4DFA-BF4E-F704AD38BEDF}"/>
              </a:ext>
            </a:extLst>
          </p:cNvPr>
          <p:cNvSpPr/>
          <p:nvPr/>
        </p:nvSpPr>
        <p:spPr>
          <a:xfrm>
            <a:off x="5799305" y="1699887"/>
            <a:ext cx="4410075" cy="4524315"/>
          </a:xfrm>
          <a:prstGeom prst="rect">
            <a:avLst/>
          </a:prstGeom>
        </p:spPr>
        <p:txBody>
          <a:bodyPr wrap="square">
            <a:spAutoFit/>
          </a:bodyPr>
          <a:lstStyle/>
          <a:p>
            <a:pPr algn="ctr"/>
            <a:r>
              <a:rPr lang="en-US" sz="1800" dirty="0">
                <a:latin typeface="+mj-lt"/>
              </a:rPr>
              <a:t>Transcription is the process by which DNA is copied (transcribed) to mRNA, which carries the information needed for protein synthesis. </a:t>
            </a:r>
          </a:p>
          <a:p>
            <a:pPr algn="ctr"/>
            <a:endParaRPr lang="en-US" sz="1800" dirty="0">
              <a:latin typeface="+mj-lt"/>
            </a:endParaRPr>
          </a:p>
          <a:p>
            <a:pPr algn="ctr"/>
            <a:r>
              <a:rPr lang="en-US" sz="1800" dirty="0">
                <a:latin typeface="+mj-lt"/>
              </a:rPr>
              <a:t>Transcription takes place in two broad steps. </a:t>
            </a:r>
          </a:p>
          <a:p>
            <a:pPr algn="ctr"/>
            <a:endParaRPr lang="en-US" sz="1800" dirty="0">
              <a:latin typeface="+mj-lt"/>
            </a:endParaRPr>
          </a:p>
          <a:p>
            <a:pPr marL="342900" indent="-342900" algn="just">
              <a:buAutoNum type="arabicPeriod"/>
            </a:pPr>
            <a:r>
              <a:rPr lang="en-US" sz="1800" dirty="0">
                <a:latin typeface="+mj-lt"/>
              </a:rPr>
              <a:t>First, pre-messenger RNA is formed, with the involvement of RNA polymerase enzymes. The process relies on Watson-Crick base pairing, and the resultant single strand of RNA is the reverse-complement of the original DNA sequence.</a:t>
            </a:r>
          </a:p>
          <a:p>
            <a:pPr marL="342900" indent="-342900" algn="just">
              <a:buAutoNum type="arabicPeriod"/>
            </a:pPr>
            <a:r>
              <a:rPr lang="en-US" sz="1800" dirty="0">
                <a:latin typeface="+mj-lt"/>
              </a:rPr>
              <a:t>The pre-messenger RNA is then "edited" to produce the desired mRNA molecule in a process called RNA splicing.</a:t>
            </a:r>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pic>
        <p:nvPicPr>
          <p:cNvPr id="8" name="Graphic 7">
            <a:extLst>
              <a:ext uri="{FF2B5EF4-FFF2-40B4-BE49-F238E27FC236}">
                <a16:creationId xmlns:a16="http://schemas.microsoft.com/office/drawing/2014/main" id="{17D146DA-1226-4432-B16E-A021DC4F50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1508" y="1805763"/>
            <a:ext cx="4296817" cy="3542414"/>
          </a:xfrm>
          <a:prstGeom prst="rect">
            <a:avLst/>
          </a:prstGeom>
        </p:spPr>
      </p:pic>
    </p:spTree>
    <p:extLst>
      <p:ext uri="{BB962C8B-B14F-4D97-AF65-F5344CB8AC3E}">
        <p14:creationId xmlns:p14="http://schemas.microsoft.com/office/powerpoint/2010/main" val="2752398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4EAE5-B049-4C3C-A85E-A114EC2185BB}"/>
              </a:ext>
            </a:extLst>
          </p:cNvPr>
          <p:cNvSpPr>
            <a:spLocks noGrp="1"/>
          </p:cNvSpPr>
          <p:nvPr>
            <p:ph type="title"/>
          </p:nvPr>
        </p:nvSpPr>
        <p:spPr>
          <a:xfrm>
            <a:off x="4125859" y="474006"/>
            <a:ext cx="3277235" cy="1092412"/>
          </a:xfrm>
        </p:spPr>
        <p:txBody>
          <a:bodyPr>
            <a:normAutofit/>
          </a:bodyPr>
          <a:lstStyle/>
          <a:p>
            <a:pPr lvl="0"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There are two families of nitrogen bases, namely </a:t>
            </a:r>
            <a:r>
              <a:rPr lang="en-US" sz="2647" b="1" dirty="0">
                <a:latin typeface="Times New Roman" panose="02020603050405020304" pitchFamily="18" charset="0"/>
                <a:cs typeface="Times New Roman" panose="02020603050405020304" pitchFamily="18" charset="0"/>
              </a:rPr>
              <a:t>purines</a:t>
            </a:r>
            <a:r>
              <a:rPr lang="en-US" sz="2647" dirty="0">
                <a:latin typeface="Times New Roman" panose="02020603050405020304" pitchFamily="18" charset="0"/>
                <a:cs typeface="Times New Roman" panose="02020603050405020304" pitchFamily="18" charset="0"/>
              </a:rPr>
              <a:t> and </a:t>
            </a:r>
            <a:r>
              <a:rPr lang="en-US" sz="2647" b="1" dirty="0">
                <a:latin typeface="Times New Roman" panose="02020603050405020304" pitchFamily="18" charset="0"/>
                <a:cs typeface="Times New Roman" panose="02020603050405020304" pitchFamily="18" charset="0"/>
              </a:rPr>
              <a:t>pyrimidines</a:t>
            </a:r>
            <a:r>
              <a:rPr lang="en-US" sz="2647" dirty="0">
                <a:latin typeface="Times New Roman" panose="02020603050405020304" pitchFamily="18" charset="0"/>
                <a:cs typeface="Times New Roman" panose="02020603050405020304" pitchFamily="18" charset="0"/>
              </a:rPr>
              <a:t>, which are cyclic rings with C and N atoms.</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Purine is a two-ring molecule. Which include purines are Adenine (A) and Guanin (G).</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Pyrimidine is a single ring molecule. Those included pyrimidines are Cytosine (C), Thymine (T) and Uracil (U).</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Adenine, Guanine and Cytosine are found in both types of nucleic acids. The thymine is found only in DNA, and Uracil is found only in RNA.</a:t>
            </a:r>
            <a:endParaRPr lang="id-ID" sz="264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7038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algn="just">
              <a:spcBef>
                <a:spcPct val="0"/>
              </a:spcBef>
              <a:spcAft>
                <a:spcPts val="1323"/>
              </a:spcAft>
              <a:buFont typeface="Wingdings" panose="05000000000000000000" pitchFamily="2" charset="2"/>
              <a:buChar char="§"/>
            </a:pPr>
            <a:r>
              <a:rPr lang="id-ID" sz="2647" dirty="0">
                <a:latin typeface="Times New Roman" panose="02020603050405020304" pitchFamily="18" charset="0"/>
                <a:cs typeface="Times New Roman" panose="02020603050405020304" pitchFamily="18" charset="0"/>
              </a:rPr>
              <a:t>Nucleic acid is an information polymer in cells.</a:t>
            </a:r>
          </a:p>
          <a:p>
            <a:pPr algn="just">
              <a:spcBef>
                <a:spcPct val="0"/>
              </a:spcBef>
              <a:spcAft>
                <a:spcPts val="1323"/>
              </a:spcAft>
              <a:buFont typeface="Wingdings" panose="05000000000000000000" pitchFamily="2" charset="2"/>
              <a:buChar char="§"/>
            </a:pPr>
            <a:r>
              <a:rPr lang="id-ID" sz="2647" dirty="0">
                <a:latin typeface="Times New Roman" panose="02020603050405020304" pitchFamily="18" charset="0"/>
                <a:cs typeface="Times New Roman" panose="02020603050405020304" pitchFamily="18" charset="0"/>
              </a:rPr>
              <a:t>There are two types of nucleic acids, namely </a:t>
            </a:r>
            <a:r>
              <a:rPr lang="id-ID" sz="2647" b="1" dirty="0">
                <a:latin typeface="Times New Roman" panose="02020603050405020304" pitchFamily="18" charset="0"/>
                <a:cs typeface="Times New Roman" panose="02020603050405020304" pitchFamily="18" charset="0"/>
              </a:rPr>
              <a:t>deoxyribonucleic acid</a:t>
            </a:r>
            <a:r>
              <a:rPr lang="id-ID" sz="2647" dirty="0">
                <a:latin typeface="Times New Roman" panose="02020603050405020304" pitchFamily="18" charset="0"/>
                <a:cs typeface="Times New Roman" panose="02020603050405020304" pitchFamily="18" charset="0"/>
              </a:rPr>
              <a:t> (</a:t>
            </a:r>
            <a:r>
              <a:rPr lang="id-ID" sz="2647" b="1" dirty="0">
                <a:latin typeface="Times New Roman" panose="02020603050405020304" pitchFamily="18" charset="0"/>
                <a:cs typeface="Times New Roman" panose="02020603050405020304" pitchFamily="18" charset="0"/>
              </a:rPr>
              <a:t>DNA = Deoxiribo Nucleic Acid</a:t>
            </a:r>
            <a:r>
              <a:rPr lang="id-ID" sz="2647" dirty="0">
                <a:latin typeface="Times New Roman" panose="02020603050405020304" pitchFamily="18" charset="0"/>
                <a:cs typeface="Times New Roman" panose="02020603050405020304" pitchFamily="18" charset="0"/>
              </a:rPr>
              <a:t>) and </a:t>
            </a:r>
            <a:r>
              <a:rPr lang="id-ID" sz="2647" b="1" dirty="0">
                <a:latin typeface="Times New Roman" panose="02020603050405020304" pitchFamily="18" charset="0"/>
                <a:cs typeface="Times New Roman" panose="02020603050405020304" pitchFamily="18" charset="0"/>
              </a:rPr>
              <a:t>Ribonucleic Acid </a:t>
            </a:r>
            <a:r>
              <a:rPr lang="id-ID" sz="2647" dirty="0">
                <a:latin typeface="Times New Roman" panose="02020603050405020304" pitchFamily="18" charset="0"/>
                <a:cs typeface="Times New Roman" panose="02020603050405020304" pitchFamily="18" charset="0"/>
              </a:rPr>
              <a:t>(</a:t>
            </a:r>
            <a:r>
              <a:rPr lang="id-ID" sz="2647" b="1" dirty="0">
                <a:latin typeface="Times New Roman" panose="02020603050405020304" pitchFamily="18" charset="0"/>
                <a:cs typeface="Times New Roman" panose="02020603050405020304" pitchFamily="18" charset="0"/>
              </a:rPr>
              <a:t>RNA = Ribo Nucleic Acid</a:t>
            </a:r>
            <a:r>
              <a:rPr lang="id-ID" sz="2647" dirty="0">
                <a:latin typeface="Times New Roman" panose="02020603050405020304" pitchFamily="18" charset="0"/>
                <a:cs typeface="Times New Roman" panose="02020603050405020304" pitchFamily="18" charset="0"/>
              </a:rPr>
              <a:t>).</a:t>
            </a:r>
            <a:endParaRPr lang="en-US" sz="2647" dirty="0">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Nucleic acid is a polymer of monomers called </a:t>
            </a:r>
            <a:r>
              <a:rPr lang="en-US" sz="2647" b="1" dirty="0">
                <a:latin typeface="Times New Roman" panose="02020603050405020304" pitchFamily="18" charset="0"/>
                <a:cs typeface="Times New Roman" panose="02020603050405020304" pitchFamily="18" charset="0"/>
              </a:rPr>
              <a:t>nucleotides</a:t>
            </a:r>
            <a:r>
              <a:rPr lang="en-US" sz="2647"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Each nucleotide consists of three parts, namely:</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An organic molecule called a </a:t>
            </a:r>
            <a:r>
              <a:rPr lang="en-US" sz="2647" b="1" dirty="0">
                <a:latin typeface="Times New Roman" panose="02020603050405020304" pitchFamily="18" charset="0"/>
                <a:cs typeface="Times New Roman" panose="02020603050405020304" pitchFamily="18" charset="0"/>
              </a:rPr>
              <a:t>nitrogen base</a:t>
            </a:r>
            <a:r>
              <a:rPr lang="en-US" sz="2647" dirty="0">
                <a:latin typeface="Times New Roman" panose="02020603050405020304" pitchFamily="18" charset="0"/>
                <a:cs typeface="Times New Roman" panose="02020603050405020304" pitchFamily="18" charset="0"/>
              </a:rPr>
              <a:t>.</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 five-carbon sugar, pentose.</a:t>
            </a: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 A </a:t>
            </a:r>
            <a:r>
              <a:rPr lang="en-US" sz="2647" b="1" dirty="0">
                <a:latin typeface="Times New Roman" panose="02020603050405020304" pitchFamily="18" charset="0"/>
                <a:cs typeface="Times New Roman" panose="02020603050405020304" pitchFamily="18" charset="0"/>
              </a:rPr>
              <a:t>phosphate</a:t>
            </a:r>
            <a:r>
              <a:rPr lang="en-US" sz="2647" dirty="0">
                <a:latin typeface="Times New Roman" panose="02020603050405020304" pitchFamily="18" charset="0"/>
                <a:cs typeface="Times New Roman" panose="02020603050405020304" pitchFamily="18" charset="0"/>
              </a:rPr>
              <a:t> group.</a:t>
            </a:r>
            <a:endParaRPr lang="id-ID" sz="2647" dirty="0">
              <a:latin typeface="Times New Roman" panose="02020603050405020304" pitchFamily="18" charset="0"/>
              <a:cs typeface="Times New Roman" panose="02020603050405020304" pitchFamily="18" charset="0"/>
            </a:endParaRPr>
          </a:p>
        </p:txBody>
      </p:sp>
      <p:sp>
        <p:nvSpPr>
          <p:cNvPr id="12" name="Title 1">
            <a:extLst>
              <a:ext uri="{FF2B5EF4-FFF2-40B4-BE49-F238E27FC236}">
                <a16:creationId xmlns:a16="http://schemas.microsoft.com/office/drawing/2014/main" id="{E22A422B-C381-4ADC-8C12-4EEC3AFE5331}"/>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Tree>
    <p:extLst>
      <p:ext uri="{BB962C8B-B14F-4D97-AF65-F5344CB8AC3E}">
        <p14:creationId xmlns:p14="http://schemas.microsoft.com/office/powerpoint/2010/main" val="3494511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21444-0951-45DC-860D-3335C6452BA7}"/>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19E45D71-A937-41C3-BF1B-62E09FD2D22E}"/>
              </a:ext>
            </a:extLst>
          </p:cNvPr>
          <p:cNvPicPr>
            <a:picLocks noChangeAspect="1" noChangeArrowheads="1"/>
          </p:cNvPicPr>
          <p:nvPr/>
        </p:nvPicPr>
        <p:blipFill>
          <a:blip r:embed="rId2" cstate="print"/>
          <a:srcRect/>
          <a:stretch>
            <a:fillRect/>
          </a:stretch>
        </p:blipFill>
        <p:spPr bwMode="auto">
          <a:xfrm>
            <a:off x="1142736" y="681741"/>
            <a:ext cx="9021587" cy="6199368"/>
          </a:xfrm>
          <a:prstGeom prst="rect">
            <a:avLst/>
          </a:prstGeom>
          <a:noFill/>
          <a:ln w="9525">
            <a:noFill/>
            <a:miter lim="800000"/>
            <a:headEnd/>
            <a:tailEnd/>
          </a:ln>
        </p:spPr>
      </p:pic>
    </p:spTree>
    <p:extLst>
      <p:ext uri="{BB962C8B-B14F-4D97-AF65-F5344CB8AC3E}">
        <p14:creationId xmlns:p14="http://schemas.microsoft.com/office/powerpoint/2010/main" val="2881173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1764665"/>
            <a:ext cx="8907357" cy="5630122"/>
          </a:xfrm>
        </p:spPr>
        <p:txBody>
          <a:bodyPr>
            <a:normAutofit/>
          </a:bodyPr>
          <a:lstStyle/>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There are two types of pentoses that bind to a nitrogen base, namely</a:t>
            </a:r>
            <a:r>
              <a:rPr lang="en-US" sz="2647" b="1" dirty="0">
                <a:latin typeface="Times New Roman" panose="02020603050405020304" pitchFamily="18" charset="0"/>
                <a:cs typeface="Times New Roman" panose="02020603050405020304" pitchFamily="18" charset="0"/>
              </a:rPr>
              <a:t> ribose </a:t>
            </a:r>
            <a:r>
              <a:rPr lang="en-US" sz="2647" dirty="0">
                <a:latin typeface="Times New Roman" panose="02020603050405020304" pitchFamily="18" charset="0"/>
                <a:cs typeface="Times New Roman" panose="02020603050405020304" pitchFamily="18" charset="0"/>
              </a:rPr>
              <a:t>on nucleotide RNA and </a:t>
            </a:r>
            <a:r>
              <a:rPr lang="en-US" sz="2647" b="1" dirty="0">
                <a:latin typeface="Times New Roman" panose="02020603050405020304" pitchFamily="18" charset="0"/>
                <a:cs typeface="Times New Roman" panose="02020603050405020304" pitchFamily="18" charset="0"/>
              </a:rPr>
              <a:t>deoxyribose</a:t>
            </a:r>
            <a:r>
              <a:rPr lang="en-US" sz="2647" dirty="0">
                <a:latin typeface="Times New Roman" panose="02020603050405020304" pitchFamily="18" charset="0"/>
                <a:cs typeface="Times New Roman" panose="02020603050405020304" pitchFamily="18" charset="0"/>
              </a:rPr>
              <a:t> in DNA nucleotides.</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difference between these two pentoses is that </a:t>
            </a:r>
            <a:r>
              <a:rPr lang="en-US" sz="2647" u="sng" dirty="0">
                <a:latin typeface="Times New Roman" panose="02020603050405020304" pitchFamily="18" charset="0"/>
                <a:cs typeface="Times New Roman" panose="02020603050405020304" pitchFamily="18" charset="0"/>
              </a:rPr>
              <a:t>deoxyribose does not have an oxygen atom bonded to C number 2</a:t>
            </a:r>
            <a:r>
              <a:rPr lang="en-US" sz="2647" dirty="0">
                <a:latin typeface="Times New Roman" panose="02020603050405020304" pitchFamily="18" charset="0"/>
                <a:cs typeface="Times New Roman" panose="02020603050405020304" pitchFamily="18" charset="0"/>
              </a:rPr>
              <a:t>, thus making its name </a:t>
            </a:r>
            <a:r>
              <a:rPr lang="en-US" sz="2647" b="1" dirty="0">
                <a:latin typeface="Times New Roman" panose="02020603050405020304" pitchFamily="18" charset="0"/>
                <a:cs typeface="Times New Roman" panose="02020603050405020304" pitchFamily="18" charset="0"/>
              </a:rPr>
              <a:t>deoxy</a:t>
            </a:r>
            <a:r>
              <a:rPr lang="en-US" sz="2647"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647" b="1" dirty="0">
                <a:latin typeface="Times New Roman" panose="02020603050405020304" pitchFamily="18" charset="0"/>
                <a:cs typeface="Times New Roman" panose="02020603050405020304" pitchFamily="18" charset="0"/>
              </a:rPr>
              <a:t>The phosphate group </a:t>
            </a:r>
            <a:r>
              <a:rPr lang="en-US" sz="2647" u="sng" dirty="0">
                <a:latin typeface="Times New Roman" panose="02020603050405020304" pitchFamily="18" charset="0"/>
                <a:cs typeface="Times New Roman" panose="02020603050405020304" pitchFamily="18" charset="0"/>
              </a:rPr>
              <a:t>binds to the number 5 C atom on pentose sugar.</a:t>
            </a:r>
          </a:p>
          <a:p>
            <a:pPr algn="just">
              <a:spcBef>
                <a:spcPct val="0"/>
              </a:spcBef>
              <a:spcAft>
                <a:spcPts val="1323"/>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molecular structure of nitrogenous bases, pentoses and phosphate groups is known as nucleoside monophosphate.</a:t>
            </a:r>
            <a:endParaRPr lang="id-ID" sz="2647"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AE18587-4322-4AC6-A11C-381516718F3E}"/>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spTree>
    <p:extLst>
      <p:ext uri="{BB962C8B-B14F-4D97-AF65-F5344CB8AC3E}">
        <p14:creationId xmlns:p14="http://schemas.microsoft.com/office/powerpoint/2010/main" val="117369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3C7FFA-4183-434F-B5D0-73E422696B33}"/>
              </a:ext>
            </a:extLst>
          </p:cNvPr>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057400" y="711757"/>
            <a:ext cx="6993082" cy="6139336"/>
          </a:xfrm>
          <a:prstGeom prst="rect">
            <a:avLst/>
          </a:prstGeom>
          <a:noFill/>
        </p:spPr>
      </p:pic>
    </p:spTree>
    <p:extLst>
      <p:ext uri="{BB962C8B-B14F-4D97-AF65-F5344CB8AC3E}">
        <p14:creationId xmlns:p14="http://schemas.microsoft.com/office/powerpoint/2010/main" val="5105954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23763" y="1566418"/>
            <a:ext cx="4785378" cy="5630122"/>
          </a:xfrm>
        </p:spPr>
        <p:txBody>
          <a:bodyPr>
            <a:normAutofit/>
          </a:bodyPr>
          <a:lstStyle/>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In nucleic acid polymers and polynucleotides, nucleotides are associated with a covalent bond called a </a:t>
            </a:r>
            <a:r>
              <a:rPr lang="en-US" sz="2647" b="1" dirty="0">
                <a:latin typeface="Times New Roman" panose="02020603050405020304" pitchFamily="18" charset="0"/>
                <a:cs typeface="Times New Roman" panose="02020603050405020304" pitchFamily="18" charset="0"/>
              </a:rPr>
              <a:t>phosphodiester bond </a:t>
            </a:r>
            <a:r>
              <a:rPr lang="en-US" sz="2647" dirty="0">
                <a:latin typeface="Times New Roman" panose="02020603050405020304" pitchFamily="18" charset="0"/>
                <a:cs typeface="Times New Roman" panose="02020603050405020304" pitchFamily="18" charset="0"/>
              </a:rPr>
              <a:t>between a phosphate of a nucleotide and a pentose from the next nucleotide. </a:t>
            </a:r>
          </a:p>
          <a:p>
            <a:pPr marL="0" indent="0" algn="just">
              <a:spcBef>
                <a:spcPct val="0"/>
              </a:spcBef>
              <a:spcAft>
                <a:spcPts val="1323"/>
              </a:spcAft>
              <a:buNone/>
            </a:pPr>
            <a:endParaRPr lang="en-US" sz="2647" dirty="0">
              <a:latin typeface="Times New Roman" panose="02020603050405020304" pitchFamily="18" charset="0"/>
              <a:cs typeface="Times New Roman" panose="02020603050405020304" pitchFamily="18" charset="0"/>
            </a:endParaRPr>
          </a:p>
          <a:p>
            <a:pPr marL="0" indent="0" algn="just">
              <a:spcBef>
                <a:spcPct val="0"/>
              </a:spcBef>
              <a:spcAft>
                <a:spcPts val="1323"/>
              </a:spcAft>
              <a:buNone/>
            </a:pPr>
            <a:r>
              <a:rPr lang="en-US" sz="2647" dirty="0">
                <a:latin typeface="Times New Roman" panose="02020603050405020304" pitchFamily="18" charset="0"/>
                <a:cs typeface="Times New Roman" panose="02020603050405020304" pitchFamily="18" charset="0"/>
              </a:rPr>
              <a:t>This binding produces a backbone with a repeating pattern of pentose-phosphate-phosphate.</a:t>
            </a:r>
            <a:endParaRPr lang="id-ID" sz="2647"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8C814661-DE3B-43EC-9866-BCB31CDAE924}"/>
              </a:ext>
            </a:extLst>
          </p:cNvPr>
          <p:cNvSpPr txBox="1">
            <a:spLocks/>
          </p:cNvSpPr>
          <p:nvPr/>
        </p:nvSpPr>
        <p:spPr bwMode="auto">
          <a:xfrm>
            <a:off x="4125859" y="474006"/>
            <a:ext cx="3277235" cy="1092412"/>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dirty="0">
                <a:solidFill>
                  <a:srgbClr val="000000"/>
                </a:solidFill>
                <a:latin typeface="Times New Roman" panose="02020603050405020304" pitchFamily="18" charset="0"/>
                <a:cs typeface="Times New Roman" panose="02020603050405020304" pitchFamily="18" charset="0"/>
              </a:rPr>
              <a:t>Nucleic Acid</a:t>
            </a:r>
            <a:endParaRPr lang="id-ID" dirty="0"/>
          </a:p>
        </p:txBody>
      </p:sp>
      <p:pic>
        <p:nvPicPr>
          <p:cNvPr id="7" name="Picture 6">
            <a:extLst>
              <a:ext uri="{FF2B5EF4-FFF2-40B4-BE49-F238E27FC236}">
                <a16:creationId xmlns:a16="http://schemas.microsoft.com/office/drawing/2014/main" id="{66128569-95AC-495A-A9F6-F48250A2AD13}"/>
              </a:ext>
            </a:extLst>
          </p:cNvPr>
          <p:cNvPicPr>
            <a:picLocks noChangeAspect="1" noChangeArrowheads="1"/>
          </p:cNvPicPr>
          <p:nvPr/>
        </p:nvPicPr>
        <p:blipFill>
          <a:blip r:embed="rId2" cstate="print"/>
          <a:srcRect/>
          <a:stretch>
            <a:fillRect/>
          </a:stretch>
        </p:blipFill>
        <p:spPr bwMode="auto">
          <a:xfrm>
            <a:off x="6220868" y="2186611"/>
            <a:ext cx="4242778" cy="4389735"/>
          </a:xfrm>
          <a:prstGeom prst="rect">
            <a:avLst/>
          </a:prstGeom>
          <a:noFill/>
          <a:ln w="9525">
            <a:noFill/>
            <a:miter lim="800000"/>
            <a:headEnd/>
            <a:tailEnd/>
          </a:ln>
        </p:spPr>
      </p:pic>
    </p:spTree>
    <p:extLst>
      <p:ext uri="{BB962C8B-B14F-4D97-AF65-F5344CB8AC3E}">
        <p14:creationId xmlns:p14="http://schemas.microsoft.com/office/powerpoint/2010/main" val="1104237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681538"/>
            <a:ext cx="6949973" cy="5630122"/>
          </a:xfrm>
        </p:spPr>
        <p:txBody>
          <a:bodyPr>
            <a:normAutofit/>
          </a:bodyPr>
          <a:lstStyle/>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DNA molecule actually consists of two strands of polynucleotide forming a spiral around an imaginary growing to form a </a:t>
            </a:r>
            <a:r>
              <a:rPr lang="en-US" sz="2400" b="1" dirty="0">
                <a:latin typeface="Times New Roman" panose="02020603050405020304" pitchFamily="18" charset="0"/>
                <a:cs typeface="Times New Roman" panose="02020603050405020304" pitchFamily="18" charset="0"/>
              </a:rPr>
              <a:t>double helix</a:t>
            </a:r>
            <a:r>
              <a:rPr lang="en-US" sz="2400" dirty="0">
                <a:latin typeface="Times New Roman" panose="02020603050405020304" pitchFamily="18" charset="0"/>
                <a:cs typeface="Times New Roman" panose="02020603050405020304" pitchFamily="18" charset="0"/>
              </a:rPr>
              <a:t>.</a:t>
            </a:r>
          </a:p>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Both the pentose-phosphate-pentose-phosphate spine are outside the helix, and the nitrogen base in pairs between the two polynucleotides is inside the helix.</a:t>
            </a:r>
          </a:p>
          <a:p>
            <a:pPr algn="just">
              <a:spcBef>
                <a:spcPct val="0"/>
              </a:spcBef>
              <a:spcAft>
                <a:spcPts val="1323"/>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two strands of polynucleotide are bonded by </a:t>
            </a:r>
            <a:r>
              <a:rPr lang="en-US" sz="2400" b="1" i="1" dirty="0">
                <a:latin typeface="Times New Roman" panose="02020603050405020304" pitchFamily="18" charset="0"/>
                <a:cs typeface="Times New Roman" panose="02020603050405020304" pitchFamily="18" charset="0"/>
              </a:rPr>
              <a:t>hydrogen bonds </a:t>
            </a:r>
            <a:r>
              <a:rPr lang="en-US" sz="2400" dirty="0">
                <a:latin typeface="Times New Roman" panose="02020603050405020304" pitchFamily="18" charset="0"/>
                <a:cs typeface="Times New Roman" panose="02020603050405020304" pitchFamily="18" charset="0"/>
              </a:rPr>
              <a:t>between the nitrogenous bases that are paired inside the helix. A paired with T through 2 hydrogen bonds and G paired with C through 3 hydrogen bonds.</a:t>
            </a:r>
            <a:endParaRPr lang="id-ID" sz="2400" dirty="0">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6517CA6-DCF4-4ADE-89F4-58A80E0589AA}"/>
              </a:ext>
            </a:extLst>
          </p:cNvPr>
          <p:cNvSpPr/>
          <p:nvPr/>
        </p:nvSpPr>
        <p:spPr>
          <a:xfrm>
            <a:off x="4991846" y="767268"/>
            <a:ext cx="1545261" cy="750462"/>
          </a:xfrm>
          <a:prstGeom prst="rect">
            <a:avLst/>
          </a:prstGeom>
        </p:spPr>
        <p:txBody>
          <a:bodyPr wrap="square">
            <a:spAutoFit/>
          </a:bodyPr>
          <a:lstStyle/>
          <a:p>
            <a:pPr algn="just">
              <a:lnSpc>
                <a:spcPct val="115000"/>
              </a:lnSpc>
              <a:spcAft>
                <a:spcPts val="0"/>
              </a:spcAft>
            </a:pPr>
            <a:r>
              <a:rPr lang="id-ID" sz="3970" b="1" dirty="0">
                <a:latin typeface="Times New Roman" panose="02020603050405020304" pitchFamily="18" charset="0"/>
                <a:ea typeface="Calibri" panose="020F0502020204030204" pitchFamily="34" charset="0"/>
                <a:cs typeface="Times New Roman" panose="02020603050405020304" pitchFamily="18" charset="0"/>
              </a:rPr>
              <a:t>DNA</a:t>
            </a:r>
            <a:endParaRPr lang="id-ID" sz="397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6ADD96C-84A7-4DCD-847D-DF9195CF71C1}"/>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419932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681538"/>
            <a:ext cx="6949973" cy="5630122"/>
          </a:xfrm>
        </p:spPr>
        <p:txBody>
          <a:bodyPr>
            <a:normAutofit/>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Double helical DNA has a diameter of 20 Å. Each round of helix contains 10 pairs of bases. The distance between one round is 3.4nm (34 Å). So the distance between the bases is 0.34 nm. DNA generally forms a right-handed helix of B. Form. Also known as A and Z form. B-shaped double helix DNA is usually found in physiologic conditions of low salt, high degree of hydration.</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DNA molecules are very long molecules with thousands or even millions of other bases. However, to express the length of the DNA molecule, it is expressed by bp (base pairs). 1 </a:t>
            </a:r>
            <a:r>
              <a:rPr lang="en-US" sz="2400" dirty="0" err="1">
                <a:latin typeface="Times New Roman" panose="02020603050405020304" pitchFamily="18" charset="0"/>
                <a:cs typeface="Times New Roman" panose="02020603050405020304" pitchFamily="18" charset="0"/>
              </a:rPr>
              <a:t>Kbp</a:t>
            </a:r>
            <a:r>
              <a:rPr lang="en-US" sz="2400" dirty="0">
                <a:latin typeface="Times New Roman" panose="02020603050405020304" pitchFamily="18" charset="0"/>
                <a:cs typeface="Times New Roman" panose="02020603050405020304" pitchFamily="18" charset="0"/>
              </a:rPr>
              <a:t> = 1,000 bp.</a:t>
            </a:r>
            <a:endParaRPr lang="id-ID" sz="24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16517CA6-DCF4-4ADE-89F4-58A80E0589AA}"/>
              </a:ext>
            </a:extLst>
          </p:cNvPr>
          <p:cNvSpPr/>
          <p:nvPr/>
        </p:nvSpPr>
        <p:spPr>
          <a:xfrm>
            <a:off x="4991846" y="767268"/>
            <a:ext cx="1545261" cy="750462"/>
          </a:xfrm>
          <a:prstGeom prst="rect">
            <a:avLst/>
          </a:prstGeom>
        </p:spPr>
        <p:txBody>
          <a:bodyPr wrap="square">
            <a:spAutoFit/>
          </a:bodyPr>
          <a:lstStyle/>
          <a:p>
            <a:pPr algn="just">
              <a:lnSpc>
                <a:spcPct val="115000"/>
              </a:lnSpc>
              <a:spcAft>
                <a:spcPts val="0"/>
              </a:spcAft>
            </a:pPr>
            <a:r>
              <a:rPr lang="id-ID" sz="3970" b="1" dirty="0">
                <a:latin typeface="Times New Roman" panose="02020603050405020304" pitchFamily="18" charset="0"/>
                <a:ea typeface="Calibri" panose="020F0502020204030204" pitchFamily="34" charset="0"/>
                <a:cs typeface="Times New Roman" panose="02020603050405020304" pitchFamily="18" charset="0"/>
              </a:rPr>
              <a:t>DNA</a:t>
            </a:r>
            <a:endParaRPr lang="id-ID" sz="397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A6ADD96C-84A7-4DCD-847D-DF9195CF71C1}"/>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33530036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30245" y="1130819"/>
            <a:ext cx="7043491" cy="5630122"/>
          </a:xfrm>
        </p:spPr>
        <p:txBody>
          <a:body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In a double helix, a particular base fits only in pairs with another base. Adenine (A) is always paired with Thymine (T). Guanine (G) is always paired with Cytosine (C). To facilitate the writing of the nitrogen base is always written with the abbreviation ATGC, and usually the backbone is not written back.</a:t>
            </a: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An example of a stretch of DNA can be exemplified as follows:</a:t>
            </a:r>
          </a:p>
          <a:p>
            <a:pPr marL="0" indent="0" algn="ctr">
              <a:buNone/>
            </a:pPr>
            <a:r>
              <a:rPr lang="en-US" sz="2400" dirty="0">
                <a:latin typeface="Times New Roman" panose="02020603050405020304" pitchFamily="18" charset="0"/>
                <a:cs typeface="Times New Roman" panose="02020603050405020304" pitchFamily="18" charset="0"/>
              </a:rPr>
              <a:t>AATTGCGCTTGGATAT</a:t>
            </a:r>
          </a:p>
          <a:p>
            <a:pPr marL="0" indent="0" algn="ctr">
              <a:buNone/>
            </a:pPr>
            <a:r>
              <a:rPr lang="en-US" sz="2400" dirty="0">
                <a:latin typeface="Times New Roman" panose="02020603050405020304" pitchFamily="18" charset="0"/>
                <a:cs typeface="Times New Roman" panose="02020603050405020304" pitchFamily="18" charset="0"/>
              </a:rPr>
              <a:t>TTAACGCGAACCTATA</a:t>
            </a:r>
          </a:p>
          <a:p>
            <a:pPr marL="0" indent="0" algn="ctr">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seen here that the double helix nitrogen base strands of DNA are complementary</a:t>
            </a:r>
          </a:p>
        </p:txBody>
      </p:sp>
      <p:pic>
        <p:nvPicPr>
          <p:cNvPr id="4" name="Picture 3">
            <a:extLst>
              <a:ext uri="{FF2B5EF4-FFF2-40B4-BE49-F238E27FC236}">
                <a16:creationId xmlns:a16="http://schemas.microsoft.com/office/drawing/2014/main" id="{7315D61E-7D5B-4511-A0F1-6554675019DD}"/>
              </a:ext>
            </a:extLst>
          </p:cNvPr>
          <p:cNvPicPr>
            <a:picLocks noChangeAspect="1" noChangeArrowheads="1"/>
          </p:cNvPicPr>
          <p:nvPr/>
        </p:nvPicPr>
        <p:blipFill>
          <a:blip r:embed="rId2" cstate="print"/>
          <a:srcRect/>
          <a:stretch>
            <a:fillRect/>
          </a:stretch>
        </p:blipFill>
        <p:spPr bwMode="auto">
          <a:xfrm>
            <a:off x="8427026" y="176954"/>
            <a:ext cx="2144069" cy="7208941"/>
          </a:xfrm>
          <a:prstGeom prst="rect">
            <a:avLst/>
          </a:prstGeom>
          <a:noFill/>
          <a:ln w="9525">
            <a:noFill/>
            <a:miter lim="800000"/>
            <a:headEnd/>
            <a:tailEnd/>
          </a:ln>
        </p:spPr>
      </p:pic>
    </p:spTree>
    <p:extLst>
      <p:ext uri="{BB962C8B-B14F-4D97-AF65-F5344CB8AC3E}">
        <p14:creationId xmlns:p14="http://schemas.microsoft.com/office/powerpoint/2010/main" val="2704585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092590" y="1452937"/>
            <a:ext cx="8907357" cy="5630122"/>
          </a:xfrm>
        </p:spPr>
        <p:txBody>
          <a:bodyPr>
            <a:normAutofit/>
          </a:bodyPr>
          <a:lstStyle/>
          <a:p>
            <a:pPr marL="0" indent="0" algn="just">
              <a:buNone/>
            </a:pPr>
            <a:r>
              <a:rPr lang="en-US" sz="2647" dirty="0">
                <a:latin typeface="Times New Roman" panose="02020603050405020304" pitchFamily="18" charset="0"/>
                <a:cs typeface="Times New Roman" panose="02020603050405020304" pitchFamily="18" charset="0"/>
              </a:rPr>
              <a:t>However, double-helical strands of DNA are also antiparallel or mutually inverse. This will be very important in the process of DNA replication and transcription. Consider the pentose with five carbon atoms (C). Each atom is marked with numbers 1 'to 5'. When considered in the picture then it looks that: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phosphate group is connected to the outermost nucleotide pentose C 5. This end is given </a:t>
            </a:r>
            <a:r>
              <a:rPr lang="en-US" sz="2647" b="1" dirty="0">
                <a:latin typeface="Times New Roman" panose="02020603050405020304" pitchFamily="18" charset="0"/>
                <a:cs typeface="Times New Roman" panose="02020603050405020304" pitchFamily="18" charset="0"/>
              </a:rPr>
              <a:t>the 5 'end</a:t>
            </a:r>
            <a:r>
              <a:rPr lang="en-US" sz="2647"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The phosphate group of a nucleotide is connected to C 5 'pentoses with the nearest C 3' pentose nucleotides.</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In other outer end nucleotides there is C 3 'pentose which has one hydroxyl group (OH). This end is given </a:t>
            </a:r>
            <a:r>
              <a:rPr lang="en-US" sz="2647" b="1" dirty="0">
                <a:latin typeface="Times New Roman" panose="02020603050405020304" pitchFamily="18" charset="0"/>
                <a:cs typeface="Times New Roman" panose="02020603050405020304" pitchFamily="18" charset="0"/>
              </a:rPr>
              <a:t>the 3 'end</a:t>
            </a:r>
            <a:r>
              <a:rPr lang="en-US" sz="2647"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Basic sequence writing is generally from 5 'to 3'</a:t>
            </a:r>
          </a:p>
        </p:txBody>
      </p:sp>
    </p:spTree>
    <p:extLst>
      <p:ext uri="{BB962C8B-B14F-4D97-AF65-F5344CB8AC3E}">
        <p14:creationId xmlns:p14="http://schemas.microsoft.com/office/powerpoint/2010/main" val="97641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1504892"/>
            <a:ext cx="8907357" cy="5630122"/>
          </a:xfrm>
        </p:spPr>
        <p:txBody>
          <a:bodyPr>
            <a:normAutofit fontScale="92500"/>
          </a:bodyPr>
          <a:lstStyle/>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DNA is the genetic material that an organism inherits from its mother. A DNA molecule is very long, and generally consists of hundreds or even thousands of genes. The gene is a unit of decline in genetic properties. Another definition, a gene is an area of DNA </a:t>
            </a:r>
            <a:r>
              <a:rPr lang="en-US" sz="2647" i="1" dirty="0">
                <a:latin typeface="Times New Roman" panose="02020603050405020304" pitchFamily="18" charset="0"/>
                <a:cs typeface="Times New Roman" panose="02020603050405020304" pitchFamily="18" charset="0"/>
              </a:rPr>
              <a:t>whose product can eventually be a polypeptide or it could be an RNA molecule</a:t>
            </a:r>
            <a:r>
              <a:rPr lang="en-US" sz="2647" dirty="0">
                <a:latin typeface="Times New Roman" panose="02020603050405020304" pitchFamily="18" charset="0"/>
                <a:cs typeface="Times New Roman" panose="02020603050405020304" pitchFamily="18" charset="0"/>
              </a:rPr>
              <a:t>.</a:t>
            </a:r>
          </a:p>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DNA is a unique molecule among the molecules that exist because it can direct its own replication and direct the synthesis of RNA, and control protein synthesis through RNA.</a:t>
            </a:r>
          </a:p>
          <a:p>
            <a:pPr algn="just">
              <a:spcBef>
                <a:spcPct val="0"/>
              </a:spcBef>
              <a:spcAft>
                <a:spcPts val="662"/>
              </a:spcAft>
              <a:buFont typeface="Wingdings" panose="05000000000000000000" pitchFamily="2" charset="2"/>
              <a:buChar char="§"/>
            </a:pPr>
            <a:r>
              <a:rPr lang="en-US" sz="2647" dirty="0">
                <a:latin typeface="Times New Roman" panose="02020603050405020304" pitchFamily="18" charset="0"/>
                <a:cs typeface="Times New Roman" panose="02020603050405020304" pitchFamily="18" charset="0"/>
              </a:rPr>
              <a:t>That is, when a cell reproduces by splitting, its DNA will be copied and passed from one generation of cells to the next. The information encoded in the DNA structure reprogrammed all of the cell's activity, but DNA was not directly involved in the execution of cell activity.</a:t>
            </a:r>
            <a:endParaRPr lang="id-ID" sz="264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642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01624" y="2388119"/>
            <a:ext cx="8485390" cy="5630122"/>
          </a:xfrm>
        </p:spPr>
        <p:txBody>
          <a:bodyPr>
            <a:normAutofit/>
          </a:bodyPr>
          <a:lstStyle/>
          <a:p>
            <a:pPr marL="0" indent="0">
              <a:spcBef>
                <a:spcPct val="0"/>
              </a:spcBef>
              <a:spcAft>
                <a:spcPts val="1323"/>
              </a:spcAft>
              <a:buNone/>
            </a:pPr>
            <a:r>
              <a:rPr lang="en-US" sz="2400" b="1" dirty="0">
                <a:solidFill>
                  <a:srgbClr val="000000"/>
                </a:solidFill>
                <a:latin typeface="Times New Roman" panose="02020603050405020304" pitchFamily="18" charset="0"/>
                <a:cs typeface="Times New Roman" panose="02020603050405020304" pitchFamily="18" charset="0"/>
              </a:rPr>
              <a:t>Meselson and Stahl demonstrate the semiconservative mechanism:</a:t>
            </a:r>
            <a:endParaRPr lang="id-ID" sz="24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Semiconservative replication uses each strand of a DNA molecule to</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specify the synthesis of a new strand.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Meselson and Stahl showed this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by using a heavy isotope of nitrogen and separating the replication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products.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Replication produces two new molecules each composed of</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one new strand and one old strand.</a:t>
            </a:r>
          </a:p>
          <a:p>
            <a:pPr algn="just">
              <a:spcBef>
                <a:spcPct val="0"/>
              </a:spcBef>
              <a:spcAft>
                <a:spcPts val="662"/>
              </a:spcAft>
              <a:buFont typeface="Wingdings" panose="05000000000000000000" pitchFamily="2" charset="2"/>
              <a:buChar char="§"/>
            </a:pPr>
            <a:endParaRPr lang="id-ID" sz="24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0472ABD-822C-4C86-897D-29B7D35D5DA5}"/>
              </a:ext>
            </a:extLst>
          </p:cNvPr>
          <p:cNvSpPr/>
          <p:nvPr/>
        </p:nvSpPr>
        <p:spPr>
          <a:xfrm>
            <a:off x="1101624" y="987137"/>
            <a:ext cx="8126859" cy="1077218"/>
          </a:xfrm>
          <a:prstGeom prst="rect">
            <a:avLst/>
          </a:prstGeom>
        </p:spPr>
        <p:txBody>
          <a:bodyPr wrap="square">
            <a:spAutoFit/>
          </a:bodyPr>
          <a:lstStyle/>
          <a:p>
            <a:pPr lvl="0" algn="just" fontAlgn="base">
              <a:spcBef>
                <a:spcPct val="0"/>
              </a:spcBef>
              <a:spcAft>
                <a:spcPct val="0"/>
              </a:spcAft>
            </a:pPr>
            <a:r>
              <a:rPr lang="id-ID" sz="3200" b="1" dirty="0">
                <a:solidFill>
                  <a:srgbClr val="000000"/>
                </a:solidFill>
                <a:latin typeface="Times New Roman" panose="02020603050405020304" pitchFamily="18" charset="0"/>
                <a:cs typeface="Times New Roman" panose="02020603050405020304" pitchFamily="18" charset="0"/>
              </a:rPr>
              <a:t>BASIC CHARACTERISTICS OF</a:t>
            </a:r>
            <a:endParaRPr lang="en-HK" sz="3200" b="1" dirty="0">
              <a:solidFill>
                <a:srgbClr val="000000"/>
              </a:solidFill>
              <a:latin typeface="Times New Roman" panose="02020603050405020304" pitchFamily="18" charset="0"/>
              <a:cs typeface="Times New Roman" panose="02020603050405020304" pitchFamily="18" charset="0"/>
            </a:endParaRPr>
          </a:p>
          <a:p>
            <a:pPr lvl="0" algn="just" fontAlgn="base">
              <a:spcBef>
                <a:spcPct val="0"/>
              </a:spcBef>
              <a:spcAft>
                <a:spcPct val="0"/>
              </a:spcAft>
            </a:pPr>
            <a:r>
              <a:rPr lang="id-ID" sz="3200" b="1" dirty="0">
                <a:solidFill>
                  <a:srgbClr val="000000"/>
                </a:solidFill>
                <a:latin typeface="Times New Roman" panose="02020603050405020304" pitchFamily="18" charset="0"/>
                <a:cs typeface="Times New Roman" panose="02020603050405020304" pitchFamily="18" charset="0"/>
              </a:rPr>
              <a:t>DNA REPLICATION</a:t>
            </a:r>
          </a:p>
        </p:txBody>
      </p:sp>
    </p:spTree>
    <p:extLst>
      <p:ext uri="{BB962C8B-B14F-4D97-AF65-F5344CB8AC3E}">
        <p14:creationId xmlns:p14="http://schemas.microsoft.com/office/powerpoint/2010/main" val="3974601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a:extLst>
              <a:ext uri="{FF2B5EF4-FFF2-40B4-BE49-F238E27FC236}">
                <a16:creationId xmlns:a16="http://schemas.microsoft.com/office/drawing/2014/main" id="{A0A55134-E9DE-475B-88D7-9BB89E4B6CD2}"/>
              </a:ext>
            </a:extLst>
          </p:cNvPr>
          <p:cNvPicPr>
            <a:picLocks noChangeAspect="1" noChangeArrowheads="1"/>
          </p:cNvPicPr>
          <p:nvPr/>
        </p:nvPicPr>
        <p:blipFill>
          <a:blip r:embed="rId2" cstate="print"/>
          <a:srcRect t="2983" b="4610"/>
          <a:stretch>
            <a:fillRect/>
          </a:stretch>
        </p:blipFill>
        <p:spPr bwMode="auto">
          <a:xfrm>
            <a:off x="2401570" y="813205"/>
            <a:ext cx="6724174" cy="5399439"/>
          </a:xfrm>
          <a:prstGeom prst="rect">
            <a:avLst/>
          </a:prstGeom>
          <a:noFill/>
        </p:spPr>
      </p:pic>
      <p:sp>
        <p:nvSpPr>
          <p:cNvPr id="2" name="Rectangle 1">
            <a:extLst>
              <a:ext uri="{FF2B5EF4-FFF2-40B4-BE49-F238E27FC236}">
                <a16:creationId xmlns:a16="http://schemas.microsoft.com/office/drawing/2014/main" id="{4DCEAB44-2C2D-4C4D-8834-053F58879EA4}"/>
              </a:ext>
            </a:extLst>
          </p:cNvPr>
          <p:cNvSpPr/>
          <p:nvPr/>
        </p:nvSpPr>
        <p:spPr>
          <a:xfrm>
            <a:off x="1982232" y="6443326"/>
            <a:ext cx="7814945" cy="567528"/>
          </a:xfrm>
          <a:prstGeom prst="rect">
            <a:avLst/>
          </a:prstGeom>
        </p:spPr>
        <p:txBody>
          <a:bodyPr wrap="square">
            <a:spAutoFit/>
          </a:bodyPr>
          <a:lstStyle/>
          <a:p>
            <a:pPr defTabSz="1008400" fontAlgn="auto">
              <a:spcBef>
                <a:spcPts val="0"/>
              </a:spcBef>
              <a:spcAft>
                <a:spcPts val="0"/>
              </a:spcAft>
              <a:defRPr/>
            </a:pPr>
            <a:r>
              <a:rPr lang="en-US" sz="3088" b="1" kern="0" dirty="0">
                <a:solidFill>
                  <a:srgbClr val="000000"/>
                </a:solidFill>
                <a:latin typeface="Times New Roman" panose="02020603050405020304" pitchFamily="18" charset="0"/>
                <a:cs typeface="Times New Roman" panose="02020603050405020304" pitchFamily="18" charset="0"/>
              </a:rPr>
              <a:t>THE MESELSON–STAHL EXPERIMENT</a:t>
            </a:r>
            <a:endParaRPr lang="id-ID" sz="1985" kern="0" dirty="0">
              <a:solidFill>
                <a:sysClr val="windowText" lastClr="000000"/>
              </a:solidFill>
            </a:endParaRPr>
          </a:p>
        </p:txBody>
      </p:sp>
    </p:spTree>
    <p:extLst>
      <p:ext uri="{BB962C8B-B14F-4D97-AF65-F5344CB8AC3E}">
        <p14:creationId xmlns:p14="http://schemas.microsoft.com/office/powerpoint/2010/main" val="883495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188728" y="1097856"/>
            <a:ext cx="8121527" cy="5630122"/>
          </a:xfrm>
        </p:spPr>
        <p:txBody>
          <a:bodyPr>
            <a:normAutofit/>
          </a:bodyPr>
          <a:lstStyle/>
          <a:p>
            <a:pPr marL="0" indent="0" algn="just">
              <a:spcBef>
                <a:spcPct val="0"/>
              </a:spcBef>
              <a:buNone/>
            </a:pPr>
            <a:r>
              <a:rPr lang="en-US" sz="2800" b="1" dirty="0">
                <a:solidFill>
                  <a:srgbClr val="000000"/>
                </a:solidFill>
                <a:latin typeface="Times New Roman" panose="02020603050405020304" pitchFamily="18" charset="0"/>
                <a:cs typeface="Times New Roman" panose="02020603050405020304" pitchFamily="18" charset="0"/>
              </a:rPr>
              <a:t>DNA replication requires a template, nucleotides, and a </a:t>
            </a:r>
            <a:r>
              <a:rPr lang="id-ID" sz="2800" b="1" dirty="0">
                <a:solidFill>
                  <a:srgbClr val="000000"/>
                </a:solidFill>
                <a:latin typeface="Times New Roman" panose="02020603050405020304" pitchFamily="18" charset="0"/>
                <a:cs typeface="Times New Roman" panose="02020603050405020304" pitchFamily="18" charset="0"/>
              </a:rPr>
              <a:t>polymerase enzyme:</a:t>
            </a:r>
            <a:endParaRPr lang="en-HK" sz="28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All new DNA molecules are produced by DNA polymerase copying</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template. All known polymerases synthesize new DNA in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5'-to-3' direction.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Wingdings" panose="05000000000000000000" pitchFamily="2" charset="2"/>
              <a:buChar char="§"/>
            </a:pPr>
            <a:r>
              <a:rPr lang="en-US" sz="2400" dirty="0">
                <a:solidFill>
                  <a:srgbClr val="000000"/>
                </a:solidFill>
                <a:latin typeface="Times New Roman" panose="02020603050405020304" pitchFamily="18" charset="0"/>
                <a:cs typeface="Times New Roman" panose="02020603050405020304" pitchFamily="18" charset="0"/>
              </a:rPr>
              <a:t>These enzymes also require a primer. The building</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blocks used in replication are deoxynucleotide triphosphates with</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high-energy bonds; they do not require any additional energy.</a:t>
            </a: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484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860656"/>
            <a:ext cx="8907357" cy="5630122"/>
          </a:xfrm>
        </p:spPr>
        <p:txBody>
          <a:bodyPr>
            <a:normAutofit/>
          </a:bodyPr>
          <a:lstStyle/>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a:t>
            </a:r>
          </a:p>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DNA REPLICATION</a:t>
            </a:r>
          </a:p>
          <a:p>
            <a:pPr marL="0" indent="0" algn="ctr">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662"/>
              </a:spcAft>
              <a:buNone/>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Watson and Crick DNA model implies a</a:t>
            </a:r>
            <a:r>
              <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 </a:t>
            </a: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mechanism for replication:</a:t>
            </a:r>
          </a:p>
          <a:p>
            <a:pPr marL="0" indent="0" algn="just">
              <a:spcBef>
                <a:spcPct val="0"/>
              </a:spcBef>
              <a:spcAft>
                <a:spcPts val="662"/>
              </a:spcAft>
              <a:buNone/>
            </a:pP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Unwind the DNA molecule.</a:t>
            </a: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Separate the two strands.</a:t>
            </a:r>
            <a:endParaRPr lang="id-ID" altLang="zh-TW" sz="28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1985"/>
              </a:spcAft>
              <a:buFont typeface="+mj-lt"/>
              <a:buAutoNum type="alphaLcParenR"/>
            </a:pPr>
            <a:r>
              <a:rPr lang="en-US" altLang="zh-TW" sz="2800" dirty="0">
                <a:solidFill>
                  <a:srgbClr val="000000"/>
                </a:solidFill>
                <a:latin typeface="Times New Roman" panose="02020603050405020304" pitchFamily="18" charset="0"/>
                <a:ea typeface="PMingLiU" pitchFamily="18" charset="-120"/>
                <a:cs typeface="Times New Roman" panose="02020603050405020304" pitchFamily="18" charset="0"/>
              </a:rPr>
              <a:t>Make a complementary copy for each strand.</a:t>
            </a:r>
          </a:p>
          <a:p>
            <a:pPr marL="0" indent="0" algn="just">
              <a:spcBef>
                <a:spcPct val="0"/>
              </a:spcBef>
              <a:buNone/>
            </a:pPr>
            <a:endParaRPr lang="id-ID"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2717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1310799" y="904018"/>
            <a:ext cx="8907357" cy="5630122"/>
          </a:xfrm>
        </p:spPr>
        <p:txBody>
          <a:bodyPr>
            <a:noAutofit/>
          </a:bodyPr>
          <a:lstStyle/>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a:t>
            </a:r>
          </a:p>
          <a:p>
            <a:pPr marL="0" indent="0" algn="ctr">
              <a:spcBef>
                <a:spcPct val="0"/>
              </a:spcBef>
              <a:buNone/>
            </a:pPr>
            <a:r>
              <a:rPr lang="en-US" altLang="zh-TW" sz="2800" b="1" dirty="0">
                <a:solidFill>
                  <a:srgbClr val="000000"/>
                </a:solidFill>
                <a:latin typeface="Times New Roman" panose="02020603050405020304" pitchFamily="18" charset="0"/>
                <a:ea typeface="PMingLiU" pitchFamily="18" charset="-120"/>
                <a:cs typeface="Times New Roman" panose="02020603050405020304" pitchFamily="18" charset="0"/>
              </a:rPr>
              <a:t>DNA REPLICATION</a:t>
            </a:r>
          </a:p>
          <a:p>
            <a:pPr marL="0" indent="0" algn="ctr">
              <a:spcBef>
                <a:spcPct val="0"/>
              </a:spcBef>
              <a:buNone/>
            </a:pPr>
            <a:endParaRPr lang="id-ID" sz="2400"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662"/>
              </a:spcAft>
              <a:buNone/>
            </a:pPr>
            <a:r>
              <a:rPr lang="en-US" altLang="zh-TW" sz="2400" b="1" dirty="0">
                <a:solidFill>
                  <a:srgbClr val="000000"/>
                </a:solidFill>
                <a:latin typeface="Times New Roman" panose="02020603050405020304" pitchFamily="18" charset="0"/>
                <a:ea typeface="PMingLiU" pitchFamily="18" charset="-120"/>
                <a:cs typeface="Times New Roman" panose="02020603050405020304" pitchFamily="18" charset="0"/>
              </a:rPr>
              <a:t>Three possible models were proposed for DNA replication:</a:t>
            </a:r>
            <a:endParaRPr lang="id-ID" altLang="zh-TW" sz="2400" b="1"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Conservative model proposed both strands of one copy would be entirely old DNA, while the other copy would have both strands of new DNA.</a:t>
            </a:r>
            <a:endParaRPr lang="id-ID"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Dispersive model was that dsDNA might fragment, replicate dsDNA, and then reassemble, creating a mosaic of old and new dsDNA regions in each new chromosome.</a:t>
            </a:r>
            <a:endParaRPr lang="id-ID"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67225" indent="-567225" algn="just">
              <a:spcBef>
                <a:spcPct val="0"/>
              </a:spcBef>
              <a:spcAft>
                <a:spcPts val="662"/>
              </a:spcAft>
              <a:buFont typeface="+mj-lt"/>
              <a:buAutoNum type="alphaLcParenR"/>
            </a:pPr>
            <a:r>
              <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rPr>
              <a:t>Semiconservative model is that DNA strands separate, and a complementary strand is synthesized for each, so that sibling chromatids have one old and one new strand. This model was the winner in the Meselson and Stahl experiment.</a:t>
            </a: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83436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2C23B9-F4B3-4930-A628-05CE1374FCF3}"/>
              </a:ext>
            </a:extLst>
          </p:cNvPr>
          <p:cNvSpPr/>
          <p:nvPr/>
        </p:nvSpPr>
        <p:spPr>
          <a:xfrm>
            <a:off x="617538" y="6638502"/>
            <a:ext cx="10251863" cy="567528"/>
          </a:xfrm>
          <a:prstGeom prst="rect">
            <a:avLst/>
          </a:prstGeom>
        </p:spPr>
        <p:txBody>
          <a:bodyPr wrap="square">
            <a:spAutoFit/>
          </a:bodyPr>
          <a:lstStyle/>
          <a:p>
            <a:pPr lvl="0" algn="ctr" fontAlgn="base">
              <a:spcBef>
                <a:spcPct val="0"/>
              </a:spcBef>
              <a:spcAft>
                <a:spcPct val="0"/>
              </a:spcAft>
            </a:pPr>
            <a:r>
              <a:rPr lang="en-US" altLang="zh-TW" sz="3088" b="1" dirty="0">
                <a:solidFill>
                  <a:srgbClr val="000000"/>
                </a:solidFill>
                <a:latin typeface="Times New Roman" panose="02020603050405020304" pitchFamily="18" charset="0"/>
                <a:ea typeface="PMingLiU" pitchFamily="18" charset="-120"/>
                <a:cs typeface="Times New Roman" panose="02020603050405020304" pitchFamily="18" charset="0"/>
              </a:rPr>
              <a:t>SEMICONSERVATIVE DNA REPLICATION</a:t>
            </a:r>
            <a:endParaRPr lang="id-ID" sz="3088" b="1" dirty="0">
              <a:solidFill>
                <a:srgbClr val="000000"/>
              </a:solidFill>
              <a:latin typeface="Times New Roman" panose="02020603050405020304" pitchFamily="18" charset="0"/>
              <a:cs typeface="Times New Roman" panose="02020603050405020304" pitchFamily="18" charset="0"/>
            </a:endParaRPr>
          </a:p>
        </p:txBody>
      </p:sp>
      <p:pic>
        <p:nvPicPr>
          <p:cNvPr id="5" name="Picture 8">
            <a:extLst>
              <a:ext uri="{FF2B5EF4-FFF2-40B4-BE49-F238E27FC236}">
                <a16:creationId xmlns:a16="http://schemas.microsoft.com/office/drawing/2014/main" id="{E9C7B3F4-3152-4384-9ED8-28EF44F60321}"/>
              </a:ext>
            </a:extLst>
          </p:cNvPr>
          <p:cNvPicPr>
            <a:picLocks noChangeAspect="1" noChangeArrowheads="1"/>
          </p:cNvPicPr>
          <p:nvPr/>
        </p:nvPicPr>
        <p:blipFill>
          <a:blip r:embed="rId2" cstate="print"/>
          <a:srcRect b="14163"/>
          <a:stretch>
            <a:fillRect/>
          </a:stretch>
        </p:blipFill>
        <p:spPr bwMode="auto">
          <a:xfrm>
            <a:off x="1016688" y="924349"/>
            <a:ext cx="9453563" cy="5134821"/>
          </a:xfrm>
          <a:prstGeom prst="rect">
            <a:avLst/>
          </a:prstGeom>
          <a:noFill/>
        </p:spPr>
      </p:pic>
    </p:spTree>
    <p:extLst>
      <p:ext uri="{BB962C8B-B14F-4D97-AF65-F5344CB8AC3E}">
        <p14:creationId xmlns:p14="http://schemas.microsoft.com/office/powerpoint/2010/main" val="1054643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966364"/>
            <a:ext cx="8907357" cy="5630122"/>
          </a:xfrm>
        </p:spPr>
        <p:txBody>
          <a:bodyPr>
            <a:normAutofit/>
          </a:bodyPr>
          <a:lstStyle/>
          <a:p>
            <a:pPr marL="0" indent="0" algn="ctr">
              <a:spcBef>
                <a:spcPct val="0"/>
              </a:spcBef>
              <a:buNone/>
            </a:pPr>
            <a:r>
              <a:rPr lang="id-ID" sz="2800" b="1" dirty="0">
                <a:solidFill>
                  <a:srgbClr val="000000"/>
                </a:solidFill>
                <a:latin typeface="Times New Roman" panose="02020603050405020304" pitchFamily="18" charset="0"/>
                <a:cs typeface="Times New Roman" panose="02020603050405020304" pitchFamily="18" charset="0"/>
              </a:rPr>
              <a:t>PROKARYOTIC REPLICATION</a:t>
            </a:r>
            <a:endParaRPr lang="en-HK" sz="2800" b="1" dirty="0">
              <a:solidFill>
                <a:srgbClr val="000000"/>
              </a:solidFill>
              <a:latin typeface="Times New Roman" panose="02020603050405020304" pitchFamily="18" charset="0"/>
              <a:cs typeface="Times New Roman" panose="02020603050405020304" pitchFamily="18" charset="0"/>
            </a:endParaRPr>
          </a:p>
          <a:p>
            <a:pPr marL="0" indent="0" algn="ctr">
              <a:spcBef>
                <a:spcPct val="0"/>
              </a:spcBef>
              <a:buNone/>
            </a:pPr>
            <a:endParaRPr lang="id-ID" sz="2800" b="1" dirty="0">
              <a:solidFill>
                <a:srgbClr val="000000"/>
              </a:solidFill>
              <a:latin typeface="Times New Roman" panose="02020603050405020304" pitchFamily="18" charset="0"/>
              <a:cs typeface="Times New Roman" panose="02020603050405020304" pitchFamily="18" charset="0"/>
            </a:endParaRPr>
          </a:p>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Prokaryotic replication starts at a single origin.</a:t>
            </a:r>
          </a:p>
          <a:p>
            <a:pPr marL="504200" indent="-504200" algn="just">
              <a:spcBef>
                <a:spcPct val="0"/>
              </a:spcBef>
              <a:spcAft>
                <a:spcPts val="1323"/>
              </a:spcAft>
              <a:buNone/>
            </a:pP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 </a:t>
            </a:r>
            <a:r>
              <a:rPr lang="en-US" sz="2400" i="1" dirty="0">
                <a:solidFill>
                  <a:srgbClr val="000000"/>
                </a:solidFill>
                <a:latin typeface="Times New Roman" panose="02020603050405020304" pitchFamily="18" charset="0"/>
                <a:cs typeface="Times New Roman" panose="02020603050405020304" pitchFamily="18" charset="0"/>
              </a:rPr>
              <a:t>E. coli </a:t>
            </a:r>
            <a:r>
              <a:rPr lang="en-US" sz="2400" dirty="0">
                <a:solidFill>
                  <a:srgbClr val="000000"/>
                </a:solidFill>
                <a:latin typeface="Times New Roman" panose="02020603050405020304" pitchFamily="18" charset="0"/>
                <a:cs typeface="Times New Roman" panose="02020603050405020304" pitchFamily="18" charset="0"/>
              </a:rPr>
              <a:t>origin has AT-rich sequences that are easily opened.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chromosome and its origin form a replicon.</a:t>
            </a:r>
          </a:p>
          <a:p>
            <a:pPr marL="504200" indent="-504200" algn="just">
              <a:spcBef>
                <a:spcPct val="0"/>
              </a:spcBef>
              <a:spcAft>
                <a:spcPts val="1323"/>
              </a:spcAft>
              <a:buNone/>
            </a:pPr>
            <a:endParaRPr lang="en-US" sz="2400" dirty="0">
              <a:solidFill>
                <a:srgbClr val="000000"/>
              </a:solidFill>
              <a:latin typeface="Times New Roman" panose="02020603050405020304" pitchFamily="18" charset="0"/>
              <a:cs typeface="Times New Roman" panose="02020603050405020304" pitchFamily="18" charset="0"/>
            </a:endParaRPr>
          </a:p>
          <a:p>
            <a:pPr algn="just">
              <a:spcBef>
                <a:spcPct val="0"/>
              </a:spcBef>
              <a:spcAft>
                <a:spcPts val="1323"/>
              </a:spcAft>
              <a:buFont typeface="Wingdings" panose="05000000000000000000" pitchFamily="2" charset="2"/>
              <a:buChar char="§"/>
            </a:pPr>
            <a:r>
              <a:rPr lang="en-US" sz="2800" b="1" i="1" dirty="0">
                <a:solidFill>
                  <a:srgbClr val="000000"/>
                </a:solidFill>
                <a:latin typeface="Times New Roman" panose="02020603050405020304" pitchFamily="18" charset="0"/>
                <a:cs typeface="Times New Roman" panose="02020603050405020304" pitchFamily="18" charset="0"/>
              </a:rPr>
              <a:t>E. coli </a:t>
            </a:r>
            <a:r>
              <a:rPr lang="en-US" sz="2800" b="1" dirty="0">
                <a:solidFill>
                  <a:srgbClr val="000000"/>
                </a:solidFill>
                <a:latin typeface="Times New Roman" panose="02020603050405020304" pitchFamily="18" charset="0"/>
                <a:cs typeface="Times New Roman" panose="02020603050405020304" pitchFamily="18" charset="0"/>
              </a:rPr>
              <a:t>has at least three different DNA</a:t>
            </a:r>
            <a:r>
              <a:rPr lang="id-ID" sz="2800" b="1" dirty="0">
                <a:solidFill>
                  <a:srgbClr val="000000"/>
                </a:solidFill>
                <a:latin typeface="Times New Roman" panose="02020603050405020304" pitchFamily="18" charset="0"/>
                <a:cs typeface="Times New Roman" panose="02020603050405020304" pitchFamily="18" charset="0"/>
              </a:rPr>
              <a:t> </a:t>
            </a:r>
            <a:r>
              <a:rPr lang="en-US" sz="2800" b="1" dirty="0">
                <a:solidFill>
                  <a:srgbClr val="000000"/>
                </a:solidFill>
                <a:latin typeface="Times New Roman" panose="02020603050405020304" pitchFamily="18" charset="0"/>
                <a:cs typeface="Times New Roman" panose="02020603050405020304" pitchFamily="18" charset="0"/>
              </a:rPr>
              <a:t>polymerases.</a:t>
            </a:r>
          </a:p>
          <a:p>
            <a:pPr marL="504200" indent="-504200" algn="just">
              <a:spcBef>
                <a:spcPct val="0"/>
              </a:spcBef>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Some DNA polymerases can also degrade DNA from one end, called</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exonuclease activity.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Pol I, II, and III all have 3'-to-5' exonuclease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activity that can remove </a:t>
            </a:r>
            <a:r>
              <a:rPr lang="en-US" sz="2400" dirty="0" err="1">
                <a:solidFill>
                  <a:srgbClr val="000000"/>
                </a:solidFill>
                <a:latin typeface="Times New Roman" panose="02020603050405020304" pitchFamily="18" charset="0"/>
                <a:cs typeface="Times New Roman" panose="02020603050405020304" pitchFamily="18" charset="0"/>
              </a:rPr>
              <a:t>mispaired</a:t>
            </a:r>
            <a:r>
              <a:rPr lang="en-US" sz="2400" dirty="0">
                <a:solidFill>
                  <a:srgbClr val="000000"/>
                </a:solidFill>
                <a:latin typeface="Times New Roman" panose="02020603050405020304" pitchFamily="18" charset="0"/>
                <a:cs typeface="Times New Roman" panose="02020603050405020304" pitchFamily="18" charset="0"/>
              </a:rPr>
              <a:t> bases. Pol I can remove bases in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 5'-to-3' direction, important to removing RNA primers</a:t>
            </a: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30009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890640" y="966364"/>
            <a:ext cx="8284533" cy="5630122"/>
          </a:xfrm>
        </p:spPr>
        <p:txBody>
          <a:bodyPr>
            <a:normAutofit/>
          </a:bodyPr>
          <a:lstStyle/>
          <a:p>
            <a:pPr marL="504200" indent="-504200" algn="just">
              <a:spcBef>
                <a:spcPct val="0"/>
              </a:spcBef>
              <a:spcAft>
                <a:spcPts val="1323"/>
              </a:spcAft>
              <a:buBlip>
                <a:blip r:embed="rId2"/>
              </a:buBlip>
            </a:pPr>
            <a:r>
              <a:rPr lang="en-US" sz="2800" b="1" dirty="0">
                <a:solidFill>
                  <a:srgbClr val="000000"/>
                </a:solidFill>
                <a:latin typeface="Times New Roman" panose="02020603050405020304" pitchFamily="18" charset="0"/>
                <a:cs typeface="Times New Roman" panose="02020603050405020304" pitchFamily="18" charset="0"/>
              </a:rPr>
              <a:t>Unwinding DNA requires energy and causes torsional strain</a:t>
            </a:r>
            <a:r>
              <a:rPr lang="id-ID" sz="2800"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1985"/>
              </a:spcAft>
              <a:buNone/>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helicase uses energy from ATP to unwind DNA. The torsional</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strain introduced is removed by the enzyme DNA gyrase.</a:t>
            </a:r>
          </a:p>
          <a:p>
            <a:pPr marL="567225" indent="-567225" algn="just">
              <a:spcBef>
                <a:spcPct val="0"/>
              </a:spcBef>
              <a:spcAft>
                <a:spcPts val="1323"/>
              </a:spcAft>
              <a:buBlip>
                <a:blip r:embed="rId2"/>
              </a:buBlip>
            </a:pPr>
            <a:r>
              <a:rPr lang="id-ID" sz="2800" b="1" dirty="0">
                <a:solidFill>
                  <a:srgbClr val="000000"/>
                </a:solidFill>
                <a:latin typeface="Times New Roman" panose="02020603050405020304" pitchFamily="18" charset="0"/>
                <a:cs typeface="Times New Roman" panose="02020603050405020304" pitchFamily="18" charset="0"/>
              </a:rPr>
              <a:t>Replication is semidiscontinuous:</a:t>
            </a:r>
          </a:p>
          <a:p>
            <a:pPr marL="567225" indent="-567225" algn="just">
              <a:spcBef>
                <a:spcPct val="0"/>
              </a:spcBef>
              <a:spcAft>
                <a:spcPts val="1323"/>
              </a:spcAft>
              <a:buNone/>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Replication is discontinuous on one strand (see figure).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continuous strand is called </a:t>
            </a:r>
            <a:r>
              <a:rPr lang="en-US" sz="2400" b="1" dirty="0">
                <a:solidFill>
                  <a:srgbClr val="000000"/>
                </a:solidFill>
                <a:latin typeface="Times New Roman" panose="02020603050405020304" pitchFamily="18" charset="0"/>
                <a:cs typeface="Times New Roman" panose="02020603050405020304" pitchFamily="18" charset="0"/>
              </a:rPr>
              <a:t>the leading</a:t>
            </a:r>
            <a:r>
              <a:rPr lang="id-ID" sz="2400" b="1" dirty="0">
                <a:solidFill>
                  <a:srgbClr val="000000"/>
                </a:solidFill>
                <a:latin typeface="Times New Roman" panose="02020603050405020304" pitchFamily="18" charset="0"/>
                <a:cs typeface="Times New Roman" panose="02020603050405020304" pitchFamily="18" charset="0"/>
              </a:rPr>
              <a:t> </a:t>
            </a:r>
            <a:r>
              <a:rPr lang="en-US" sz="2400" b="1" dirty="0">
                <a:solidFill>
                  <a:srgbClr val="000000"/>
                </a:solidFill>
                <a:latin typeface="Times New Roman" panose="02020603050405020304" pitchFamily="18" charset="0"/>
                <a:cs typeface="Times New Roman" panose="02020603050405020304" pitchFamily="18" charset="0"/>
              </a:rPr>
              <a:t>strand</a:t>
            </a:r>
            <a:r>
              <a:rPr lang="en-US" sz="2400" dirty="0">
                <a:solidFill>
                  <a:srgbClr val="000000"/>
                </a:solidFill>
                <a:latin typeface="Times New Roman" panose="02020603050405020304" pitchFamily="18" charset="0"/>
                <a:cs typeface="Times New Roman" panose="02020603050405020304" pitchFamily="18" charset="0"/>
              </a:rPr>
              <a:t>, and the discontinuous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strand is called </a:t>
            </a:r>
            <a:r>
              <a:rPr lang="en-US" sz="2400" b="1" dirty="0">
                <a:solidFill>
                  <a:srgbClr val="000000"/>
                </a:solidFill>
                <a:latin typeface="Times New Roman" panose="02020603050405020304" pitchFamily="18" charset="0"/>
                <a:cs typeface="Times New Roman" panose="02020603050405020304" pitchFamily="18" charset="0"/>
              </a:rPr>
              <a:t>the lagging strand</a:t>
            </a:r>
            <a:r>
              <a:rPr lang="en-US" sz="2400" dirty="0">
                <a:solidFill>
                  <a:srgbClr val="000000"/>
                </a:solidFill>
                <a:latin typeface="Times New Roman" panose="02020603050405020304" pitchFamily="18" charset="0"/>
                <a:cs typeface="Times New Roman" panose="02020603050405020304" pitchFamily="18" charset="0"/>
              </a:rPr>
              <a:t>.</a:t>
            </a:r>
            <a:endParaRPr lang="en-US" altLang="zh-TW" sz="2400"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0" indent="0" algn="just">
              <a:spcBef>
                <a:spcPct val="0"/>
              </a:spcBef>
              <a:buNone/>
            </a:pPr>
            <a:endParaRPr lang="id-ID"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6475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B0485D-4520-4288-9A2F-9D6605738DCA}"/>
              </a:ext>
            </a:extLst>
          </p:cNvPr>
          <p:cNvSpPr/>
          <p:nvPr/>
        </p:nvSpPr>
        <p:spPr>
          <a:xfrm>
            <a:off x="512498" y="1008380"/>
            <a:ext cx="9663642" cy="567528"/>
          </a:xfrm>
          <a:prstGeom prst="rect">
            <a:avLst/>
          </a:prstGeom>
        </p:spPr>
        <p:txBody>
          <a:bodyPr wrap="square">
            <a:spAutoFit/>
          </a:bodyPr>
          <a:lstStyle/>
          <a:p>
            <a:pPr defTabSz="1008400" fontAlgn="auto">
              <a:spcBef>
                <a:spcPts val="0"/>
              </a:spcBef>
              <a:spcAft>
                <a:spcPts val="0"/>
              </a:spcAft>
              <a:defRPr/>
            </a:pPr>
            <a:r>
              <a:rPr lang="id-ID" sz="3088" b="1" kern="0" dirty="0">
                <a:solidFill>
                  <a:srgbClr val="000000"/>
                </a:solidFill>
                <a:latin typeface="Times New Roman" panose="02020603050405020304" pitchFamily="18" charset="0"/>
                <a:cs typeface="Times New Roman" panose="02020603050405020304" pitchFamily="18" charset="0"/>
              </a:rPr>
              <a:t>REPLICATION IS SEMIDISCONTINUOUS</a:t>
            </a:r>
            <a:endParaRPr lang="id-ID" sz="1985" kern="0" dirty="0">
              <a:solidFill>
                <a:sysClr val="windowText" lastClr="000000"/>
              </a:solidFill>
            </a:endParaRPr>
          </a:p>
        </p:txBody>
      </p:sp>
      <p:pic>
        <p:nvPicPr>
          <p:cNvPr id="4" name="Picture 2">
            <a:extLst>
              <a:ext uri="{FF2B5EF4-FFF2-40B4-BE49-F238E27FC236}">
                <a16:creationId xmlns:a16="http://schemas.microsoft.com/office/drawing/2014/main" id="{ED7ADF11-C0DC-43C4-A5D1-FA8453656E58}"/>
              </a:ext>
            </a:extLst>
          </p:cNvPr>
          <p:cNvPicPr>
            <a:picLocks noChangeAspect="1" noChangeArrowheads="1"/>
          </p:cNvPicPr>
          <p:nvPr/>
        </p:nvPicPr>
        <p:blipFill>
          <a:blip r:embed="rId2" cstate="print"/>
          <a:srcRect/>
          <a:stretch>
            <a:fillRect/>
          </a:stretch>
        </p:blipFill>
        <p:spPr bwMode="auto">
          <a:xfrm>
            <a:off x="500381" y="1895965"/>
            <a:ext cx="9587675" cy="5141222"/>
          </a:xfrm>
          <a:prstGeom prst="rect">
            <a:avLst/>
          </a:prstGeom>
          <a:noFill/>
          <a:ln w="9525">
            <a:noFill/>
            <a:miter lim="800000"/>
            <a:headEnd/>
            <a:tailEnd/>
          </a:ln>
        </p:spPr>
      </p:pic>
    </p:spTree>
    <p:extLst>
      <p:ext uri="{BB962C8B-B14F-4D97-AF65-F5344CB8AC3E}">
        <p14:creationId xmlns:p14="http://schemas.microsoft.com/office/powerpoint/2010/main" val="27465942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322E5-B2D6-416E-A254-3DBA0BE2A061}"/>
              </a:ext>
            </a:extLst>
          </p:cNvPr>
          <p:cNvSpPr>
            <a:spLocks noGrp="1"/>
          </p:cNvSpPr>
          <p:nvPr>
            <p:ph idx="1"/>
          </p:nvPr>
        </p:nvSpPr>
        <p:spPr>
          <a:xfrm>
            <a:off x="980098" y="1132628"/>
            <a:ext cx="8907357" cy="5630122"/>
          </a:xfrm>
        </p:spPr>
        <p:txBody>
          <a:bodyPr>
            <a:normAutofit/>
          </a:bodyPr>
          <a:lstStyle/>
          <a:p>
            <a:pPr marL="567225" indent="-567225" algn="just">
              <a:spcBef>
                <a:spcPct val="0"/>
              </a:spcBef>
              <a:spcAft>
                <a:spcPts val="662"/>
              </a:spcAft>
              <a:buFont typeface="Wingdings" panose="05000000000000000000" pitchFamily="2" charset="2"/>
              <a:buChar char="§"/>
            </a:pPr>
            <a:r>
              <a:rPr lang="en-US" sz="2536" b="1" dirty="0">
                <a:solidFill>
                  <a:srgbClr val="000000"/>
                </a:solidFill>
                <a:latin typeface="Times New Roman" panose="02020603050405020304" pitchFamily="18" charset="0"/>
                <a:cs typeface="Times New Roman" panose="02020603050405020304" pitchFamily="18" charset="0"/>
              </a:rPr>
              <a:t>Synthesis occurs at the replication fork</a:t>
            </a:r>
            <a:r>
              <a:rPr lang="id-ID" sz="2536" b="1" dirty="0">
                <a:solidFill>
                  <a:srgbClr val="000000"/>
                </a:solidFill>
                <a:latin typeface="Times New Roman" panose="02020603050405020304" pitchFamily="18" charset="0"/>
                <a:cs typeface="Times New Roman" panose="02020603050405020304" pitchFamily="18" charset="0"/>
              </a:rPr>
              <a:t>:</a:t>
            </a:r>
            <a:endParaRPr lang="en-US" sz="2536" b="1"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The partial opening of a DNA strand forms two single-stranded</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regions called </a:t>
            </a:r>
            <a:r>
              <a:rPr lang="en-US" sz="2536" b="1" dirty="0">
                <a:solidFill>
                  <a:srgbClr val="000000"/>
                </a:solidFill>
                <a:latin typeface="Times New Roman" panose="02020603050405020304" pitchFamily="18" charset="0"/>
                <a:cs typeface="Times New Roman" panose="02020603050405020304" pitchFamily="18" charset="0"/>
              </a:rPr>
              <a:t>the replication fork</a:t>
            </a:r>
            <a:r>
              <a:rPr lang="en-US" sz="2536" dirty="0">
                <a:solidFill>
                  <a:srgbClr val="000000"/>
                </a:solidFill>
                <a:latin typeface="Times New Roman" panose="02020603050405020304" pitchFamily="18" charset="0"/>
                <a:cs typeface="Times New Roman" panose="02020603050405020304" pitchFamily="18" charset="0"/>
              </a:rPr>
              <a:t>.</a:t>
            </a:r>
            <a:endParaRPr lang="id-ID" sz="2536"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At the fork, synthesis on the leading</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strand requires a single primer, and the polymerase stays attached to</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template because of the β subunit that acts as a sliding clamp. </a:t>
            </a:r>
            <a:endParaRPr lang="id-ID" sz="2536" dirty="0">
              <a:solidFill>
                <a:srgbClr val="000000"/>
              </a:solidFill>
              <a:latin typeface="Times New Roman" panose="02020603050405020304" pitchFamily="18" charset="0"/>
              <a:cs typeface="Times New Roman" panose="02020603050405020304" pitchFamily="18" charset="0"/>
            </a:endParaRPr>
          </a:p>
          <a:p>
            <a:pPr marL="567225" indent="-567225" algn="just">
              <a:spcBef>
                <a:spcPct val="0"/>
              </a:spcBef>
              <a:spcAft>
                <a:spcPts val="1323"/>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On</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lagging strand, DNA primase adds primers periodically, and DNA</a:t>
            </a:r>
            <a:r>
              <a:rPr lang="id-ID" sz="2536" dirty="0">
                <a:solidFill>
                  <a:srgbClr val="000000"/>
                </a:solidFill>
                <a:latin typeface="Times New Roman" panose="02020603050405020304" pitchFamily="18" charset="0"/>
                <a:cs typeface="Times New Roman" panose="02020603050405020304" pitchFamily="18" charset="0"/>
              </a:rPr>
              <a:t> Pol III synthesizes </a:t>
            </a:r>
            <a:r>
              <a:rPr lang="id-ID" sz="2536" b="1" dirty="0">
                <a:solidFill>
                  <a:srgbClr val="000000"/>
                </a:solidFill>
                <a:latin typeface="Times New Roman" panose="02020603050405020304" pitchFamily="18" charset="0"/>
                <a:cs typeface="Times New Roman" panose="02020603050405020304" pitchFamily="18" charset="0"/>
              </a:rPr>
              <a:t>the Okazaki fragments</a:t>
            </a:r>
            <a:r>
              <a:rPr lang="id-ID" sz="2536" dirty="0">
                <a:solidFill>
                  <a:srgbClr val="000000"/>
                </a:solidFill>
                <a:latin typeface="Times New Roman" panose="02020603050405020304" pitchFamily="18" charset="0"/>
                <a:cs typeface="Times New Roman" panose="02020603050405020304" pitchFamily="18" charset="0"/>
              </a:rPr>
              <a:t>. </a:t>
            </a:r>
          </a:p>
          <a:p>
            <a:pPr marL="567225" indent="-567225" algn="just">
              <a:spcBef>
                <a:spcPct val="0"/>
              </a:spcBef>
              <a:spcAft>
                <a:spcPts val="1323"/>
              </a:spcAft>
              <a:buFont typeface="+mj-lt"/>
              <a:buAutoNum type="alphaLcParenR"/>
            </a:pPr>
            <a:r>
              <a:rPr lang="id-ID" sz="2536" dirty="0">
                <a:solidFill>
                  <a:srgbClr val="000000"/>
                </a:solidFill>
                <a:latin typeface="Times New Roman" panose="02020603050405020304" pitchFamily="18" charset="0"/>
                <a:cs typeface="Times New Roman" panose="02020603050405020304" pitchFamily="18" charset="0"/>
              </a:rPr>
              <a:t>DNA Pol I removes primer </a:t>
            </a:r>
            <a:r>
              <a:rPr lang="en-US" sz="2536" dirty="0">
                <a:solidFill>
                  <a:srgbClr val="000000"/>
                </a:solidFill>
                <a:latin typeface="Times New Roman" panose="02020603050405020304" pitchFamily="18" charset="0"/>
                <a:cs typeface="Times New Roman" panose="02020603050405020304" pitchFamily="18" charset="0"/>
              </a:rPr>
              <a:t>segments, and DNA ligase joins the fragments.</a:t>
            </a:r>
            <a:endParaRPr lang="en-US" altLang="zh-TW" sz="2536" dirty="0">
              <a:solidFill>
                <a:srgbClr val="000000"/>
              </a:solidFill>
              <a:latin typeface="Times New Roman" panose="02020603050405020304" pitchFamily="18" charset="0"/>
              <a:ea typeface="PMingLiU" pitchFamily="18" charset="-120"/>
              <a:cs typeface="Times New Roman" panose="02020603050405020304" pitchFamily="18" charset="0"/>
            </a:endParaRPr>
          </a:p>
          <a:p>
            <a:pPr marL="504200" indent="-504200" algn="just">
              <a:spcBef>
                <a:spcPct val="0"/>
              </a:spcBef>
              <a:buFont typeface="Wingdings" panose="05000000000000000000" pitchFamily="2" charset="2"/>
              <a:buChar char="§"/>
            </a:pPr>
            <a:endParaRPr lang="id-ID"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196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655306" y="168063"/>
            <a:ext cx="8823325" cy="873497"/>
          </a:xfrm>
        </p:spPr>
        <p:txBody>
          <a:bodyPr>
            <a:normAutofit fontScale="90000"/>
          </a:bodyPr>
          <a:lstStyle/>
          <a:p>
            <a:pPr lvl="0" fontAlgn="base">
              <a:spcAft>
                <a:spcPct val="0"/>
              </a:spcAft>
            </a:pPr>
            <a:br>
              <a:rPr lang="id-ID" sz="2426" dirty="0">
                <a:solidFill>
                  <a:srgbClr val="FFFFFF"/>
                </a:solidFill>
                <a:latin typeface="Times New Roman" panose="02020603050405020304" pitchFamily="18" charset="0"/>
                <a:ea typeface="+mn-ea"/>
                <a:cs typeface="Times New Roman" panose="02020603050405020304" pitchFamily="18" charset="0"/>
              </a:rPr>
            </a:b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36113" y="1218459"/>
            <a:ext cx="8201405" cy="5125932"/>
          </a:xfrm>
        </p:spPr>
        <p:txBody>
          <a:bodyPr/>
          <a:lstStyle/>
          <a:p>
            <a:pPr marL="0" indent="0" algn="just">
              <a:spcBef>
                <a:spcPct val="0"/>
              </a:spcBef>
              <a:spcAft>
                <a:spcPts val="1323"/>
              </a:spcAft>
              <a:buNone/>
            </a:pPr>
            <a:r>
              <a:rPr lang="en-US" sz="2800" b="1" dirty="0">
                <a:solidFill>
                  <a:srgbClr val="000000"/>
                </a:solidFill>
                <a:latin typeface="Times New Roman" panose="02020603050405020304" pitchFamily="18" charset="0"/>
                <a:cs typeface="Times New Roman" panose="02020603050405020304" pitchFamily="18" charset="0"/>
              </a:rPr>
              <a:t>The replisome contains all the necessary enzymes for replication</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985"/>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The replisome consists of two copies of Pol III, DNA primase,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helicase, and a number of accessory proteins.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It moves in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one direction by creating a loop in the lagging strand, allowing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antiparallel template strands to be copied in the same direction</a:t>
            </a:r>
            <a:r>
              <a:rPr lang="id-ID" sz="2400" dirty="0">
                <a:solidFill>
                  <a:srgbClr val="000000"/>
                </a:solidFill>
                <a:latin typeface="Times New Roman" panose="02020603050405020304" pitchFamily="18" charset="0"/>
                <a:cs typeface="Times New Roman" panose="02020603050405020304" pitchFamily="18" charset="0"/>
              </a:rPr>
              <a:t> (see figures below)</a:t>
            </a:r>
            <a:endParaRPr lang="en-US" sz="2400" b="1" dirty="0">
              <a:solidFill>
                <a:srgbClr val="000000"/>
              </a:solidFill>
              <a:latin typeface="Times New Roman" panose="02020603050405020304" pitchFamily="18" charset="0"/>
              <a:cs typeface="Times New Roman" panose="02020603050405020304" pitchFamily="18" charset="0"/>
            </a:endParaRPr>
          </a:p>
          <a:p>
            <a:endParaRPr lang="id-ID" sz="2800" dirty="0"/>
          </a:p>
        </p:txBody>
      </p:sp>
    </p:spTree>
    <p:extLst>
      <p:ext uri="{BB962C8B-B14F-4D97-AF65-F5344CB8AC3E}">
        <p14:creationId xmlns:p14="http://schemas.microsoft.com/office/powerpoint/2010/main" val="2266335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38C849-1483-424A-9D0C-ED1699E55B6A}"/>
              </a:ext>
            </a:extLst>
          </p:cNvPr>
          <p:cNvPicPr>
            <a:picLocks noChangeAspect="1" noChangeArrowheads="1"/>
          </p:cNvPicPr>
          <p:nvPr/>
        </p:nvPicPr>
        <p:blipFill>
          <a:blip r:embed="rId2" cstate="print"/>
          <a:srcRect/>
          <a:stretch>
            <a:fillRect/>
          </a:stretch>
        </p:blipFill>
        <p:spPr bwMode="auto">
          <a:xfrm>
            <a:off x="812463" y="840317"/>
            <a:ext cx="9063713" cy="5490651"/>
          </a:xfrm>
          <a:prstGeom prst="rect">
            <a:avLst/>
          </a:prstGeom>
          <a:noFill/>
          <a:ln w="9525">
            <a:noFill/>
            <a:miter lim="800000"/>
            <a:headEnd/>
            <a:tailEnd/>
          </a:ln>
        </p:spPr>
      </p:pic>
    </p:spTree>
    <p:extLst>
      <p:ext uri="{BB962C8B-B14F-4D97-AF65-F5344CB8AC3E}">
        <p14:creationId xmlns:p14="http://schemas.microsoft.com/office/powerpoint/2010/main" val="22504351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01185F-787C-420A-A3BF-AE3B5F982CAD}"/>
              </a:ext>
            </a:extLst>
          </p:cNvPr>
          <p:cNvPicPr>
            <a:picLocks noChangeAspect="1" noChangeArrowheads="1"/>
          </p:cNvPicPr>
          <p:nvPr/>
        </p:nvPicPr>
        <p:blipFill>
          <a:blip r:embed="rId2" cstate="print"/>
          <a:srcRect/>
          <a:stretch>
            <a:fillRect/>
          </a:stretch>
        </p:blipFill>
        <p:spPr bwMode="auto">
          <a:xfrm>
            <a:off x="1172208" y="924348"/>
            <a:ext cx="8344223" cy="6175388"/>
          </a:xfrm>
          <a:prstGeom prst="rect">
            <a:avLst/>
          </a:prstGeom>
          <a:noFill/>
          <a:ln w="9525">
            <a:noFill/>
            <a:miter lim="800000"/>
            <a:headEnd/>
            <a:tailEnd/>
          </a:ln>
        </p:spPr>
      </p:pic>
    </p:spTree>
    <p:extLst>
      <p:ext uri="{BB962C8B-B14F-4D97-AF65-F5344CB8AC3E}">
        <p14:creationId xmlns:p14="http://schemas.microsoft.com/office/powerpoint/2010/main" val="2606935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F21AFF-741F-4370-B29F-20CBD8FE4FDD}"/>
              </a:ext>
            </a:extLst>
          </p:cNvPr>
          <p:cNvPicPr>
            <a:picLocks noChangeAspect="1" noChangeArrowheads="1"/>
          </p:cNvPicPr>
          <p:nvPr/>
        </p:nvPicPr>
        <p:blipFill>
          <a:blip r:embed="rId2" cstate="print"/>
          <a:srcRect/>
          <a:stretch>
            <a:fillRect/>
          </a:stretch>
        </p:blipFill>
        <p:spPr bwMode="auto">
          <a:xfrm>
            <a:off x="972461" y="348902"/>
            <a:ext cx="8743717" cy="6865046"/>
          </a:xfrm>
          <a:prstGeom prst="rect">
            <a:avLst/>
          </a:prstGeom>
          <a:noFill/>
          <a:ln w="9525">
            <a:noFill/>
            <a:miter lim="800000"/>
            <a:headEnd/>
            <a:tailEnd/>
          </a:ln>
        </p:spPr>
      </p:pic>
    </p:spTree>
    <p:extLst>
      <p:ext uri="{BB962C8B-B14F-4D97-AF65-F5344CB8AC3E}">
        <p14:creationId xmlns:p14="http://schemas.microsoft.com/office/powerpoint/2010/main" val="27212811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2EB31-2A02-47EC-A251-21D7247812FF}"/>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7B223A02-C3DA-42BD-862D-5D894DC62ABC}"/>
              </a:ext>
            </a:extLst>
          </p:cNvPr>
          <p:cNvPicPr>
            <a:picLocks noChangeAspect="1" noChangeArrowheads="1"/>
          </p:cNvPicPr>
          <p:nvPr/>
        </p:nvPicPr>
        <p:blipFill>
          <a:blip r:embed="rId2" cstate="print"/>
          <a:srcRect/>
          <a:stretch>
            <a:fillRect/>
          </a:stretch>
        </p:blipFill>
        <p:spPr bwMode="auto">
          <a:xfrm>
            <a:off x="942176" y="460166"/>
            <a:ext cx="8804286" cy="6647769"/>
          </a:xfrm>
          <a:prstGeom prst="rect">
            <a:avLst/>
          </a:prstGeom>
          <a:noFill/>
          <a:ln w="9525">
            <a:noFill/>
            <a:miter lim="800000"/>
            <a:headEnd/>
            <a:tailEnd/>
          </a:ln>
        </p:spPr>
      </p:pic>
    </p:spTree>
    <p:extLst>
      <p:ext uri="{BB962C8B-B14F-4D97-AF65-F5344CB8AC3E}">
        <p14:creationId xmlns:p14="http://schemas.microsoft.com/office/powerpoint/2010/main" val="21092294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1F448-FA20-4FE4-A398-98180EEA87A7}"/>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AE5EE8C1-7C1D-4FD6-9E2E-D4B56034204F}"/>
              </a:ext>
            </a:extLst>
          </p:cNvPr>
          <p:cNvPicPr>
            <a:picLocks noChangeAspect="1" noChangeArrowheads="1"/>
          </p:cNvPicPr>
          <p:nvPr/>
        </p:nvPicPr>
        <p:blipFill>
          <a:blip r:embed="rId2" cstate="print"/>
          <a:srcRect/>
          <a:stretch>
            <a:fillRect/>
          </a:stretch>
        </p:blipFill>
        <p:spPr bwMode="auto">
          <a:xfrm>
            <a:off x="782659" y="553257"/>
            <a:ext cx="9123320" cy="6461587"/>
          </a:xfrm>
          <a:prstGeom prst="rect">
            <a:avLst/>
          </a:prstGeom>
          <a:noFill/>
          <a:ln w="9525">
            <a:noFill/>
            <a:miter lim="800000"/>
            <a:headEnd/>
            <a:tailEnd/>
          </a:ln>
        </p:spPr>
      </p:pic>
    </p:spTree>
    <p:extLst>
      <p:ext uri="{BB962C8B-B14F-4D97-AF65-F5344CB8AC3E}">
        <p14:creationId xmlns:p14="http://schemas.microsoft.com/office/powerpoint/2010/main" val="32219541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F539-895D-4A62-A610-20A8E122CF7D}"/>
              </a:ext>
            </a:extLst>
          </p:cNvPr>
          <p:cNvSpPr>
            <a:spLocks noGrp="1"/>
          </p:cNvSpPr>
          <p:nvPr>
            <p:ph type="title"/>
          </p:nvPr>
        </p:nvSpPr>
        <p:spPr/>
        <p:txBody>
          <a:bodyPr/>
          <a:lstStyle/>
          <a:p>
            <a:endParaRPr lang="id-ID"/>
          </a:p>
        </p:txBody>
      </p:sp>
      <p:pic>
        <p:nvPicPr>
          <p:cNvPr id="3" name="Picture 2">
            <a:extLst>
              <a:ext uri="{FF2B5EF4-FFF2-40B4-BE49-F238E27FC236}">
                <a16:creationId xmlns:a16="http://schemas.microsoft.com/office/drawing/2014/main" id="{7AA57FA6-C162-4CDE-9D59-36166CA623BB}"/>
              </a:ext>
            </a:extLst>
          </p:cNvPr>
          <p:cNvPicPr>
            <a:picLocks noChangeAspect="1" noChangeArrowheads="1"/>
          </p:cNvPicPr>
          <p:nvPr/>
        </p:nvPicPr>
        <p:blipFill>
          <a:blip r:embed="rId2" cstate="print"/>
          <a:srcRect/>
          <a:stretch>
            <a:fillRect/>
          </a:stretch>
        </p:blipFill>
        <p:spPr bwMode="auto">
          <a:xfrm>
            <a:off x="942613" y="519864"/>
            <a:ext cx="8803413" cy="6528374"/>
          </a:xfrm>
          <a:prstGeom prst="rect">
            <a:avLst/>
          </a:prstGeom>
          <a:noFill/>
          <a:ln w="9525">
            <a:noFill/>
            <a:miter lim="800000"/>
            <a:headEnd/>
            <a:tailEnd/>
          </a:ln>
        </p:spPr>
      </p:pic>
    </p:spTree>
    <p:extLst>
      <p:ext uri="{BB962C8B-B14F-4D97-AF65-F5344CB8AC3E}">
        <p14:creationId xmlns:p14="http://schemas.microsoft.com/office/powerpoint/2010/main" val="38642813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890640" y="1843481"/>
            <a:ext cx="8907357" cy="5125932"/>
          </a:xfrm>
        </p:spPr>
        <p:txBody>
          <a:bodyPr/>
          <a:lstStyle/>
          <a:p>
            <a:pPr marL="504200" indent="-504200" algn="just">
              <a:spcBef>
                <a:spcPct val="0"/>
              </a:spcBef>
              <a:spcAft>
                <a:spcPts val="662"/>
              </a:spcAft>
              <a:buFont typeface="Wingdings" panose="05000000000000000000" pitchFamily="2" charset="2"/>
              <a:buChar char="§"/>
            </a:pPr>
            <a:r>
              <a:rPr lang="id-ID" sz="2647" b="1" dirty="0">
                <a:solidFill>
                  <a:srgbClr val="000000"/>
                </a:solidFill>
                <a:latin typeface="Times New Roman" panose="02020603050405020304" pitchFamily="18" charset="0"/>
                <a:cs typeface="Times New Roman" panose="02020603050405020304" pitchFamily="18" charset="0"/>
              </a:rPr>
              <a:t>Eukaryotic replication requires multiple origins:</a:t>
            </a:r>
          </a:p>
          <a:p>
            <a:pPr marL="504200" indent="-504200" algn="just">
              <a:spcBef>
                <a:spcPct val="0"/>
              </a:spcBef>
              <a:spcAft>
                <a:spcPts val="1985"/>
              </a:spcAft>
              <a:buNone/>
            </a:pP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sheer size and organization of eukaryotic chromosomes requires</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multiple origins of replication to be able to replicate DNA in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time available in S phase</a:t>
            </a:r>
            <a:r>
              <a:rPr lang="en-US" sz="2647" dirty="0">
                <a:solidFill>
                  <a:srgbClr val="000000"/>
                </a:solidFill>
                <a:latin typeface="Times New Roman" panose="02020603050405020304" pitchFamily="18" charset="0"/>
                <a:cs typeface="Times New Roman" panose="02020603050405020304" pitchFamily="18" charset="0"/>
              </a:rPr>
              <a:t>.</a:t>
            </a:r>
            <a:endParaRPr lang="id-ID" sz="2647"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1323"/>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The enzymology of eukaryotic replication is more complex</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None/>
            </a:pPr>
            <a:r>
              <a:rPr lang="id-ID" sz="2647"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eukaryotic primase synthesizes a short stretch of RNA and</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then switches to making DNA. This primer is extended by the main</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replication polymerase, which is a complex of two enzymes.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sliding clamp subunit was originally identified as protein produced by</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proliferating cells and is called </a:t>
            </a:r>
            <a:r>
              <a:rPr lang="en-US" sz="2536" b="1" dirty="0">
                <a:solidFill>
                  <a:srgbClr val="000000"/>
                </a:solidFill>
                <a:latin typeface="Times New Roman" panose="02020603050405020304" pitchFamily="18" charset="0"/>
                <a:cs typeface="Times New Roman" panose="02020603050405020304" pitchFamily="18" charset="0"/>
              </a:rPr>
              <a:t>PCNA</a:t>
            </a:r>
            <a:r>
              <a:rPr lang="en-US" sz="2536" dirty="0">
                <a:solidFill>
                  <a:srgbClr val="000000"/>
                </a:solidFill>
                <a:latin typeface="Times New Roman" panose="02020603050405020304" pitchFamily="18" charset="0"/>
                <a:cs typeface="Times New Roman" panose="02020603050405020304" pitchFamily="18" charset="0"/>
              </a:rPr>
              <a:t>.</a:t>
            </a:r>
            <a:endParaRPr lang="en-US" sz="2536" b="1" dirty="0">
              <a:solidFill>
                <a:srgbClr val="000000"/>
              </a:solidFill>
              <a:latin typeface="Times New Roman" panose="02020603050405020304" pitchFamily="18" charset="0"/>
              <a:cs typeface="Times New Roman" panose="02020603050405020304" pitchFamily="18" charset="0"/>
            </a:endParaRPr>
          </a:p>
          <a:p>
            <a:endParaRPr lang="id-ID" dirty="0"/>
          </a:p>
        </p:txBody>
      </p:sp>
      <p:sp>
        <p:nvSpPr>
          <p:cNvPr id="5" name="Title 4">
            <a:extLst>
              <a:ext uri="{FF2B5EF4-FFF2-40B4-BE49-F238E27FC236}">
                <a16:creationId xmlns:a16="http://schemas.microsoft.com/office/drawing/2014/main" id="{BE8ADC19-DF60-449B-9AF3-80996A4458CF}"/>
              </a:ext>
            </a:extLst>
          </p:cNvPr>
          <p:cNvSpPr>
            <a:spLocks noGrp="1"/>
          </p:cNvSpPr>
          <p:nvPr>
            <p:ph type="title"/>
          </p:nvPr>
        </p:nvSpPr>
        <p:spPr>
          <a:xfrm>
            <a:off x="1238250" y="749301"/>
            <a:ext cx="8559747" cy="1260475"/>
          </a:xfrm>
        </p:spPr>
        <p:txBody>
          <a:bodyPr/>
          <a:lstStyle/>
          <a:p>
            <a:pPr algn="ctr"/>
            <a:br>
              <a:rPr lang="id-ID" dirty="0">
                <a:solidFill>
                  <a:srgbClr val="000000"/>
                </a:solidFill>
                <a:latin typeface="Times New Roman" panose="02020603050405020304" pitchFamily="18" charset="0"/>
                <a:cs typeface="Times New Roman" panose="02020603050405020304" pitchFamily="18" charset="0"/>
              </a:rPr>
            </a:br>
            <a:r>
              <a:rPr lang="id-ID" dirty="0">
                <a:solidFill>
                  <a:srgbClr val="000000"/>
                </a:solidFill>
                <a:latin typeface="Times New Roman" panose="02020603050405020304" pitchFamily="18" charset="0"/>
                <a:cs typeface="Times New Roman" panose="02020603050405020304" pitchFamily="18" charset="0"/>
              </a:rPr>
              <a:t>EUKARYOTIC REPLICATION</a:t>
            </a:r>
            <a:br>
              <a:rPr lang="id-ID" dirty="0">
                <a:solidFill>
                  <a:srgbClr val="000000"/>
                </a:solidFill>
                <a:latin typeface="Times New Roman" panose="02020603050405020304" pitchFamily="18" charset="0"/>
                <a:cs typeface="Times New Roman" panose="02020603050405020304" pitchFamily="18" charset="0"/>
              </a:rPr>
            </a:br>
            <a:endParaRPr lang="en-HK" dirty="0"/>
          </a:p>
        </p:txBody>
      </p:sp>
    </p:spTree>
    <p:extLst>
      <p:ext uri="{BB962C8B-B14F-4D97-AF65-F5344CB8AC3E}">
        <p14:creationId xmlns:p14="http://schemas.microsoft.com/office/powerpoint/2010/main" val="33862966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4285520" y="168063"/>
            <a:ext cx="6050280" cy="873497"/>
          </a:xfrm>
        </p:spPr>
        <p:txBody>
          <a:bodyPr>
            <a:normAutofit fontScale="90000"/>
          </a:bodyPr>
          <a:lstStyle/>
          <a:p>
            <a:pPr lvl="0" algn="just" fontAlgn="base">
              <a:spcAft>
                <a:spcPct val="0"/>
              </a:spcAft>
            </a:pPr>
            <a:br>
              <a:rPr lang="id-ID" sz="2426" dirty="0">
                <a:solidFill>
                  <a:srgbClr val="FFFFFF"/>
                </a:solidFill>
                <a:latin typeface="Times New Roman" panose="02020603050405020304" pitchFamily="18" charset="0"/>
                <a:ea typeface="+mn-ea"/>
                <a:cs typeface="Times New Roman" panose="02020603050405020304" pitchFamily="18" charset="0"/>
              </a:rPr>
            </a:b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890640" y="1539683"/>
            <a:ext cx="8907357" cy="5125932"/>
          </a:xfrm>
        </p:spPr>
        <p:txBody>
          <a:bodyPr>
            <a:normAutofit lnSpcReduction="10000"/>
          </a:bodyPr>
          <a:lstStyle/>
          <a:p>
            <a:pPr marL="504200" indent="-504200" algn="just">
              <a:spcBef>
                <a:spcPct val="0"/>
              </a:spcBef>
              <a:spcAft>
                <a:spcPts val="662"/>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Archaeal replication proteins are similar to eukaryotic proteins</a:t>
            </a:r>
            <a:r>
              <a:rPr lang="id-ID" sz="2647"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1323"/>
              </a:spcAft>
              <a:buNone/>
            </a:pPr>
            <a:r>
              <a:rPr lang="id-ID" sz="2647" b="1"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The replication proteins of archaea, including the sliding clamp,</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clamp loader, and DNA polymerases, are more similar to those of</a:t>
            </a:r>
            <a:r>
              <a:rPr lang="id-ID" sz="2536" dirty="0">
                <a:solidFill>
                  <a:srgbClr val="000000"/>
                </a:solidFill>
                <a:latin typeface="Times New Roman" panose="02020603050405020304" pitchFamily="18" charset="0"/>
                <a:cs typeface="Times New Roman" panose="02020603050405020304" pitchFamily="18" charset="0"/>
              </a:rPr>
              <a:t> eukaryotes than to prokaryotes.</a:t>
            </a:r>
          </a:p>
          <a:p>
            <a:pPr marL="504200" indent="-504200" algn="just">
              <a:spcBef>
                <a:spcPct val="0"/>
              </a:spcBef>
              <a:spcAft>
                <a:spcPts val="662"/>
              </a:spcAft>
              <a:buFont typeface="Wingdings" panose="05000000000000000000" pitchFamily="2" charset="2"/>
              <a:buChar char="§"/>
            </a:pPr>
            <a:r>
              <a:rPr lang="en-US" sz="2647" b="1" dirty="0">
                <a:solidFill>
                  <a:srgbClr val="000000"/>
                </a:solidFill>
                <a:latin typeface="Times New Roman" panose="02020603050405020304" pitchFamily="18" charset="0"/>
                <a:cs typeface="Times New Roman" panose="02020603050405020304" pitchFamily="18" charset="0"/>
              </a:rPr>
              <a:t>Linear chromosomes have specialized ends</a:t>
            </a:r>
            <a:r>
              <a:rPr lang="id-ID" sz="2647"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The ends of linear chromosomes are </a:t>
            </a:r>
            <a:r>
              <a:rPr lang="en-US" sz="2536" i="1" dirty="0">
                <a:solidFill>
                  <a:srgbClr val="000000"/>
                </a:solidFill>
                <a:latin typeface="Times New Roman" panose="02020603050405020304" pitchFamily="18" charset="0"/>
                <a:cs typeface="Times New Roman" panose="02020603050405020304" pitchFamily="18" charset="0"/>
              </a:rPr>
              <a:t>called</a:t>
            </a:r>
            <a:r>
              <a:rPr lang="en-US" sz="2536" dirty="0">
                <a:solidFill>
                  <a:srgbClr val="000000"/>
                </a:solidFill>
                <a:latin typeface="Times New Roman" panose="02020603050405020304" pitchFamily="18" charset="0"/>
                <a:cs typeface="Times New Roman" panose="02020603050405020304" pitchFamily="18" charset="0"/>
              </a:rPr>
              <a:t> </a:t>
            </a:r>
            <a:r>
              <a:rPr lang="en-US" sz="2536" b="1" dirty="0">
                <a:solidFill>
                  <a:srgbClr val="000000"/>
                </a:solidFill>
                <a:latin typeface="Times New Roman" panose="02020603050405020304" pitchFamily="18" charset="0"/>
                <a:cs typeface="Times New Roman" panose="02020603050405020304" pitchFamily="18" charset="0"/>
              </a:rPr>
              <a:t>telomeres</a:t>
            </a:r>
            <a:r>
              <a:rPr lang="en-US" sz="2536" dirty="0">
                <a:solidFill>
                  <a:srgbClr val="000000"/>
                </a:solidFill>
                <a:latin typeface="Times New Roman" panose="02020603050405020304" pitchFamily="18" charset="0"/>
                <a:cs typeface="Times New Roman" panose="02020603050405020304" pitchFamily="18" charset="0"/>
              </a:rPr>
              <a:t>. They are made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by telomerase, not by the replication complex. </a:t>
            </a:r>
            <a:endParaRPr lang="id-ID" sz="2536"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Telomerase contains</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an internal RNA that acts as a template to extend the DNA of the</a:t>
            </a:r>
            <a:r>
              <a:rPr lang="id-ID" sz="2536" dirty="0">
                <a:solidFill>
                  <a:srgbClr val="000000"/>
                </a:solidFill>
                <a:latin typeface="Times New Roman" panose="02020603050405020304" pitchFamily="18" charset="0"/>
                <a:cs typeface="Times New Roman" panose="02020603050405020304" pitchFamily="18" charset="0"/>
              </a:rPr>
              <a:t> </a:t>
            </a:r>
            <a:r>
              <a:rPr lang="en-US" sz="2536" dirty="0">
                <a:solidFill>
                  <a:srgbClr val="000000"/>
                </a:solidFill>
                <a:latin typeface="Times New Roman" panose="02020603050405020304" pitchFamily="18" charset="0"/>
                <a:cs typeface="Times New Roman" panose="02020603050405020304" pitchFamily="18" charset="0"/>
              </a:rPr>
              <a:t>chromosome end. </a:t>
            </a:r>
            <a:endParaRPr lang="id-ID" sz="2536"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662"/>
              </a:spcAft>
              <a:buFont typeface="+mj-lt"/>
              <a:buAutoNum type="alphaLcParenR"/>
            </a:pPr>
            <a:r>
              <a:rPr lang="en-US" sz="2536" dirty="0">
                <a:solidFill>
                  <a:srgbClr val="000000"/>
                </a:solidFill>
                <a:latin typeface="Times New Roman" panose="02020603050405020304" pitchFamily="18" charset="0"/>
                <a:cs typeface="Times New Roman" panose="02020603050405020304" pitchFamily="18" charset="0"/>
              </a:rPr>
              <a:t>Adult cells lack telomerase activity, and telomere</a:t>
            </a:r>
            <a:r>
              <a:rPr lang="id-ID" sz="2536" dirty="0">
                <a:solidFill>
                  <a:srgbClr val="000000"/>
                </a:solidFill>
                <a:latin typeface="Times New Roman" panose="02020603050405020304" pitchFamily="18" charset="0"/>
                <a:cs typeface="Times New Roman" panose="02020603050405020304" pitchFamily="18" charset="0"/>
              </a:rPr>
              <a:t> shortening correlates with senescence.</a:t>
            </a:r>
            <a:endParaRPr lang="en-US" sz="2536"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1323"/>
              </a:spcAft>
              <a:buNone/>
            </a:pPr>
            <a:endParaRPr lang="id-ID" dirty="0"/>
          </a:p>
        </p:txBody>
      </p:sp>
    </p:spTree>
    <p:extLst>
      <p:ext uri="{BB962C8B-B14F-4D97-AF65-F5344CB8AC3E}">
        <p14:creationId xmlns:p14="http://schemas.microsoft.com/office/powerpoint/2010/main" val="3609814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D6886E-0CAC-4F30-85A5-003144B3088F}"/>
              </a:ext>
            </a:extLst>
          </p:cNvPr>
          <p:cNvSpPr/>
          <p:nvPr/>
        </p:nvSpPr>
        <p:spPr>
          <a:xfrm>
            <a:off x="635832" y="6050280"/>
            <a:ext cx="9915737" cy="838948"/>
          </a:xfrm>
          <a:prstGeom prst="rect">
            <a:avLst/>
          </a:prstGeom>
        </p:spPr>
        <p:txBody>
          <a:bodyPr wrap="square">
            <a:spAutoFit/>
          </a:bodyPr>
          <a:lstStyle/>
          <a:p>
            <a:pPr lvl="0" algn="ctr" fontAlgn="base">
              <a:spcBef>
                <a:spcPct val="0"/>
              </a:spcBef>
              <a:spcAft>
                <a:spcPct val="0"/>
              </a:spcAft>
            </a:pPr>
            <a:r>
              <a:rPr lang="id-ID"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Tem</a:t>
            </a:r>
            <a:r>
              <a:rPr lang="en-US"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poral ordering of DNA replication initiation events</a:t>
            </a:r>
            <a:endParaRPr lang="id-ID" altLang="zh-TW" sz="2426" b="1" dirty="0">
              <a:solidFill>
                <a:schemeClr val="bg1"/>
              </a:solidFill>
              <a:latin typeface="Times New Roman" panose="02020603050405020304" pitchFamily="18" charset="0"/>
              <a:ea typeface="PMingLiU" pitchFamily="18" charset="-120"/>
              <a:cs typeface="Times New Roman" panose="02020603050405020304" pitchFamily="18" charset="0"/>
            </a:endParaRPr>
          </a:p>
          <a:p>
            <a:pPr lvl="0" algn="ctr" fontAlgn="base">
              <a:spcBef>
                <a:spcPct val="0"/>
              </a:spcBef>
              <a:spcAft>
                <a:spcPct val="0"/>
              </a:spcAft>
            </a:pPr>
            <a:r>
              <a:rPr lang="en-US" altLang="zh-TW" sz="2426" b="1" dirty="0">
                <a:solidFill>
                  <a:schemeClr val="bg1"/>
                </a:solidFill>
                <a:latin typeface="Times New Roman" panose="02020603050405020304" pitchFamily="18" charset="0"/>
                <a:ea typeface="PMingLiU" pitchFamily="18" charset="-120"/>
                <a:cs typeface="Times New Roman" panose="02020603050405020304" pitchFamily="18" charset="0"/>
              </a:rPr>
              <a:t> in replication units of eukaryotic chromosomes</a:t>
            </a:r>
            <a:endParaRPr lang="id-ID" sz="2426" b="1" dirty="0">
              <a:solidFill>
                <a:schemeClr val="bg1"/>
              </a:solidFill>
              <a:latin typeface="Times New Roman" panose="02020603050405020304" pitchFamily="18" charset="0"/>
              <a:cs typeface="Times New Roman" panose="02020603050405020304" pitchFamily="18" charset="0"/>
            </a:endParaRPr>
          </a:p>
        </p:txBody>
      </p:sp>
      <p:pic>
        <p:nvPicPr>
          <p:cNvPr id="4" name="Picture 6">
            <a:extLst>
              <a:ext uri="{FF2B5EF4-FFF2-40B4-BE49-F238E27FC236}">
                <a16:creationId xmlns:a16="http://schemas.microsoft.com/office/drawing/2014/main" id="{999CA00F-CA4E-4F95-9AB2-0B57381C13A5}"/>
              </a:ext>
            </a:extLst>
          </p:cNvPr>
          <p:cNvPicPr>
            <a:picLocks noChangeAspect="1" noChangeArrowheads="1"/>
          </p:cNvPicPr>
          <p:nvPr/>
        </p:nvPicPr>
        <p:blipFill>
          <a:blip r:embed="rId2" cstate="print"/>
          <a:srcRect b="4047"/>
          <a:stretch>
            <a:fillRect/>
          </a:stretch>
        </p:blipFill>
        <p:spPr bwMode="auto">
          <a:xfrm>
            <a:off x="1749045" y="504190"/>
            <a:ext cx="7543838" cy="5240982"/>
          </a:xfrm>
          <a:prstGeom prst="rect">
            <a:avLst/>
          </a:prstGeom>
          <a:noFill/>
        </p:spPr>
      </p:pic>
    </p:spTree>
    <p:extLst>
      <p:ext uri="{BB962C8B-B14F-4D97-AF65-F5344CB8AC3E}">
        <p14:creationId xmlns:p14="http://schemas.microsoft.com/office/powerpoint/2010/main" val="18762266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_11_01d_NormalCycle-L.jpg"/>
          <p:cNvPicPr>
            <a:picLocks noChangeAspect="1"/>
          </p:cNvPicPr>
          <p:nvPr/>
        </p:nvPicPr>
        <p:blipFill rotWithShape="1">
          <a:blip r:embed="rId3" cstate="email">
            <a:extLst>
              <a:ext uri="{28A0092B-C50C-407E-A947-70E740481C1C}">
                <a14:useLocalDpi xmlns:a14="http://schemas.microsoft.com/office/drawing/2010/main" val="0"/>
              </a:ext>
            </a:extLst>
          </a:blip>
          <a:srcRect b="4016"/>
          <a:stretch/>
        </p:blipFill>
        <p:spPr>
          <a:xfrm>
            <a:off x="1282780" y="4120090"/>
            <a:ext cx="2658089" cy="2439053"/>
          </a:xfrm>
          <a:prstGeom prst="rect">
            <a:avLst/>
          </a:prstGeom>
        </p:spPr>
      </p:pic>
      <p:pic>
        <p:nvPicPr>
          <p:cNvPr id="3" name="Picture 2" descr="06_11_01e_UncontrolledCycle-L.jpg"/>
          <p:cNvPicPr>
            <a:picLocks noChangeAspect="1"/>
          </p:cNvPicPr>
          <p:nvPr/>
        </p:nvPicPr>
        <p:blipFill rotWithShape="1">
          <a:blip r:embed="rId4" cstate="email">
            <a:extLst>
              <a:ext uri="{28A0092B-C50C-407E-A947-70E740481C1C}">
                <a14:useLocalDpi xmlns:a14="http://schemas.microsoft.com/office/drawing/2010/main" val="0"/>
              </a:ext>
            </a:extLst>
          </a:blip>
          <a:srcRect b="2994"/>
          <a:stretch/>
        </p:blipFill>
        <p:spPr>
          <a:xfrm>
            <a:off x="5540921" y="3874799"/>
            <a:ext cx="3751174" cy="3184999"/>
          </a:xfrm>
          <a:prstGeom prst="rect">
            <a:avLst/>
          </a:prstGeom>
        </p:spPr>
      </p:pic>
      <p:sp>
        <p:nvSpPr>
          <p:cNvPr id="53252" name="Rectangle 3"/>
          <p:cNvSpPr>
            <a:spLocks noGrp="1" noChangeArrowheads="1"/>
          </p:cNvSpPr>
          <p:nvPr>
            <p:ph type="body" idx="1"/>
          </p:nvPr>
        </p:nvSpPr>
        <p:spPr>
          <a:xfrm>
            <a:off x="967437" y="1722529"/>
            <a:ext cx="9075420" cy="2414605"/>
          </a:xfrm>
        </p:spPr>
        <p:txBody>
          <a:bodyPr/>
          <a:lstStyle/>
          <a:p>
            <a:pPr eaLnBrk="1" hangingPunct="1">
              <a:lnSpc>
                <a:spcPct val="90000"/>
              </a:lnSpc>
              <a:defRPr/>
            </a:pPr>
            <a:r>
              <a:rPr lang="en-US" sz="2400" b="1" dirty="0">
                <a:latin typeface="Arial" charset="0"/>
                <a:cs typeface="Arial" charset="0"/>
              </a:rPr>
              <a:t>Loss of gene expression control</a:t>
            </a:r>
            <a:r>
              <a:rPr lang="en-US" sz="2400" dirty="0">
                <a:latin typeface="Arial" charset="0"/>
                <a:cs typeface="Arial" charset="0"/>
              </a:rPr>
              <a:t> can result in cancer</a:t>
            </a:r>
          </a:p>
          <a:p>
            <a:pPr eaLnBrk="1" hangingPunct="1">
              <a:lnSpc>
                <a:spcPct val="90000"/>
              </a:lnSpc>
              <a:defRPr/>
            </a:pPr>
            <a:r>
              <a:rPr lang="en-US" sz="2400" dirty="0">
                <a:latin typeface="Arial" charset="0"/>
                <a:cs typeface="+mn-cs"/>
              </a:rPr>
              <a:t>Mutations can lead to a mass of body cells growing out of control, a </a:t>
            </a:r>
            <a:r>
              <a:rPr lang="en-US" sz="2400" b="1" dirty="0">
                <a:latin typeface="Arial" charset="0"/>
                <a:cs typeface="+mn-cs"/>
              </a:rPr>
              <a:t>tumor</a:t>
            </a:r>
            <a:r>
              <a:rPr lang="en-US" sz="2400" dirty="0">
                <a:latin typeface="Arial" charset="0"/>
                <a:cs typeface="+mn-cs"/>
              </a:rPr>
              <a:t>.</a:t>
            </a:r>
          </a:p>
          <a:p>
            <a:pPr eaLnBrk="1" hangingPunct="1">
              <a:defRPr/>
            </a:pPr>
            <a:r>
              <a:rPr lang="en-US" sz="2400" dirty="0">
                <a:latin typeface="Arial" charset="0"/>
                <a:cs typeface="+mn-cs"/>
              </a:rPr>
              <a:t>If a tumor spreads to other tissues, the person is said to have </a:t>
            </a:r>
            <a:r>
              <a:rPr lang="en-US" sz="2400" b="1" dirty="0">
                <a:latin typeface="Arial" charset="0"/>
                <a:cs typeface="+mn-cs"/>
              </a:rPr>
              <a:t>cancer</a:t>
            </a:r>
            <a:r>
              <a:rPr lang="en-US" sz="2400" dirty="0">
                <a:latin typeface="Arial" charset="0"/>
                <a:cs typeface="+mn-cs"/>
              </a:rPr>
              <a:t>.</a:t>
            </a:r>
          </a:p>
        </p:txBody>
      </p:sp>
      <p:sp>
        <p:nvSpPr>
          <p:cNvPr id="53255" name="Line 6"/>
          <p:cNvSpPr>
            <a:spLocks noChangeShapeType="1"/>
          </p:cNvSpPr>
          <p:nvPr/>
        </p:nvSpPr>
        <p:spPr bwMode="auto">
          <a:xfrm>
            <a:off x="4272128" y="5471401"/>
            <a:ext cx="924348" cy="0"/>
          </a:xfrm>
          <a:prstGeom prst="line">
            <a:avLst/>
          </a:prstGeom>
          <a:noFill/>
          <a:ln w="762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316"/>
          </a:p>
        </p:txBody>
      </p:sp>
      <p:sp>
        <p:nvSpPr>
          <p:cNvPr id="7" name="Title 1">
            <a:extLst>
              <a:ext uri="{FF2B5EF4-FFF2-40B4-BE49-F238E27FC236}">
                <a16:creationId xmlns:a16="http://schemas.microsoft.com/office/drawing/2014/main" id="{9DACAC8C-86C2-490E-87B5-DB174E438F30}"/>
              </a:ext>
            </a:extLst>
          </p:cNvPr>
          <p:cNvSpPr txBox="1">
            <a:spLocks/>
          </p:cNvSpPr>
          <p:nvPr/>
        </p:nvSpPr>
        <p:spPr bwMode="auto">
          <a:xfrm>
            <a:off x="2319179" y="772875"/>
            <a:ext cx="6050280" cy="873497"/>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sz="3088" dirty="0">
                <a:solidFill>
                  <a:srgbClr val="000000"/>
                </a:solidFill>
                <a:latin typeface="Times New Roman" panose="02020603050405020304" pitchFamily="18" charset="0"/>
                <a:ea typeface="+mn-ea"/>
                <a:cs typeface="Times New Roman" panose="02020603050405020304" pitchFamily="18" charset="0"/>
              </a:rPr>
              <a:t>DNA </a:t>
            </a:r>
            <a:r>
              <a:rPr lang="en-HK" sz="3088" dirty="0">
                <a:solidFill>
                  <a:srgbClr val="000000"/>
                </a:solidFill>
                <a:latin typeface="Times New Roman" panose="02020603050405020304" pitchFamily="18" charset="0"/>
                <a:ea typeface="+mn-ea"/>
                <a:cs typeface="Times New Roman" panose="02020603050405020304" pitchFamily="18" charset="0"/>
              </a:rPr>
              <a:t>MUTATION</a:t>
            </a:r>
            <a:endParaRPr lang="id-ID"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6_10_03_FrameshiftMutations-L.jpg"/>
          <p:cNvPicPr>
            <a:picLocks noChangeAspect="1"/>
          </p:cNvPicPr>
          <p:nvPr/>
        </p:nvPicPr>
        <p:blipFill rotWithShape="1">
          <a:blip r:embed="rId3" cstate="email">
            <a:extLst>
              <a:ext uri="{28A0092B-C50C-407E-A947-70E740481C1C}">
                <a14:useLocalDpi xmlns:a14="http://schemas.microsoft.com/office/drawing/2010/main" val="0"/>
              </a:ext>
            </a:extLst>
          </a:blip>
          <a:srcRect t="34213" b="3183"/>
          <a:stretch/>
        </p:blipFill>
        <p:spPr>
          <a:xfrm>
            <a:off x="822012" y="2990558"/>
            <a:ext cx="9044613" cy="3275387"/>
          </a:xfrm>
          <a:prstGeom prst="rect">
            <a:avLst/>
          </a:prstGeom>
        </p:spPr>
      </p:pic>
      <p:sp>
        <p:nvSpPr>
          <p:cNvPr id="51206" name="Line 7"/>
          <p:cNvSpPr>
            <a:spLocks noChangeShapeType="1"/>
          </p:cNvSpPr>
          <p:nvPr/>
        </p:nvSpPr>
        <p:spPr bwMode="auto">
          <a:xfrm flipH="1">
            <a:off x="7758200" y="2727680"/>
            <a:ext cx="504190" cy="336127"/>
          </a:xfrm>
          <a:prstGeom prst="line">
            <a:avLst/>
          </a:prstGeom>
          <a:noFill/>
          <a:ln w="76200">
            <a:solidFill>
              <a:srgbClr val="ED6B0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sz="2316"/>
          </a:p>
        </p:txBody>
      </p:sp>
      <p:sp>
        <p:nvSpPr>
          <p:cNvPr id="51207" name="Text Box 8"/>
          <p:cNvSpPr txBox="1">
            <a:spLocks noChangeArrowheads="1"/>
          </p:cNvSpPr>
          <p:nvPr/>
        </p:nvSpPr>
        <p:spPr bwMode="auto">
          <a:xfrm>
            <a:off x="8346422" y="2559618"/>
            <a:ext cx="1498317" cy="499689"/>
          </a:xfrm>
          <a:prstGeom prst="rect">
            <a:avLst/>
          </a:prstGeom>
          <a:noFill/>
          <a:ln w="9525">
            <a:solidFill>
              <a:srgbClr val="ED6B06"/>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a:spcBef>
                <a:spcPct val="50000"/>
              </a:spcBef>
              <a:defRPr/>
            </a:pPr>
            <a:r>
              <a:rPr lang="en-US" sz="2647" dirty="0"/>
              <a:t>Added A</a:t>
            </a:r>
          </a:p>
        </p:txBody>
      </p:sp>
      <p:sp>
        <p:nvSpPr>
          <p:cNvPr id="51208" name="Text Box 11"/>
          <p:cNvSpPr txBox="1">
            <a:spLocks noChangeArrowheads="1"/>
          </p:cNvSpPr>
          <p:nvPr/>
        </p:nvSpPr>
        <p:spPr bwMode="auto">
          <a:xfrm>
            <a:off x="1044027" y="1707980"/>
            <a:ext cx="8868015"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400">
                <a:solidFill>
                  <a:schemeClr val="tx1"/>
                </a:solidFill>
                <a:latin typeface="Arial" charset="0"/>
                <a:ea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b="1" dirty="0">
                <a:cs typeface="Arial" charset="0"/>
              </a:rPr>
              <a:t>Frameshift mutations </a:t>
            </a:r>
            <a:r>
              <a:rPr lang="en-US" sz="1800" dirty="0">
                <a:cs typeface="Arial" charset="0"/>
              </a:rPr>
              <a:t>are due to the addition or deletion of a nucleotide. </a:t>
            </a:r>
            <a:r>
              <a:rPr lang="en-US" sz="1800" dirty="0"/>
              <a:t>Frameshift mutations often result in different or defective proteins.</a:t>
            </a:r>
          </a:p>
        </p:txBody>
      </p:sp>
      <p:sp>
        <p:nvSpPr>
          <p:cNvPr id="7" name="Title 1">
            <a:extLst>
              <a:ext uri="{FF2B5EF4-FFF2-40B4-BE49-F238E27FC236}">
                <a16:creationId xmlns:a16="http://schemas.microsoft.com/office/drawing/2014/main" id="{4BC30A24-A75B-4FFD-B129-5CACBD074573}"/>
              </a:ext>
            </a:extLst>
          </p:cNvPr>
          <p:cNvSpPr txBox="1">
            <a:spLocks/>
          </p:cNvSpPr>
          <p:nvPr/>
        </p:nvSpPr>
        <p:spPr bwMode="auto">
          <a:xfrm>
            <a:off x="2319179" y="772875"/>
            <a:ext cx="6050280" cy="873497"/>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normAutofit/>
          </a:bodyPr>
          <a:lst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0">
                <a:solidFill>
                  <a:schemeClr val="tx1"/>
                </a:solidFill>
                <a:latin typeface="Calibri" charset="0"/>
                <a:ea typeface="MS PGothic" pitchFamily="34" charset="-128"/>
                <a:cs typeface="ＭＳ Ｐゴシック" charset="0"/>
              </a:defRPr>
            </a:lvl5pPr>
            <a:lvl6pPr marL="4572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6pPr>
            <a:lvl7pPr marL="9144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7pPr>
            <a:lvl8pPr marL="13716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8pPr>
            <a:lvl9pPr marL="1828800" algn="ctr" defTabSz="520700" rtl="0" fontAlgn="base">
              <a:spcBef>
                <a:spcPct val="0"/>
              </a:spcBef>
              <a:spcAft>
                <a:spcPct val="0"/>
              </a:spcAft>
              <a:defRPr sz="5000">
                <a:solidFill>
                  <a:schemeClr val="tx1"/>
                </a:solidFill>
                <a:latin typeface="Calibri" charset="0"/>
                <a:ea typeface="ＭＳ Ｐゴシック" charset="0"/>
                <a:cs typeface="ＭＳ Ｐゴシック" charset="0"/>
              </a:defRPr>
            </a:lvl9pPr>
          </a:lstStyle>
          <a:p>
            <a:pPr algn="ctr"/>
            <a:r>
              <a:rPr lang="id-ID" sz="3088" dirty="0">
                <a:solidFill>
                  <a:srgbClr val="000000"/>
                </a:solidFill>
                <a:latin typeface="Times New Roman" panose="02020603050405020304" pitchFamily="18" charset="0"/>
                <a:ea typeface="+mn-ea"/>
                <a:cs typeface="Times New Roman" panose="02020603050405020304" pitchFamily="18" charset="0"/>
              </a:rPr>
              <a:t>DNA </a:t>
            </a:r>
            <a:r>
              <a:rPr lang="en-HK" sz="3088" dirty="0">
                <a:solidFill>
                  <a:srgbClr val="000000"/>
                </a:solidFill>
                <a:latin typeface="Times New Roman" panose="02020603050405020304" pitchFamily="18" charset="0"/>
                <a:ea typeface="+mn-ea"/>
                <a:cs typeface="Times New Roman" panose="02020603050405020304" pitchFamily="18" charset="0"/>
              </a:rPr>
              <a:t>MUTATION</a:t>
            </a:r>
            <a:endParaRPr lang="id-ID"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501251" y="741391"/>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REPAIR</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072713" y="1653983"/>
            <a:ext cx="8907357" cy="5125932"/>
          </a:xfrm>
        </p:spPr>
        <p:txBody>
          <a:bodyPr/>
          <a:lstStyle/>
          <a:p>
            <a:pPr marL="0" indent="0" algn="just">
              <a:spcBef>
                <a:spcPct val="0"/>
              </a:spcBef>
              <a:spcAft>
                <a:spcPts val="662"/>
              </a:spcAft>
              <a:buNone/>
            </a:pPr>
            <a:r>
              <a:rPr lang="en-US" sz="2647" b="1" dirty="0">
                <a:solidFill>
                  <a:srgbClr val="000000"/>
                </a:solidFill>
                <a:latin typeface="Times New Roman" panose="02020603050405020304" pitchFamily="18" charset="0"/>
                <a:cs typeface="Times New Roman" panose="02020603050405020304" pitchFamily="18" charset="0"/>
              </a:rPr>
              <a:t>Cells are constantly exposed to DNA-damaging agents</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spcAft>
                <a:spcPts val="1985"/>
              </a:spcAft>
              <a:buNone/>
            </a:pPr>
            <a:r>
              <a:rPr lang="en-US" sz="2647" dirty="0">
                <a:solidFill>
                  <a:srgbClr val="000000"/>
                </a:solidFill>
                <a:latin typeface="Times New Roman" panose="02020603050405020304" pitchFamily="18" charset="0"/>
                <a:cs typeface="Times New Roman" panose="02020603050405020304" pitchFamily="18" charset="0"/>
              </a:rPr>
              <a:t>Errors from replication and damage induced by agents such as UV</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light and chemical mutagens can lead to mutations.</a:t>
            </a:r>
          </a:p>
          <a:p>
            <a:pPr marL="0" indent="0" algn="just">
              <a:spcBef>
                <a:spcPct val="0"/>
              </a:spcBef>
              <a:spcAft>
                <a:spcPts val="662"/>
              </a:spcAft>
              <a:buNone/>
            </a:pPr>
            <a:r>
              <a:rPr lang="id-ID" sz="2647" b="1" dirty="0">
                <a:solidFill>
                  <a:srgbClr val="000000"/>
                </a:solidFill>
                <a:latin typeface="Times New Roman" panose="02020603050405020304" pitchFamily="18" charset="0"/>
                <a:cs typeface="Times New Roman" panose="02020603050405020304" pitchFamily="18" charset="0"/>
              </a:rPr>
              <a:t>DNA repair restores damaged DNA:</a:t>
            </a:r>
          </a:p>
          <a:p>
            <a:pPr marL="0" indent="0" algn="just">
              <a:spcBef>
                <a:spcPct val="0"/>
              </a:spcBef>
              <a:spcAft>
                <a:spcPts val="1323"/>
              </a:spcAft>
              <a:buNone/>
            </a:pPr>
            <a:r>
              <a:rPr lang="en-US" sz="2647" dirty="0">
                <a:solidFill>
                  <a:srgbClr val="000000"/>
                </a:solidFill>
                <a:latin typeface="Times New Roman" panose="02020603050405020304" pitchFamily="18" charset="0"/>
                <a:cs typeface="Times New Roman" panose="02020603050405020304" pitchFamily="18" charset="0"/>
              </a:rPr>
              <a:t>Without repair mechanisms, cells would accumulate mutations until</a:t>
            </a:r>
            <a:r>
              <a:rPr lang="id-ID" sz="2647" dirty="0">
                <a:solidFill>
                  <a:srgbClr val="000000"/>
                </a:solidFill>
                <a:latin typeface="Times New Roman" panose="02020603050405020304" pitchFamily="18" charset="0"/>
                <a:cs typeface="Times New Roman" panose="02020603050405020304" pitchFamily="18" charset="0"/>
              </a:rPr>
              <a:t> inviability occurred.</a:t>
            </a:r>
          </a:p>
          <a:p>
            <a:pPr marL="0" indent="0" algn="just">
              <a:spcBef>
                <a:spcPct val="0"/>
              </a:spcBef>
              <a:buNone/>
            </a:pPr>
            <a:r>
              <a:rPr lang="en-US" sz="2647" b="1" dirty="0">
                <a:solidFill>
                  <a:srgbClr val="000000"/>
                </a:solidFill>
                <a:latin typeface="Times New Roman" panose="02020603050405020304" pitchFamily="18" charset="0"/>
                <a:cs typeface="Times New Roman" panose="02020603050405020304" pitchFamily="18" charset="0"/>
              </a:rPr>
              <a:t>Repair can be either specific or nonspecific</a:t>
            </a:r>
            <a:r>
              <a:rPr lang="id-ID" sz="2647" b="1" dirty="0">
                <a:solidFill>
                  <a:srgbClr val="000000"/>
                </a:solidFill>
                <a:latin typeface="Times New Roman" panose="02020603050405020304" pitchFamily="18" charset="0"/>
                <a:cs typeface="Times New Roman" panose="02020603050405020304" pitchFamily="18" charset="0"/>
              </a:rPr>
              <a:t>:</a:t>
            </a:r>
            <a:endParaRPr lang="en-US" sz="2647" b="1" dirty="0">
              <a:solidFill>
                <a:srgbClr val="000000"/>
              </a:solidFill>
              <a:latin typeface="Times New Roman" panose="02020603050405020304" pitchFamily="18" charset="0"/>
              <a:cs typeface="Times New Roman" panose="02020603050405020304" pitchFamily="18" charset="0"/>
            </a:endParaRPr>
          </a:p>
          <a:p>
            <a:pPr marL="0" indent="0" algn="just">
              <a:spcBef>
                <a:spcPct val="0"/>
              </a:spcBef>
              <a:buNone/>
            </a:pPr>
            <a:r>
              <a:rPr lang="en-US" sz="2647" dirty="0">
                <a:solidFill>
                  <a:srgbClr val="000000"/>
                </a:solidFill>
                <a:latin typeface="Times New Roman" panose="02020603050405020304" pitchFamily="18" charset="0"/>
                <a:cs typeface="Times New Roman" panose="02020603050405020304" pitchFamily="18" charset="0"/>
              </a:rPr>
              <a:t>The enzyme photolyase uses energy from visible light to cleave</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thymine dimers caused by UV light. Excision repair is nonspecific. In</a:t>
            </a:r>
            <a:r>
              <a:rPr lang="id-ID" sz="2647" dirty="0">
                <a:solidFill>
                  <a:srgbClr val="000000"/>
                </a:solidFill>
                <a:latin typeface="Times New Roman" panose="02020603050405020304" pitchFamily="18" charset="0"/>
                <a:cs typeface="Times New Roman" panose="02020603050405020304" pitchFamily="18" charset="0"/>
              </a:rPr>
              <a:t> </a:t>
            </a:r>
            <a:r>
              <a:rPr lang="en-US" sz="2647" dirty="0">
                <a:solidFill>
                  <a:srgbClr val="000000"/>
                </a:solidFill>
                <a:latin typeface="Times New Roman" panose="02020603050405020304" pitchFamily="18" charset="0"/>
                <a:cs typeface="Times New Roman" panose="02020603050405020304" pitchFamily="18" charset="0"/>
              </a:rPr>
              <a:t>prokaryotes, the </a:t>
            </a:r>
            <a:r>
              <a:rPr lang="en-US" sz="2647" dirty="0" err="1">
                <a:solidFill>
                  <a:srgbClr val="000000"/>
                </a:solidFill>
                <a:latin typeface="Times New Roman" panose="02020603050405020304" pitchFamily="18" charset="0"/>
                <a:cs typeface="Times New Roman" panose="02020603050405020304" pitchFamily="18" charset="0"/>
              </a:rPr>
              <a:t>uvr</a:t>
            </a:r>
            <a:r>
              <a:rPr lang="en-US" sz="2647" dirty="0">
                <a:solidFill>
                  <a:srgbClr val="000000"/>
                </a:solidFill>
                <a:latin typeface="Times New Roman" panose="02020603050405020304" pitchFamily="18" charset="0"/>
                <a:cs typeface="Times New Roman" panose="02020603050405020304" pitchFamily="18" charset="0"/>
              </a:rPr>
              <a:t> system can remove a damaged region of DNA.</a:t>
            </a:r>
            <a:endParaRPr lang="id-ID" sz="2647"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1597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319179" y="772875"/>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MANIPULATION</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157098" y="1903364"/>
            <a:ext cx="8374442" cy="5125932"/>
          </a:xfrm>
        </p:spPr>
        <p:txBody>
          <a:bodyPr/>
          <a:lstStyle/>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Restriction enzymes cleave DNA at specific sites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spcAft>
                <a:spcPts val="2647"/>
              </a:spcAft>
              <a:buNone/>
            </a:pP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DNA molecules fragmented by known type II restriction</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endonucleases can be ordered into a physical map of DNA.</a:t>
            </a:r>
          </a:p>
          <a:p>
            <a:pPr lvl="0" algn="just" fontAlgn="base">
              <a:spcBef>
                <a:spcPct val="0"/>
              </a:spcBef>
              <a:spcAft>
                <a:spcPct val="0"/>
              </a:spcAft>
              <a:buFont typeface="Wingdings" panose="05000000000000000000" pitchFamily="2" charset="2"/>
              <a:buChar char="§"/>
            </a:pPr>
            <a:r>
              <a:rPr lang="en-US" sz="2800" b="1" dirty="0">
                <a:solidFill>
                  <a:srgbClr val="000000"/>
                </a:solidFill>
                <a:latin typeface="Times New Roman" panose="02020603050405020304" pitchFamily="18" charset="0"/>
                <a:cs typeface="Times New Roman" panose="02020603050405020304" pitchFamily="18" charset="0"/>
              </a:rPr>
              <a:t>DNA ligase allows construction of recombinant molecules</a:t>
            </a:r>
            <a:r>
              <a:rPr lang="id-ID" sz="2800" b="1" dirty="0">
                <a:solidFill>
                  <a:srgbClr val="000000"/>
                </a:solidFill>
                <a:latin typeface="Times New Roman" panose="02020603050405020304" pitchFamily="18" charset="0"/>
                <a:cs typeface="Times New Roman" panose="02020603050405020304" pitchFamily="18" charset="0"/>
              </a:rPr>
              <a:t>:</a:t>
            </a:r>
            <a:endParaRPr lang="en-US" sz="2800" b="1" dirty="0">
              <a:solidFill>
                <a:srgbClr val="000000"/>
              </a:solidFill>
              <a:latin typeface="Times New Roman" panose="02020603050405020304" pitchFamily="18" charset="0"/>
              <a:cs typeface="Times New Roman" panose="02020603050405020304" pitchFamily="18" charset="0"/>
            </a:endParaRPr>
          </a:p>
          <a:p>
            <a:pPr marL="504200" indent="-504200" algn="just">
              <a:spcBef>
                <a:spcPct val="0"/>
              </a:spcBef>
              <a:buNone/>
            </a:pP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Just as in DNA replication, DNA ligase catalyzes formation of</a:t>
            </a:r>
            <a:r>
              <a:rPr lang="id-ID" sz="2800" dirty="0">
                <a:solidFill>
                  <a:srgbClr val="000000"/>
                </a:solidFill>
                <a:latin typeface="Times New Roman" panose="02020603050405020304" pitchFamily="18" charset="0"/>
                <a:cs typeface="Times New Roman" panose="02020603050405020304" pitchFamily="18" charset="0"/>
              </a:rPr>
              <a:t> </a:t>
            </a:r>
            <a:r>
              <a:rPr lang="en-US" sz="2800" dirty="0">
                <a:solidFill>
                  <a:srgbClr val="000000"/>
                </a:solidFill>
                <a:latin typeface="Times New Roman" panose="02020603050405020304" pitchFamily="18" charset="0"/>
                <a:cs typeface="Times New Roman" panose="02020603050405020304" pitchFamily="18" charset="0"/>
              </a:rPr>
              <a:t>a phosphodiester bond between nucleotides, forming a</a:t>
            </a:r>
            <a:r>
              <a:rPr lang="id-ID" sz="2800" dirty="0">
                <a:solidFill>
                  <a:srgbClr val="000000"/>
                </a:solidFill>
                <a:latin typeface="Times New Roman" panose="02020603050405020304" pitchFamily="18" charset="0"/>
                <a:cs typeface="Times New Roman" panose="02020603050405020304" pitchFamily="18" charset="0"/>
              </a:rPr>
              <a:t> recombinant molecule.</a:t>
            </a:r>
          </a:p>
        </p:txBody>
      </p:sp>
    </p:spTree>
    <p:extLst>
      <p:ext uri="{BB962C8B-B14F-4D97-AF65-F5344CB8AC3E}">
        <p14:creationId xmlns:p14="http://schemas.microsoft.com/office/powerpoint/2010/main" val="1648704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56CF-DB5B-4210-8F25-390D48E4BE29}"/>
              </a:ext>
            </a:extLst>
          </p:cNvPr>
          <p:cNvSpPr>
            <a:spLocks noGrp="1"/>
          </p:cNvSpPr>
          <p:nvPr>
            <p:ph type="title"/>
          </p:nvPr>
        </p:nvSpPr>
        <p:spPr>
          <a:xfrm>
            <a:off x="2319179" y="772875"/>
            <a:ext cx="6050280" cy="873497"/>
          </a:xfrm>
        </p:spPr>
        <p:txBody>
          <a:bodyPr>
            <a:normAutofit/>
          </a:bodyPr>
          <a:lstStyle/>
          <a:p>
            <a:pPr lvl="0" algn="ctr" fontAlgn="base">
              <a:spcAft>
                <a:spcPct val="0"/>
              </a:spcAft>
            </a:pPr>
            <a:r>
              <a:rPr lang="id-ID" sz="3088" dirty="0">
                <a:solidFill>
                  <a:srgbClr val="000000"/>
                </a:solidFill>
                <a:latin typeface="Times New Roman" panose="02020603050405020304" pitchFamily="18" charset="0"/>
                <a:ea typeface="+mn-ea"/>
                <a:cs typeface="Times New Roman" panose="02020603050405020304" pitchFamily="18" charset="0"/>
              </a:rPr>
              <a:t>DNA MANIPULATION</a:t>
            </a:r>
            <a:endParaRPr lang="id-ID" dirty="0"/>
          </a:p>
        </p:txBody>
      </p:sp>
      <p:sp>
        <p:nvSpPr>
          <p:cNvPr id="3" name="Content Placeholder 2">
            <a:extLst>
              <a:ext uri="{FF2B5EF4-FFF2-40B4-BE49-F238E27FC236}">
                <a16:creationId xmlns:a16="http://schemas.microsoft.com/office/drawing/2014/main" id="{45ABB95F-0D35-491B-83F7-4B60313F479C}"/>
              </a:ext>
            </a:extLst>
          </p:cNvPr>
          <p:cNvSpPr>
            <a:spLocks noGrp="1"/>
          </p:cNvSpPr>
          <p:nvPr>
            <p:ph idx="1"/>
          </p:nvPr>
        </p:nvSpPr>
        <p:spPr>
          <a:xfrm>
            <a:off x="1197404" y="1955319"/>
            <a:ext cx="8907357" cy="5125932"/>
          </a:xfrm>
        </p:spPr>
        <p:txBody>
          <a:bodyPr/>
          <a:lstStyle/>
          <a:p>
            <a:pPr algn="just">
              <a:spcBef>
                <a:spcPct val="0"/>
              </a:spcBef>
              <a:spcAft>
                <a:spcPts val="1323"/>
              </a:spcAft>
              <a:buFont typeface="Wingdings" panose="05000000000000000000" pitchFamily="2" charset="2"/>
              <a:buChar char="§"/>
            </a:pPr>
            <a:r>
              <a:rPr lang="en-US" sz="3088" b="1" dirty="0">
                <a:solidFill>
                  <a:srgbClr val="000000"/>
                </a:solidFill>
                <a:latin typeface="Times New Roman" panose="02020603050405020304" pitchFamily="18" charset="0"/>
                <a:cs typeface="Times New Roman" panose="02020603050405020304" pitchFamily="18" charset="0"/>
              </a:rPr>
              <a:t>Transformation allows introduction of foreign DNA into </a:t>
            </a:r>
            <a:r>
              <a:rPr lang="en-US" sz="3088" b="1" i="1" dirty="0">
                <a:solidFill>
                  <a:srgbClr val="000000"/>
                </a:solidFill>
                <a:latin typeface="Times New Roman" panose="02020603050405020304" pitchFamily="18" charset="0"/>
                <a:cs typeface="Times New Roman" panose="02020603050405020304" pitchFamily="18" charset="0"/>
              </a:rPr>
              <a:t>E. coli</a:t>
            </a:r>
            <a:r>
              <a:rPr lang="id-ID" sz="3088" b="1" dirty="0">
                <a:solidFill>
                  <a:srgbClr val="000000"/>
                </a:solidFill>
                <a:latin typeface="Times New Roman" panose="02020603050405020304" pitchFamily="18" charset="0"/>
                <a:cs typeface="Times New Roman" panose="02020603050405020304" pitchFamily="18" charset="0"/>
              </a:rPr>
              <a:t>:</a:t>
            </a:r>
          </a:p>
          <a:p>
            <a:pPr marL="504200" indent="-504200" algn="just">
              <a:spcBef>
                <a:spcPct val="0"/>
              </a:spcBef>
              <a:buNone/>
            </a:pPr>
            <a:r>
              <a:rPr lang="id-ID" sz="3088" b="1" dirty="0">
                <a:solidFill>
                  <a:srgbClr val="000000"/>
                </a:solidFill>
                <a:latin typeface="Times New Roman" panose="02020603050405020304" pitchFamily="18" charset="0"/>
                <a:cs typeface="Times New Roman" panose="02020603050405020304" pitchFamily="18" charset="0"/>
              </a:rPr>
              <a:t>	</a:t>
            </a:r>
            <a:r>
              <a:rPr lang="id-ID" sz="3088" dirty="0">
                <a:solidFill>
                  <a:srgbClr val="000000"/>
                </a:solidFill>
                <a:latin typeface="Times New Roman" panose="02020603050405020304" pitchFamily="18" charset="0"/>
                <a:cs typeface="Times New Roman" panose="02020603050405020304" pitchFamily="18" charset="0"/>
              </a:rPr>
              <a:t>Artificial transformation techniques introduce foreign DNA into </a:t>
            </a:r>
            <a:r>
              <a:rPr lang="en-US" sz="3088" i="1" dirty="0">
                <a:solidFill>
                  <a:srgbClr val="000000"/>
                </a:solidFill>
                <a:latin typeface="Times New Roman" panose="02020603050405020304" pitchFamily="18" charset="0"/>
                <a:cs typeface="Times New Roman" panose="02020603050405020304" pitchFamily="18" charset="0"/>
              </a:rPr>
              <a:t>E. coli </a:t>
            </a:r>
            <a:r>
              <a:rPr lang="en-US" sz="3088" dirty="0">
                <a:solidFill>
                  <a:srgbClr val="000000"/>
                </a:solidFill>
                <a:latin typeface="Times New Roman" panose="02020603050405020304" pitchFamily="18" charset="0"/>
                <a:cs typeface="Times New Roman" panose="02020603050405020304" pitchFamily="18" charset="0"/>
              </a:rPr>
              <a:t>cells, which are then termed transgenic.</a:t>
            </a:r>
            <a:endParaRPr lang="id-ID" sz="3088"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84775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5432256"/>
          </a:xfrm>
          <a:prstGeom prst="rect">
            <a:avLst/>
          </a:prstGeom>
        </p:spPr>
        <p:txBody>
          <a:bodyPr wrap="square">
            <a:spAutoFit/>
          </a:bodyPr>
          <a:lstStyle/>
          <a:p>
            <a:pPr algn="just">
              <a:spcAft>
                <a:spcPts val="662"/>
              </a:spcAft>
            </a:pPr>
            <a:endParaRPr lang="en-US" sz="2400" b="1" dirty="0">
              <a:solidFill>
                <a:srgbClr val="000000"/>
              </a:solidFill>
              <a:latin typeface="Times New Roman" panose="02020603050405020304" pitchFamily="18" charset="0"/>
              <a:cs typeface="Times New Roman" panose="02020603050405020304" pitchFamily="18" charset="0"/>
            </a:endParaRPr>
          </a:p>
          <a:p>
            <a:pPr algn="just">
              <a:spcAft>
                <a:spcPts val="662"/>
              </a:spcAft>
            </a:pPr>
            <a:r>
              <a:rPr lang="en-US" sz="2400" b="1" dirty="0">
                <a:solidFill>
                  <a:srgbClr val="000000"/>
                </a:solidFill>
                <a:latin typeface="Times New Roman" panose="02020603050405020304" pitchFamily="18" charset="0"/>
                <a:cs typeface="Times New Roman" panose="02020603050405020304" pitchFamily="18" charset="0"/>
              </a:rPr>
              <a:t>Host–vector systems allow propagation of foreign DNA in bacteria</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Plasmids, and artificial chromosomes can be used as vectors. </a:t>
            </a:r>
            <a:endParaRPr lang="id-ID" sz="2400" dirty="0">
              <a:solidFill>
                <a:srgbClr val="000000"/>
              </a:solidFill>
              <a:latin typeface="Times New Roman" panose="02020603050405020304" pitchFamily="18" charset="0"/>
              <a:cs typeface="Times New Roman" panose="02020603050405020304" pitchFamily="18" charset="0"/>
            </a:endParaRPr>
          </a:p>
          <a:p>
            <a:pPr marL="504200" indent="-504200" algn="just">
              <a:spcAft>
                <a:spcPts val="1323"/>
              </a:spcAft>
              <a:buFont typeface="+mj-lt"/>
              <a:buAutoNum type="alphaLcParenR"/>
            </a:pPr>
            <a:r>
              <a:rPr lang="en-US" sz="2400" dirty="0">
                <a:solidFill>
                  <a:srgbClr val="000000"/>
                </a:solidFill>
                <a:latin typeface="Times New Roman" panose="02020603050405020304" pitchFamily="18" charset="0"/>
                <a:cs typeface="Times New Roman" panose="02020603050405020304" pitchFamily="18" charset="0"/>
              </a:rPr>
              <a:t>Foreign</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DNA is inserted using restriction enzymes and DNA ligase; once the</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vector is inside the host cell, it is replicated during the cell cycle.</a:t>
            </a:r>
            <a:r>
              <a:rPr lang="en-US" sz="2400" b="1" dirty="0">
                <a:solidFill>
                  <a:srgbClr val="000000"/>
                </a:solidFill>
                <a:latin typeface="Times New Roman" panose="02020603050405020304" pitchFamily="18" charset="0"/>
                <a:cs typeface="Times New Roman" panose="02020603050405020304" pitchFamily="18" charset="0"/>
              </a:rPr>
              <a:t> </a:t>
            </a:r>
            <a:endParaRPr lang="id-ID" sz="2400" b="1" dirty="0">
              <a:solidFill>
                <a:srgbClr val="000000"/>
              </a:solidFill>
              <a:latin typeface="Times New Roman" panose="02020603050405020304" pitchFamily="18" charset="0"/>
              <a:cs typeface="Times New Roman" panose="02020603050405020304" pitchFamily="18" charset="0"/>
            </a:endParaRPr>
          </a:p>
          <a:p>
            <a:pPr algn="just">
              <a:spcAft>
                <a:spcPts val="1323"/>
              </a:spcAft>
            </a:pPr>
            <a:r>
              <a:rPr lang="en-US" sz="2400" b="1" dirty="0">
                <a:solidFill>
                  <a:srgbClr val="000000"/>
                </a:solidFill>
                <a:latin typeface="Times New Roman" panose="02020603050405020304" pitchFamily="18" charset="0"/>
                <a:cs typeface="Times New Roman" panose="02020603050405020304" pitchFamily="18" charset="0"/>
              </a:rPr>
              <a:t>DNA libraries contain the entire genome of an organism</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r>
              <a:rPr lang="id-ID" sz="2400" b="1" i="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DNA library is a complex mixture of DNAs collected into vectors.</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These libraries may be probed for a sequence of interest.</a:t>
            </a:r>
            <a:endParaRPr lang="id-ID" sz="2400" b="1" dirty="0">
              <a:solidFill>
                <a:srgbClr val="000000"/>
              </a:solidFill>
              <a:latin typeface="Times New Roman" panose="02020603050405020304" pitchFamily="18" charset="0"/>
              <a:cs typeface="Times New Roman" panose="02020603050405020304" pitchFamily="18"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237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6399188"/>
          </a:xfrm>
          <a:prstGeom prst="rect">
            <a:avLst/>
          </a:prstGeom>
        </p:spPr>
        <p:txBody>
          <a:bodyPr wrap="square">
            <a:spAutoFit/>
          </a:bodyPr>
          <a:lstStyle/>
          <a:p>
            <a:pPr algn="just">
              <a:spcAft>
                <a:spcPts val="662"/>
              </a:spcAft>
            </a:pPr>
            <a:endParaRPr lang="en-US" sz="2400" b="1" dirty="0">
              <a:solidFill>
                <a:srgbClr val="000000"/>
              </a:solidFill>
              <a:latin typeface="Times New Roman" panose="02020603050405020304" pitchFamily="18" charset="0"/>
              <a:cs typeface="Times New Roman" panose="02020603050405020304" pitchFamily="18" charset="0"/>
            </a:endParaRPr>
          </a:p>
          <a:p>
            <a:pPr algn="just">
              <a:spcAft>
                <a:spcPts val="662"/>
              </a:spcAft>
            </a:pPr>
            <a:r>
              <a:rPr lang="en-US" sz="2400" b="1" dirty="0">
                <a:solidFill>
                  <a:srgbClr val="000000"/>
                </a:solidFill>
                <a:latin typeface="Times New Roman" panose="02020603050405020304" pitchFamily="18" charset="0"/>
                <a:cs typeface="Times New Roman" panose="02020603050405020304" pitchFamily="18" charset="0"/>
              </a:rPr>
              <a:t>Reverse transcriptase can make a DNA copy of RNA</a:t>
            </a:r>
            <a:r>
              <a:rPr lang="id-ID" sz="2400" b="1" dirty="0">
                <a:solidFill>
                  <a:srgbClr val="000000"/>
                </a:solidFill>
                <a:latin typeface="Times New Roman" panose="02020603050405020304" pitchFamily="18" charset="0"/>
                <a:cs typeface="Times New Roman" panose="02020603050405020304" pitchFamily="18" charset="0"/>
              </a:rPr>
              <a:t>: </a:t>
            </a:r>
          </a:p>
          <a:p>
            <a:pPr marL="504200" indent="-504200" algn="just">
              <a:spcAft>
                <a:spcPts val="2647"/>
              </a:spcAft>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A library can also be created for the expressed parts of the genome by</a:t>
            </a:r>
            <a:r>
              <a:rPr lang="id-ID" sz="2400"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isolating RNA and converting it to cDNA using the enzyme reverse</a:t>
            </a:r>
            <a:r>
              <a:rPr lang="id-ID" sz="2400" dirty="0">
                <a:solidFill>
                  <a:srgbClr val="000000"/>
                </a:solidFill>
                <a:latin typeface="Times New Roman" panose="02020603050405020304" pitchFamily="18" charset="0"/>
                <a:cs typeface="Times New Roman" panose="02020603050405020304" pitchFamily="18" charset="0"/>
              </a:rPr>
              <a:t> transcriptase</a:t>
            </a:r>
          </a:p>
          <a:p>
            <a:pPr lvl="0" algn="just"/>
            <a:r>
              <a:rPr lang="en-US" sz="2400" b="1" dirty="0">
                <a:solidFill>
                  <a:srgbClr val="000000"/>
                </a:solidFill>
                <a:latin typeface="Times New Roman" panose="02020603050405020304" pitchFamily="18" charset="0"/>
                <a:cs typeface="Times New Roman" panose="02020603050405020304" pitchFamily="18" charset="0"/>
              </a:rPr>
              <a:t>Hybridization allows identification of specific DNAs in </a:t>
            </a:r>
            <a:r>
              <a:rPr lang="id-ID" sz="2400" b="1" dirty="0">
                <a:solidFill>
                  <a:srgbClr val="000000"/>
                </a:solidFill>
                <a:latin typeface="Times New Roman" panose="02020603050405020304" pitchFamily="18" charset="0"/>
                <a:cs typeface="Times New Roman" panose="02020603050405020304" pitchFamily="18" charset="0"/>
              </a:rPr>
              <a:t>complex mixtures: </a:t>
            </a:r>
          </a:p>
          <a:p>
            <a:pPr marL="504200" indent="-504200" algn="just">
              <a:spcAft>
                <a:spcPts val="1323"/>
              </a:spcAf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DNA can be reversibly denatured and renatured, resulting in single- and</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then double-stranded DNA. </a:t>
            </a:r>
            <a:r>
              <a:rPr lang="id-ID" sz="2000" dirty="0">
                <a:solidFill>
                  <a:srgbClr val="000000"/>
                </a:solidFill>
                <a:latin typeface="Times New Roman" panose="02020603050405020304" pitchFamily="18" charset="0"/>
                <a:cs typeface="Times New Roman" panose="02020603050405020304" pitchFamily="18" charset="0"/>
              </a:rPr>
              <a:t> </a:t>
            </a:r>
          </a:p>
          <a:p>
            <a:pPr marL="504200" indent="-504200" algn="just">
              <a:buFont typeface="+mj-lt"/>
              <a:buAutoNum type="alphaLcParenR"/>
            </a:pPr>
            <a:r>
              <a:rPr lang="en-US" sz="2000" dirty="0">
                <a:solidFill>
                  <a:srgbClr val="000000"/>
                </a:solidFill>
                <a:latin typeface="Times New Roman" panose="02020603050405020304" pitchFamily="18" charset="0"/>
                <a:cs typeface="Times New Roman" panose="02020603050405020304" pitchFamily="18" charset="0"/>
              </a:rPr>
              <a:t>Renaturation of complementary strands</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from different sources is called </a:t>
            </a:r>
            <a:r>
              <a:rPr lang="en-US" sz="2000" b="1" dirty="0">
                <a:solidFill>
                  <a:srgbClr val="000000"/>
                </a:solidFill>
                <a:latin typeface="Times New Roman" panose="02020603050405020304" pitchFamily="18" charset="0"/>
                <a:cs typeface="Times New Roman" panose="02020603050405020304" pitchFamily="18" charset="0"/>
              </a:rPr>
              <a:t>HYBRIDIZATION</a:t>
            </a:r>
            <a:r>
              <a:rPr lang="en-US" sz="2000" dirty="0">
                <a:solidFill>
                  <a:srgbClr val="000000"/>
                </a:solidFill>
                <a:latin typeface="Times New Roman" panose="02020603050405020304" pitchFamily="18" charset="0"/>
                <a:cs typeface="Times New Roman" panose="02020603050405020304" pitchFamily="18" charset="0"/>
              </a:rPr>
              <a:t>. Known DNA can be</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labeled to identify</a:t>
            </a:r>
            <a:r>
              <a:rPr lang="id-ID"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complementary strands.</a:t>
            </a:r>
            <a:endParaRPr lang="id-ID" sz="2000" dirty="0">
              <a:solidFill>
                <a:srgbClr val="000000"/>
              </a:solidFill>
              <a:latin typeface="Times New Roman" panose="02020603050405020304" pitchFamily="18" charset="0"/>
              <a:cs typeface="Times New Roman" panose="02020603050405020304" pitchFamily="18" charset="0"/>
            </a:endParaRPr>
          </a:p>
          <a:p>
            <a:pPr marL="504200" indent="-504200">
              <a:spcAft>
                <a:spcPts val="1323"/>
              </a:spcAft>
            </a:pPr>
            <a:endParaRPr lang="id-ID" sz="2400" dirty="0">
              <a:solidFill>
                <a:srgbClr val="000000"/>
              </a:solidFill>
              <a:latin typeface="Arial"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6352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8250" y="875489"/>
            <a:ext cx="9618662" cy="642026"/>
          </a:xfrm>
        </p:spPr>
        <p:txBody>
          <a:bodyPr/>
          <a:lstStyle/>
          <a:p>
            <a:r>
              <a:rPr lang="en-US" sz="2800" b="1" dirty="0"/>
              <a:t>Genomics Application : Molecular Cloning</a:t>
            </a:r>
            <a:endParaRPr lang="id-ID" sz="2800" b="1" dirty="0"/>
          </a:p>
        </p:txBody>
      </p:sp>
      <p:sp>
        <p:nvSpPr>
          <p:cNvPr id="7" name="AutoShape 6">
            <a:extLst>
              <a:ext uri="{FF2B5EF4-FFF2-40B4-BE49-F238E27FC236}">
                <a16:creationId xmlns:a16="http://schemas.microsoft.com/office/drawing/2014/main" id="{8ABA6F95-747B-4FDF-946A-24A16ECC5706}"/>
              </a:ext>
            </a:extLst>
          </p:cNvPr>
          <p:cNvSpPr>
            <a:spLocks noChangeAspect="1" noChangeArrowheads="1"/>
          </p:cNvSpPr>
          <p:nvPr/>
        </p:nvSpPr>
        <p:spPr bwMode="auto">
          <a:xfrm>
            <a:off x="5343525" y="37814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3" name="AutoShape 2" descr="The central dogma of molecular biology. Black arrows show the transfer... |  Download Scientific Diagram">
            <a:extLst>
              <a:ext uri="{FF2B5EF4-FFF2-40B4-BE49-F238E27FC236}">
                <a16:creationId xmlns:a16="http://schemas.microsoft.com/office/drawing/2014/main" id="{5904CCF4-A665-4070-8BC0-4420200DCC02}"/>
              </a:ext>
            </a:extLst>
          </p:cNvPr>
          <p:cNvSpPr>
            <a:spLocks noChangeAspect="1" noChangeArrowheads="1"/>
          </p:cNvSpPr>
          <p:nvPr/>
        </p:nvSpPr>
        <p:spPr bwMode="auto">
          <a:xfrm>
            <a:off x="5191125" y="36290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HK"/>
          </a:p>
        </p:txBody>
      </p:sp>
      <p:sp>
        <p:nvSpPr>
          <p:cNvPr id="6" name="Rectangle 5">
            <a:extLst>
              <a:ext uri="{FF2B5EF4-FFF2-40B4-BE49-F238E27FC236}">
                <a16:creationId xmlns:a16="http://schemas.microsoft.com/office/drawing/2014/main" id="{B9F26389-BF6E-4C29-B43D-14BB21B8C0EB}"/>
              </a:ext>
            </a:extLst>
          </p:cNvPr>
          <p:cNvSpPr/>
          <p:nvPr/>
        </p:nvSpPr>
        <p:spPr>
          <a:xfrm>
            <a:off x="1238250" y="1481864"/>
            <a:ext cx="8840932" cy="3801041"/>
          </a:xfrm>
          <a:prstGeom prst="rect">
            <a:avLst/>
          </a:prstGeom>
        </p:spPr>
        <p:txBody>
          <a:bodyPr wrap="square">
            <a:spAutoFit/>
          </a:bodyPr>
          <a:lstStyle/>
          <a:p>
            <a:pPr marL="504200" indent="-504200" algn="just">
              <a:spcAft>
                <a:spcPts val="1323"/>
              </a:spcAft>
              <a:buFont typeface="Wingdings" panose="05000000000000000000" pitchFamily="2" charset="2"/>
              <a:buChar char="§"/>
            </a:pPr>
            <a:r>
              <a:rPr lang="en-US" sz="2400" b="1" dirty="0">
                <a:solidFill>
                  <a:srgbClr val="000000"/>
                </a:solidFill>
                <a:latin typeface="Times New Roman" panose="02020603050405020304" pitchFamily="18" charset="0"/>
                <a:cs typeface="Times New Roman" panose="02020603050405020304" pitchFamily="18" charset="0"/>
              </a:rPr>
              <a:t>Specific clones can be isolated from a library</a:t>
            </a:r>
            <a:r>
              <a:rPr lang="id-ID" sz="2400" b="1" dirty="0">
                <a:solidFill>
                  <a:srgbClr val="000000"/>
                </a:solidFill>
                <a:latin typeface="Times New Roman" panose="02020603050405020304" pitchFamily="18" charset="0"/>
                <a:cs typeface="Times New Roman" panose="02020603050405020304" pitchFamily="18" charset="0"/>
              </a:rPr>
              <a:t>:</a:t>
            </a:r>
          </a:p>
          <a:p>
            <a:pPr marL="504200" indent="-504200" algn="just">
              <a:spcAft>
                <a:spcPts val="662"/>
              </a:spcAft>
            </a:pPr>
            <a:r>
              <a:rPr lang="id-ID" sz="2400" b="1" dirty="0">
                <a:solidFill>
                  <a:srgbClr val="000000"/>
                </a:solidFill>
                <a:latin typeface="Times New Roman" panose="02020603050405020304" pitchFamily="18" charset="0"/>
                <a:cs typeface="Times New Roman" panose="02020603050405020304" pitchFamily="18" charset="0"/>
              </a:rPr>
              <a:t>	</a:t>
            </a:r>
            <a:r>
              <a:rPr lang="en-US" sz="2400" dirty="0">
                <a:solidFill>
                  <a:srgbClr val="000000"/>
                </a:solidFill>
                <a:latin typeface="Times New Roman" panose="02020603050405020304" pitchFamily="18" charset="0"/>
                <a:cs typeface="Times New Roman" panose="02020603050405020304" pitchFamily="18" charset="0"/>
              </a:rPr>
              <a:t>Hybridization is the most common way to identify a gene of interest</a:t>
            </a:r>
            <a:r>
              <a:rPr lang="id-ID" sz="2400" dirty="0">
                <a:solidFill>
                  <a:srgbClr val="000000"/>
                </a:solidFill>
                <a:latin typeface="Times New Roman" panose="02020603050405020304" pitchFamily="18" charset="0"/>
                <a:cs typeface="Times New Roman" panose="02020603050405020304" pitchFamily="18" charset="0"/>
              </a:rPr>
              <a:t> in a library.</a:t>
            </a:r>
            <a:endParaRPr lang="en-HK" sz="2400" dirty="0">
              <a:solidFill>
                <a:srgbClr val="000000"/>
              </a:solidFill>
              <a:latin typeface="Times New Roman" panose="02020603050405020304" pitchFamily="18" charset="0"/>
              <a:cs typeface="Times New Roman" panose="02020603050405020304" pitchFamily="18" charset="0"/>
            </a:endParaRPr>
          </a:p>
          <a:p>
            <a:pPr marL="504200" indent="-504200" algn="just">
              <a:spcAft>
                <a:spcPts val="662"/>
              </a:spcAft>
            </a:pPr>
            <a:endParaRPr lang="id-ID" sz="1000" dirty="0">
              <a:solidFill>
                <a:srgbClr val="000000"/>
              </a:solidFill>
              <a:latin typeface="Times New Roman" panose="02020603050405020304" pitchFamily="18" charset="0"/>
              <a:cs typeface="Times New Roman" panose="02020603050405020304" pitchFamily="18" charset="0"/>
            </a:endParaRPr>
          </a:p>
          <a:p>
            <a:pPr marL="504200" indent="-504200" algn="ctr">
              <a:spcAft>
                <a:spcPts val="1323"/>
              </a:spcAft>
            </a:pPr>
            <a:r>
              <a:rPr lang="en-US" sz="2400" b="1" dirty="0">
                <a:solidFill>
                  <a:srgbClr val="000000"/>
                </a:solidFill>
                <a:latin typeface="Times New Roman" panose="02020603050405020304" pitchFamily="18" charset="0"/>
                <a:cs typeface="Times New Roman" panose="02020603050405020304" pitchFamily="18" charset="0"/>
              </a:rPr>
              <a:t>MOLECULAR CLONING WITH VECTORS</a:t>
            </a:r>
            <a:endParaRPr lang="id-ID" sz="2400" dirty="0">
              <a:solidFill>
                <a:srgbClr val="000000"/>
              </a:solidFill>
              <a:latin typeface="Arial" charset="0"/>
            </a:endParaRPr>
          </a:p>
          <a:p>
            <a:pPr marL="504200" indent="-504200">
              <a:spcAft>
                <a:spcPts val="1323"/>
              </a:spcAft>
            </a:pPr>
            <a:endParaRPr lang="id-ID" sz="2400" dirty="0">
              <a:solidFill>
                <a:srgbClr val="000000"/>
              </a:solidFill>
              <a:latin typeface="Arial" charset="0"/>
            </a:endParaRPr>
          </a:p>
          <a:p>
            <a:pPr marL="504200" indent="-504200">
              <a:spcAft>
                <a:spcPts val="1323"/>
              </a:spcAft>
              <a:buFont typeface="+mj-lt"/>
              <a:buAutoNum type="alphaLcParenR"/>
            </a:pPr>
            <a:endParaRPr lang="id-ID" sz="2400" dirty="0">
              <a:solidFill>
                <a:srgbClr val="000000"/>
              </a:solidFill>
              <a:latin typeface="Times New Roman" panose="02020603050405020304" pitchFamily="18" charset="0"/>
              <a:cs typeface="Times New Roman" panose="02020603050405020304" pitchFamily="18" charset="0"/>
            </a:endParaRPr>
          </a:p>
          <a:p>
            <a:pPr algn="just">
              <a:spcAft>
                <a:spcPts val="1323"/>
              </a:spcAft>
              <a:buFont typeface="Wingdings" panose="05000000000000000000" pitchFamily="2" charset="2"/>
              <a:buChar char="§"/>
            </a:pPr>
            <a:endParaRPr lang="id-ID" sz="2800" dirty="0">
              <a:solidFill>
                <a:srgbClr val="000000"/>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7833345-4E8F-4956-8FC3-E26938284D17}"/>
              </a:ext>
            </a:extLst>
          </p:cNvPr>
          <p:cNvPicPr>
            <a:picLocks noChangeAspect="1" noChangeArrowheads="1"/>
          </p:cNvPicPr>
          <p:nvPr/>
        </p:nvPicPr>
        <p:blipFill>
          <a:blip r:embed="rId2" cstate="print"/>
          <a:srcRect/>
          <a:stretch>
            <a:fillRect/>
          </a:stretch>
        </p:blipFill>
        <p:spPr bwMode="auto">
          <a:xfrm>
            <a:off x="1556125" y="3629025"/>
            <a:ext cx="8097030" cy="3269188"/>
          </a:xfrm>
          <a:prstGeom prst="rect">
            <a:avLst/>
          </a:prstGeom>
          <a:noFill/>
          <a:ln w="9525">
            <a:noFill/>
            <a:miter lim="800000"/>
            <a:headEnd/>
            <a:tailEnd/>
          </a:ln>
        </p:spPr>
      </p:pic>
    </p:spTree>
    <p:extLst>
      <p:ext uri="{BB962C8B-B14F-4D97-AF65-F5344CB8AC3E}">
        <p14:creationId xmlns:p14="http://schemas.microsoft.com/office/powerpoint/2010/main" val="41176132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8250" y="1847494"/>
            <a:ext cx="9154687" cy="3928838"/>
          </a:xfrm>
        </p:spPr>
        <p:txBody>
          <a:bodyPr>
            <a:normAutofit/>
          </a:bodyPr>
          <a:lstStyle/>
          <a:p>
            <a:pPr marL="342900" lvl="0" indent="-342900">
              <a:buFont typeface="Symbol" panose="05050102010706020507" pitchFamily="18" charset="2"/>
              <a:buChar char=""/>
            </a:pPr>
            <a:endParaRPr lang="en-US" sz="2000" dirty="0"/>
          </a:p>
          <a:p>
            <a:endParaRPr lang="en-US" sz="2000" dirty="0"/>
          </a:p>
          <a:p>
            <a:endParaRPr lang="id-ID" sz="2000" dirty="0"/>
          </a:p>
        </p:txBody>
      </p:sp>
      <p:sp>
        <p:nvSpPr>
          <p:cNvPr id="7" name="Title 1">
            <a:extLst>
              <a:ext uri="{FF2B5EF4-FFF2-40B4-BE49-F238E27FC236}">
                <a16:creationId xmlns:a16="http://schemas.microsoft.com/office/drawing/2014/main" id="{2EA7FAA0-CA95-4687-828E-03EB29DED4AA}"/>
              </a:ext>
            </a:extLst>
          </p:cNvPr>
          <p:cNvSpPr>
            <a:spLocks noGrp="1"/>
          </p:cNvSpPr>
          <p:nvPr>
            <p:ph type="title"/>
          </p:nvPr>
        </p:nvSpPr>
        <p:spPr>
          <a:xfrm>
            <a:off x="1238250" y="796075"/>
            <a:ext cx="9618662" cy="1260475"/>
          </a:xfrm>
        </p:spPr>
        <p:txBody>
          <a:bodyPr/>
          <a:lstStyle/>
          <a:p>
            <a:r>
              <a:rPr lang="en-US" sz="4000" b="1" dirty="0"/>
              <a:t>References</a:t>
            </a:r>
            <a:endParaRPr lang="id-ID" sz="4000" b="1" dirty="0"/>
          </a:p>
        </p:txBody>
      </p:sp>
      <p:sp>
        <p:nvSpPr>
          <p:cNvPr id="2" name="Rectangle 1">
            <a:extLst>
              <a:ext uri="{FF2B5EF4-FFF2-40B4-BE49-F238E27FC236}">
                <a16:creationId xmlns:a16="http://schemas.microsoft.com/office/drawing/2014/main" id="{B3509AFA-2B94-4D5A-A25C-3F04BFE9CD3F}"/>
              </a:ext>
            </a:extLst>
          </p:cNvPr>
          <p:cNvSpPr/>
          <p:nvPr/>
        </p:nvSpPr>
        <p:spPr>
          <a:xfrm>
            <a:off x="1238251" y="2056550"/>
            <a:ext cx="8212138" cy="3477875"/>
          </a:xfrm>
          <a:prstGeom prst="rect">
            <a:avLst/>
          </a:prstGeom>
        </p:spPr>
        <p:txBody>
          <a:bodyPr wrap="square">
            <a:spAutoFit/>
          </a:bodyPr>
          <a:lstStyle/>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Lesk</a:t>
            </a:r>
            <a:r>
              <a:rPr lang="en-AU" sz="2400" dirty="0">
                <a:latin typeface="Arial" panose="020B0604020202020204" pitchFamily="34" charset="0"/>
                <a:ea typeface="Times New Roman" panose="02020603050405020304" pitchFamily="18" charset="0"/>
                <a:cs typeface="Times New Roman" panose="02020603050405020304" pitchFamily="18" charset="0"/>
              </a:rPr>
              <a:t>, Arthur M..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Introduction to Bioinformatics</a:t>
            </a:r>
            <a:r>
              <a:rPr lang="en-AU" sz="2400" dirty="0">
                <a:latin typeface="Arial" panose="020B0604020202020204" pitchFamily="34" charset="0"/>
                <a:ea typeface="Times New Roman" panose="02020603050405020304" pitchFamily="18" charset="0"/>
                <a:cs typeface="Times New Roman" panose="02020603050405020304" pitchFamily="18" charset="0"/>
              </a:rPr>
              <a:t>. 4. Oxford University Press, United Kingdom. ISBN: 978-0199651566. (*)</a:t>
            </a:r>
            <a:endParaRPr lang="en-HK" sz="2800" dirty="0">
              <a:latin typeface="Verdana" panose="020B0604030504040204" pitchFamily="34" charset="0"/>
              <a:ea typeface="Times New Roman" panose="02020603050405020304" pitchFamily="18" charset="0"/>
              <a:cs typeface="Times New Roman" panose="02020603050405020304" pitchFamily="18" charset="0"/>
            </a:endParaRPr>
          </a:p>
          <a:p>
            <a:pPr marL="342900" lvl="0" indent="-342900">
              <a:spcAft>
                <a:spcPts val="0"/>
              </a:spcAft>
              <a:buFont typeface="+mj-lt"/>
              <a:buAutoNum type="arabicPeriod"/>
            </a:pPr>
            <a:r>
              <a:rPr lang="en-AU" sz="2400" dirty="0" err="1">
                <a:latin typeface="Arial" panose="020B0604020202020204" pitchFamily="34" charset="0"/>
                <a:ea typeface="Times New Roman" panose="02020603050405020304" pitchFamily="18" charset="0"/>
                <a:cs typeface="Times New Roman" panose="02020603050405020304" pitchFamily="18" charset="0"/>
              </a:rPr>
              <a:t>Choudhuri</a:t>
            </a:r>
            <a:r>
              <a:rPr lang="en-AU" sz="2400" dirty="0">
                <a:latin typeface="Arial" panose="020B0604020202020204" pitchFamily="34" charset="0"/>
                <a:ea typeface="Times New Roman" panose="02020603050405020304" pitchFamily="18" charset="0"/>
                <a:cs typeface="Times New Roman" panose="02020603050405020304" pitchFamily="18" charset="0"/>
              </a:rPr>
              <a:t>, S.. (2014) </a:t>
            </a:r>
            <a:r>
              <a:rPr lang="en-AU" sz="2400" i="1" dirty="0">
                <a:latin typeface="Arial" panose="020B0604020202020204" pitchFamily="34" charset="0"/>
                <a:ea typeface="Times New Roman" panose="02020603050405020304" pitchFamily="18" charset="0"/>
                <a:cs typeface="Times New Roman" panose="02020603050405020304" pitchFamily="18" charset="0"/>
              </a:rPr>
              <a:t>Bioinformatics for Beginners: Genes, Genomes, Molecular Evolution, Databases and Analytical Tools</a:t>
            </a:r>
            <a:r>
              <a:rPr lang="en-AU" sz="2400" dirty="0">
                <a:latin typeface="Arial" panose="020B0604020202020204" pitchFamily="34" charset="0"/>
                <a:ea typeface="Times New Roman" panose="02020603050405020304" pitchFamily="18" charset="0"/>
                <a:cs typeface="Times New Roman" panose="02020603050405020304" pitchFamily="18" charset="0"/>
              </a:rPr>
              <a:t>. Elsevier. ISBN 978-0124104716. </a:t>
            </a:r>
          </a:p>
          <a:p>
            <a:pPr marL="342900" lvl="0" indent="-342900">
              <a:spcAft>
                <a:spcPts val="0"/>
              </a:spcAft>
              <a:buFont typeface="+mj-lt"/>
              <a:buAutoNum type="arabicPeriod"/>
            </a:pPr>
            <a:r>
              <a:rPr lang="en-AU" sz="2400" dirty="0">
                <a:latin typeface="Arial" panose="020B0604020202020204" pitchFamily="34" charset="0"/>
                <a:ea typeface="Times New Roman" panose="02020603050405020304" pitchFamily="18" charset="0"/>
                <a:cs typeface="Times New Roman" panose="02020603050405020304" pitchFamily="18" charset="0"/>
              </a:rPr>
              <a:t>Simon, E. J.. (2020). Biology : The Core. 3rd Edition. Pearson: Hoboken, NJ. ISBN 9780134891514</a:t>
            </a:r>
          </a:p>
          <a:p>
            <a:pPr marL="342900" lvl="0" indent="-342900">
              <a:spcAft>
                <a:spcPts val="0"/>
              </a:spcAft>
              <a:buFont typeface="+mj-lt"/>
              <a:buAutoNum type="arabicPeriod"/>
            </a:pPr>
            <a:endParaRPr lang="en-HK" sz="28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6838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5" ma:contentTypeDescription="Create a new document." ma:contentTypeScope="" ma:versionID="939164fb4ce9d77da8b44cb5205bf59b">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63b003db5a72b2282a54ad3b1f995462"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2.xml><?xml version="1.0" encoding="utf-8"?>
<ds:datastoreItem xmlns:ds="http://schemas.openxmlformats.org/officeDocument/2006/customXml" ds:itemID="{3F313E50-9F1C-4EB2-8248-D1942A92381A}">
  <ds:schemaRefs>
    <ds:schemaRef ds:uri="http://schemas.microsoft.com/office/2006/metadata/properties"/>
    <ds:schemaRef ds:uri="http://schemas.microsoft.com/office/infopath/2007/PartnerControls"/>
    <ds:schemaRef ds:uri="http://schemas.microsoft.com/sharepoint/v3/fields"/>
    <ds:schemaRef ds:uri="47793baa-3cbb-486e-a055-4d42ce3882d7"/>
    <ds:schemaRef ds:uri="9fdf624c-fedc-4f6c-b928-0c7bf4c9e100"/>
  </ds:schemaRefs>
</ds:datastoreItem>
</file>

<file path=customXml/itemProps3.xml><?xml version="1.0" encoding="utf-8"?>
<ds:datastoreItem xmlns:ds="http://schemas.openxmlformats.org/officeDocument/2006/customXml" ds:itemID="{61361C9D-5A18-4E58-8BA9-7D22F5AD4A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CED985A4-BE78-47BD-93FF-32CA6D846A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781</TotalTime>
  <Words>2920</Words>
  <Application>Microsoft Office PowerPoint</Application>
  <PresentationFormat>Custom</PresentationFormat>
  <Paragraphs>227</Paragraphs>
  <Slides>50</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50</vt:i4>
      </vt:variant>
    </vt:vector>
  </HeadingPairs>
  <TitlesOfParts>
    <vt:vector size="58" baseType="lpstr">
      <vt:lpstr>Arial</vt:lpstr>
      <vt:lpstr>Calibri</vt:lpstr>
      <vt:lpstr>Open Sans</vt:lpstr>
      <vt:lpstr>Symbol</vt:lpstr>
      <vt:lpstr>Times New Roman</vt:lpstr>
      <vt:lpstr>Verdana</vt:lpstr>
      <vt:lpstr>Wingdings</vt:lpstr>
      <vt:lpstr>Office Theme</vt:lpstr>
      <vt:lpstr>PowerPoint Presentation</vt:lpstr>
      <vt:lpstr>Learning Objectives</vt:lpstr>
      <vt:lpstr>Bioinformatics and System Biology</vt:lpstr>
      <vt:lpstr>PowerPoint Presentation</vt:lpstr>
      <vt:lpstr>Whole genomes can be sequenced and mapped</vt:lpstr>
      <vt:lpstr>The Human Genome Project was completed in 2003</vt:lpstr>
      <vt:lpstr>Genome mapping involved several separate techniques</vt:lpstr>
      <vt:lpstr>Central Dogma</vt:lpstr>
      <vt:lpstr>Replication</vt:lpstr>
      <vt:lpstr>Central Dogma - Transcription</vt:lpstr>
      <vt:lpstr>Nucleic Acid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 EUKARYOTIC REPLICATION </vt:lpstr>
      <vt:lpstr> </vt:lpstr>
      <vt:lpstr>PowerPoint Presentation</vt:lpstr>
      <vt:lpstr>PowerPoint Presentation</vt:lpstr>
      <vt:lpstr>PowerPoint Presentation</vt:lpstr>
      <vt:lpstr>DNA REPAIR</vt:lpstr>
      <vt:lpstr>DNA MANIPULATION</vt:lpstr>
      <vt:lpstr>DNA MANIPULATION</vt:lpstr>
      <vt:lpstr>Genomics Application : Molecular Cloning</vt:lpstr>
      <vt:lpstr>Genomics Application : Molecular Cloning</vt:lpstr>
      <vt:lpstr>Genomics Application : Molecular Cloning</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FABIAN</dc:creator>
  <cp:lastModifiedBy>FABIAN</cp:lastModifiedBy>
  <cp:revision>9</cp:revision>
  <dcterms:created xsi:type="dcterms:W3CDTF">2022-07-03T12:41:11Z</dcterms:created>
  <dcterms:modified xsi:type="dcterms:W3CDTF">2022-12-23T05:19:19Z</dcterms:modified>
</cp:coreProperties>
</file>