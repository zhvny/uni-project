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9"/>
  </p:notesMasterIdLst>
  <p:sldIdLst>
    <p:sldId id="256" r:id="rId6"/>
    <p:sldId id="257" r:id="rId7"/>
    <p:sldId id="267" r:id="rId8"/>
    <p:sldId id="351" r:id="rId9"/>
    <p:sldId id="268" r:id="rId10"/>
    <p:sldId id="269" r:id="rId11"/>
    <p:sldId id="270" r:id="rId12"/>
    <p:sldId id="272" r:id="rId13"/>
    <p:sldId id="274" r:id="rId14"/>
    <p:sldId id="275" r:id="rId15"/>
    <p:sldId id="276" r:id="rId16"/>
    <p:sldId id="284" r:id="rId17"/>
    <p:sldId id="344" r:id="rId18"/>
    <p:sldId id="342" r:id="rId19"/>
    <p:sldId id="345" r:id="rId20"/>
    <p:sldId id="280" r:id="rId21"/>
    <p:sldId id="282" r:id="rId22"/>
    <p:sldId id="261" r:id="rId23"/>
    <p:sldId id="265" r:id="rId24"/>
    <p:sldId id="347" r:id="rId25"/>
    <p:sldId id="349" r:id="rId26"/>
    <p:sldId id="283" r:id="rId27"/>
    <p:sldId id="259" r:id="rId28"/>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67"/>
            <p14:sldId id="351"/>
            <p14:sldId id="268"/>
            <p14:sldId id="269"/>
            <p14:sldId id="270"/>
            <p14:sldId id="272"/>
            <p14:sldId id="274"/>
            <p14:sldId id="275"/>
            <p14:sldId id="276"/>
            <p14:sldId id="284"/>
            <p14:sldId id="344"/>
            <p14:sldId id="342"/>
            <p14:sldId id="345"/>
            <p14:sldId id="280"/>
            <p14:sldId id="282"/>
            <p14:sldId id="261"/>
            <p14:sldId id="265"/>
            <p14:sldId id="347"/>
            <p14:sldId id="349"/>
            <p14:sldId id="283"/>
          </p14:sldIdLst>
        </p14:section>
        <p14:section name="REFERENCES" id="{11ED6803-A38C-4226-8496-86D05012E7E0}">
          <p14:sldIdLst>
            <p14:sldId id="259"/>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E5F4FE"/>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670"/>
    <p:restoredTop sz="93484"/>
  </p:normalViewPr>
  <p:slideViewPr>
    <p:cSldViewPr snapToGrid="0" snapToObjects="1">
      <p:cViewPr varScale="1">
        <p:scale>
          <a:sx n="79" d="100"/>
          <a:sy n="79" d="100"/>
        </p:scale>
        <p:origin x="1507" y="8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D8D65F85-56DD-4149-9F26-AA9D6DB5ADEC}"/>
    <pc:docChg chg="undo custSel addSld delSld modSld sldOrd modSection">
      <pc:chgData name="Fabian Surya Pramudya" userId="f46cf8bb-4ec7-4653-94a9-ff26fa22481f" providerId="ADAL" clId="{D8D65F85-56DD-4149-9F26-AA9D6DB5ADEC}" dt="2022-07-10T12:04:18.017" v="384" actId="207"/>
      <pc:docMkLst>
        <pc:docMk/>
      </pc:docMkLst>
      <pc:sldChg chg="modSp">
        <pc:chgData name="Fabian Surya Pramudya" userId="f46cf8bb-4ec7-4653-94a9-ff26fa22481f" providerId="ADAL" clId="{D8D65F85-56DD-4149-9F26-AA9D6DB5ADEC}" dt="2022-07-10T12:01:18.225" v="355" actId="20577"/>
        <pc:sldMkLst>
          <pc:docMk/>
          <pc:sldMk cId="0" sldId="256"/>
        </pc:sldMkLst>
        <pc:spChg chg="mod">
          <ac:chgData name="Fabian Surya Pramudya" userId="f46cf8bb-4ec7-4653-94a9-ff26fa22481f" providerId="ADAL" clId="{D8D65F85-56DD-4149-9F26-AA9D6DB5ADEC}" dt="2022-07-10T12:01:18.225" v="355" actId="20577"/>
          <ac:spMkLst>
            <pc:docMk/>
            <pc:sldMk cId="0" sldId="256"/>
            <ac:spMk id="18" creationId="{32DB365E-C0A0-4B3F-B6B1-8D39827C09A3}"/>
          </ac:spMkLst>
        </pc:spChg>
      </pc:sldChg>
      <pc:sldChg chg="modSp">
        <pc:chgData name="Fabian Surya Pramudya" userId="f46cf8bb-4ec7-4653-94a9-ff26fa22481f" providerId="ADAL" clId="{D8D65F85-56DD-4149-9F26-AA9D6DB5ADEC}" dt="2022-07-10T04:10:51.378" v="7" actId="14100"/>
        <pc:sldMkLst>
          <pc:docMk/>
          <pc:sldMk cId="3560658300" sldId="257"/>
        </pc:sldMkLst>
        <pc:spChg chg="mod">
          <ac:chgData name="Fabian Surya Pramudya" userId="f46cf8bb-4ec7-4653-94a9-ff26fa22481f" providerId="ADAL" clId="{D8D65F85-56DD-4149-9F26-AA9D6DB5ADEC}" dt="2022-07-10T04:10:51.378" v="7" actId="14100"/>
          <ac:spMkLst>
            <pc:docMk/>
            <pc:sldMk cId="3560658300" sldId="257"/>
            <ac:spMk id="3" creationId="{00000000-0000-0000-0000-000000000000}"/>
          </ac:spMkLst>
        </pc:spChg>
      </pc:sldChg>
      <pc:sldChg chg="modSp add">
        <pc:chgData name="Fabian Surya Pramudya" userId="f46cf8bb-4ec7-4653-94a9-ff26fa22481f" providerId="ADAL" clId="{D8D65F85-56DD-4149-9F26-AA9D6DB5ADEC}" dt="2022-07-10T12:04:18.017" v="384" actId="207"/>
        <pc:sldMkLst>
          <pc:docMk/>
          <pc:sldMk cId="3463637484" sldId="260"/>
        </pc:sldMkLst>
        <pc:spChg chg="mod">
          <ac:chgData name="Fabian Surya Pramudya" userId="f46cf8bb-4ec7-4653-94a9-ff26fa22481f" providerId="ADAL" clId="{D8D65F85-56DD-4149-9F26-AA9D6DB5ADEC}" dt="2022-07-10T12:04:18.017" v="384" actId="207"/>
          <ac:spMkLst>
            <pc:docMk/>
            <pc:sldMk cId="3463637484" sldId="260"/>
            <ac:spMk id="2" creationId="{00000000-0000-0000-0000-000000000000}"/>
          </ac:spMkLst>
        </pc:spChg>
        <pc:spChg chg="mod">
          <ac:chgData name="Fabian Surya Pramudya" userId="f46cf8bb-4ec7-4653-94a9-ff26fa22481f" providerId="ADAL" clId="{D8D65F85-56DD-4149-9F26-AA9D6DB5ADEC}" dt="2022-07-10T12:04:18.017" v="384" actId="207"/>
          <ac:spMkLst>
            <pc:docMk/>
            <pc:sldMk cId="3463637484" sldId="260"/>
            <ac:spMk id="3" creationId="{00000000-0000-0000-0000-000000000000}"/>
          </ac:spMkLst>
        </pc:spChg>
      </pc:sldChg>
      <pc:sldChg chg="modSp add">
        <pc:chgData name="Fabian Surya Pramudya" userId="f46cf8bb-4ec7-4653-94a9-ff26fa22481f" providerId="ADAL" clId="{D8D65F85-56DD-4149-9F26-AA9D6DB5ADEC}" dt="2022-07-10T12:02:55.096" v="369" actId="207"/>
        <pc:sldMkLst>
          <pc:docMk/>
          <pc:sldMk cId="3719803131" sldId="261"/>
        </pc:sldMkLst>
        <pc:spChg chg="mod">
          <ac:chgData name="Fabian Surya Pramudya" userId="f46cf8bb-4ec7-4653-94a9-ff26fa22481f" providerId="ADAL" clId="{D8D65F85-56DD-4149-9F26-AA9D6DB5ADEC}" dt="2022-07-10T12:02:55.096" v="369" actId="207"/>
          <ac:spMkLst>
            <pc:docMk/>
            <pc:sldMk cId="3719803131" sldId="261"/>
            <ac:spMk id="2" creationId="{00000000-0000-0000-0000-000000000000}"/>
          </ac:spMkLst>
        </pc:spChg>
        <pc:spChg chg="mod">
          <ac:chgData name="Fabian Surya Pramudya" userId="f46cf8bb-4ec7-4653-94a9-ff26fa22481f" providerId="ADAL" clId="{D8D65F85-56DD-4149-9F26-AA9D6DB5ADEC}" dt="2022-07-10T12:02:55.096" v="369" actId="207"/>
          <ac:spMkLst>
            <pc:docMk/>
            <pc:sldMk cId="3719803131" sldId="261"/>
            <ac:spMk id="3" creationId="{00000000-0000-0000-0000-000000000000}"/>
          </ac:spMkLst>
        </pc:spChg>
      </pc:sldChg>
      <pc:sldChg chg="delSp modSp add">
        <pc:chgData name="Fabian Surya Pramudya" userId="f46cf8bb-4ec7-4653-94a9-ff26fa22481f" providerId="ADAL" clId="{D8D65F85-56DD-4149-9F26-AA9D6DB5ADEC}" dt="2022-07-10T12:02:50.907" v="368" actId="1076"/>
        <pc:sldMkLst>
          <pc:docMk/>
          <pc:sldMk cId="1857169608" sldId="265"/>
        </pc:sldMkLst>
        <pc:spChg chg="mod">
          <ac:chgData name="Fabian Surya Pramudya" userId="f46cf8bb-4ec7-4653-94a9-ff26fa22481f" providerId="ADAL" clId="{D8D65F85-56DD-4149-9F26-AA9D6DB5ADEC}" dt="2022-07-10T12:02:41.680" v="365" actId="207"/>
          <ac:spMkLst>
            <pc:docMk/>
            <pc:sldMk cId="1857169608" sldId="265"/>
            <ac:spMk id="2" creationId="{00000000-0000-0000-0000-000000000000}"/>
          </ac:spMkLst>
        </pc:spChg>
        <pc:spChg chg="del mod">
          <ac:chgData name="Fabian Surya Pramudya" userId="f46cf8bb-4ec7-4653-94a9-ff26fa22481f" providerId="ADAL" clId="{D8D65F85-56DD-4149-9F26-AA9D6DB5ADEC}" dt="2022-07-10T12:02:48.740" v="367" actId="478"/>
          <ac:spMkLst>
            <pc:docMk/>
            <pc:sldMk cId="1857169608" sldId="265"/>
            <ac:spMk id="3" creationId="{00000000-0000-0000-0000-000000000000}"/>
          </ac:spMkLst>
        </pc:spChg>
        <pc:picChg chg="mod">
          <ac:chgData name="Fabian Surya Pramudya" userId="f46cf8bb-4ec7-4653-94a9-ff26fa22481f" providerId="ADAL" clId="{D8D65F85-56DD-4149-9F26-AA9D6DB5ADEC}" dt="2022-07-10T12:02:50.907" v="368" actId="1076"/>
          <ac:picMkLst>
            <pc:docMk/>
            <pc:sldMk cId="1857169608" sldId="265"/>
            <ac:picMk id="5" creationId="{00000000-0000-0000-0000-000000000000}"/>
          </ac:picMkLst>
        </pc:picChg>
      </pc:sldChg>
      <pc:sldChg chg="addSp delSp modSp">
        <pc:chgData name="Fabian Surya Pramudya" userId="f46cf8bb-4ec7-4653-94a9-ff26fa22481f" providerId="ADAL" clId="{D8D65F85-56DD-4149-9F26-AA9D6DB5ADEC}" dt="2022-07-10T12:01:31.064" v="357"/>
        <pc:sldMkLst>
          <pc:docMk/>
          <pc:sldMk cId="926067889" sldId="267"/>
        </pc:sldMkLst>
        <pc:spChg chg="mod">
          <ac:chgData name="Fabian Surya Pramudya" userId="f46cf8bb-4ec7-4653-94a9-ff26fa22481f" providerId="ADAL" clId="{D8D65F85-56DD-4149-9F26-AA9D6DB5ADEC}" dt="2022-07-10T04:13:20.356" v="13" actId="1076"/>
          <ac:spMkLst>
            <pc:docMk/>
            <pc:sldMk cId="926067889" sldId="267"/>
            <ac:spMk id="4" creationId="{34C8ACB7-62F4-4DFA-BF4E-F704AD38BEDF}"/>
          </ac:spMkLst>
        </pc:spChg>
        <pc:spChg chg="add del">
          <ac:chgData name="Fabian Surya Pramudya" userId="f46cf8bb-4ec7-4653-94a9-ff26fa22481f" providerId="ADAL" clId="{D8D65F85-56DD-4149-9F26-AA9D6DB5ADEC}" dt="2022-07-10T12:01:31.064" v="357"/>
          <ac:spMkLst>
            <pc:docMk/>
            <pc:sldMk cId="926067889" sldId="267"/>
            <ac:spMk id="7" creationId="{4B40BB5D-AFBB-4CD3-A752-3656A07A9FDF}"/>
          </ac:spMkLst>
        </pc:spChg>
        <pc:spChg chg="add del">
          <ac:chgData name="Fabian Surya Pramudya" userId="f46cf8bb-4ec7-4653-94a9-ff26fa22481f" providerId="ADAL" clId="{D8D65F85-56DD-4149-9F26-AA9D6DB5ADEC}" dt="2022-07-10T12:01:31.064" v="357"/>
          <ac:spMkLst>
            <pc:docMk/>
            <pc:sldMk cId="926067889" sldId="267"/>
            <ac:spMk id="8" creationId="{9B9F41F7-35FC-4611-B61A-2C0AE6EE7A10}"/>
          </ac:spMkLst>
        </pc:spChg>
        <pc:spChg chg="add del">
          <ac:chgData name="Fabian Surya Pramudya" userId="f46cf8bb-4ec7-4653-94a9-ff26fa22481f" providerId="ADAL" clId="{D8D65F85-56DD-4149-9F26-AA9D6DB5ADEC}" dt="2022-07-10T12:01:31.064" v="357"/>
          <ac:spMkLst>
            <pc:docMk/>
            <pc:sldMk cId="926067889" sldId="267"/>
            <ac:spMk id="9" creationId="{5723527E-E8D7-4D05-B433-896F40451673}"/>
          </ac:spMkLst>
        </pc:spChg>
        <pc:spChg chg="add del">
          <ac:chgData name="Fabian Surya Pramudya" userId="f46cf8bb-4ec7-4653-94a9-ff26fa22481f" providerId="ADAL" clId="{D8D65F85-56DD-4149-9F26-AA9D6DB5ADEC}" dt="2022-07-10T12:01:31.064" v="357"/>
          <ac:spMkLst>
            <pc:docMk/>
            <pc:sldMk cId="926067889" sldId="267"/>
            <ac:spMk id="10" creationId="{1A6DF531-1E82-4947-9DC0-B0E7BCA75DCE}"/>
          </ac:spMkLst>
        </pc:spChg>
        <pc:spChg chg="add del">
          <ac:chgData name="Fabian Surya Pramudya" userId="f46cf8bb-4ec7-4653-94a9-ff26fa22481f" providerId="ADAL" clId="{D8D65F85-56DD-4149-9F26-AA9D6DB5ADEC}" dt="2022-07-10T12:01:31.064" v="357"/>
          <ac:spMkLst>
            <pc:docMk/>
            <pc:sldMk cId="926067889" sldId="267"/>
            <ac:spMk id="11" creationId="{32FE9680-0548-41D5-A574-347805D2FB2E}"/>
          </ac:spMkLst>
        </pc:spChg>
      </pc:sldChg>
      <pc:sldChg chg="add">
        <pc:chgData name="Fabian Surya Pramudya" userId="f46cf8bb-4ec7-4653-94a9-ff26fa22481f" providerId="ADAL" clId="{D8D65F85-56DD-4149-9F26-AA9D6DB5ADEC}" dt="2022-07-10T11:57:13.636" v="320"/>
        <pc:sldMkLst>
          <pc:docMk/>
          <pc:sldMk cId="1230247511" sldId="271"/>
        </pc:sldMkLst>
      </pc:sldChg>
      <pc:sldChg chg="del">
        <pc:chgData name="Fabian Surya Pramudya" userId="f46cf8bb-4ec7-4653-94a9-ff26fa22481f" providerId="ADAL" clId="{D8D65F85-56DD-4149-9F26-AA9D6DB5ADEC}" dt="2022-07-10T04:11:24.145" v="12" actId="2696"/>
        <pc:sldMkLst>
          <pc:docMk/>
          <pc:sldMk cId="3792457658" sldId="273"/>
        </pc:sldMkLst>
      </pc:sldChg>
      <pc:sldChg chg="del">
        <pc:chgData name="Fabian Surya Pramudya" userId="f46cf8bb-4ec7-4653-94a9-ff26fa22481f" providerId="ADAL" clId="{D8D65F85-56DD-4149-9F26-AA9D6DB5ADEC}" dt="2022-07-10T04:11:13.427" v="11" actId="2696"/>
        <pc:sldMkLst>
          <pc:docMk/>
          <pc:sldMk cId="6848129" sldId="277"/>
        </pc:sldMkLst>
      </pc:sldChg>
      <pc:sldChg chg="del">
        <pc:chgData name="Fabian Surya Pramudya" userId="f46cf8bb-4ec7-4653-94a9-ff26fa22481f" providerId="ADAL" clId="{D8D65F85-56DD-4149-9F26-AA9D6DB5ADEC}" dt="2022-07-10T04:11:11.388" v="10" actId="2696"/>
        <pc:sldMkLst>
          <pc:docMk/>
          <pc:sldMk cId="380393927" sldId="278"/>
        </pc:sldMkLst>
      </pc:sldChg>
      <pc:sldChg chg="del">
        <pc:chgData name="Fabian Surya Pramudya" userId="f46cf8bb-4ec7-4653-94a9-ff26fa22481f" providerId="ADAL" clId="{D8D65F85-56DD-4149-9F26-AA9D6DB5ADEC}" dt="2022-07-10T04:11:10.332" v="9" actId="2696"/>
        <pc:sldMkLst>
          <pc:docMk/>
          <pc:sldMk cId="3227304945" sldId="279"/>
        </pc:sldMkLst>
      </pc:sldChg>
      <pc:sldChg chg="add del">
        <pc:chgData name="Fabian Surya Pramudya" userId="f46cf8bb-4ec7-4653-94a9-ff26fa22481f" providerId="ADAL" clId="{D8D65F85-56DD-4149-9F26-AA9D6DB5ADEC}" dt="2022-07-10T12:03:43.518" v="378" actId="2696"/>
        <pc:sldMkLst>
          <pc:docMk/>
          <pc:sldMk cId="3705180606" sldId="279"/>
        </pc:sldMkLst>
      </pc:sldChg>
      <pc:sldChg chg="del">
        <pc:chgData name="Fabian Surya Pramudya" userId="f46cf8bb-4ec7-4653-94a9-ff26fa22481f" providerId="ADAL" clId="{D8D65F85-56DD-4149-9F26-AA9D6DB5ADEC}" dt="2022-07-10T04:11:09.020" v="8" actId="2696"/>
        <pc:sldMkLst>
          <pc:docMk/>
          <pc:sldMk cId="2924175496" sldId="281"/>
        </pc:sldMkLst>
      </pc:sldChg>
      <pc:sldChg chg="modSp ord">
        <pc:chgData name="Fabian Surya Pramudya" userId="f46cf8bb-4ec7-4653-94a9-ff26fa22481f" providerId="ADAL" clId="{D8D65F85-56DD-4149-9F26-AA9D6DB5ADEC}" dt="2022-07-10T12:03:05.384" v="370"/>
        <pc:sldMkLst>
          <pc:docMk/>
          <pc:sldMk cId="1743787489" sldId="283"/>
        </pc:sldMkLst>
        <pc:spChg chg="mod">
          <ac:chgData name="Fabian Surya Pramudya" userId="f46cf8bb-4ec7-4653-94a9-ff26fa22481f" providerId="ADAL" clId="{D8D65F85-56DD-4149-9F26-AA9D6DB5ADEC}" dt="2022-07-10T05:42:16.459" v="289" actId="20577"/>
          <ac:spMkLst>
            <pc:docMk/>
            <pc:sldMk cId="1743787489" sldId="283"/>
            <ac:spMk id="2" creationId="{00000000-0000-0000-0000-000000000000}"/>
          </ac:spMkLst>
        </pc:spChg>
      </pc:sldChg>
      <pc:sldChg chg="delSp modSp add ord">
        <pc:chgData name="Fabian Surya Pramudya" userId="f46cf8bb-4ec7-4653-94a9-ff26fa22481f" providerId="ADAL" clId="{D8D65F85-56DD-4149-9F26-AA9D6DB5ADEC}" dt="2022-07-10T05:34:53.614" v="83" actId="6549"/>
        <pc:sldMkLst>
          <pc:docMk/>
          <pc:sldMk cId="1796160187" sldId="284"/>
        </pc:sldMkLst>
        <pc:spChg chg="mod">
          <ac:chgData name="Fabian Surya Pramudya" userId="f46cf8bb-4ec7-4653-94a9-ff26fa22481f" providerId="ADAL" clId="{D8D65F85-56DD-4149-9F26-AA9D6DB5ADEC}" dt="2022-07-10T04:15:31.814" v="36" actId="113"/>
          <ac:spMkLst>
            <pc:docMk/>
            <pc:sldMk cId="1796160187" sldId="284"/>
            <ac:spMk id="2" creationId="{00000000-0000-0000-0000-000000000000}"/>
          </ac:spMkLst>
        </pc:spChg>
        <pc:spChg chg="mod">
          <ac:chgData name="Fabian Surya Pramudya" userId="f46cf8bb-4ec7-4653-94a9-ff26fa22481f" providerId="ADAL" clId="{D8D65F85-56DD-4149-9F26-AA9D6DB5ADEC}" dt="2022-07-10T05:34:53.614" v="83" actId="6549"/>
          <ac:spMkLst>
            <pc:docMk/>
            <pc:sldMk cId="1796160187" sldId="284"/>
            <ac:spMk id="6" creationId="{B9F26389-BF6E-4C29-B43D-14BB21B8C0EB}"/>
          </ac:spMkLst>
        </pc:spChg>
        <pc:picChg chg="del">
          <ac:chgData name="Fabian Surya Pramudya" userId="f46cf8bb-4ec7-4653-94a9-ff26fa22481f" providerId="ADAL" clId="{D8D65F85-56DD-4149-9F26-AA9D6DB5ADEC}" dt="2022-07-10T04:13:55.046" v="18" actId="478"/>
          <ac:picMkLst>
            <pc:docMk/>
            <pc:sldMk cId="1796160187" sldId="284"/>
            <ac:picMk id="4" creationId="{79C53F1E-D6E4-4C07-9796-8B33667380AE}"/>
          </ac:picMkLst>
        </pc:picChg>
      </pc:sldChg>
      <pc:sldChg chg="modSp add">
        <pc:chgData name="Fabian Surya Pramudya" userId="f46cf8bb-4ec7-4653-94a9-ff26fa22481f" providerId="ADAL" clId="{D8D65F85-56DD-4149-9F26-AA9D6DB5ADEC}" dt="2022-07-10T04:15:34.606" v="37" actId="113"/>
        <pc:sldMkLst>
          <pc:docMk/>
          <pc:sldMk cId="351862416" sldId="285"/>
        </pc:sldMkLst>
        <pc:spChg chg="mod">
          <ac:chgData name="Fabian Surya Pramudya" userId="f46cf8bb-4ec7-4653-94a9-ff26fa22481f" providerId="ADAL" clId="{D8D65F85-56DD-4149-9F26-AA9D6DB5ADEC}" dt="2022-07-10T04:15:34.606" v="37" actId="113"/>
          <ac:spMkLst>
            <pc:docMk/>
            <pc:sldMk cId="351862416" sldId="285"/>
            <ac:spMk id="2" creationId="{00000000-0000-0000-0000-000000000000}"/>
          </ac:spMkLst>
        </pc:spChg>
        <pc:spChg chg="mod">
          <ac:chgData name="Fabian Surya Pramudya" userId="f46cf8bb-4ec7-4653-94a9-ff26fa22481f" providerId="ADAL" clId="{D8D65F85-56DD-4149-9F26-AA9D6DB5ADEC}" dt="2022-07-10T04:15:23.370" v="34" actId="1076"/>
          <ac:spMkLst>
            <pc:docMk/>
            <pc:sldMk cId="351862416" sldId="285"/>
            <ac:spMk id="6" creationId="{B9F26389-BF6E-4C29-B43D-14BB21B8C0EB}"/>
          </ac:spMkLst>
        </pc:spChg>
      </pc:sldChg>
      <pc:sldChg chg="delSp add del">
        <pc:chgData name="Fabian Surya Pramudya" userId="f46cf8bb-4ec7-4653-94a9-ff26fa22481f" providerId="ADAL" clId="{D8D65F85-56DD-4149-9F26-AA9D6DB5ADEC}" dt="2022-07-10T04:14:34.443" v="23" actId="2696"/>
        <pc:sldMkLst>
          <pc:docMk/>
          <pc:sldMk cId="2930263885" sldId="285"/>
        </pc:sldMkLst>
        <pc:picChg chg="del">
          <ac:chgData name="Fabian Surya Pramudya" userId="f46cf8bb-4ec7-4653-94a9-ff26fa22481f" providerId="ADAL" clId="{D8D65F85-56DD-4149-9F26-AA9D6DB5ADEC}" dt="2022-07-10T04:13:56.424" v="19" actId="478"/>
          <ac:picMkLst>
            <pc:docMk/>
            <pc:sldMk cId="2930263885" sldId="285"/>
            <ac:picMk id="4" creationId="{79C53F1E-D6E4-4C07-9796-8B33667380AE}"/>
          </ac:picMkLst>
        </pc:picChg>
      </pc:sldChg>
      <pc:sldChg chg="delSp add del">
        <pc:chgData name="Fabian Surya Pramudya" userId="f46cf8bb-4ec7-4653-94a9-ff26fa22481f" providerId="ADAL" clId="{D8D65F85-56DD-4149-9F26-AA9D6DB5ADEC}" dt="2022-07-10T04:14:41.124" v="24" actId="2696"/>
        <pc:sldMkLst>
          <pc:docMk/>
          <pc:sldMk cId="354056804" sldId="286"/>
        </pc:sldMkLst>
        <pc:picChg chg="del">
          <ac:chgData name="Fabian Surya Pramudya" userId="f46cf8bb-4ec7-4653-94a9-ff26fa22481f" providerId="ADAL" clId="{D8D65F85-56DD-4149-9F26-AA9D6DB5ADEC}" dt="2022-07-10T04:13:58.008" v="20" actId="478"/>
          <ac:picMkLst>
            <pc:docMk/>
            <pc:sldMk cId="354056804" sldId="286"/>
            <ac:picMk id="4" creationId="{79C53F1E-D6E4-4C07-9796-8B33667380AE}"/>
          </ac:picMkLst>
        </pc:picChg>
      </pc:sldChg>
      <pc:sldChg chg="delSp add del">
        <pc:chgData name="Fabian Surya Pramudya" userId="f46cf8bb-4ec7-4653-94a9-ff26fa22481f" providerId="ADAL" clId="{D8D65F85-56DD-4149-9F26-AA9D6DB5ADEC}" dt="2022-07-10T04:14:41.470" v="25" actId="2696"/>
        <pc:sldMkLst>
          <pc:docMk/>
          <pc:sldMk cId="780418966" sldId="287"/>
        </pc:sldMkLst>
        <pc:picChg chg="del">
          <ac:chgData name="Fabian Surya Pramudya" userId="f46cf8bb-4ec7-4653-94a9-ff26fa22481f" providerId="ADAL" clId="{D8D65F85-56DD-4149-9F26-AA9D6DB5ADEC}" dt="2022-07-10T04:13:59.234" v="21" actId="478"/>
          <ac:picMkLst>
            <pc:docMk/>
            <pc:sldMk cId="780418966" sldId="287"/>
            <ac:picMk id="4" creationId="{79C53F1E-D6E4-4C07-9796-8B33667380AE}"/>
          </ac:picMkLst>
        </pc:picChg>
      </pc:sldChg>
      <pc:sldChg chg="modSp add del">
        <pc:chgData name="Fabian Surya Pramudya" userId="f46cf8bb-4ec7-4653-94a9-ff26fa22481f" providerId="ADAL" clId="{D8D65F85-56DD-4149-9F26-AA9D6DB5ADEC}" dt="2022-07-10T05:40:32.663" v="222" actId="2696"/>
        <pc:sldMkLst>
          <pc:docMk/>
          <pc:sldMk cId="358055816" sldId="338"/>
        </pc:sldMkLst>
        <pc:spChg chg="mod">
          <ac:chgData name="Fabian Surya Pramudya" userId="f46cf8bb-4ec7-4653-94a9-ff26fa22481f" providerId="ADAL" clId="{D8D65F85-56DD-4149-9F26-AA9D6DB5ADEC}" dt="2022-07-10T05:39:51.262" v="148"/>
          <ac:spMkLst>
            <pc:docMk/>
            <pc:sldMk cId="358055816" sldId="338"/>
            <ac:spMk id="3" creationId="{45ABB95F-0D35-491B-83F7-4B60313F479C}"/>
          </ac:spMkLst>
        </pc:spChg>
      </pc:sldChg>
      <pc:sldChg chg="add del">
        <pc:chgData name="Fabian Surya Pramudya" userId="f46cf8bb-4ec7-4653-94a9-ff26fa22481f" providerId="ADAL" clId="{D8D65F85-56DD-4149-9F26-AA9D6DB5ADEC}" dt="2022-07-10T05:33:04.767" v="42" actId="2696"/>
        <pc:sldMkLst>
          <pc:docMk/>
          <pc:sldMk cId="612830102" sldId="338"/>
        </pc:sldMkLst>
      </pc:sldChg>
      <pc:sldChg chg="add del">
        <pc:chgData name="Fabian Surya Pramudya" userId="f46cf8bb-4ec7-4653-94a9-ff26fa22481f" providerId="ADAL" clId="{D8D65F85-56DD-4149-9F26-AA9D6DB5ADEC}" dt="2022-07-10T05:33:25.631" v="46" actId="2696"/>
        <pc:sldMkLst>
          <pc:docMk/>
          <pc:sldMk cId="3282522659" sldId="338"/>
        </pc:sldMkLst>
      </pc:sldChg>
      <pc:sldChg chg="modSp add del">
        <pc:chgData name="Fabian Surya Pramudya" userId="f46cf8bb-4ec7-4653-94a9-ff26fa22481f" providerId="ADAL" clId="{D8D65F85-56DD-4149-9F26-AA9D6DB5ADEC}" dt="2022-07-10T05:41:25.811" v="241" actId="2696"/>
        <pc:sldMkLst>
          <pc:docMk/>
          <pc:sldMk cId="1478671911" sldId="339"/>
        </pc:sldMkLst>
        <pc:spChg chg="mod">
          <ac:chgData name="Fabian Surya Pramudya" userId="f46cf8bb-4ec7-4653-94a9-ff26fa22481f" providerId="ADAL" clId="{D8D65F85-56DD-4149-9F26-AA9D6DB5ADEC}" dt="2022-07-10T05:40:44.434" v="225" actId="27636"/>
          <ac:spMkLst>
            <pc:docMk/>
            <pc:sldMk cId="1478671911" sldId="339"/>
            <ac:spMk id="3" creationId="{45ABB95F-0D35-491B-83F7-4B60313F479C}"/>
          </ac:spMkLst>
        </pc:spChg>
      </pc:sldChg>
      <pc:sldChg chg="add del">
        <pc:chgData name="Fabian Surya Pramudya" userId="f46cf8bb-4ec7-4653-94a9-ff26fa22481f" providerId="ADAL" clId="{D8D65F85-56DD-4149-9F26-AA9D6DB5ADEC}" dt="2022-07-10T05:33:04.769" v="43" actId="2696"/>
        <pc:sldMkLst>
          <pc:docMk/>
          <pc:sldMk cId="3333870772" sldId="339"/>
        </pc:sldMkLst>
      </pc:sldChg>
      <pc:sldChg chg="add del">
        <pc:chgData name="Fabian Surya Pramudya" userId="f46cf8bb-4ec7-4653-94a9-ff26fa22481f" providerId="ADAL" clId="{D8D65F85-56DD-4149-9F26-AA9D6DB5ADEC}" dt="2022-07-10T05:33:25.644" v="47" actId="2696"/>
        <pc:sldMkLst>
          <pc:docMk/>
          <pc:sldMk cId="3969174122" sldId="339"/>
        </pc:sldMkLst>
      </pc:sldChg>
      <pc:sldChg chg="add del">
        <pc:chgData name="Fabian Surya Pramudya" userId="f46cf8bb-4ec7-4653-94a9-ff26fa22481f" providerId="ADAL" clId="{D8D65F85-56DD-4149-9F26-AA9D6DB5ADEC}" dt="2022-07-10T05:33:25.617" v="45" actId="2696"/>
        <pc:sldMkLst>
          <pc:docMk/>
          <pc:sldMk cId="146583761" sldId="340"/>
        </pc:sldMkLst>
      </pc:sldChg>
      <pc:sldChg chg="add del">
        <pc:chgData name="Fabian Surya Pramudya" userId="f46cf8bb-4ec7-4653-94a9-ff26fa22481f" providerId="ADAL" clId="{D8D65F85-56DD-4149-9F26-AA9D6DB5ADEC}" dt="2022-07-10T05:33:04.763" v="41" actId="2696"/>
        <pc:sldMkLst>
          <pc:docMk/>
          <pc:sldMk cId="1985393090" sldId="340"/>
        </pc:sldMkLst>
      </pc:sldChg>
      <pc:sldChg chg="delSp modSp add del">
        <pc:chgData name="Fabian Surya Pramudya" userId="f46cf8bb-4ec7-4653-94a9-ff26fa22481f" providerId="ADAL" clId="{D8D65F85-56DD-4149-9F26-AA9D6DB5ADEC}" dt="2022-07-10T05:41:58.800" v="261" actId="2696"/>
        <pc:sldMkLst>
          <pc:docMk/>
          <pc:sldMk cId="3654741786" sldId="340"/>
        </pc:sldMkLst>
        <pc:spChg chg="mod">
          <ac:chgData name="Fabian Surya Pramudya" userId="f46cf8bb-4ec7-4653-94a9-ff26fa22481f" providerId="ADAL" clId="{D8D65F85-56DD-4149-9F26-AA9D6DB5ADEC}" dt="2022-07-10T05:41:32.118" v="243"/>
          <ac:spMkLst>
            <pc:docMk/>
            <pc:sldMk cId="3654741786" sldId="340"/>
            <ac:spMk id="3" creationId="{45ABB95F-0D35-491B-83F7-4B60313F479C}"/>
          </ac:spMkLst>
        </pc:spChg>
        <pc:picChg chg="del">
          <ac:chgData name="Fabian Surya Pramudya" userId="f46cf8bb-4ec7-4653-94a9-ff26fa22481f" providerId="ADAL" clId="{D8D65F85-56DD-4149-9F26-AA9D6DB5ADEC}" dt="2022-07-10T05:41:37.959" v="245"/>
          <ac:picMkLst>
            <pc:docMk/>
            <pc:sldMk cId="3654741786" sldId="340"/>
            <ac:picMk id="4" creationId="{A86E5E0E-0F86-43C7-94AE-1A42D9DC7C87}"/>
          </ac:picMkLst>
        </pc:picChg>
      </pc:sldChg>
      <pc:sldChg chg="modSp add del">
        <pc:chgData name="Fabian Surya Pramudya" userId="f46cf8bb-4ec7-4653-94a9-ff26fa22481f" providerId="ADAL" clId="{D8D65F85-56DD-4149-9F26-AA9D6DB5ADEC}" dt="2022-07-10T05:34:58.736" v="84" actId="2696"/>
        <pc:sldMkLst>
          <pc:docMk/>
          <pc:sldMk cId="2390187664" sldId="341"/>
        </pc:sldMkLst>
        <pc:spChg chg="mod">
          <ac:chgData name="Fabian Surya Pramudya" userId="f46cf8bb-4ec7-4653-94a9-ff26fa22481f" providerId="ADAL" clId="{D8D65F85-56DD-4149-9F26-AA9D6DB5ADEC}" dt="2022-07-10T05:33:45.810" v="51" actId="27636"/>
          <ac:spMkLst>
            <pc:docMk/>
            <pc:sldMk cId="2390187664" sldId="341"/>
            <ac:spMk id="3" creationId="{45ABB95F-0D35-491B-83F7-4B60313F479C}"/>
          </ac:spMkLst>
        </pc:spChg>
      </pc:sldChg>
      <pc:sldChg chg="addSp modSp add">
        <pc:chgData name="Fabian Surya Pramudya" userId="f46cf8bb-4ec7-4653-94a9-ff26fa22481f" providerId="ADAL" clId="{D8D65F85-56DD-4149-9F26-AA9D6DB5ADEC}" dt="2022-07-10T05:36:16.651" v="117" actId="1076"/>
        <pc:sldMkLst>
          <pc:docMk/>
          <pc:sldMk cId="2655584113" sldId="342"/>
        </pc:sldMkLst>
        <pc:picChg chg="mod">
          <ac:chgData name="Fabian Surya Pramudya" userId="f46cf8bb-4ec7-4653-94a9-ff26fa22481f" providerId="ADAL" clId="{D8D65F85-56DD-4149-9F26-AA9D6DB5ADEC}" dt="2022-07-10T05:36:13.575" v="116" actId="1076"/>
          <ac:picMkLst>
            <pc:docMk/>
            <pc:sldMk cId="2655584113" sldId="342"/>
            <ac:picMk id="4" creationId="{6297EECA-B5F1-45DA-9383-FE578B134CFE}"/>
          </ac:picMkLst>
        </pc:picChg>
        <pc:picChg chg="add mod">
          <ac:chgData name="Fabian Surya Pramudya" userId="f46cf8bb-4ec7-4653-94a9-ff26fa22481f" providerId="ADAL" clId="{D8D65F85-56DD-4149-9F26-AA9D6DB5ADEC}" dt="2022-07-10T05:36:16.651" v="117" actId="1076"/>
          <ac:picMkLst>
            <pc:docMk/>
            <pc:sldMk cId="2655584113" sldId="342"/>
            <ac:picMk id="5" creationId="{EF6345BE-45C0-42FF-A764-748E6C8786EF}"/>
          </ac:picMkLst>
        </pc:picChg>
      </pc:sldChg>
      <pc:sldChg chg="delSp modSp add del">
        <pc:chgData name="Fabian Surya Pramudya" userId="f46cf8bb-4ec7-4653-94a9-ff26fa22481f" providerId="ADAL" clId="{D8D65F85-56DD-4149-9F26-AA9D6DB5ADEC}" dt="2022-07-10T05:36:18.708" v="118" actId="2696"/>
        <pc:sldMkLst>
          <pc:docMk/>
          <pc:sldMk cId="2286397912" sldId="343"/>
        </pc:sldMkLst>
        <pc:picChg chg="del mod">
          <ac:chgData name="Fabian Surya Pramudya" userId="f46cf8bb-4ec7-4653-94a9-ff26fa22481f" providerId="ADAL" clId="{D8D65F85-56DD-4149-9F26-AA9D6DB5ADEC}" dt="2022-07-10T05:36:06.608" v="112"/>
          <ac:picMkLst>
            <pc:docMk/>
            <pc:sldMk cId="2286397912" sldId="343"/>
            <ac:picMk id="4" creationId="{3297A64D-2712-47C7-A63B-EF4D0452C786}"/>
          </ac:picMkLst>
        </pc:picChg>
      </pc:sldChg>
      <pc:sldChg chg="addSp modSp add ord">
        <pc:chgData name="Fabian Surya Pramudya" userId="f46cf8bb-4ec7-4653-94a9-ff26fa22481f" providerId="ADAL" clId="{D8D65F85-56DD-4149-9F26-AA9D6DB5ADEC}" dt="2022-07-10T05:39:22.016" v="145" actId="1076"/>
        <pc:sldMkLst>
          <pc:docMk/>
          <pc:sldMk cId="1127669913" sldId="344"/>
        </pc:sldMkLst>
        <pc:spChg chg="mod">
          <ac:chgData name="Fabian Surya Pramudya" userId="f46cf8bb-4ec7-4653-94a9-ff26fa22481f" providerId="ADAL" clId="{D8D65F85-56DD-4149-9F26-AA9D6DB5ADEC}" dt="2022-07-10T05:36:41.855" v="125" actId="1076"/>
          <ac:spMkLst>
            <pc:docMk/>
            <pc:sldMk cId="1127669913" sldId="344"/>
            <ac:spMk id="2" creationId="{6E2C56CF-DB5B-4210-8F25-390D48E4BE29}"/>
          </ac:spMkLst>
        </pc:spChg>
        <pc:spChg chg="mod">
          <ac:chgData name="Fabian Surya Pramudya" userId="f46cf8bb-4ec7-4653-94a9-ff26fa22481f" providerId="ADAL" clId="{D8D65F85-56DD-4149-9F26-AA9D6DB5ADEC}" dt="2022-07-10T05:39:17.842" v="143" actId="1076"/>
          <ac:spMkLst>
            <pc:docMk/>
            <pc:sldMk cId="1127669913" sldId="344"/>
            <ac:spMk id="3" creationId="{45ABB95F-0D35-491B-83F7-4B60313F479C}"/>
          </ac:spMkLst>
        </pc:spChg>
        <pc:spChg chg="add mod">
          <ac:chgData name="Fabian Surya Pramudya" userId="f46cf8bb-4ec7-4653-94a9-ff26fa22481f" providerId="ADAL" clId="{D8D65F85-56DD-4149-9F26-AA9D6DB5ADEC}" dt="2022-07-10T05:39:22.016" v="145" actId="1076"/>
          <ac:spMkLst>
            <pc:docMk/>
            <pc:sldMk cId="1127669913" sldId="344"/>
            <ac:spMk id="4" creationId="{5B2CF2EC-6E15-43F8-A9A8-BB7036E394E0}"/>
          </ac:spMkLst>
        </pc:spChg>
        <pc:picChg chg="add mod">
          <ac:chgData name="Fabian Surya Pramudya" userId="f46cf8bb-4ec7-4653-94a9-ff26fa22481f" providerId="ADAL" clId="{D8D65F85-56DD-4149-9F26-AA9D6DB5ADEC}" dt="2022-07-10T05:39:19.939" v="144" actId="1076"/>
          <ac:picMkLst>
            <pc:docMk/>
            <pc:sldMk cId="1127669913" sldId="344"/>
            <ac:picMk id="1026" creationId="{4A1398C7-5B32-4558-BBBE-A562CF0970BF}"/>
          </ac:picMkLst>
        </pc:picChg>
      </pc:sldChg>
      <pc:sldChg chg="modSp add">
        <pc:chgData name="Fabian Surya Pramudya" userId="f46cf8bb-4ec7-4653-94a9-ff26fa22481f" providerId="ADAL" clId="{D8D65F85-56DD-4149-9F26-AA9D6DB5ADEC}" dt="2022-07-10T05:36:34.131" v="124" actId="404"/>
        <pc:sldMkLst>
          <pc:docMk/>
          <pc:sldMk cId="866791080" sldId="345"/>
        </pc:sldMkLst>
        <pc:spChg chg="mod">
          <ac:chgData name="Fabian Surya Pramudya" userId="f46cf8bb-4ec7-4653-94a9-ff26fa22481f" providerId="ADAL" clId="{D8D65F85-56DD-4149-9F26-AA9D6DB5ADEC}" dt="2022-07-10T05:36:32.207" v="123" actId="1076"/>
          <ac:spMkLst>
            <pc:docMk/>
            <pc:sldMk cId="866791080" sldId="345"/>
            <ac:spMk id="2" creationId="{6E2C56CF-DB5B-4210-8F25-390D48E4BE29}"/>
          </ac:spMkLst>
        </pc:spChg>
        <pc:spChg chg="mod">
          <ac:chgData name="Fabian Surya Pramudya" userId="f46cf8bb-4ec7-4653-94a9-ff26fa22481f" providerId="ADAL" clId="{D8D65F85-56DD-4149-9F26-AA9D6DB5ADEC}" dt="2022-07-10T05:36:34.131" v="124" actId="404"/>
          <ac:spMkLst>
            <pc:docMk/>
            <pc:sldMk cId="866791080" sldId="345"/>
            <ac:spMk id="3" creationId="{45ABB95F-0D35-491B-83F7-4B60313F479C}"/>
          </ac:spMkLst>
        </pc:spChg>
      </pc:sldChg>
      <pc:sldChg chg="addSp delSp modSp add del">
        <pc:chgData name="Fabian Surya Pramudya" userId="f46cf8bb-4ec7-4653-94a9-ff26fa22481f" providerId="ADAL" clId="{D8D65F85-56DD-4149-9F26-AA9D6DB5ADEC}" dt="2022-07-10T05:42:36.552" v="291" actId="2696"/>
        <pc:sldMkLst>
          <pc:docMk/>
          <pc:sldMk cId="2602450983" sldId="346"/>
        </pc:sldMkLst>
        <pc:spChg chg="mod">
          <ac:chgData name="Fabian Surya Pramudya" userId="f46cf8bb-4ec7-4653-94a9-ff26fa22481f" providerId="ADAL" clId="{D8D65F85-56DD-4149-9F26-AA9D6DB5ADEC}" dt="2022-07-10T05:40:18.803" v="217" actId="20577"/>
          <ac:spMkLst>
            <pc:docMk/>
            <pc:sldMk cId="2602450983" sldId="346"/>
            <ac:spMk id="2" creationId="{00000000-0000-0000-0000-000000000000}"/>
          </ac:spMkLst>
        </pc:spChg>
        <pc:spChg chg="add del mod">
          <ac:chgData name="Fabian Surya Pramudya" userId="f46cf8bb-4ec7-4653-94a9-ff26fa22481f" providerId="ADAL" clId="{D8D65F85-56DD-4149-9F26-AA9D6DB5ADEC}" dt="2022-07-10T05:39:59.885" v="154"/>
          <ac:spMkLst>
            <pc:docMk/>
            <pc:sldMk cId="2602450983" sldId="346"/>
            <ac:spMk id="5" creationId="{74C2BE0D-10BE-4029-892B-EB43F5219B3E}"/>
          </ac:spMkLst>
        </pc:spChg>
        <pc:spChg chg="mod">
          <ac:chgData name="Fabian Surya Pramudya" userId="f46cf8bb-4ec7-4653-94a9-ff26fa22481f" providerId="ADAL" clId="{D8D65F85-56DD-4149-9F26-AA9D6DB5ADEC}" dt="2022-07-10T05:40:28.376" v="221" actId="5793"/>
          <ac:spMkLst>
            <pc:docMk/>
            <pc:sldMk cId="2602450983" sldId="346"/>
            <ac:spMk id="6" creationId="{B9F26389-BF6E-4C29-B43D-14BB21B8C0EB}"/>
          </ac:spMkLst>
        </pc:spChg>
        <pc:picChg chg="del">
          <ac:chgData name="Fabian Surya Pramudya" userId="f46cf8bb-4ec7-4653-94a9-ff26fa22481f" providerId="ADAL" clId="{D8D65F85-56DD-4149-9F26-AA9D6DB5ADEC}" dt="2022-07-10T05:39:46.738" v="147" actId="478"/>
          <ac:picMkLst>
            <pc:docMk/>
            <pc:sldMk cId="2602450983" sldId="346"/>
            <ac:picMk id="4" creationId="{79C53F1E-D6E4-4C07-9796-8B33667380AE}"/>
          </ac:picMkLst>
        </pc:picChg>
      </pc:sldChg>
      <pc:sldChg chg="add">
        <pc:chgData name="Fabian Surya Pramudya" userId="f46cf8bb-4ec7-4653-94a9-ff26fa22481f" providerId="ADAL" clId="{D8D65F85-56DD-4149-9F26-AA9D6DB5ADEC}" dt="2022-07-10T11:57:13.636" v="320"/>
        <pc:sldMkLst>
          <pc:docMk/>
          <pc:sldMk cId="3329297939" sldId="346"/>
        </pc:sldMkLst>
      </pc:sldChg>
      <pc:sldChg chg="modSp add del">
        <pc:chgData name="Fabian Surya Pramudya" userId="f46cf8bb-4ec7-4653-94a9-ff26fa22481f" providerId="ADAL" clId="{D8D65F85-56DD-4149-9F26-AA9D6DB5ADEC}" dt="2022-07-10T05:43:23.211" v="317" actId="2696"/>
        <pc:sldMkLst>
          <pc:docMk/>
          <pc:sldMk cId="3798237569" sldId="346"/>
        </pc:sldMkLst>
        <pc:spChg chg="mod">
          <ac:chgData name="Fabian Surya Pramudya" userId="f46cf8bb-4ec7-4653-94a9-ff26fa22481f" providerId="ADAL" clId="{D8D65F85-56DD-4149-9F26-AA9D6DB5ADEC}" dt="2022-07-10T05:43:18.761" v="314" actId="20577"/>
          <ac:spMkLst>
            <pc:docMk/>
            <pc:sldMk cId="3798237569" sldId="346"/>
            <ac:spMk id="2" creationId="{00000000-0000-0000-0000-000000000000}"/>
          </ac:spMkLst>
        </pc:spChg>
      </pc:sldChg>
      <pc:sldChg chg="add">
        <pc:chgData name="Fabian Surya Pramudya" userId="f46cf8bb-4ec7-4653-94a9-ff26fa22481f" providerId="ADAL" clId="{D8D65F85-56DD-4149-9F26-AA9D6DB5ADEC}" dt="2022-07-10T11:57:13.636" v="320"/>
        <pc:sldMkLst>
          <pc:docMk/>
          <pc:sldMk cId="1969561728" sldId="347"/>
        </pc:sldMkLst>
      </pc:sldChg>
      <pc:sldChg chg="modSp add del">
        <pc:chgData name="Fabian Surya Pramudya" userId="f46cf8bb-4ec7-4653-94a9-ff26fa22481f" providerId="ADAL" clId="{D8D65F85-56DD-4149-9F26-AA9D6DB5ADEC}" dt="2022-07-10T05:42:36.555" v="292" actId="2696"/>
        <pc:sldMkLst>
          <pc:docMk/>
          <pc:sldMk cId="2336958940" sldId="347"/>
        </pc:sldMkLst>
        <pc:spChg chg="mod">
          <ac:chgData name="Fabian Surya Pramudya" userId="f46cf8bb-4ec7-4653-94a9-ff26fa22481f" providerId="ADAL" clId="{D8D65F85-56DD-4149-9F26-AA9D6DB5ADEC}" dt="2022-07-10T05:41:22.024" v="240" actId="404"/>
          <ac:spMkLst>
            <pc:docMk/>
            <pc:sldMk cId="2336958940" sldId="347"/>
            <ac:spMk id="6" creationId="{B9F26389-BF6E-4C29-B43D-14BB21B8C0EB}"/>
          </ac:spMkLst>
        </pc:spChg>
      </pc:sldChg>
      <pc:sldChg chg="modSp add del">
        <pc:chgData name="Fabian Surya Pramudya" userId="f46cf8bb-4ec7-4653-94a9-ff26fa22481f" providerId="ADAL" clId="{D8D65F85-56DD-4149-9F26-AA9D6DB5ADEC}" dt="2022-07-10T05:43:23.234" v="318" actId="2696"/>
        <pc:sldMkLst>
          <pc:docMk/>
          <pc:sldMk cId="4016352647" sldId="347"/>
        </pc:sldMkLst>
        <pc:spChg chg="mod">
          <ac:chgData name="Fabian Surya Pramudya" userId="f46cf8bb-4ec7-4653-94a9-ff26fa22481f" providerId="ADAL" clId="{D8D65F85-56DD-4149-9F26-AA9D6DB5ADEC}" dt="2022-07-10T05:43:17.513" v="310" actId="20577"/>
          <ac:spMkLst>
            <pc:docMk/>
            <pc:sldMk cId="4016352647" sldId="347"/>
            <ac:spMk id="2" creationId="{00000000-0000-0000-0000-000000000000}"/>
          </ac:spMkLst>
        </pc:spChg>
      </pc:sldChg>
      <pc:sldChg chg="add">
        <pc:chgData name="Fabian Surya Pramudya" userId="f46cf8bb-4ec7-4653-94a9-ff26fa22481f" providerId="ADAL" clId="{D8D65F85-56DD-4149-9F26-AA9D6DB5ADEC}" dt="2022-07-10T11:57:13.636" v="320"/>
        <pc:sldMkLst>
          <pc:docMk/>
          <pc:sldMk cId="1443289045" sldId="348"/>
        </pc:sldMkLst>
      </pc:sldChg>
      <pc:sldChg chg="addSp modSp add del">
        <pc:chgData name="Fabian Surya Pramudya" userId="f46cf8bb-4ec7-4653-94a9-ff26fa22481f" providerId="ADAL" clId="{D8D65F85-56DD-4149-9F26-AA9D6DB5ADEC}" dt="2022-07-10T05:42:36.549" v="290" actId="2696"/>
        <pc:sldMkLst>
          <pc:docMk/>
          <pc:sldMk cId="3309884824" sldId="348"/>
        </pc:sldMkLst>
        <pc:spChg chg="mod">
          <ac:chgData name="Fabian Surya Pramudya" userId="f46cf8bb-4ec7-4653-94a9-ff26fa22481f" providerId="ADAL" clId="{D8D65F85-56DD-4149-9F26-AA9D6DB5ADEC}" dt="2022-07-10T05:41:53.594" v="260" actId="404"/>
          <ac:spMkLst>
            <pc:docMk/>
            <pc:sldMk cId="3309884824" sldId="348"/>
            <ac:spMk id="6" creationId="{B9F26389-BF6E-4C29-B43D-14BB21B8C0EB}"/>
          </ac:spMkLst>
        </pc:spChg>
        <pc:picChg chg="add mod">
          <ac:chgData name="Fabian Surya Pramudya" userId="f46cf8bb-4ec7-4653-94a9-ff26fa22481f" providerId="ADAL" clId="{D8D65F85-56DD-4149-9F26-AA9D6DB5ADEC}" dt="2022-07-10T05:41:47.553" v="251" actId="14100"/>
          <ac:picMkLst>
            <pc:docMk/>
            <pc:sldMk cId="3309884824" sldId="348"/>
            <ac:picMk id="8" creationId="{C7833345-4E8F-4956-8FC3-E26938284D17}"/>
          </ac:picMkLst>
        </pc:picChg>
      </pc:sldChg>
      <pc:sldChg chg="add del">
        <pc:chgData name="Fabian Surya Pramudya" userId="f46cf8bb-4ec7-4653-94a9-ff26fa22481f" providerId="ADAL" clId="{D8D65F85-56DD-4149-9F26-AA9D6DB5ADEC}" dt="2022-07-10T05:43:23.269" v="319" actId="2696"/>
        <pc:sldMkLst>
          <pc:docMk/>
          <pc:sldMk cId="4117613201" sldId="348"/>
        </pc:sldMkLst>
      </pc:sldChg>
      <pc:sldChg chg="addSp delSp modSp add">
        <pc:chgData name="Fabian Surya Pramudya" userId="f46cf8bb-4ec7-4653-94a9-ff26fa22481f" providerId="ADAL" clId="{D8D65F85-56DD-4149-9F26-AA9D6DB5ADEC}" dt="2022-07-10T12:04:00.197" v="383" actId="1076"/>
        <pc:sldMkLst>
          <pc:docMk/>
          <pc:sldMk cId="2354741157" sldId="349"/>
        </pc:sldMkLst>
        <pc:spChg chg="mod">
          <ac:chgData name="Fabian Surya Pramudya" userId="f46cf8bb-4ec7-4653-94a9-ff26fa22481f" providerId="ADAL" clId="{D8D65F85-56DD-4149-9F26-AA9D6DB5ADEC}" dt="2022-07-10T12:03:51.522" v="380" actId="1076"/>
          <ac:spMkLst>
            <pc:docMk/>
            <pc:sldMk cId="2354741157" sldId="349"/>
            <ac:spMk id="3" creationId="{00000000-0000-0000-0000-000000000000}"/>
          </ac:spMkLst>
        </pc:spChg>
        <pc:spChg chg="del">
          <ac:chgData name="Fabian Surya Pramudya" userId="f46cf8bb-4ec7-4653-94a9-ff26fa22481f" providerId="ADAL" clId="{D8D65F85-56DD-4149-9F26-AA9D6DB5ADEC}" dt="2022-07-10T12:03:55.609" v="382" actId="478"/>
          <ac:spMkLst>
            <pc:docMk/>
            <pc:sldMk cId="2354741157" sldId="349"/>
            <ac:spMk id="4" creationId="{00000000-0000-0000-0000-000000000000}"/>
          </ac:spMkLst>
        </pc:spChg>
        <pc:picChg chg="add del mod modCrop">
          <ac:chgData name="Fabian Surya Pramudya" userId="f46cf8bb-4ec7-4653-94a9-ff26fa22481f" providerId="ADAL" clId="{D8D65F85-56DD-4149-9F26-AA9D6DB5ADEC}" dt="2022-07-10T12:04:00.197" v="383" actId="1076"/>
          <ac:picMkLst>
            <pc:docMk/>
            <pc:sldMk cId="2354741157" sldId="349"/>
            <ac:picMk id="2" creationId="{00000000-0000-0000-0000-000000000000}"/>
          </ac:picMkLst>
        </pc:picChg>
      </pc:sldChg>
      <pc:sldChg chg="modSp add">
        <pc:chgData name="Fabian Surya Pramudya" userId="f46cf8bb-4ec7-4653-94a9-ff26fa22481f" providerId="ADAL" clId="{D8D65F85-56DD-4149-9F26-AA9D6DB5ADEC}" dt="2022-07-10T11:57:14.403" v="322" actId="27636"/>
        <pc:sldMkLst>
          <pc:docMk/>
          <pc:sldMk cId="2757305128" sldId="350"/>
        </pc:sldMkLst>
        <pc:spChg chg="mod">
          <ac:chgData name="Fabian Surya Pramudya" userId="f46cf8bb-4ec7-4653-94a9-ff26fa22481f" providerId="ADAL" clId="{D8D65F85-56DD-4149-9F26-AA9D6DB5ADEC}" dt="2022-07-10T11:57:14.354" v="321" actId="27636"/>
          <ac:spMkLst>
            <pc:docMk/>
            <pc:sldMk cId="2757305128" sldId="350"/>
            <ac:spMk id="3" creationId="{00000000-0000-0000-0000-000000000000}"/>
          </ac:spMkLst>
        </pc:spChg>
        <pc:spChg chg="mod">
          <ac:chgData name="Fabian Surya Pramudya" userId="f46cf8bb-4ec7-4653-94a9-ff26fa22481f" providerId="ADAL" clId="{D8D65F85-56DD-4149-9F26-AA9D6DB5ADEC}" dt="2022-07-10T11:57:14.403" v="322" actId="27636"/>
          <ac:spMkLst>
            <pc:docMk/>
            <pc:sldMk cId="2757305128" sldId="350"/>
            <ac:spMk id="4" creationId="{00000000-0000-0000-0000-000000000000}"/>
          </ac:spMkLst>
        </pc:spChg>
      </pc:sldChg>
      <pc:sldChg chg="addSp delSp modSp add">
        <pc:chgData name="Fabian Surya Pramudya" userId="f46cf8bb-4ec7-4653-94a9-ff26fa22481f" providerId="ADAL" clId="{D8D65F85-56DD-4149-9F26-AA9D6DB5ADEC}" dt="2022-07-10T12:01:48.709" v="363" actId="478"/>
        <pc:sldMkLst>
          <pc:docMk/>
          <pc:sldMk cId="1535819078" sldId="351"/>
        </pc:sldMkLst>
        <pc:spChg chg="del">
          <ac:chgData name="Fabian Surya Pramudya" userId="f46cf8bb-4ec7-4653-94a9-ff26fa22481f" providerId="ADAL" clId="{D8D65F85-56DD-4149-9F26-AA9D6DB5ADEC}" dt="2022-07-10T12:01:41.136" v="359" actId="478"/>
          <ac:spMkLst>
            <pc:docMk/>
            <pc:sldMk cId="1535819078" sldId="351"/>
            <ac:spMk id="2" creationId="{00000000-0000-0000-0000-000000000000}"/>
          </ac:spMkLst>
        </pc:spChg>
        <pc:spChg chg="del">
          <ac:chgData name="Fabian Surya Pramudya" userId="f46cf8bb-4ec7-4653-94a9-ff26fa22481f" providerId="ADAL" clId="{D8D65F85-56DD-4149-9F26-AA9D6DB5ADEC}" dt="2022-07-10T12:01:41.136" v="359" actId="478"/>
          <ac:spMkLst>
            <pc:docMk/>
            <pc:sldMk cId="1535819078" sldId="351"/>
            <ac:spMk id="3" creationId="{00000000-0000-0000-0000-000000000000}"/>
          </ac:spMkLst>
        </pc:spChg>
        <pc:spChg chg="del">
          <ac:chgData name="Fabian Surya Pramudya" userId="f46cf8bb-4ec7-4653-94a9-ff26fa22481f" providerId="ADAL" clId="{D8D65F85-56DD-4149-9F26-AA9D6DB5ADEC}" dt="2022-07-10T12:01:41.136" v="359" actId="478"/>
          <ac:spMkLst>
            <pc:docMk/>
            <pc:sldMk cId="1535819078" sldId="351"/>
            <ac:spMk id="4" creationId="{34C8ACB7-62F4-4DFA-BF4E-F704AD38BEDF}"/>
          </ac:spMkLst>
        </pc:spChg>
        <pc:spChg chg="del">
          <ac:chgData name="Fabian Surya Pramudya" userId="f46cf8bb-4ec7-4653-94a9-ff26fa22481f" providerId="ADAL" clId="{D8D65F85-56DD-4149-9F26-AA9D6DB5ADEC}" dt="2022-07-10T12:01:41.136" v="359" actId="478"/>
          <ac:spMkLst>
            <pc:docMk/>
            <pc:sldMk cId="1535819078" sldId="351"/>
            <ac:spMk id="5" creationId="{D934DCAF-DCA4-40F5-A05C-BFB58A4FAD24}"/>
          </ac:spMkLst>
        </pc:spChg>
        <pc:spChg chg="del">
          <ac:chgData name="Fabian Surya Pramudya" userId="f46cf8bb-4ec7-4653-94a9-ff26fa22481f" providerId="ADAL" clId="{D8D65F85-56DD-4149-9F26-AA9D6DB5ADEC}" dt="2022-07-10T12:01:41.136" v="359" actId="478"/>
          <ac:spMkLst>
            <pc:docMk/>
            <pc:sldMk cId="1535819078" sldId="351"/>
            <ac:spMk id="6" creationId="{231EE643-7E31-4D2B-AEE7-C081544ABC23}"/>
          </ac:spMkLst>
        </pc:spChg>
        <pc:spChg chg="add del mod">
          <ac:chgData name="Fabian Surya Pramudya" userId="f46cf8bb-4ec7-4653-94a9-ff26fa22481f" providerId="ADAL" clId="{D8D65F85-56DD-4149-9F26-AA9D6DB5ADEC}" dt="2022-07-10T12:01:43.510" v="360" actId="478"/>
          <ac:spMkLst>
            <pc:docMk/>
            <pc:sldMk cId="1535819078" sldId="351"/>
            <ac:spMk id="8" creationId="{CD680350-F192-416C-AA83-50E30C59C0F3}"/>
          </ac:spMkLst>
        </pc:spChg>
        <pc:spChg chg="add del mod">
          <ac:chgData name="Fabian Surya Pramudya" userId="f46cf8bb-4ec7-4653-94a9-ff26fa22481f" providerId="ADAL" clId="{D8D65F85-56DD-4149-9F26-AA9D6DB5ADEC}" dt="2022-07-10T12:01:43.510" v="360" actId="478"/>
          <ac:spMkLst>
            <pc:docMk/>
            <pc:sldMk cId="1535819078" sldId="351"/>
            <ac:spMk id="10" creationId="{0C3EF0D7-9E77-4380-BFB4-9469D3E78F8A}"/>
          </ac:spMkLst>
        </pc:spChg>
        <pc:spChg chg="add mod">
          <ac:chgData name="Fabian Surya Pramudya" userId="f46cf8bb-4ec7-4653-94a9-ff26fa22481f" providerId="ADAL" clId="{D8D65F85-56DD-4149-9F26-AA9D6DB5ADEC}" dt="2022-07-10T12:01:46.714" v="362" actId="1076"/>
          <ac:spMkLst>
            <pc:docMk/>
            <pc:sldMk cId="1535819078" sldId="351"/>
            <ac:spMk id="11" creationId="{2D057048-6140-4E40-8D4A-C630FFA57467}"/>
          </ac:spMkLst>
        </pc:spChg>
        <pc:spChg chg="add del mod">
          <ac:chgData name="Fabian Surya Pramudya" userId="f46cf8bb-4ec7-4653-94a9-ff26fa22481f" providerId="ADAL" clId="{D8D65F85-56DD-4149-9F26-AA9D6DB5ADEC}" dt="2022-07-10T12:01:48.709" v="363" actId="478"/>
          <ac:spMkLst>
            <pc:docMk/>
            <pc:sldMk cId="1535819078" sldId="351"/>
            <ac:spMk id="12" creationId="{27B64869-483F-4B63-913C-247A0B316711}"/>
          </ac:spMkLst>
        </pc:spChg>
        <pc:spChg chg="add mod">
          <ac:chgData name="Fabian Surya Pramudya" userId="f46cf8bb-4ec7-4653-94a9-ff26fa22481f" providerId="ADAL" clId="{D8D65F85-56DD-4149-9F26-AA9D6DB5ADEC}" dt="2022-07-10T12:01:46.714" v="362" actId="1076"/>
          <ac:spMkLst>
            <pc:docMk/>
            <pc:sldMk cId="1535819078" sldId="351"/>
            <ac:spMk id="13" creationId="{A9E1FB7C-05EB-40F2-AE14-DEB88C330ED3}"/>
          </ac:spMkLst>
        </pc:spChg>
        <pc:spChg chg="add mod">
          <ac:chgData name="Fabian Surya Pramudya" userId="f46cf8bb-4ec7-4653-94a9-ff26fa22481f" providerId="ADAL" clId="{D8D65F85-56DD-4149-9F26-AA9D6DB5ADEC}" dt="2022-07-10T12:01:46.714" v="362" actId="1076"/>
          <ac:spMkLst>
            <pc:docMk/>
            <pc:sldMk cId="1535819078" sldId="351"/>
            <ac:spMk id="14" creationId="{8AE5B679-2932-4BA6-9C69-DFD68AE10B18}"/>
          </ac:spMkLst>
        </pc:spChg>
        <pc:spChg chg="add mod">
          <ac:chgData name="Fabian Surya Pramudya" userId="f46cf8bb-4ec7-4653-94a9-ff26fa22481f" providerId="ADAL" clId="{D8D65F85-56DD-4149-9F26-AA9D6DB5ADEC}" dt="2022-07-10T12:01:46.714" v="362" actId="1076"/>
          <ac:spMkLst>
            <pc:docMk/>
            <pc:sldMk cId="1535819078" sldId="351"/>
            <ac:spMk id="15" creationId="{4AE176F1-65C1-4622-B995-85E62F96B1C8}"/>
          </ac:spMkLst>
        </pc:spChg>
      </pc:sldChg>
    </pc:docChg>
  </pc:docChgLst>
  <pc:docChgLst>
    <pc:chgData name="Fabian" userId="f46cf8bb-4ec7-4653-94a9-ff26fa22481f" providerId="ADAL" clId="{5D63A8D0-F49A-4B36-BCE9-BB876C934CFB}"/>
    <pc:docChg chg="custSel modSld modMainMaster">
      <pc:chgData name="Fabian" userId="f46cf8bb-4ec7-4653-94a9-ff26fa22481f" providerId="ADAL" clId="{5D63A8D0-F49A-4B36-BCE9-BB876C934CFB}" dt="2022-12-23T05:18:31.370" v="9" actId="478"/>
      <pc:docMkLst>
        <pc:docMk/>
      </pc:docMkLst>
      <pc:sldChg chg="modSp">
        <pc:chgData name="Fabian" userId="f46cf8bb-4ec7-4653-94a9-ff26fa22481f" providerId="ADAL" clId="{5D63A8D0-F49A-4B36-BCE9-BB876C934CFB}" dt="2022-12-23T04:35:43.669" v="3" actId="20577"/>
        <pc:sldMkLst>
          <pc:docMk/>
          <pc:sldMk cId="0" sldId="256"/>
        </pc:sldMkLst>
        <pc:spChg chg="mod">
          <ac:chgData name="Fabian" userId="f46cf8bb-4ec7-4653-94a9-ff26fa22481f" providerId="ADAL" clId="{5D63A8D0-F49A-4B36-BCE9-BB876C934CFB}" dt="2022-12-23T04:35:36.385" v="0" actId="20577"/>
          <ac:spMkLst>
            <pc:docMk/>
            <pc:sldMk cId="0" sldId="256"/>
            <ac:spMk id="17" creationId="{CE9AF79D-845E-461B-ADC4-7B9B51F04481}"/>
          </ac:spMkLst>
        </pc:spChg>
        <pc:spChg chg="mod">
          <ac:chgData name="Fabian" userId="f46cf8bb-4ec7-4653-94a9-ff26fa22481f" providerId="ADAL" clId="{5D63A8D0-F49A-4B36-BCE9-BB876C934CFB}" dt="2022-12-23T04:35:43.669" v="3" actId="20577"/>
          <ac:spMkLst>
            <pc:docMk/>
            <pc:sldMk cId="0" sldId="256"/>
            <ac:spMk id="18" creationId="{32DB365E-C0A0-4B3F-B6B1-8D39827C09A3}"/>
          </ac:spMkLst>
        </pc:spChg>
      </pc:sldChg>
      <pc:sldMasterChg chg="modSldLayout">
        <pc:chgData name="Fabian" userId="f46cf8bb-4ec7-4653-94a9-ff26fa22481f" providerId="ADAL" clId="{5D63A8D0-F49A-4B36-BCE9-BB876C934CFB}" dt="2022-12-23T05:18:31.370" v="9" actId="478"/>
        <pc:sldMasterMkLst>
          <pc:docMk/>
          <pc:sldMasterMk cId="0" sldId="2147483648"/>
        </pc:sldMasterMkLst>
        <pc:sldLayoutChg chg="delSp">
          <pc:chgData name="Fabian" userId="f46cf8bb-4ec7-4653-94a9-ff26fa22481f" providerId="ADAL" clId="{5D63A8D0-F49A-4B36-BCE9-BB876C934CFB}" dt="2022-12-23T05:18:20.544" v="4" actId="478"/>
          <pc:sldLayoutMkLst>
            <pc:docMk/>
            <pc:sldMasterMk cId="0" sldId="2147483648"/>
            <pc:sldLayoutMk cId="0" sldId="2147483649"/>
          </pc:sldLayoutMkLst>
          <pc:picChg chg="del">
            <ac:chgData name="Fabian" userId="f46cf8bb-4ec7-4653-94a9-ff26fa22481f" providerId="ADAL" clId="{5D63A8D0-F49A-4B36-BCE9-BB876C934CFB}" dt="2022-12-23T05:18:20.544" v="4"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5D63A8D0-F49A-4B36-BCE9-BB876C934CFB}" dt="2022-12-23T05:18:22.527" v="5" actId="478"/>
          <pc:sldLayoutMkLst>
            <pc:docMk/>
            <pc:sldMasterMk cId="0" sldId="2147483648"/>
            <pc:sldLayoutMk cId="0" sldId="2147483650"/>
          </pc:sldLayoutMkLst>
          <pc:picChg chg="del">
            <ac:chgData name="Fabian" userId="f46cf8bb-4ec7-4653-94a9-ff26fa22481f" providerId="ADAL" clId="{5D63A8D0-F49A-4B36-BCE9-BB876C934CFB}" dt="2022-12-23T05:18:22.527" v="5"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5D63A8D0-F49A-4B36-BCE9-BB876C934CFB}" dt="2022-12-23T05:18:24.445" v="6" actId="478"/>
          <pc:sldLayoutMkLst>
            <pc:docMk/>
            <pc:sldMasterMk cId="0" sldId="2147483648"/>
            <pc:sldLayoutMk cId="0" sldId="2147483651"/>
          </pc:sldLayoutMkLst>
          <pc:picChg chg="del">
            <ac:chgData name="Fabian" userId="f46cf8bb-4ec7-4653-94a9-ff26fa22481f" providerId="ADAL" clId="{5D63A8D0-F49A-4B36-BCE9-BB876C934CFB}" dt="2022-12-23T05:18:24.445" v="6"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5D63A8D0-F49A-4B36-BCE9-BB876C934CFB}" dt="2022-12-23T05:18:26.590" v="7" actId="478"/>
          <pc:sldLayoutMkLst>
            <pc:docMk/>
            <pc:sldMasterMk cId="0" sldId="2147483648"/>
            <pc:sldLayoutMk cId="0" sldId="2147483652"/>
          </pc:sldLayoutMkLst>
          <pc:picChg chg="del">
            <ac:chgData name="Fabian" userId="f46cf8bb-4ec7-4653-94a9-ff26fa22481f" providerId="ADAL" clId="{5D63A8D0-F49A-4B36-BCE9-BB876C934CFB}" dt="2022-12-23T05:18:26.590" v="7" actId="478"/>
            <ac:picMkLst>
              <pc:docMk/>
              <pc:sldMasterMk cId="0" sldId="2147483648"/>
              <pc:sldLayoutMk cId="0" sldId="2147483652"/>
              <ac:picMk id="12" creationId="{3DC9F73C-0878-E542-8513-409788190553}"/>
            </ac:picMkLst>
          </pc:picChg>
        </pc:sldLayoutChg>
        <pc:sldLayoutChg chg="delSp">
          <pc:chgData name="Fabian" userId="f46cf8bb-4ec7-4653-94a9-ff26fa22481f" providerId="ADAL" clId="{5D63A8D0-F49A-4B36-BCE9-BB876C934CFB}" dt="2022-12-23T05:18:29.147" v="8" actId="478"/>
          <pc:sldLayoutMkLst>
            <pc:docMk/>
            <pc:sldMasterMk cId="0" sldId="2147483648"/>
            <pc:sldLayoutMk cId="0" sldId="2147483653"/>
          </pc:sldLayoutMkLst>
          <pc:picChg chg="del">
            <ac:chgData name="Fabian" userId="f46cf8bb-4ec7-4653-94a9-ff26fa22481f" providerId="ADAL" clId="{5D63A8D0-F49A-4B36-BCE9-BB876C934CFB}" dt="2022-12-23T05:18:29.147" v="8" actId="478"/>
            <ac:picMkLst>
              <pc:docMk/>
              <pc:sldMasterMk cId="0" sldId="2147483648"/>
              <pc:sldLayoutMk cId="0" sldId="2147483653"/>
              <ac:picMk id="13" creationId="{07D22DC1-2584-BA45-ADB4-CB64B76C9196}"/>
            </ac:picMkLst>
          </pc:picChg>
        </pc:sldLayoutChg>
        <pc:sldLayoutChg chg="delSp">
          <pc:chgData name="Fabian" userId="f46cf8bb-4ec7-4653-94a9-ff26fa22481f" providerId="ADAL" clId="{5D63A8D0-F49A-4B36-BCE9-BB876C934CFB}" dt="2022-12-23T05:18:31.370" v="9" actId="478"/>
          <pc:sldLayoutMkLst>
            <pc:docMk/>
            <pc:sldMasterMk cId="0" sldId="2147483648"/>
            <pc:sldLayoutMk cId="0" sldId="2147483654"/>
          </pc:sldLayoutMkLst>
          <pc:picChg chg="del">
            <ac:chgData name="Fabian" userId="f46cf8bb-4ec7-4653-94a9-ff26fa22481f" providerId="ADAL" clId="{5D63A8D0-F49A-4B36-BCE9-BB876C934CFB}" dt="2022-12-23T05:18:31.370" v="9" actId="478"/>
            <ac:picMkLst>
              <pc:docMk/>
              <pc:sldMasterMk cId="0" sldId="2147483648"/>
              <pc:sldLayoutMk cId="0" sldId="2147483654"/>
              <ac:picMk id="8" creationId="{1A1711B1-0CB2-3642-B322-BB9057DC06A4}"/>
            </ac:picMkLst>
          </pc:picChg>
        </pc:sldLayoutChg>
      </pc:sldMasterChg>
    </pc:docChg>
  </pc:docChgLst>
  <pc:docChgLst>
    <pc:chgData name="Fabian Surya Pramudya" userId="f46cf8bb-4ec7-4653-94a9-ff26fa22481f" providerId="ADAL" clId="{E9BFF214-D97A-46B1-95DF-C3F8477B02B5}"/>
    <pc:docChg chg="undo redo custSel addSld delSld modSld modSection">
      <pc:chgData name="Fabian Surya Pramudya" userId="f46cf8bb-4ec7-4653-94a9-ff26fa22481f" providerId="ADAL" clId="{E9BFF214-D97A-46B1-95DF-C3F8477B02B5}" dt="2022-08-03T12:29:32.126" v="303" actId="1076"/>
      <pc:docMkLst>
        <pc:docMk/>
      </pc:docMkLst>
      <pc:sldChg chg="addSp modSp">
        <pc:chgData name="Fabian Surya Pramudya" userId="f46cf8bb-4ec7-4653-94a9-ff26fa22481f" providerId="ADAL" clId="{E9BFF214-D97A-46B1-95DF-C3F8477B02B5}" dt="2022-08-03T12:29:32.126" v="303" actId="1076"/>
        <pc:sldMkLst>
          <pc:docMk/>
          <pc:sldMk cId="2516975436" sldId="259"/>
        </pc:sldMkLst>
        <pc:spChg chg="add mod">
          <ac:chgData name="Fabian Surya Pramudya" userId="f46cf8bb-4ec7-4653-94a9-ff26fa22481f" providerId="ADAL" clId="{E9BFF214-D97A-46B1-95DF-C3F8477B02B5}" dt="2022-08-03T12:29:32.126" v="303" actId="1076"/>
          <ac:spMkLst>
            <pc:docMk/>
            <pc:sldMk cId="2516975436" sldId="259"/>
            <ac:spMk id="2" creationId="{B3509AFA-2B94-4D5A-A25C-3F04BFE9CD3F}"/>
          </ac:spMkLst>
        </pc:spChg>
      </pc:sldChg>
      <pc:sldChg chg="del">
        <pc:chgData name="Fabian Surya Pramudya" userId="f46cf8bb-4ec7-4653-94a9-ff26fa22481f" providerId="ADAL" clId="{E9BFF214-D97A-46B1-95DF-C3F8477B02B5}" dt="2022-08-03T04:47:14.756" v="34" actId="2696"/>
        <pc:sldMkLst>
          <pc:docMk/>
          <pc:sldMk cId="3463637484" sldId="260"/>
        </pc:sldMkLst>
      </pc:sldChg>
      <pc:sldChg chg="addSp modSp">
        <pc:chgData name="Fabian Surya Pramudya" userId="f46cf8bb-4ec7-4653-94a9-ff26fa22481f" providerId="ADAL" clId="{E9BFF214-D97A-46B1-95DF-C3F8477B02B5}" dt="2022-08-03T12:00:01.805" v="280" actId="123"/>
        <pc:sldMkLst>
          <pc:docMk/>
          <pc:sldMk cId="1857169608" sldId="265"/>
        </pc:sldMkLst>
        <pc:spChg chg="mod">
          <ac:chgData name="Fabian Surya Pramudya" userId="f46cf8bb-4ec7-4653-94a9-ff26fa22481f" providerId="ADAL" clId="{E9BFF214-D97A-46B1-95DF-C3F8477B02B5}" dt="2022-08-03T11:49:52.030" v="259" actId="1076"/>
          <ac:spMkLst>
            <pc:docMk/>
            <pc:sldMk cId="1857169608" sldId="265"/>
            <ac:spMk id="2" creationId="{00000000-0000-0000-0000-000000000000}"/>
          </ac:spMkLst>
        </pc:spChg>
        <pc:spChg chg="add mod">
          <ac:chgData name="Fabian Surya Pramudya" userId="f46cf8bb-4ec7-4653-94a9-ff26fa22481f" providerId="ADAL" clId="{E9BFF214-D97A-46B1-95DF-C3F8477B02B5}" dt="2022-08-03T12:00:01.805" v="280" actId="123"/>
          <ac:spMkLst>
            <pc:docMk/>
            <pc:sldMk cId="1857169608" sldId="265"/>
            <ac:spMk id="3" creationId="{C16A2E88-B7DA-430D-B065-83FEB0BBD7DB}"/>
          </ac:spMkLst>
        </pc:spChg>
        <pc:spChg chg="add mod">
          <ac:chgData name="Fabian Surya Pramudya" userId="f46cf8bb-4ec7-4653-94a9-ff26fa22481f" providerId="ADAL" clId="{E9BFF214-D97A-46B1-95DF-C3F8477B02B5}" dt="2022-08-03T11:59:53.036" v="278" actId="1076"/>
          <ac:spMkLst>
            <pc:docMk/>
            <pc:sldMk cId="1857169608" sldId="265"/>
            <ac:spMk id="6" creationId="{A400257D-FFD8-47CB-9DE4-F9AF605E8CE3}"/>
          </ac:spMkLst>
        </pc:spChg>
        <pc:picChg chg="add mod">
          <ac:chgData name="Fabian Surya Pramudya" userId="f46cf8bb-4ec7-4653-94a9-ff26fa22481f" providerId="ADAL" clId="{E9BFF214-D97A-46B1-95DF-C3F8477B02B5}" dt="2022-08-03T11:59:50.813" v="277" actId="1076"/>
          <ac:picMkLst>
            <pc:docMk/>
            <pc:sldMk cId="1857169608" sldId="265"/>
            <ac:picMk id="4" creationId="{143D5274-1841-4E6D-9A9B-8948B0540A91}"/>
          </ac:picMkLst>
        </pc:picChg>
        <pc:picChg chg="mod">
          <ac:chgData name="Fabian Surya Pramudya" userId="f46cf8bb-4ec7-4653-94a9-ff26fa22481f" providerId="ADAL" clId="{E9BFF214-D97A-46B1-95DF-C3F8477B02B5}" dt="2022-08-03T04:46:21.925" v="19" actId="14100"/>
          <ac:picMkLst>
            <pc:docMk/>
            <pc:sldMk cId="1857169608" sldId="265"/>
            <ac:picMk id="5" creationId="{00000000-0000-0000-0000-000000000000}"/>
          </ac:picMkLst>
        </pc:picChg>
      </pc:sldChg>
      <pc:sldChg chg="modSp">
        <pc:chgData name="Fabian Surya Pramudya" userId="f46cf8bb-4ec7-4653-94a9-ff26fa22481f" providerId="ADAL" clId="{E9BFF214-D97A-46B1-95DF-C3F8477B02B5}" dt="2022-08-03T04:45:16.173" v="3" actId="1076"/>
        <pc:sldMkLst>
          <pc:docMk/>
          <pc:sldMk cId="1743960619" sldId="268"/>
        </pc:sldMkLst>
        <pc:spChg chg="mod">
          <ac:chgData name="Fabian Surya Pramudya" userId="f46cf8bb-4ec7-4653-94a9-ff26fa22481f" providerId="ADAL" clId="{E9BFF214-D97A-46B1-95DF-C3F8477B02B5}" dt="2022-08-03T04:45:16.173" v="3" actId="1076"/>
          <ac:spMkLst>
            <pc:docMk/>
            <pc:sldMk cId="1743960619" sldId="268"/>
            <ac:spMk id="2" creationId="{00000000-0000-0000-0000-000000000000}"/>
          </ac:spMkLst>
        </pc:spChg>
      </pc:sldChg>
      <pc:sldChg chg="addSp delSp add del">
        <pc:chgData name="Fabian Surya Pramudya" userId="f46cf8bb-4ec7-4653-94a9-ff26fa22481f" providerId="ADAL" clId="{E9BFF214-D97A-46B1-95DF-C3F8477B02B5}" dt="2022-08-03T04:46:45.282" v="31" actId="2696"/>
        <pc:sldMkLst>
          <pc:docMk/>
          <pc:sldMk cId="1230247511" sldId="271"/>
        </pc:sldMkLst>
        <pc:picChg chg="add del">
          <ac:chgData name="Fabian Surya Pramudya" userId="f46cf8bb-4ec7-4653-94a9-ff26fa22481f" providerId="ADAL" clId="{E9BFF214-D97A-46B1-95DF-C3F8477B02B5}" dt="2022-08-03T04:46:02.177" v="11"/>
          <ac:picMkLst>
            <pc:docMk/>
            <pc:sldMk cId="1230247511" sldId="271"/>
            <ac:picMk id="4" creationId="{00000000-0000-0000-0000-000000000000}"/>
          </ac:picMkLst>
        </pc:picChg>
      </pc:sldChg>
      <pc:sldChg chg="modSp">
        <pc:chgData name="Fabian Surya Pramudya" userId="f46cf8bb-4ec7-4653-94a9-ff26fa22481f" providerId="ADAL" clId="{E9BFF214-D97A-46B1-95DF-C3F8477B02B5}" dt="2022-08-03T04:50:17.818" v="165" actId="20577"/>
        <pc:sldMkLst>
          <pc:docMk/>
          <pc:sldMk cId="1743787489" sldId="283"/>
        </pc:sldMkLst>
        <pc:spChg chg="mod">
          <ac:chgData name="Fabian Surya Pramudya" userId="f46cf8bb-4ec7-4653-94a9-ff26fa22481f" providerId="ADAL" clId="{E9BFF214-D97A-46B1-95DF-C3F8477B02B5}" dt="2022-08-03T04:50:17.818" v="165" actId="20577"/>
          <ac:spMkLst>
            <pc:docMk/>
            <pc:sldMk cId="1743787489" sldId="283"/>
            <ac:spMk id="2" creationId="{00000000-0000-0000-0000-000000000000}"/>
          </ac:spMkLst>
        </pc:spChg>
      </pc:sldChg>
      <pc:sldChg chg="del">
        <pc:chgData name="Fabian Surya Pramudya" userId="f46cf8bb-4ec7-4653-94a9-ff26fa22481f" providerId="ADAL" clId="{E9BFF214-D97A-46B1-95DF-C3F8477B02B5}" dt="2022-08-03T04:45:37.798" v="4" actId="2696"/>
        <pc:sldMkLst>
          <pc:docMk/>
          <pc:sldMk cId="351862416" sldId="285"/>
        </pc:sldMkLst>
      </pc:sldChg>
      <pc:sldChg chg="modSp del">
        <pc:chgData name="Fabian Surya Pramudya" userId="f46cf8bb-4ec7-4653-94a9-ff26fa22481f" providerId="ADAL" clId="{E9BFF214-D97A-46B1-95DF-C3F8477B02B5}" dt="2022-08-03T04:45:45.531" v="5" actId="2696"/>
        <pc:sldMkLst>
          <pc:docMk/>
          <pc:sldMk cId="3329297939" sldId="346"/>
        </pc:sldMkLst>
        <pc:spChg chg="mod">
          <ac:chgData name="Fabian Surya Pramudya" userId="f46cf8bb-4ec7-4653-94a9-ff26fa22481f" providerId="ADAL" clId="{E9BFF214-D97A-46B1-95DF-C3F8477B02B5}" dt="2022-08-03T04:45:02.816" v="1" actId="1076"/>
          <ac:spMkLst>
            <pc:docMk/>
            <pc:sldMk cId="3329297939" sldId="346"/>
            <ac:spMk id="2" creationId="{00000000-0000-0000-0000-000000000000}"/>
          </ac:spMkLst>
        </pc:spChg>
      </pc:sldChg>
      <pc:sldChg chg="addSp delSp modSp">
        <pc:chgData name="Fabian Surya Pramudya" userId="f46cf8bb-4ec7-4653-94a9-ff26fa22481f" providerId="ADAL" clId="{E9BFF214-D97A-46B1-95DF-C3F8477B02B5}" dt="2022-08-03T04:48:59.816" v="86" actId="1582"/>
        <pc:sldMkLst>
          <pc:docMk/>
          <pc:sldMk cId="1969561728" sldId="347"/>
        </pc:sldMkLst>
        <pc:spChg chg="mod">
          <ac:chgData name="Fabian Surya Pramudya" userId="f46cf8bb-4ec7-4653-94a9-ff26fa22481f" providerId="ADAL" clId="{E9BFF214-D97A-46B1-95DF-C3F8477B02B5}" dt="2022-08-03T04:48:34.164" v="82" actId="20577"/>
          <ac:spMkLst>
            <pc:docMk/>
            <pc:sldMk cId="1969561728" sldId="347"/>
            <ac:spMk id="2" creationId="{00000000-0000-0000-0000-000000000000}"/>
          </ac:spMkLst>
        </pc:spChg>
        <pc:spChg chg="del">
          <ac:chgData name="Fabian Surya Pramudya" userId="f46cf8bb-4ec7-4653-94a9-ff26fa22481f" providerId="ADAL" clId="{E9BFF214-D97A-46B1-95DF-C3F8477B02B5}" dt="2022-08-03T04:48:00.955" v="59" actId="478"/>
          <ac:spMkLst>
            <pc:docMk/>
            <pc:sldMk cId="1969561728" sldId="347"/>
            <ac:spMk id="3" creationId="{00000000-0000-0000-0000-000000000000}"/>
          </ac:spMkLst>
        </pc:spChg>
        <pc:spChg chg="add mod">
          <ac:chgData name="Fabian Surya Pramudya" userId="f46cf8bb-4ec7-4653-94a9-ff26fa22481f" providerId="ADAL" clId="{E9BFF214-D97A-46B1-95DF-C3F8477B02B5}" dt="2022-08-03T04:48:59.816" v="86" actId="1582"/>
          <ac:spMkLst>
            <pc:docMk/>
            <pc:sldMk cId="1969561728" sldId="347"/>
            <ac:spMk id="4" creationId="{FC635437-4E0B-4B17-9A13-672396C4CB64}"/>
          </ac:spMkLst>
        </pc:spChg>
        <pc:picChg chg="mod">
          <ac:chgData name="Fabian Surya Pramudya" userId="f46cf8bb-4ec7-4653-94a9-ff26fa22481f" providerId="ADAL" clId="{E9BFF214-D97A-46B1-95DF-C3F8477B02B5}" dt="2022-08-03T04:48:15.835" v="67" actId="14100"/>
          <ac:picMkLst>
            <pc:docMk/>
            <pc:sldMk cId="1969561728" sldId="347"/>
            <ac:picMk id="5" creationId="{00000000-0000-0000-0000-000000000000}"/>
          </ac:picMkLst>
        </pc:picChg>
        <pc:cxnChg chg="del">
          <ac:chgData name="Fabian Surya Pramudya" userId="f46cf8bb-4ec7-4653-94a9-ff26fa22481f" providerId="ADAL" clId="{E9BFF214-D97A-46B1-95DF-C3F8477B02B5}" dt="2022-08-03T04:48:02.117" v="60" actId="478"/>
          <ac:cxnSpMkLst>
            <pc:docMk/>
            <pc:sldMk cId="1969561728" sldId="347"/>
            <ac:cxnSpMk id="6" creationId="{00000000-0000-0000-0000-000000000000}"/>
          </ac:cxnSpMkLst>
        </pc:cxnChg>
      </pc:sldChg>
      <pc:sldChg chg="modSp del">
        <pc:chgData name="Fabian Surya Pramudya" userId="f46cf8bb-4ec7-4653-94a9-ff26fa22481f" providerId="ADAL" clId="{E9BFF214-D97A-46B1-95DF-C3F8477B02B5}" dt="2022-08-03T04:49:19.222" v="89" actId="2696"/>
        <pc:sldMkLst>
          <pc:docMk/>
          <pc:sldMk cId="1443289045" sldId="348"/>
        </pc:sldMkLst>
        <pc:picChg chg="mod">
          <ac:chgData name="Fabian Surya Pramudya" userId="f46cf8bb-4ec7-4653-94a9-ff26fa22481f" providerId="ADAL" clId="{E9BFF214-D97A-46B1-95DF-C3F8477B02B5}" dt="2022-08-03T04:49:16.055" v="88" actId="14100"/>
          <ac:picMkLst>
            <pc:docMk/>
            <pc:sldMk cId="1443289045" sldId="348"/>
            <ac:picMk id="3" creationId="{00000000-0000-0000-0000-000000000000}"/>
          </ac:picMkLst>
        </pc:picChg>
      </pc:sldChg>
      <pc:sldChg chg="addSp modSp">
        <pc:chgData name="Fabian Surya Pramudya" userId="f46cf8bb-4ec7-4653-94a9-ff26fa22481f" providerId="ADAL" clId="{E9BFF214-D97A-46B1-95DF-C3F8477B02B5}" dt="2022-08-03T11:25:40.574" v="257" actId="1035"/>
        <pc:sldMkLst>
          <pc:docMk/>
          <pc:sldMk cId="2354741157" sldId="349"/>
        </pc:sldMkLst>
        <pc:spChg chg="mod">
          <ac:chgData name="Fabian Surya Pramudya" userId="f46cf8bb-4ec7-4653-94a9-ff26fa22481f" providerId="ADAL" clId="{E9BFF214-D97A-46B1-95DF-C3F8477B02B5}" dt="2022-08-03T11:25:27.095" v="240" actId="1076"/>
          <ac:spMkLst>
            <pc:docMk/>
            <pc:sldMk cId="2354741157" sldId="349"/>
            <ac:spMk id="3" creationId="{00000000-0000-0000-0000-000000000000}"/>
          </ac:spMkLst>
        </pc:spChg>
        <pc:spChg chg="add mod">
          <ac:chgData name="Fabian Surya Pramudya" userId="f46cf8bb-4ec7-4653-94a9-ff26fa22481f" providerId="ADAL" clId="{E9BFF214-D97A-46B1-95DF-C3F8477B02B5}" dt="2022-08-03T04:49:53.576" v="131" actId="20577"/>
          <ac:spMkLst>
            <pc:docMk/>
            <pc:sldMk cId="2354741157" sldId="349"/>
            <ac:spMk id="4" creationId="{914B10D1-F7FD-4D44-A39B-6A6A8C515E3A}"/>
          </ac:spMkLst>
        </pc:spChg>
        <pc:spChg chg="add mod">
          <ac:chgData name="Fabian Surya Pramudya" userId="f46cf8bb-4ec7-4653-94a9-ff26fa22481f" providerId="ADAL" clId="{E9BFF214-D97A-46B1-95DF-C3F8477B02B5}" dt="2022-08-03T11:25:40.574" v="257" actId="1035"/>
          <ac:spMkLst>
            <pc:docMk/>
            <pc:sldMk cId="2354741157" sldId="349"/>
            <ac:spMk id="5" creationId="{54F1DF0B-91AF-446E-A6B6-9282CA7C4DF5}"/>
          </ac:spMkLst>
        </pc:spChg>
        <pc:picChg chg="mod">
          <ac:chgData name="Fabian Surya Pramudya" userId="f46cf8bb-4ec7-4653-94a9-ff26fa22481f" providerId="ADAL" clId="{E9BFF214-D97A-46B1-95DF-C3F8477B02B5}" dt="2022-08-03T11:25:36.804" v="253" actId="1035"/>
          <ac:picMkLst>
            <pc:docMk/>
            <pc:sldMk cId="2354741157" sldId="349"/>
            <ac:picMk id="2" creationId="{00000000-0000-0000-0000-000000000000}"/>
          </ac:picMkLst>
        </pc:picChg>
      </pc:sldChg>
      <pc:sldChg chg="del">
        <pc:chgData name="Fabian Surya Pramudya" userId="f46cf8bb-4ec7-4653-94a9-ff26fa22481f" providerId="ADAL" clId="{E9BFF214-D97A-46B1-95DF-C3F8477B02B5}" dt="2022-08-03T04:47:07.481" v="33" actId="2696"/>
        <pc:sldMkLst>
          <pc:docMk/>
          <pc:sldMk cId="2757305128" sldId="350"/>
        </pc:sldMkLst>
      </pc:sldChg>
      <pc:sldMasterChg chg="delSldLayout">
        <pc:chgData name="Fabian Surya Pramudya" userId="f46cf8bb-4ec7-4653-94a9-ff26fa22481f" providerId="ADAL" clId="{E9BFF214-D97A-46B1-95DF-C3F8477B02B5}" dt="2022-08-03T04:49:19.225" v="90" actId="2696"/>
        <pc:sldMasterMkLst>
          <pc:docMk/>
          <pc:sldMasterMk cId="0" sldId="2147483648"/>
        </pc:sldMasterMkLst>
        <pc:sldLayoutChg chg="del">
          <pc:chgData name="Fabian Surya Pramudya" userId="f46cf8bb-4ec7-4653-94a9-ff26fa22481f" providerId="ADAL" clId="{E9BFF214-D97A-46B1-95DF-C3F8477B02B5}" dt="2022-08-03T04:49:19.225" v="90" actId="2696"/>
          <pc:sldLayoutMkLst>
            <pc:docMk/>
            <pc:sldMasterMk cId="0" sldId="2147483648"/>
            <pc:sldLayoutMk cId="4237209347"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458477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2" name="Title 1"/>
          <p:cNvSpPr>
            <a:spLocks noGrp="1"/>
          </p:cNvSpPr>
          <p:nvPr>
            <p:ph type="title"/>
          </p:nvPr>
        </p:nvSpPr>
        <p:spPr>
          <a:xfrm>
            <a:off x="534432" y="302865"/>
            <a:ext cx="9619774" cy="1008380"/>
          </a:xfrm>
        </p:spPr>
        <p:txBody>
          <a:bodyPr/>
          <a:lstStyle>
            <a:lvl1pPr>
              <a:defRPr baseline="0">
                <a:solidFill>
                  <a:schemeClr val="bg1"/>
                </a:solidFill>
              </a:defRPr>
            </a:lvl1pPr>
          </a:lstStyle>
          <a:p>
            <a:r>
              <a:rPr lang="en-US"/>
              <a:t>Click to edit Master title style</a:t>
            </a:r>
            <a:endParaRPr lang="en-US" dirty="0"/>
          </a:p>
        </p:txBody>
      </p:sp>
      <p:sp>
        <p:nvSpPr>
          <p:cNvPr id="3" name="Content Placeholder 2"/>
          <p:cNvSpPr>
            <a:spLocks noGrp="1"/>
          </p:cNvSpPr>
          <p:nvPr>
            <p:ph idx="1" hasCustomPrompt="1"/>
          </p:nvPr>
        </p:nvSpPr>
        <p:spPr>
          <a:xfrm>
            <a:off x="534432" y="1699920"/>
            <a:ext cx="9619774" cy="5138260"/>
          </a:xfrm>
        </p:spPr>
        <p:txBody>
          <a:bodyPr/>
          <a:lstStyle>
            <a:lvl1pPr>
              <a:defRPr baseline="0"/>
            </a:lvl1pPr>
          </a:lstStyle>
          <a:p>
            <a:pPr lvl="0"/>
            <a:r>
              <a:rPr lang="en-US" dirty="0"/>
              <a:t>My point is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9436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1"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4000" b="1" dirty="0">
                <a:solidFill>
                  <a:schemeClr val="bg1"/>
                </a:solidFill>
              </a:rPr>
              <a:t>Advances </a:t>
            </a:r>
            <a:r>
              <a:rPr lang="en-GB" sz="4000" b="1">
                <a:solidFill>
                  <a:schemeClr val="bg1"/>
                </a:solidFill>
              </a:rPr>
              <a:t>in </a:t>
            </a:r>
          </a:p>
          <a:p>
            <a:pPr algn="ctr" eaLnBrk="1" hangingPunct="1"/>
            <a:r>
              <a:rPr lang="en-GB" sz="4000" b="1">
                <a:solidFill>
                  <a:schemeClr val="bg1"/>
                </a:solidFill>
              </a:rPr>
              <a:t>Computational Biology</a:t>
            </a:r>
            <a:endParaRPr lang="en-GB" sz="4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a:xfrm>
            <a:off x="1200150" y="1857376"/>
            <a:ext cx="8943975" cy="4991100"/>
          </a:xfrm>
        </p:spPr>
        <p:txBody>
          <a:bodyPr/>
          <a:lstStyle/>
          <a:p>
            <a:pPr lvl="0"/>
            <a:r>
              <a:rPr lang="en-AU" sz="3200" dirty="0"/>
              <a:t>History of Bioinformatics </a:t>
            </a:r>
            <a:endParaRPr lang="en-HK" sz="3200" dirty="0"/>
          </a:p>
          <a:p>
            <a:pPr lvl="0"/>
            <a:r>
              <a:rPr lang="en-AU" sz="3200" dirty="0"/>
              <a:t>Bioinformatics Application</a:t>
            </a:r>
            <a:endParaRPr lang="en-HK" sz="3200" dirty="0"/>
          </a:p>
          <a:p>
            <a:pPr lvl="0"/>
            <a:r>
              <a:rPr lang="en-AU" sz="3200" dirty="0"/>
              <a:t>Analyses Involving Nucleic-Acid Sequence</a:t>
            </a:r>
            <a:endParaRPr lang="en-HK" sz="3200" dirty="0"/>
          </a:p>
          <a:p>
            <a:r>
              <a:rPr lang="en-AU" sz="3200" dirty="0"/>
              <a:t>Additional Bioinformatic Analyses Involving Protein Sequences</a:t>
            </a:r>
            <a:endParaRPr lang="id-ID" sz="3200"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What is Bioinformatics?</a:t>
            </a:r>
            <a:endParaRPr lang="id-ID" sz="2800" b="1" dirty="0"/>
          </a:p>
        </p:txBody>
      </p:sp>
      <p:sp>
        <p:nvSpPr>
          <p:cNvPr id="3" name="Content Placeholder 2"/>
          <p:cNvSpPr>
            <a:spLocks noGrp="1"/>
          </p:cNvSpPr>
          <p:nvPr>
            <p:ph idx="1"/>
          </p:nvPr>
        </p:nvSpPr>
        <p:spPr>
          <a:xfrm>
            <a:off x="1430219" y="1808143"/>
            <a:ext cx="7828199" cy="1604652"/>
          </a:xfrm>
        </p:spPr>
        <p:txBody>
          <a:bodyPr/>
          <a:lstStyle/>
          <a:p>
            <a:pPr marL="0" indent="0" algn="ctr">
              <a:buNone/>
            </a:pPr>
            <a:r>
              <a:rPr lang="en-HK" sz="2400" dirty="0">
                <a:effectLst/>
                <a:latin typeface="Open Sans" panose="020B0606030504020204" pitchFamily="34" charset="0"/>
                <a:ea typeface="Open Sans" panose="020B0606030504020204" pitchFamily="34" charset="0"/>
                <a:cs typeface="Open Sans" panose="020B0606030504020204" pitchFamily="34" charset="0"/>
              </a:rPr>
              <a:t>The mathematical, statistical, and computing methods that aim to solve </a:t>
            </a:r>
            <a:r>
              <a:rPr lang="en-HK" sz="2400" b="1" dirty="0">
                <a:effectLst/>
                <a:latin typeface="Open Sans" panose="020B0606030504020204" pitchFamily="34" charset="0"/>
                <a:ea typeface="Open Sans" panose="020B0606030504020204" pitchFamily="34" charset="0"/>
                <a:cs typeface="Open Sans" panose="020B0606030504020204" pitchFamily="34" charset="0"/>
              </a:rPr>
              <a:t>biological problems </a:t>
            </a:r>
            <a:r>
              <a:rPr lang="en-HK" sz="2400" dirty="0">
                <a:effectLst/>
                <a:latin typeface="Open Sans" panose="020B0606030504020204" pitchFamily="34" charset="0"/>
                <a:ea typeface="Open Sans" panose="020B0606030504020204" pitchFamily="34" charset="0"/>
                <a:cs typeface="Open Sans" panose="020B0606030504020204" pitchFamily="34" charset="0"/>
              </a:rPr>
              <a:t>using DNA and amino acids sequences, and related information</a:t>
            </a:r>
            <a:endParaRPr lang="id-ID" sz="240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a:extLst>
              <a:ext uri="{FF2B5EF4-FFF2-40B4-BE49-F238E27FC236}">
                <a16:creationId xmlns:a16="http://schemas.microsoft.com/office/drawing/2014/main" id="{34C8ACB7-62F4-4DFA-BF4E-F704AD38BEDF}"/>
              </a:ext>
            </a:extLst>
          </p:cNvPr>
          <p:cNvSpPr/>
          <p:nvPr/>
        </p:nvSpPr>
        <p:spPr>
          <a:xfrm>
            <a:off x="427418" y="3991004"/>
            <a:ext cx="3629428" cy="2062103"/>
          </a:xfrm>
          <a:prstGeom prst="rect">
            <a:avLst/>
          </a:prstGeom>
        </p:spPr>
        <p:txBody>
          <a:bodyPr wrap="square">
            <a:sp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Biology has traditionally been an observational rather than a deductive science. </a:t>
            </a:r>
          </a:p>
          <a:p>
            <a:pPr algn="ct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gn="ctr"/>
            <a:r>
              <a:rPr lang="en-US" sz="1600" dirty="0">
                <a:latin typeface="Open Sans" panose="020B0606030504020204" pitchFamily="34" charset="0"/>
                <a:ea typeface="Open Sans" panose="020B0606030504020204" pitchFamily="34" charset="0"/>
                <a:cs typeface="Open Sans" panose="020B0606030504020204" pitchFamily="34" charset="0"/>
              </a:rPr>
              <a:t>Although recent developments have not altered this basic orientation, the nature of the data has changed radically.</a:t>
            </a:r>
            <a:endParaRPr lang="en-HK"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Rectangle 4">
            <a:extLst>
              <a:ext uri="{FF2B5EF4-FFF2-40B4-BE49-F238E27FC236}">
                <a16:creationId xmlns:a16="http://schemas.microsoft.com/office/drawing/2014/main" id="{D934DCAF-DCA4-40F5-A05C-BFB58A4FAD24}"/>
              </a:ext>
            </a:extLst>
          </p:cNvPr>
          <p:cNvSpPr/>
          <p:nvPr/>
        </p:nvSpPr>
        <p:spPr>
          <a:xfrm>
            <a:off x="5203065" y="3729395"/>
            <a:ext cx="5200236" cy="2862322"/>
          </a:xfrm>
          <a:prstGeom prst="rect">
            <a:avLst/>
          </a:prstGeom>
        </p:spPr>
        <p:txBody>
          <a:bodyPr wrap="square">
            <a:spAutoFit/>
          </a:bodyPr>
          <a:lstStyle/>
          <a:p>
            <a:pPr algn="ctr"/>
            <a:r>
              <a:rPr lang="en-US" sz="1800" dirty="0">
                <a:solidFill>
                  <a:srgbClr val="1C1D1F"/>
                </a:solidFill>
                <a:latin typeface="Open Sans" panose="020B0606030504020204" pitchFamily="34" charset="0"/>
                <a:ea typeface="Open Sans" panose="020B0606030504020204" pitchFamily="34" charset="0"/>
                <a:cs typeface="Open Sans" panose="020B0606030504020204" pitchFamily="34" charset="0"/>
              </a:rPr>
              <a:t>Before it was coined in 1991 scientists used to call it </a:t>
            </a:r>
            <a:r>
              <a:rPr lang="en-US" sz="1800" b="1" u="sng" dirty="0">
                <a:solidFill>
                  <a:srgbClr val="1C1D1F"/>
                </a:solidFill>
                <a:latin typeface="Open Sans" panose="020B0606030504020204" pitchFamily="34" charset="0"/>
                <a:ea typeface="Open Sans" panose="020B0606030504020204" pitchFamily="34" charset="0"/>
                <a:cs typeface="Open Sans" panose="020B0606030504020204" pitchFamily="34" charset="0"/>
              </a:rPr>
              <a:t>computational biology </a:t>
            </a:r>
            <a:r>
              <a:rPr lang="en-US" sz="1800" dirty="0">
                <a:solidFill>
                  <a:srgbClr val="1C1D1F"/>
                </a:solidFill>
                <a:latin typeface="Open Sans" panose="020B0606030504020204" pitchFamily="34" charset="0"/>
                <a:ea typeface="Open Sans" panose="020B0606030504020204" pitchFamily="34" charset="0"/>
                <a:cs typeface="Open Sans" panose="020B0606030504020204" pitchFamily="34" charset="0"/>
              </a:rPr>
              <a:t>which basically explain the use of computer technologies to solve biological problems. </a:t>
            </a:r>
          </a:p>
          <a:p>
            <a:pPr algn="ctr"/>
            <a:endParaRPr lang="en-US" sz="1800" dirty="0">
              <a:solidFill>
                <a:srgbClr val="1C1D1F"/>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00" dirty="0">
                <a:solidFill>
                  <a:srgbClr val="1C1D1F"/>
                </a:solidFill>
                <a:latin typeface="Open Sans" panose="020B0606030504020204" pitchFamily="34" charset="0"/>
                <a:ea typeface="Open Sans" panose="020B0606030504020204" pitchFamily="34" charset="0"/>
                <a:cs typeface="Open Sans" panose="020B0606030504020204" pitchFamily="34" charset="0"/>
              </a:rPr>
              <a:t>since bioinformatics is now defined with</a:t>
            </a:r>
          </a:p>
          <a:p>
            <a:pPr algn="ctr"/>
            <a:r>
              <a:rPr lang="en-US" sz="1800" dirty="0">
                <a:solidFill>
                  <a:srgbClr val="1C1D1F"/>
                </a:solidFill>
                <a:latin typeface="Open Sans" panose="020B0606030504020204" pitchFamily="34" charset="0"/>
                <a:ea typeface="Open Sans" panose="020B0606030504020204" pitchFamily="34" charset="0"/>
                <a:cs typeface="Open Sans" panose="020B0606030504020204" pitchFamily="34" charset="0"/>
              </a:rPr>
              <a:t>a loose definition it always has the components of mathematics, statistics and computing method to process biological database</a:t>
            </a:r>
            <a:endParaRPr lang="en-US" sz="1800" b="0" i="0" dirty="0">
              <a:solidFill>
                <a:srgbClr val="1C1D1F"/>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6" name="Arrow: Right 5">
            <a:extLst>
              <a:ext uri="{FF2B5EF4-FFF2-40B4-BE49-F238E27FC236}">
                <a16:creationId xmlns:a16="http://schemas.microsoft.com/office/drawing/2014/main" id="{231EE643-7E31-4D2B-AEE7-C081544ABC23}"/>
              </a:ext>
            </a:extLst>
          </p:cNvPr>
          <p:cNvSpPr/>
          <p:nvPr/>
        </p:nvSpPr>
        <p:spPr>
          <a:xfrm>
            <a:off x="4275993" y="4751600"/>
            <a:ext cx="707925" cy="54091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926067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2D057048-6140-4E40-8D4A-C630FFA57467}"/>
              </a:ext>
            </a:extLst>
          </p:cNvPr>
          <p:cNvSpPr>
            <a:spLocks noChangeArrowheads="1"/>
          </p:cNvSpPr>
          <p:nvPr/>
        </p:nvSpPr>
        <p:spPr bwMode="auto">
          <a:xfrm>
            <a:off x="2617643" y="2013238"/>
            <a:ext cx="6015038" cy="519113"/>
          </a:xfrm>
          <a:prstGeom prst="rect">
            <a:avLst/>
          </a:prstGeom>
          <a:noFill/>
          <a:ln w="9525">
            <a:noFill/>
            <a:miter lim="800000"/>
            <a:headEnd/>
            <a:tailEnd/>
          </a:ln>
        </p:spPr>
        <p:txBody>
          <a:bodyPr wrap="none">
            <a:spAutoFit/>
          </a:bodyPr>
          <a:lstStyle/>
          <a:p>
            <a:r>
              <a:rPr lang="en-US" sz="2800">
                <a:solidFill>
                  <a:schemeClr val="accent2"/>
                </a:solidFill>
              </a:rPr>
              <a:t> Introduction: </a:t>
            </a:r>
            <a:r>
              <a:rPr lang="en-US" sz="2800">
                <a:solidFill>
                  <a:srgbClr val="F91402"/>
                </a:solidFill>
              </a:rPr>
              <a:t>What is bioinformatics?</a:t>
            </a:r>
            <a:endParaRPr lang="en-US" sz="2800">
              <a:solidFill>
                <a:schemeClr val="accent2"/>
              </a:solidFill>
            </a:endParaRPr>
          </a:p>
        </p:txBody>
      </p:sp>
      <p:sp>
        <p:nvSpPr>
          <p:cNvPr id="13" name="Rectangle 4">
            <a:extLst>
              <a:ext uri="{FF2B5EF4-FFF2-40B4-BE49-F238E27FC236}">
                <a16:creationId xmlns:a16="http://schemas.microsoft.com/office/drawing/2014/main" id="{A9E1FB7C-05EB-40F2-AE14-DEB88C330ED3}"/>
              </a:ext>
            </a:extLst>
          </p:cNvPr>
          <p:cNvSpPr>
            <a:spLocks noChangeArrowheads="1"/>
          </p:cNvSpPr>
          <p:nvPr/>
        </p:nvSpPr>
        <p:spPr bwMode="auto">
          <a:xfrm>
            <a:off x="1349231" y="2743488"/>
            <a:ext cx="8561387" cy="701675"/>
          </a:xfrm>
          <a:prstGeom prst="rect">
            <a:avLst/>
          </a:prstGeom>
          <a:noFill/>
          <a:ln w="9525">
            <a:noFill/>
            <a:miter lim="800000"/>
            <a:headEnd/>
            <a:tailEnd/>
          </a:ln>
        </p:spPr>
        <p:txBody>
          <a:bodyPr>
            <a:spAutoFit/>
          </a:bodyPr>
          <a:lstStyle/>
          <a:p>
            <a:r>
              <a:rPr lang="en-CA" sz="1800">
                <a:solidFill>
                  <a:srgbClr val="FA1113"/>
                </a:solidFill>
                <a:sym typeface="Webdings" pitchFamily="1" charset="2"/>
              </a:rPr>
              <a:t></a:t>
            </a:r>
            <a:r>
              <a:rPr lang="en-US" sz="2000"/>
              <a:t>Can be defined as the body of tools, algorithms needed to handle </a:t>
            </a:r>
            <a:r>
              <a:rPr lang="en-US" sz="2000" u="sng"/>
              <a:t>large</a:t>
            </a:r>
            <a:endParaRPr lang="en-US" sz="2000"/>
          </a:p>
          <a:p>
            <a:r>
              <a:rPr lang="en-US" sz="2000"/>
              <a:t>   and </a:t>
            </a:r>
            <a:r>
              <a:rPr lang="en-US" sz="2000" u="sng"/>
              <a:t>complex</a:t>
            </a:r>
            <a:r>
              <a:rPr lang="en-US" sz="2000"/>
              <a:t> biological information.</a:t>
            </a:r>
            <a:endParaRPr lang="en-US" sz="2200"/>
          </a:p>
        </p:txBody>
      </p:sp>
      <p:sp>
        <p:nvSpPr>
          <p:cNvPr id="14" name="Rectangle 6">
            <a:extLst>
              <a:ext uri="{FF2B5EF4-FFF2-40B4-BE49-F238E27FC236}">
                <a16:creationId xmlns:a16="http://schemas.microsoft.com/office/drawing/2014/main" id="{8AE5B679-2932-4BA6-9C69-DFD68AE10B18}"/>
              </a:ext>
            </a:extLst>
          </p:cNvPr>
          <p:cNvSpPr>
            <a:spLocks noChangeArrowheads="1"/>
          </p:cNvSpPr>
          <p:nvPr/>
        </p:nvSpPr>
        <p:spPr bwMode="auto">
          <a:xfrm>
            <a:off x="1350818" y="3649951"/>
            <a:ext cx="8686800" cy="701675"/>
          </a:xfrm>
          <a:prstGeom prst="rect">
            <a:avLst/>
          </a:prstGeom>
          <a:noFill/>
          <a:ln w="9525">
            <a:noFill/>
            <a:miter lim="800000"/>
            <a:headEnd/>
            <a:tailEnd/>
          </a:ln>
        </p:spPr>
        <p:txBody>
          <a:bodyPr>
            <a:spAutoFit/>
          </a:bodyPr>
          <a:lstStyle/>
          <a:p>
            <a:r>
              <a:rPr lang="en-CA" sz="1800" b="1">
                <a:solidFill>
                  <a:srgbClr val="FA1113"/>
                </a:solidFill>
                <a:sym typeface="Webdings" pitchFamily="1" charset="2"/>
              </a:rPr>
              <a:t></a:t>
            </a:r>
            <a:r>
              <a:rPr lang="en-US" sz="2000"/>
              <a:t>Bioinformatics is a </a:t>
            </a:r>
            <a:r>
              <a:rPr lang="en-US" sz="2000" u="sng"/>
              <a:t>new</a:t>
            </a:r>
            <a:r>
              <a:rPr lang="en-US" sz="2000"/>
              <a:t> scientific discipline created from the interaction </a:t>
            </a:r>
          </a:p>
          <a:p>
            <a:r>
              <a:rPr lang="en-US" sz="2000"/>
              <a:t>   of </a:t>
            </a:r>
            <a:r>
              <a:rPr lang="en-US" sz="2000" u="sng"/>
              <a:t>biology</a:t>
            </a:r>
            <a:r>
              <a:rPr lang="en-US" sz="2000"/>
              <a:t> and </a:t>
            </a:r>
            <a:r>
              <a:rPr lang="en-US" sz="2000" u="sng"/>
              <a:t>computer</a:t>
            </a:r>
            <a:r>
              <a:rPr lang="en-US" sz="2000"/>
              <a:t>. </a:t>
            </a:r>
          </a:p>
        </p:txBody>
      </p:sp>
      <p:sp>
        <p:nvSpPr>
          <p:cNvPr id="15" name="Rectangle 11">
            <a:extLst>
              <a:ext uri="{FF2B5EF4-FFF2-40B4-BE49-F238E27FC236}">
                <a16:creationId xmlns:a16="http://schemas.microsoft.com/office/drawing/2014/main" id="{4AE176F1-65C1-4622-B995-85E62F96B1C8}"/>
              </a:ext>
            </a:extLst>
          </p:cNvPr>
          <p:cNvSpPr>
            <a:spLocks noChangeArrowheads="1"/>
          </p:cNvSpPr>
          <p:nvPr/>
        </p:nvSpPr>
        <p:spPr bwMode="auto">
          <a:xfrm>
            <a:off x="1379393" y="4859626"/>
            <a:ext cx="8501063" cy="1006475"/>
          </a:xfrm>
          <a:prstGeom prst="rect">
            <a:avLst/>
          </a:prstGeom>
          <a:noFill/>
          <a:ln w="9525">
            <a:noFill/>
            <a:miter lim="800000"/>
            <a:headEnd/>
            <a:tailEnd/>
          </a:ln>
        </p:spPr>
        <p:txBody>
          <a:bodyPr>
            <a:spAutoFit/>
          </a:bodyPr>
          <a:lstStyle/>
          <a:p>
            <a:r>
              <a:rPr lang="en-CA" sz="1800" b="1" dirty="0">
                <a:solidFill>
                  <a:srgbClr val="FA1113"/>
                </a:solidFill>
                <a:sym typeface="Webdings" pitchFamily="1" charset="2"/>
              </a:rPr>
              <a:t></a:t>
            </a:r>
            <a:r>
              <a:rPr lang="en-US" sz="2000" dirty="0"/>
              <a:t>The NCBI defines bioinformatics as:</a:t>
            </a:r>
          </a:p>
          <a:p>
            <a:r>
              <a:rPr lang="en-US" sz="2000" dirty="0"/>
              <a:t>    </a:t>
            </a:r>
            <a:r>
              <a:rPr lang="en-US" sz="2000" dirty="0">
                <a:solidFill>
                  <a:schemeClr val="accent2"/>
                </a:solidFill>
              </a:rPr>
              <a:t>"Bioinformatics is the field of science in which biology, computer </a:t>
            </a:r>
          </a:p>
          <a:p>
            <a:r>
              <a:rPr lang="en-US" sz="2000" dirty="0">
                <a:solidFill>
                  <a:schemeClr val="accent2"/>
                </a:solidFill>
              </a:rPr>
              <a:t>   science, and information technology merge into a single discipline”</a:t>
            </a:r>
            <a:r>
              <a:rPr lang="en-US" sz="2000" dirty="0"/>
              <a:t> </a:t>
            </a:r>
          </a:p>
        </p:txBody>
      </p:sp>
    </p:spTree>
    <p:extLst>
      <p:ext uri="{BB962C8B-B14F-4D97-AF65-F5344CB8AC3E}">
        <p14:creationId xmlns:p14="http://schemas.microsoft.com/office/powerpoint/2010/main" val="1535819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Milestone</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203065" y="1714708"/>
            <a:ext cx="5074276" cy="5016758"/>
          </a:xfrm>
          <a:prstGeom prst="rect">
            <a:avLst/>
          </a:prstGeom>
        </p:spPr>
        <p:txBody>
          <a:bodyPr wrap="square">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Pauling and Corey propose the structure for the alpha helix </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Watson and Crick propose the double helix model for DNA </a:t>
            </a:r>
            <a:r>
              <a:rPr lang="en-US" sz="2000" dirty="0" err="1">
                <a:latin typeface="Open Sans" panose="020B0606030504020204" pitchFamily="34" charset="0"/>
                <a:ea typeface="Open Sans" panose="020B0606030504020204" pitchFamily="34" charset="0"/>
                <a:cs typeface="Open Sans" panose="020B0606030504020204" pitchFamily="34" charset="0"/>
              </a:rPr>
              <a:t>basd</a:t>
            </a:r>
            <a:r>
              <a:rPr lang="en-US" sz="2000" dirty="0">
                <a:latin typeface="Open Sans" panose="020B0606030504020204" pitchFamily="34" charset="0"/>
                <a:ea typeface="Open Sans" panose="020B0606030504020204" pitchFamily="34" charset="0"/>
                <a:cs typeface="Open Sans" panose="020B0606030504020204" pitchFamily="34" charset="0"/>
              </a:rPr>
              <a:t> on x-ray data obtained by Franklin and Wilkins</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sequence of the first protein, bovine insulin, announced by F. Sanger</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Margaret </a:t>
            </a:r>
            <a:r>
              <a:rPr lang="en-US" sz="2000" dirty="0" err="1">
                <a:latin typeface="Open Sans" panose="020B0606030504020204" pitchFamily="34" charset="0"/>
                <a:ea typeface="Open Sans" panose="020B0606030504020204" pitchFamily="34" charset="0"/>
                <a:cs typeface="Open Sans" panose="020B0606030504020204" pitchFamily="34" charset="0"/>
              </a:rPr>
              <a:t>Dayhoff</a:t>
            </a:r>
            <a:r>
              <a:rPr lang="en-US" sz="2000" dirty="0">
                <a:latin typeface="Open Sans" panose="020B0606030504020204" pitchFamily="34" charset="0"/>
                <a:ea typeface="Open Sans" panose="020B0606030504020204" pitchFamily="34" charset="0"/>
                <a:cs typeface="Open Sans" panose="020B0606030504020204" pitchFamily="34" charset="0"/>
              </a:rPr>
              <a:t> starts the Atlas of Protein Sequence and Structure – </a:t>
            </a:r>
            <a:r>
              <a:rPr lang="en-US" sz="2000" dirty="0" err="1">
                <a:latin typeface="Open Sans" panose="020B0606030504020204" pitchFamily="34" charset="0"/>
                <a:ea typeface="Open Sans" panose="020B0606030504020204" pitchFamily="34" charset="0"/>
                <a:cs typeface="Open Sans" panose="020B0606030504020204" pitchFamily="34" charset="0"/>
              </a:rPr>
              <a:t>Dayhoff</a:t>
            </a:r>
            <a:r>
              <a:rPr lang="en-US" sz="2000" dirty="0">
                <a:latin typeface="Open Sans" panose="020B0606030504020204" pitchFamily="34" charset="0"/>
                <a:ea typeface="Open Sans" panose="020B0606030504020204" pitchFamily="34" charset="0"/>
                <a:cs typeface="Open Sans" panose="020B0606030504020204" pitchFamily="34" charset="0"/>
              </a:rPr>
              <a:t> Atlas</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Protein Sequence Database (PSD) by Margaret </a:t>
            </a:r>
            <a:r>
              <a:rPr lang="en-US" sz="2000" dirty="0" err="1">
                <a:latin typeface="Open Sans" panose="020B0606030504020204" pitchFamily="34" charset="0"/>
                <a:ea typeface="Open Sans" panose="020B0606030504020204" pitchFamily="34" charset="0"/>
                <a:cs typeface="Open Sans" panose="020B0606030504020204" pitchFamily="34" charset="0"/>
              </a:rPr>
              <a:t>Dayhoff</a:t>
            </a:r>
            <a:r>
              <a:rPr lang="en-US" sz="2000" dirty="0">
                <a:latin typeface="Open Sans" panose="020B0606030504020204" pitchFamily="34" charset="0"/>
                <a:ea typeface="Open Sans" panose="020B0606030504020204" pitchFamily="34" charset="0"/>
                <a:cs typeface="Open Sans" panose="020B0606030504020204" pitchFamily="34" charset="0"/>
              </a:rPr>
              <a:t> </a:t>
            </a:r>
            <a:endParaRPr lang="en-HK"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Arrow: Right 5">
            <a:extLst>
              <a:ext uri="{FF2B5EF4-FFF2-40B4-BE49-F238E27FC236}">
                <a16:creationId xmlns:a16="http://schemas.microsoft.com/office/drawing/2014/main" id="{231EE643-7E31-4D2B-AEE7-C081544ABC23}"/>
              </a:ext>
            </a:extLst>
          </p:cNvPr>
          <p:cNvSpPr/>
          <p:nvPr/>
        </p:nvSpPr>
        <p:spPr>
          <a:xfrm>
            <a:off x="3760630" y="1843498"/>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1951</a:t>
            </a:r>
          </a:p>
        </p:txBody>
      </p:sp>
      <p:sp>
        <p:nvSpPr>
          <p:cNvPr id="9" name="Arrow: Right 8">
            <a:extLst>
              <a:ext uri="{FF2B5EF4-FFF2-40B4-BE49-F238E27FC236}">
                <a16:creationId xmlns:a16="http://schemas.microsoft.com/office/drawing/2014/main" id="{AB67FCF9-9644-4BD9-92EF-4236B13E4DCA}"/>
              </a:ext>
            </a:extLst>
          </p:cNvPr>
          <p:cNvSpPr/>
          <p:nvPr/>
        </p:nvSpPr>
        <p:spPr>
          <a:xfrm>
            <a:off x="3760630" y="2838092"/>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1953</a:t>
            </a:r>
          </a:p>
        </p:txBody>
      </p:sp>
      <p:sp>
        <p:nvSpPr>
          <p:cNvPr id="11" name="Arrow: Right 10">
            <a:extLst>
              <a:ext uri="{FF2B5EF4-FFF2-40B4-BE49-F238E27FC236}">
                <a16:creationId xmlns:a16="http://schemas.microsoft.com/office/drawing/2014/main" id="{CED54494-500A-4F42-AEF0-E3D55C5B1FB2}"/>
              </a:ext>
            </a:extLst>
          </p:cNvPr>
          <p:cNvSpPr/>
          <p:nvPr/>
        </p:nvSpPr>
        <p:spPr>
          <a:xfrm>
            <a:off x="3760630" y="3972858"/>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1955</a:t>
            </a:r>
          </a:p>
        </p:txBody>
      </p:sp>
      <p:sp>
        <p:nvSpPr>
          <p:cNvPr id="12" name="Arrow: Right 11">
            <a:extLst>
              <a:ext uri="{FF2B5EF4-FFF2-40B4-BE49-F238E27FC236}">
                <a16:creationId xmlns:a16="http://schemas.microsoft.com/office/drawing/2014/main" id="{A7F1D843-27DC-4850-8205-750498596DDE}"/>
              </a:ext>
            </a:extLst>
          </p:cNvPr>
          <p:cNvSpPr/>
          <p:nvPr/>
        </p:nvSpPr>
        <p:spPr>
          <a:xfrm>
            <a:off x="3760630" y="6020254"/>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1972</a:t>
            </a:r>
          </a:p>
        </p:txBody>
      </p:sp>
      <p:sp>
        <p:nvSpPr>
          <p:cNvPr id="13" name="Arrow: Right 12">
            <a:extLst>
              <a:ext uri="{FF2B5EF4-FFF2-40B4-BE49-F238E27FC236}">
                <a16:creationId xmlns:a16="http://schemas.microsoft.com/office/drawing/2014/main" id="{13F98135-A412-44A4-8702-C7189409CC5B}"/>
              </a:ext>
            </a:extLst>
          </p:cNvPr>
          <p:cNvSpPr/>
          <p:nvPr/>
        </p:nvSpPr>
        <p:spPr>
          <a:xfrm>
            <a:off x="3760630" y="4823600"/>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1965</a:t>
            </a:r>
          </a:p>
        </p:txBody>
      </p:sp>
    </p:spTree>
    <p:extLst>
      <p:ext uri="{BB962C8B-B14F-4D97-AF65-F5344CB8AC3E}">
        <p14:creationId xmlns:p14="http://schemas.microsoft.com/office/powerpoint/2010/main" val="174396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Milestone</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203065" y="1714708"/>
            <a:ext cx="5074276" cy="4708981"/>
          </a:xfrm>
          <a:prstGeom prst="rect">
            <a:avLst/>
          </a:prstGeom>
        </p:spPr>
        <p:txBody>
          <a:bodyPr wrap="square">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Stanley Cohen Invented DNA Cloning</a:t>
            </a:r>
          </a:p>
          <a:p>
            <a:pPr algn="ctr"/>
            <a:r>
              <a:rPr lang="en-US" sz="2000" dirty="0">
                <a:latin typeface="Open Sans" panose="020B0606030504020204" pitchFamily="34" charset="0"/>
                <a:ea typeface="Open Sans" panose="020B0606030504020204" pitchFamily="34" charset="0"/>
                <a:cs typeface="Open Sans" panose="020B0606030504020204" pitchFamily="34" charset="0"/>
              </a:rPr>
              <a:t>Sanger et al. invented cycle sequencing</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1</a:t>
            </a:r>
            <a:r>
              <a:rPr lang="en-US" sz="2000" baseline="30000" dirty="0">
                <a:latin typeface="Open Sans" panose="020B0606030504020204" pitchFamily="34" charset="0"/>
                <a:ea typeface="Open Sans" panose="020B0606030504020204" pitchFamily="34" charset="0"/>
                <a:cs typeface="Open Sans" panose="020B0606030504020204" pitchFamily="34" charset="0"/>
              </a:rPr>
              <a:t>st</a:t>
            </a:r>
            <a:r>
              <a:rPr lang="en-US" sz="2000" dirty="0">
                <a:latin typeface="Open Sans" panose="020B0606030504020204" pitchFamily="34" charset="0"/>
                <a:ea typeface="Open Sans" panose="020B0606030504020204" pitchFamily="34" charset="0"/>
                <a:cs typeface="Open Sans" panose="020B0606030504020204" pitchFamily="34" charset="0"/>
              </a:rPr>
              <a:t> complete gene sequence for bacteriophage FX174 is published (5,386bp, 9 proteins)</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IBM Introduce Personal Computers and the Smith-Waterman algorithm for sequence alignment in published</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Polymerase Chain Reaction is described by Kary Mullis</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Creation of the public GenBank</a:t>
            </a:r>
            <a:endParaRPr lang="en-HK"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Arrow: Right 5">
            <a:extLst>
              <a:ext uri="{FF2B5EF4-FFF2-40B4-BE49-F238E27FC236}">
                <a16:creationId xmlns:a16="http://schemas.microsoft.com/office/drawing/2014/main" id="{231EE643-7E31-4D2B-AEE7-C081544ABC23}"/>
              </a:ext>
            </a:extLst>
          </p:cNvPr>
          <p:cNvSpPr/>
          <p:nvPr/>
        </p:nvSpPr>
        <p:spPr>
          <a:xfrm>
            <a:off x="3760630" y="1843498"/>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1977</a:t>
            </a:r>
          </a:p>
        </p:txBody>
      </p:sp>
      <p:sp>
        <p:nvSpPr>
          <p:cNvPr id="9" name="Arrow: Right 8">
            <a:extLst>
              <a:ext uri="{FF2B5EF4-FFF2-40B4-BE49-F238E27FC236}">
                <a16:creationId xmlns:a16="http://schemas.microsoft.com/office/drawing/2014/main" id="{AB67FCF9-9644-4BD9-92EF-4236B13E4DCA}"/>
              </a:ext>
            </a:extLst>
          </p:cNvPr>
          <p:cNvSpPr/>
          <p:nvPr/>
        </p:nvSpPr>
        <p:spPr>
          <a:xfrm>
            <a:off x="3760630" y="285097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1980</a:t>
            </a:r>
          </a:p>
        </p:txBody>
      </p:sp>
      <p:sp>
        <p:nvSpPr>
          <p:cNvPr id="11" name="Arrow: Right 10">
            <a:extLst>
              <a:ext uri="{FF2B5EF4-FFF2-40B4-BE49-F238E27FC236}">
                <a16:creationId xmlns:a16="http://schemas.microsoft.com/office/drawing/2014/main" id="{CED54494-500A-4F42-AEF0-E3D55C5B1FB2}"/>
              </a:ext>
            </a:extLst>
          </p:cNvPr>
          <p:cNvSpPr/>
          <p:nvPr/>
        </p:nvSpPr>
        <p:spPr>
          <a:xfrm>
            <a:off x="3760630" y="4127404"/>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1983</a:t>
            </a:r>
          </a:p>
        </p:txBody>
      </p:sp>
      <p:sp>
        <p:nvSpPr>
          <p:cNvPr id="12" name="Arrow: Right 11">
            <a:extLst>
              <a:ext uri="{FF2B5EF4-FFF2-40B4-BE49-F238E27FC236}">
                <a16:creationId xmlns:a16="http://schemas.microsoft.com/office/drawing/2014/main" id="{A7F1D843-27DC-4850-8205-750498596DDE}"/>
              </a:ext>
            </a:extLst>
          </p:cNvPr>
          <p:cNvSpPr/>
          <p:nvPr/>
        </p:nvSpPr>
        <p:spPr>
          <a:xfrm>
            <a:off x="3760630" y="5955859"/>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1985</a:t>
            </a:r>
          </a:p>
        </p:txBody>
      </p:sp>
      <p:sp>
        <p:nvSpPr>
          <p:cNvPr id="13" name="Arrow: Right 12">
            <a:extLst>
              <a:ext uri="{FF2B5EF4-FFF2-40B4-BE49-F238E27FC236}">
                <a16:creationId xmlns:a16="http://schemas.microsoft.com/office/drawing/2014/main" id="{13F98135-A412-44A4-8702-C7189409CC5B}"/>
              </a:ext>
            </a:extLst>
          </p:cNvPr>
          <p:cNvSpPr/>
          <p:nvPr/>
        </p:nvSpPr>
        <p:spPr>
          <a:xfrm>
            <a:off x="3760630" y="515845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1981</a:t>
            </a:r>
          </a:p>
        </p:txBody>
      </p:sp>
      <p:pic>
        <p:nvPicPr>
          <p:cNvPr id="3074" name="Picture 2" descr="30 Years of Thermal Cycler Innovations #1: The World's First Thermal Cycler  and How it Advanced Science - Behind the Bench">
            <a:extLst>
              <a:ext uri="{FF2B5EF4-FFF2-40B4-BE49-F238E27FC236}">
                <a16:creationId xmlns:a16="http://schemas.microsoft.com/office/drawing/2014/main" id="{CADE24F0-6648-471B-AF80-245E2D9E8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4573560"/>
            <a:ext cx="2146792" cy="241952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Kary B. Mullis – Facts - NobelPrize.org">
            <a:extLst>
              <a:ext uri="{FF2B5EF4-FFF2-40B4-BE49-F238E27FC236}">
                <a16:creationId xmlns:a16="http://schemas.microsoft.com/office/drawing/2014/main" id="{28E2A626-078D-4334-A172-0B8BBC9A6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945" y="4168616"/>
            <a:ext cx="797383" cy="119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244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Milestone</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203065" y="1714708"/>
            <a:ext cx="5074276" cy="5016758"/>
          </a:xfrm>
          <a:prstGeom prst="rect">
            <a:avLst/>
          </a:prstGeom>
        </p:spPr>
        <p:txBody>
          <a:bodyPr wrap="square">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Practical Extraction Report Language is released by Larry Wall. Perl is used to analyze biological their assets apart from Python programming language.</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National Center for Biotechnology Information (NCBI) is established</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FASTA algorithm for sequence comparison is published by Pearson &amp; Lipman</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BLAST program is implemented</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The first reference to the word “bioinformatics” in the scientific literature</a:t>
            </a:r>
          </a:p>
        </p:txBody>
      </p:sp>
      <p:sp>
        <p:nvSpPr>
          <p:cNvPr id="9" name="Arrow: Right 8">
            <a:extLst>
              <a:ext uri="{FF2B5EF4-FFF2-40B4-BE49-F238E27FC236}">
                <a16:creationId xmlns:a16="http://schemas.microsoft.com/office/drawing/2014/main" id="{AB67FCF9-9644-4BD9-92EF-4236B13E4DCA}"/>
              </a:ext>
            </a:extLst>
          </p:cNvPr>
          <p:cNvSpPr/>
          <p:nvPr/>
        </p:nvSpPr>
        <p:spPr>
          <a:xfrm>
            <a:off x="3760630" y="2153265"/>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1987</a:t>
            </a:r>
          </a:p>
        </p:txBody>
      </p:sp>
      <p:sp>
        <p:nvSpPr>
          <p:cNvPr id="11" name="Arrow: Right 10">
            <a:extLst>
              <a:ext uri="{FF2B5EF4-FFF2-40B4-BE49-F238E27FC236}">
                <a16:creationId xmlns:a16="http://schemas.microsoft.com/office/drawing/2014/main" id="{CED54494-500A-4F42-AEF0-E3D55C5B1FB2}"/>
              </a:ext>
            </a:extLst>
          </p:cNvPr>
          <p:cNvSpPr/>
          <p:nvPr/>
        </p:nvSpPr>
        <p:spPr>
          <a:xfrm>
            <a:off x="3760630" y="3315130"/>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1987</a:t>
            </a:r>
          </a:p>
        </p:txBody>
      </p:sp>
      <p:sp>
        <p:nvSpPr>
          <p:cNvPr id="13" name="Arrow: Right 12">
            <a:extLst>
              <a:ext uri="{FF2B5EF4-FFF2-40B4-BE49-F238E27FC236}">
                <a16:creationId xmlns:a16="http://schemas.microsoft.com/office/drawing/2014/main" id="{13F98135-A412-44A4-8702-C7189409CC5B}"/>
              </a:ext>
            </a:extLst>
          </p:cNvPr>
          <p:cNvSpPr/>
          <p:nvPr/>
        </p:nvSpPr>
        <p:spPr>
          <a:xfrm>
            <a:off x="3760630" y="529293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1990</a:t>
            </a:r>
          </a:p>
        </p:txBody>
      </p:sp>
      <p:sp>
        <p:nvSpPr>
          <p:cNvPr id="10" name="Arrow: Right 9">
            <a:extLst>
              <a:ext uri="{FF2B5EF4-FFF2-40B4-BE49-F238E27FC236}">
                <a16:creationId xmlns:a16="http://schemas.microsoft.com/office/drawing/2014/main" id="{E5213078-A2FA-49A0-8E0D-7E45B8EE4C1D}"/>
              </a:ext>
            </a:extLst>
          </p:cNvPr>
          <p:cNvSpPr/>
          <p:nvPr/>
        </p:nvSpPr>
        <p:spPr>
          <a:xfrm>
            <a:off x="3760630" y="4352727"/>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1988</a:t>
            </a:r>
          </a:p>
        </p:txBody>
      </p:sp>
      <p:sp>
        <p:nvSpPr>
          <p:cNvPr id="15" name="Arrow: Right 14">
            <a:extLst>
              <a:ext uri="{FF2B5EF4-FFF2-40B4-BE49-F238E27FC236}">
                <a16:creationId xmlns:a16="http://schemas.microsoft.com/office/drawing/2014/main" id="{CC38B96B-C882-4697-B656-9B6389A360A0}"/>
              </a:ext>
            </a:extLst>
          </p:cNvPr>
          <p:cNvSpPr/>
          <p:nvPr/>
        </p:nvSpPr>
        <p:spPr>
          <a:xfrm>
            <a:off x="3760629" y="601949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1991</a:t>
            </a:r>
          </a:p>
        </p:txBody>
      </p:sp>
      <p:pic>
        <p:nvPicPr>
          <p:cNvPr id="2052" name="Picture 4" descr="Perl :: Language - ToolWar | Information Security (InfoSec) Tools">
            <a:extLst>
              <a:ext uri="{FF2B5EF4-FFF2-40B4-BE49-F238E27FC236}">
                <a16:creationId xmlns:a16="http://schemas.microsoft.com/office/drawing/2014/main" id="{11901DFE-613B-4626-A5CF-D2C7363D0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395" y="1639908"/>
            <a:ext cx="2326353" cy="85741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CBI Account Logins Changes – Himmelfarb Library News">
            <a:extLst>
              <a:ext uri="{FF2B5EF4-FFF2-40B4-BE49-F238E27FC236}">
                <a16:creationId xmlns:a16="http://schemas.microsoft.com/office/drawing/2014/main" id="{1A16587C-CF2C-4405-88AE-B5EC59D1F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1926" y="2699221"/>
            <a:ext cx="1671289" cy="93905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oinformatics with Python: FASTA Format Reader | Über-Coder">
            <a:extLst>
              <a:ext uri="{FF2B5EF4-FFF2-40B4-BE49-F238E27FC236}">
                <a16:creationId xmlns:a16="http://schemas.microsoft.com/office/drawing/2014/main" id="{075054D8-CFB8-42F5-A024-8CB73630AA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675" y="3818150"/>
            <a:ext cx="2295454" cy="114772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a:extLst>
              <a:ext uri="{FF2B5EF4-FFF2-40B4-BE49-F238E27FC236}">
                <a16:creationId xmlns:a16="http://schemas.microsoft.com/office/drawing/2014/main" id="{34CF7750-F128-46BE-BA9A-C1741F387C5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170" t="5068" r="7664" b="12807"/>
          <a:stretch/>
        </p:blipFill>
        <p:spPr bwMode="auto">
          <a:xfrm>
            <a:off x="827675" y="5116470"/>
            <a:ext cx="2211573" cy="2132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621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Milestone</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203065" y="1714708"/>
            <a:ext cx="5074276" cy="5632311"/>
          </a:xfrm>
          <a:prstGeom prst="rect">
            <a:avLst/>
          </a:prstGeom>
        </p:spPr>
        <p:txBody>
          <a:bodyPr wrap="square">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The Institute for Genomic Research (TIGR) is established by Dr. Craig Venter</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Dr. Craig Venter forms Celera in Rockville</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A draft of the human genome </a:t>
            </a:r>
          </a:p>
          <a:p>
            <a:pPr algn="ctr"/>
            <a:r>
              <a:rPr lang="en-US" sz="2000" dirty="0">
                <a:latin typeface="Open Sans" panose="020B0606030504020204" pitchFamily="34" charset="0"/>
                <a:ea typeface="Open Sans" panose="020B0606030504020204" pitchFamily="34" charset="0"/>
                <a:cs typeface="Open Sans" panose="020B0606030504020204" pitchFamily="34" charset="0"/>
              </a:rPr>
              <a:t>(3,000 </a:t>
            </a:r>
            <a:r>
              <a:rPr lang="en-US" sz="2000" dirty="0" err="1">
                <a:latin typeface="Open Sans" panose="020B0606030504020204" pitchFamily="34" charset="0"/>
                <a:ea typeface="Open Sans" panose="020B0606030504020204" pitchFamily="34" charset="0"/>
                <a:cs typeface="Open Sans" panose="020B0606030504020204" pitchFamily="34" charset="0"/>
              </a:rPr>
              <a:t>Mbp</a:t>
            </a:r>
            <a:r>
              <a:rPr lang="en-US" sz="2000" dirty="0">
                <a:latin typeface="Open Sans" panose="020B0606030504020204" pitchFamily="34" charset="0"/>
                <a:ea typeface="Open Sans" panose="020B0606030504020204" pitchFamily="34" charset="0"/>
                <a:cs typeface="Open Sans" panose="020B0606030504020204" pitchFamily="34" charset="0"/>
              </a:rPr>
              <a:t>) is published</a:t>
            </a:r>
          </a:p>
          <a:p>
            <a:pPr algn="ct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ctr"/>
            <a:r>
              <a:rPr lang="en-US" sz="2000" dirty="0">
                <a:latin typeface="Open Sans" panose="020B0606030504020204" pitchFamily="34" charset="0"/>
                <a:ea typeface="Open Sans" panose="020B0606030504020204" pitchFamily="34" charset="0"/>
                <a:cs typeface="Open Sans" panose="020B0606030504020204" pitchFamily="34" charset="0"/>
              </a:rPr>
              <a:t>Completion of Human Genome Project</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Identify all the approximately 20,000-25,000 genes in human DNA</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Determine the </a:t>
            </a:r>
            <a:r>
              <a:rPr lang="en-US" sz="1600" dirty="0" err="1">
                <a:latin typeface="Open Sans" panose="020B0606030504020204" pitchFamily="34" charset="0"/>
                <a:ea typeface="Open Sans" panose="020B0606030504020204" pitchFamily="34" charset="0"/>
                <a:cs typeface="Open Sans" panose="020B0606030504020204" pitchFamily="34" charset="0"/>
              </a:rPr>
              <a:t>seunce</a:t>
            </a:r>
            <a:r>
              <a:rPr lang="en-US" sz="1600" dirty="0">
                <a:latin typeface="Open Sans" panose="020B0606030504020204" pitchFamily="34" charset="0"/>
                <a:ea typeface="Open Sans" panose="020B0606030504020204" pitchFamily="34" charset="0"/>
                <a:cs typeface="Open Sans" panose="020B0606030504020204" pitchFamily="34" charset="0"/>
              </a:rPr>
              <a:t> of the 3 billion base pairs that make</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Store this information in databases</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Improve tools </a:t>
            </a:r>
            <a:r>
              <a:rPr lang="en-US" sz="1600" dirty="0" err="1">
                <a:latin typeface="Open Sans" panose="020B0606030504020204" pitchFamily="34" charset="0"/>
                <a:ea typeface="Open Sans" panose="020B0606030504020204" pitchFamily="34" charset="0"/>
                <a:cs typeface="Open Sans" panose="020B0606030504020204" pitchFamily="34" charset="0"/>
              </a:rPr>
              <a:t>ofr</a:t>
            </a:r>
            <a:r>
              <a:rPr lang="en-US" sz="1600" dirty="0">
                <a:latin typeface="Open Sans" panose="020B0606030504020204" pitchFamily="34" charset="0"/>
                <a:ea typeface="Open Sans" panose="020B0606030504020204" pitchFamily="34" charset="0"/>
                <a:cs typeface="Open Sans" panose="020B0606030504020204" pitchFamily="34" charset="0"/>
              </a:rPr>
              <a:t> data analysis</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Transfer related technologies to the private sector </a:t>
            </a:r>
          </a:p>
          <a:p>
            <a:pPr marL="342900" indent="-34290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Address the ethical, legal, and social issues (ELSI) that may arise from the project </a:t>
            </a:r>
          </a:p>
          <a:p>
            <a:pPr marL="342900" indent="-342900" algn="ctr">
              <a:buFont typeface="Arial" panose="020B0604020202020204" pitchFamily="34" charset="0"/>
              <a:buChar char="•"/>
            </a:pP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Arrow: Right 5">
            <a:extLst>
              <a:ext uri="{FF2B5EF4-FFF2-40B4-BE49-F238E27FC236}">
                <a16:creationId xmlns:a16="http://schemas.microsoft.com/office/drawing/2014/main" id="{231EE643-7E31-4D2B-AEE7-C081544ABC23}"/>
              </a:ext>
            </a:extLst>
          </p:cNvPr>
          <p:cNvSpPr/>
          <p:nvPr/>
        </p:nvSpPr>
        <p:spPr>
          <a:xfrm>
            <a:off x="3760630" y="167607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1998</a:t>
            </a:r>
          </a:p>
        </p:txBody>
      </p:sp>
      <p:sp>
        <p:nvSpPr>
          <p:cNvPr id="9" name="Arrow: Right 8">
            <a:extLst>
              <a:ext uri="{FF2B5EF4-FFF2-40B4-BE49-F238E27FC236}">
                <a16:creationId xmlns:a16="http://schemas.microsoft.com/office/drawing/2014/main" id="{AB67FCF9-9644-4BD9-92EF-4236B13E4DCA}"/>
              </a:ext>
            </a:extLst>
          </p:cNvPr>
          <p:cNvSpPr/>
          <p:nvPr/>
        </p:nvSpPr>
        <p:spPr>
          <a:xfrm>
            <a:off x="3760630" y="2760817"/>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2001</a:t>
            </a:r>
          </a:p>
        </p:txBody>
      </p:sp>
      <p:sp>
        <p:nvSpPr>
          <p:cNvPr id="13" name="Arrow: Right 12">
            <a:extLst>
              <a:ext uri="{FF2B5EF4-FFF2-40B4-BE49-F238E27FC236}">
                <a16:creationId xmlns:a16="http://schemas.microsoft.com/office/drawing/2014/main" id="{13F98135-A412-44A4-8702-C7189409CC5B}"/>
              </a:ext>
            </a:extLst>
          </p:cNvPr>
          <p:cNvSpPr/>
          <p:nvPr/>
        </p:nvSpPr>
        <p:spPr>
          <a:xfrm>
            <a:off x="3760630" y="3819041"/>
            <a:ext cx="1017431" cy="5004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2000" dirty="0"/>
              <a:t>2003</a:t>
            </a:r>
          </a:p>
        </p:txBody>
      </p:sp>
      <p:pic>
        <p:nvPicPr>
          <p:cNvPr id="1026" name="Picture 2" descr="11 years ago: The draft human genome | Nature">
            <a:extLst>
              <a:ext uri="{FF2B5EF4-FFF2-40B4-BE49-F238E27FC236}">
                <a16:creationId xmlns:a16="http://schemas.microsoft.com/office/drawing/2014/main" id="{587F603E-75CD-4D9D-A138-2128B0823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369" y="3819041"/>
            <a:ext cx="2119822" cy="2779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590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and System Biology</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777901"/>
            <a:ext cx="8479909" cy="4616648"/>
          </a:xfrm>
          <a:prstGeom prst="rect">
            <a:avLst/>
          </a:prstGeom>
        </p:spPr>
        <p:txBody>
          <a:bodyPr wrap="square">
            <a:spAutoFit/>
          </a:bodyPr>
          <a:lstStyle/>
          <a:p>
            <a:r>
              <a:rPr lang="en-US" dirty="0"/>
              <a:t>This has led to the development those studies on three different aspects of life sciences which are Genomics, Proteomics, and Metabolomics makes the integration of all these aspects is well known to be a </a:t>
            </a:r>
            <a:r>
              <a:rPr lang="en-US" u="sng" dirty="0"/>
              <a:t>System Biology</a:t>
            </a:r>
          </a:p>
          <a:p>
            <a:endParaRPr lang="en-US" u="sng" dirty="0"/>
          </a:p>
          <a:p>
            <a:r>
              <a:rPr lang="en-US" b="1" dirty="0"/>
              <a:t>Genomics</a:t>
            </a:r>
          </a:p>
          <a:p>
            <a:r>
              <a:rPr lang="en-US" dirty="0"/>
              <a:t>Studies of the genetic make-up of organisms</a:t>
            </a:r>
          </a:p>
          <a:p>
            <a:endParaRPr lang="en-US" dirty="0"/>
          </a:p>
          <a:p>
            <a:r>
              <a:rPr lang="en-US" b="1" dirty="0"/>
              <a:t>Proteomic</a:t>
            </a:r>
          </a:p>
          <a:p>
            <a:r>
              <a:rPr lang="en-US" dirty="0"/>
              <a:t>Studies of the structure and function of proteins. What they do, what they interact with, and how they contribute to life processes</a:t>
            </a:r>
          </a:p>
          <a:p>
            <a:endParaRPr lang="en-US" dirty="0"/>
          </a:p>
          <a:p>
            <a:r>
              <a:rPr lang="en-US" b="1" dirty="0"/>
              <a:t>Metabolomics</a:t>
            </a:r>
          </a:p>
          <a:p>
            <a:r>
              <a:rPr lang="en-US" dirty="0"/>
              <a:t>Comprehensive and simultaneous studies of metabolites at the systemic levels and their changes over time as consequences of stimuli</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71979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96901"/>
            <a:ext cx="9618662" cy="1260475"/>
          </a:xfrm>
        </p:spPr>
        <p:txBody>
          <a:bodyPr wrap="square" anchor="ctr">
            <a:normAutofit/>
          </a:bodyPr>
          <a:lstStyle/>
          <a:p>
            <a:r>
              <a:rPr lang="en-US" b="1" dirty="0"/>
              <a:t>Bioinformatics Discipline</a:t>
            </a:r>
            <a:endParaRPr lang="id-ID" b="1" dirty="0"/>
          </a:p>
        </p:txBody>
      </p:sp>
      <p:pic>
        <p:nvPicPr>
          <p:cNvPr id="3" name="Picture 2">
            <a:extLst>
              <a:ext uri="{FF2B5EF4-FFF2-40B4-BE49-F238E27FC236}">
                <a16:creationId xmlns:a16="http://schemas.microsoft.com/office/drawing/2014/main" id="{595C7959-CC9E-48A7-A5C1-C542D4A55E0E}"/>
              </a:ext>
            </a:extLst>
          </p:cNvPr>
          <p:cNvPicPr>
            <a:picLocks noChangeAspect="1"/>
          </p:cNvPicPr>
          <p:nvPr/>
        </p:nvPicPr>
        <p:blipFill>
          <a:blip r:embed="rId2"/>
          <a:stretch>
            <a:fillRect/>
          </a:stretch>
        </p:blipFill>
        <p:spPr>
          <a:xfrm>
            <a:off x="1506332" y="1665989"/>
            <a:ext cx="8283985" cy="4991100"/>
          </a:xfrm>
          <a:prstGeom prst="rect">
            <a:avLst/>
          </a:prstGeom>
          <a:noFill/>
          <a:ln w="9525">
            <a:noFill/>
            <a:miter lim="800000"/>
            <a:headEnd/>
            <a:tailEnd/>
          </a:ln>
        </p:spPr>
      </p:pic>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1972431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Central Dogma of DNA 7508603 Vector Art at Vecteezy">
            <a:extLst>
              <a:ext uri="{FF2B5EF4-FFF2-40B4-BE49-F238E27FC236}">
                <a16:creationId xmlns:a16="http://schemas.microsoft.com/office/drawing/2014/main" id="{01BAA282-1E22-4835-BCE9-A32DFE3C8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6516" y="3098061"/>
            <a:ext cx="3263477" cy="29373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38250" y="875489"/>
            <a:ext cx="9618662" cy="642026"/>
          </a:xfrm>
        </p:spPr>
        <p:txBody>
          <a:bodyPr/>
          <a:lstStyle/>
          <a:p>
            <a:r>
              <a:rPr lang="en-US" sz="2800" b="1" dirty="0"/>
              <a:t>Central Dogma</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27467"/>
            <a:ext cx="9181657" cy="3785652"/>
          </a:xfrm>
          <a:prstGeom prst="rect">
            <a:avLst/>
          </a:prstGeom>
        </p:spPr>
        <p:txBody>
          <a:bodyPr wrap="square">
            <a:spAutoFit/>
          </a:bodyPr>
          <a:lstStyle/>
          <a:p>
            <a:r>
              <a:rPr lang="en-US" sz="2000" dirty="0"/>
              <a:t>The central dogma of molecular biology is </a:t>
            </a:r>
            <a:r>
              <a:rPr lang="en-US" sz="2000" b="1" dirty="0"/>
              <a:t>an explanation of the flow of genetic information within a biological system</a:t>
            </a:r>
            <a:r>
              <a:rPr lang="en-US" sz="2000" dirty="0"/>
              <a:t>. It is often stated as "DNA makes RNA, and RNA makes protein", It was first stated by Francis Crick in 1957, then published in 1958</a:t>
            </a:r>
          </a:p>
          <a:p>
            <a:endParaRPr lang="en-US" sz="2000" dirty="0"/>
          </a:p>
          <a:p>
            <a:r>
              <a:rPr lang="en-US" sz="2000" dirty="0"/>
              <a:t>3 Process of central dogma</a:t>
            </a:r>
          </a:p>
          <a:p>
            <a:pPr marL="457200" indent="-457200">
              <a:buAutoNum type="arabicPeriod"/>
            </a:pPr>
            <a:r>
              <a:rPr lang="en-US" sz="2000" dirty="0"/>
              <a:t>From existing DNA to make new DNA (replication)</a:t>
            </a:r>
          </a:p>
          <a:p>
            <a:pPr marL="457200" indent="-457200">
              <a:buAutoNum type="arabicPeriod"/>
            </a:pPr>
            <a:r>
              <a:rPr lang="en-US" sz="2000" dirty="0"/>
              <a:t>From DNA to make new RNA (transcription)</a:t>
            </a:r>
          </a:p>
          <a:p>
            <a:pPr marL="457200" indent="-457200">
              <a:buAutoNum type="arabicPeriod"/>
            </a:pPr>
            <a:r>
              <a:rPr lang="en-US" sz="2000" dirty="0"/>
              <a:t>From RNA to make new proteins (translation).</a:t>
            </a:r>
          </a:p>
          <a:p>
            <a:pPr marL="457200" indent="-457200">
              <a:buAutoNum type="arabicPeriod"/>
            </a:pPr>
            <a:endParaRPr lang="en-US" sz="2000" dirty="0"/>
          </a:p>
          <a:p>
            <a:r>
              <a:rPr lang="en-US" sz="2000" dirty="0"/>
              <a:t>This process of genetics information flowing from </a:t>
            </a:r>
          </a:p>
          <a:p>
            <a:r>
              <a:rPr lang="en-US" sz="2000" dirty="0"/>
              <a:t>DNA to RNA to Protein is called gene expression.</a:t>
            </a:r>
          </a:p>
          <a:p>
            <a:endParaRPr lang="en-US" sz="20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126" name="Picture 6" descr="Central Dogma | Brent Cornell">
            <a:extLst>
              <a:ext uri="{FF2B5EF4-FFF2-40B4-BE49-F238E27FC236}">
                <a16:creationId xmlns:a16="http://schemas.microsoft.com/office/drawing/2014/main" id="{48ECABD4-181C-4322-AD9E-9DCB0122A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215" y="5188688"/>
            <a:ext cx="3548960" cy="1601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38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pPr lvl="0"/>
            <a:r>
              <a:rPr lang="en-AU" sz="2800" b="1" dirty="0"/>
              <a:t>Analyses Involving Nucleic-Acid Sequence</a:t>
            </a:r>
            <a:endParaRPr lang="en-HK"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925855"/>
            <a:ext cx="8414905" cy="4665380"/>
          </a:xfrm>
          <a:prstGeom prst="rect">
            <a:avLst/>
          </a:prstGeom>
        </p:spPr>
        <p:txBody>
          <a:bodyPr wrap="square">
            <a:spAutoFit/>
          </a:bodyPr>
          <a:lstStyle/>
          <a:p>
            <a:pPr algn="ctr">
              <a:spcAft>
                <a:spcPts val="1323"/>
              </a:spcAft>
            </a:pPr>
            <a:r>
              <a:rPr lang="en-US" sz="2800" b="1" dirty="0">
                <a:solidFill>
                  <a:srgbClr val="000000"/>
                </a:solidFill>
                <a:latin typeface="Times New Roman" panose="02020603050405020304" pitchFamily="18" charset="0"/>
                <a:cs typeface="Times New Roman" panose="02020603050405020304" pitchFamily="18" charset="0"/>
              </a:rPr>
              <a:t>DNA sequencing provides information about genes and genomes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algn="ctr">
              <a:spcAft>
                <a:spcPts val="1323"/>
              </a:spcAft>
            </a:pPr>
            <a:r>
              <a:rPr lang="en-US" sz="2400" dirty="0">
                <a:solidFill>
                  <a:srgbClr val="000000"/>
                </a:solidFill>
                <a:latin typeface="Times New Roman" panose="02020603050405020304" pitchFamily="18" charset="0"/>
                <a:cs typeface="Times New Roman" panose="02020603050405020304" pitchFamily="18" charset="0"/>
              </a:rPr>
              <a:t>DNA sequencing uses chain-terminating reagents to identify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order of fragments and from this to infer</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 sequence of bases</a:t>
            </a:r>
            <a:endParaRPr lang="en-HK" sz="2400" b="1" dirty="0">
              <a:solidFill>
                <a:srgbClr val="000000"/>
              </a:solidFill>
              <a:latin typeface="Times New Roman" panose="02020603050405020304" pitchFamily="18" charset="0"/>
              <a:cs typeface="Times New Roman" panose="02020603050405020304" pitchFamily="18" charset="0"/>
            </a:endParaRPr>
          </a:p>
          <a:p>
            <a:pPr>
              <a:spcAft>
                <a:spcPts val="1323"/>
              </a:spcAft>
            </a:pPr>
            <a:endParaRPr lang="en-HK" sz="2400" b="1" dirty="0">
              <a:solidFill>
                <a:srgbClr val="000000"/>
              </a:solidFill>
              <a:latin typeface="Times New Roman" panose="02020603050405020304" pitchFamily="18" charset="0"/>
              <a:cs typeface="Times New Roman" panose="02020603050405020304" pitchFamily="18" charset="0"/>
            </a:endParaRPr>
          </a:p>
          <a:p>
            <a:pPr marL="567225" indent="-567225" algn="just">
              <a:spcAft>
                <a:spcPts val="1985"/>
              </a:spcAft>
              <a:buBlip>
                <a:blip r:embed="rId2"/>
              </a:buBlip>
            </a:pPr>
            <a:r>
              <a:rPr lang="id-ID" sz="2400" dirty="0">
                <a:solidFill>
                  <a:srgbClr val="000000"/>
                </a:solidFill>
                <a:latin typeface="Times New Roman" panose="02020603050405020304" pitchFamily="18" charset="0"/>
                <a:cs typeface="Times New Roman" panose="02020603050405020304" pitchFamily="18" charset="0"/>
              </a:rPr>
              <a:t>Restriction fragment length polymorphisms (RFLPs) identified </a:t>
            </a:r>
            <a:r>
              <a:rPr lang="en-US" sz="2400" dirty="0">
                <a:solidFill>
                  <a:srgbClr val="000000"/>
                </a:solidFill>
                <a:latin typeface="Times New Roman" panose="02020603050405020304" pitchFamily="18" charset="0"/>
                <a:cs typeface="Times New Roman" panose="02020603050405020304" pitchFamily="18" charset="0"/>
              </a:rPr>
              <a:t>by Southern blotting reveal individual differences in DNA. </a:t>
            </a:r>
          </a:p>
          <a:p>
            <a:pPr marL="567225" indent="-567225" algn="just">
              <a:spcAft>
                <a:spcPts val="1985"/>
              </a:spcAft>
              <a:buBlip>
                <a:blip r:embed="rId2"/>
              </a:buBlip>
            </a:pPr>
            <a:r>
              <a:rPr lang="en-US" sz="2400" dirty="0">
                <a:solidFill>
                  <a:srgbClr val="000000"/>
                </a:solidFill>
                <a:latin typeface="Times New Roman" panose="02020603050405020304" pitchFamily="18" charset="0"/>
                <a:cs typeface="Times New Roman" panose="02020603050405020304" pitchFamily="18" charset="0"/>
              </a:rPr>
              <a:t>DNA</a:t>
            </a:r>
            <a:r>
              <a:rPr lang="id-ID" sz="2400" dirty="0">
                <a:solidFill>
                  <a:srgbClr val="000000"/>
                </a:solidFill>
                <a:latin typeface="Times New Roman" panose="02020603050405020304" pitchFamily="18" charset="0"/>
                <a:cs typeface="Times New Roman" panose="02020603050405020304" pitchFamily="18" charset="0"/>
              </a:rPr>
              <a:t> fingerprinting uses probes to locate polymorphic DNA fragments.</a:t>
            </a: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6160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823369" y="652995"/>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ANALYSIS</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41542" y="1526492"/>
            <a:ext cx="4230041" cy="5125932"/>
          </a:xfrm>
        </p:spPr>
        <p:txBody>
          <a:bodyPr>
            <a:normAutofit/>
          </a:bodyPr>
          <a:lstStyle/>
          <a:p>
            <a:pPr algn="just">
              <a:spcBef>
                <a:spcPct val="0"/>
              </a:spcBef>
              <a:spcAft>
                <a:spcPts val="662"/>
              </a:spcAft>
              <a:buFont typeface="Wingdings" panose="05000000000000000000" pitchFamily="2" charset="2"/>
              <a:buChar char="§"/>
            </a:pPr>
            <a:r>
              <a:rPr lang="en-US" sz="2000" b="1" dirty="0">
                <a:solidFill>
                  <a:srgbClr val="000000"/>
                </a:solidFill>
                <a:latin typeface="Times New Roman" panose="02020603050405020304" pitchFamily="18" charset="0"/>
                <a:cs typeface="Times New Roman" panose="02020603050405020304" pitchFamily="18" charset="0"/>
              </a:rPr>
              <a:t>The polymerase chain reaction accelerates the process of analysis</a:t>
            </a:r>
            <a:r>
              <a:rPr lang="id-ID" sz="2000" b="1" dirty="0">
                <a:solidFill>
                  <a:srgbClr val="000000"/>
                </a:solidFill>
                <a:latin typeface="Times New Roman" panose="02020603050405020304" pitchFamily="18" charset="0"/>
                <a:cs typeface="Times New Roman" panose="02020603050405020304" pitchFamily="18" charset="0"/>
              </a:rPr>
              <a:t>:</a:t>
            </a:r>
            <a:endParaRPr lang="en-US" sz="20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662"/>
              </a:spcAf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The polymerase chain reaction (PCR) amplifies a single small</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DNA fragment using two short primers that flank the region to be</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amplified.</a:t>
            </a:r>
            <a:endParaRPr lang="id-ID" sz="20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323"/>
              </a:spcAf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Cyclic replication is accomplished via heating and</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cooling; a key factor is </a:t>
            </a:r>
            <a:r>
              <a:rPr lang="en-US" sz="2000" dirty="0" err="1">
                <a:solidFill>
                  <a:srgbClr val="000000"/>
                </a:solidFill>
                <a:latin typeface="Times New Roman" panose="02020603050405020304" pitchFamily="18" charset="0"/>
                <a:cs typeface="Times New Roman" panose="02020603050405020304" pitchFamily="18" charset="0"/>
              </a:rPr>
              <a:t>Taq</a:t>
            </a:r>
            <a:r>
              <a:rPr lang="en-US" sz="2000" dirty="0">
                <a:solidFill>
                  <a:srgbClr val="000000"/>
                </a:solidFill>
                <a:latin typeface="Times New Roman" panose="02020603050405020304" pitchFamily="18" charset="0"/>
                <a:cs typeface="Times New Roman" panose="02020603050405020304" pitchFamily="18" charset="0"/>
              </a:rPr>
              <a:t> polymerase, which is not denatured at</a:t>
            </a:r>
            <a:r>
              <a:rPr lang="id-ID" sz="2000" dirty="0">
                <a:solidFill>
                  <a:srgbClr val="000000"/>
                </a:solidFill>
                <a:latin typeface="Times New Roman" panose="02020603050405020304" pitchFamily="18" charset="0"/>
                <a:cs typeface="Times New Roman" panose="02020603050405020304" pitchFamily="18" charset="0"/>
              </a:rPr>
              <a:t> high temperature.</a:t>
            </a:r>
          </a:p>
          <a:p>
            <a:pPr marL="504200" indent="-504200">
              <a:spcBef>
                <a:spcPct val="0"/>
              </a:spcBef>
              <a:spcAft>
                <a:spcPts val="1323"/>
              </a:spcAft>
              <a:buFont typeface="+mj-lt"/>
              <a:buAutoNum type="alphaLcParenR"/>
            </a:pPr>
            <a:endParaRPr lang="id-ID" sz="2000" dirty="0">
              <a:solidFill>
                <a:srgbClr val="000000"/>
              </a:solidFill>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endParaRPr lang="id-ID" sz="2400" dirty="0">
              <a:solidFill>
                <a:srgbClr val="000000"/>
              </a:solidFill>
              <a:latin typeface="Times New Roman" panose="02020603050405020304" pitchFamily="18" charset="0"/>
              <a:cs typeface="Times New Roman" panose="02020603050405020304" pitchFamily="18" charset="0"/>
            </a:endParaRPr>
          </a:p>
        </p:txBody>
      </p:sp>
      <p:pic>
        <p:nvPicPr>
          <p:cNvPr id="1026" name="Picture 2" descr="Gene Quantification &amp; block RT-PCR">
            <a:extLst>
              <a:ext uri="{FF2B5EF4-FFF2-40B4-BE49-F238E27FC236}">
                <a16:creationId xmlns:a16="http://schemas.microsoft.com/office/drawing/2014/main" id="{4A1398C7-5B32-4558-BBBE-A562CF097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6790" y="1685926"/>
            <a:ext cx="4971481" cy="33848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B2CF2EC-6E15-43F8-A9A8-BB7036E394E0}"/>
              </a:ext>
            </a:extLst>
          </p:cNvPr>
          <p:cNvSpPr/>
          <p:nvPr/>
        </p:nvSpPr>
        <p:spPr>
          <a:xfrm>
            <a:off x="1114278" y="5706427"/>
            <a:ext cx="9045791" cy="1105431"/>
          </a:xfrm>
          <a:prstGeom prst="rect">
            <a:avLst/>
          </a:prstGeom>
        </p:spPr>
        <p:txBody>
          <a:bodyPr wrap="square">
            <a:spAutoFit/>
          </a:bodyPr>
          <a:lstStyle/>
          <a:p>
            <a:pPr algn="just">
              <a:spcAft>
                <a:spcPts val="662"/>
              </a:spcAft>
              <a:buFont typeface="Wingdings" panose="05000000000000000000" pitchFamily="2" charset="2"/>
              <a:buChar char="§"/>
            </a:pPr>
            <a:r>
              <a:rPr lang="en-US" sz="2000" b="1" dirty="0">
                <a:solidFill>
                  <a:srgbClr val="000000"/>
                </a:solidFill>
                <a:latin typeface="Times New Roman" panose="02020603050405020304" pitchFamily="18" charset="0"/>
                <a:cs typeface="Times New Roman" panose="02020603050405020304" pitchFamily="18" charset="0"/>
              </a:rPr>
              <a:t>Protein interactions can be detected with the two-hybrid system</a:t>
            </a:r>
            <a:r>
              <a:rPr lang="id-ID" sz="2000" b="1" dirty="0">
                <a:solidFill>
                  <a:srgbClr val="000000"/>
                </a:solidFill>
                <a:latin typeface="Times New Roman" panose="02020603050405020304" pitchFamily="18" charset="0"/>
                <a:cs typeface="Times New Roman" panose="02020603050405020304" pitchFamily="18" charset="0"/>
              </a:rPr>
              <a:t>:</a:t>
            </a:r>
            <a:endParaRPr lang="en-US" sz="2000" b="1" dirty="0">
              <a:solidFill>
                <a:srgbClr val="000000"/>
              </a:solidFill>
              <a:latin typeface="Times New Roman" panose="02020603050405020304" pitchFamily="18" charset="0"/>
              <a:cs typeface="Times New Roman" panose="02020603050405020304" pitchFamily="18" charset="0"/>
            </a:endParaRPr>
          </a:p>
          <a:p>
            <a:pPr marL="504200" indent="-504200" algn="just"/>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The yeast two-hybrid system relies on fusion proteins and a reporter</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gene to study protein–protein interactions</a:t>
            </a:r>
            <a:endParaRPr lang="id-ID" sz="2000" dirty="0">
              <a:solidFill>
                <a:srgbClr val="000000"/>
              </a:solidFill>
              <a:latin typeface="Arial" charset="0"/>
            </a:endParaRPr>
          </a:p>
        </p:txBody>
      </p:sp>
    </p:spTree>
    <p:extLst>
      <p:ext uri="{BB962C8B-B14F-4D97-AF65-F5344CB8AC3E}">
        <p14:creationId xmlns:p14="http://schemas.microsoft.com/office/powerpoint/2010/main" val="1127669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FC5E3A9-5EB3-487F-A7B1-EE1AE2301AA0}"/>
              </a:ext>
            </a:extLst>
          </p:cNvPr>
          <p:cNvSpPr/>
          <p:nvPr/>
        </p:nvSpPr>
        <p:spPr>
          <a:xfrm>
            <a:off x="722578" y="6722534"/>
            <a:ext cx="9243483" cy="499689"/>
          </a:xfrm>
          <a:prstGeom prst="rect">
            <a:avLst/>
          </a:prstGeom>
        </p:spPr>
        <p:txBody>
          <a:bodyPr wrap="square">
            <a:spAutoFit/>
          </a:bodyPr>
          <a:lstStyle/>
          <a:p>
            <a:pPr algn="ctr" defTabSz="1008400" fontAlgn="auto">
              <a:spcBef>
                <a:spcPts val="0"/>
              </a:spcBef>
              <a:spcAft>
                <a:spcPts val="0"/>
              </a:spcAft>
              <a:defRPr/>
            </a:pPr>
            <a:r>
              <a:rPr lang="en-US" sz="2647" b="1" kern="0" dirty="0">
                <a:solidFill>
                  <a:srgbClr val="000000"/>
                </a:solidFill>
                <a:latin typeface="Times New Roman" panose="02020603050405020304" pitchFamily="18" charset="0"/>
                <a:cs typeface="Times New Roman" panose="02020603050405020304" pitchFamily="18" charset="0"/>
              </a:rPr>
              <a:t>Manual and automated enzymatic DNA sequencing</a:t>
            </a:r>
            <a:endParaRPr lang="id-ID" sz="1985" kern="0" dirty="0">
              <a:solidFill>
                <a:sysClr val="windowText" lastClr="000000"/>
              </a:solidFill>
            </a:endParaRPr>
          </a:p>
        </p:txBody>
      </p:sp>
      <p:pic>
        <p:nvPicPr>
          <p:cNvPr id="4" name="Picture 2">
            <a:extLst>
              <a:ext uri="{FF2B5EF4-FFF2-40B4-BE49-F238E27FC236}">
                <a16:creationId xmlns:a16="http://schemas.microsoft.com/office/drawing/2014/main" id="{6297EECA-B5F1-45DA-9383-FE578B134CFE}"/>
              </a:ext>
            </a:extLst>
          </p:cNvPr>
          <p:cNvPicPr>
            <a:picLocks noChangeAspect="1" noChangeArrowheads="1"/>
          </p:cNvPicPr>
          <p:nvPr/>
        </p:nvPicPr>
        <p:blipFill>
          <a:blip r:embed="rId2" cstate="print"/>
          <a:srcRect/>
          <a:stretch>
            <a:fillRect/>
          </a:stretch>
        </p:blipFill>
        <p:spPr bwMode="auto">
          <a:xfrm>
            <a:off x="1856144" y="336127"/>
            <a:ext cx="3349701" cy="6197679"/>
          </a:xfrm>
          <a:prstGeom prst="rect">
            <a:avLst/>
          </a:prstGeom>
          <a:noFill/>
          <a:ln w="9525">
            <a:noFill/>
            <a:miter lim="800000"/>
            <a:headEnd/>
            <a:tailEnd/>
          </a:ln>
        </p:spPr>
      </p:pic>
      <p:pic>
        <p:nvPicPr>
          <p:cNvPr id="5" name="Picture 2">
            <a:extLst>
              <a:ext uri="{FF2B5EF4-FFF2-40B4-BE49-F238E27FC236}">
                <a16:creationId xmlns:a16="http://schemas.microsoft.com/office/drawing/2014/main" id="{EF6345BE-45C0-42FF-A764-748E6C8786EF}"/>
              </a:ext>
            </a:extLst>
          </p:cNvPr>
          <p:cNvPicPr>
            <a:picLocks noChangeAspect="1" noChangeArrowheads="1"/>
          </p:cNvPicPr>
          <p:nvPr/>
        </p:nvPicPr>
        <p:blipFill>
          <a:blip r:embed="rId3" cstate="print"/>
          <a:srcRect/>
          <a:stretch>
            <a:fillRect/>
          </a:stretch>
        </p:blipFill>
        <p:spPr bwMode="auto">
          <a:xfrm>
            <a:off x="5913214" y="336127"/>
            <a:ext cx="3119878" cy="6158332"/>
          </a:xfrm>
          <a:prstGeom prst="rect">
            <a:avLst/>
          </a:prstGeom>
          <a:noFill/>
          <a:ln w="9525">
            <a:noFill/>
            <a:miter lim="800000"/>
            <a:headEnd/>
            <a:tailEnd/>
          </a:ln>
        </p:spPr>
      </p:pic>
    </p:spTree>
    <p:extLst>
      <p:ext uri="{BB962C8B-B14F-4D97-AF65-F5344CB8AC3E}">
        <p14:creationId xmlns:p14="http://schemas.microsoft.com/office/powerpoint/2010/main" val="2655584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733017" y="735502"/>
            <a:ext cx="5462058" cy="873497"/>
          </a:xfrm>
        </p:spPr>
        <p:txBody>
          <a:bodyPr>
            <a:normAutofit fontScale="90000"/>
          </a:bodyPr>
          <a:lstStyle/>
          <a:p>
            <a:pPr lvl="0" algn="ctr" fontAlgn="base">
              <a:spcAft>
                <a:spcPct val="0"/>
              </a:spcAft>
            </a:pPr>
            <a:br>
              <a:rPr lang="id-ID" sz="3088" dirty="0">
                <a:solidFill>
                  <a:srgbClr val="000000"/>
                </a:solidFill>
                <a:latin typeface="Times New Roman" panose="02020603050405020304" pitchFamily="18" charset="0"/>
                <a:ea typeface="+mn-ea"/>
                <a:cs typeface="Times New Roman" panose="02020603050405020304" pitchFamily="18" charset="0"/>
              </a:rPr>
            </a:br>
            <a:br>
              <a:rPr lang="id-ID" sz="3088" dirty="0">
                <a:solidFill>
                  <a:srgbClr val="000000"/>
                </a:solidFill>
                <a:latin typeface="Times New Roman" panose="02020603050405020304" pitchFamily="18" charset="0"/>
                <a:ea typeface="+mn-ea"/>
                <a:cs typeface="Times New Roman" panose="02020603050405020304" pitchFamily="18" charset="0"/>
              </a:rPr>
            </a:br>
            <a:r>
              <a:rPr lang="id-ID" sz="3088" dirty="0">
                <a:solidFill>
                  <a:srgbClr val="000000"/>
                </a:solidFill>
                <a:latin typeface="Times New Roman" panose="02020603050405020304" pitchFamily="18" charset="0"/>
                <a:ea typeface="+mn-ea"/>
                <a:cs typeface="Times New Roman" panose="02020603050405020304" pitchFamily="18" charset="0"/>
              </a:rPr>
              <a:t>GENETIC ENGINEERING </a:t>
            </a:r>
            <a:br>
              <a:rPr lang="id-ID" sz="3088" dirty="0">
                <a:solidFill>
                  <a:srgbClr val="000000"/>
                </a:solidFill>
                <a:latin typeface="Times New Roman" panose="02020603050405020304" pitchFamily="18" charset="0"/>
                <a:ea typeface="+mn-ea"/>
                <a:cs typeface="Times New Roman" panose="02020603050405020304" pitchFamily="18" charset="0"/>
              </a:rPr>
            </a:br>
            <a:br>
              <a:rPr lang="id-ID" sz="2426" dirty="0">
                <a:solidFill>
                  <a:srgbClr val="FFFFFF"/>
                </a:solidFill>
                <a:latin typeface="Times New Roman" panose="02020603050405020304" pitchFamily="18" charset="0"/>
                <a:ea typeface="+mn-ea"/>
                <a:cs typeface="Times New Roman" panose="02020603050405020304" pitchFamily="18" charset="0"/>
              </a:rPr>
            </a:b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10368" y="1737110"/>
            <a:ext cx="8907357" cy="5125932"/>
          </a:xfrm>
        </p:spPr>
        <p:txBody>
          <a:bodyPr>
            <a:normAutofit/>
          </a:bodyPr>
          <a:lstStyle/>
          <a:p>
            <a:pPr algn="just">
              <a:spcBef>
                <a:spcPct val="0"/>
              </a:spcBef>
              <a:spcAft>
                <a:spcPts val="662"/>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Expression vectors allow production of specific gene products</a:t>
            </a:r>
            <a:r>
              <a:rPr lang="id-ID" sz="2800" b="1" dirty="0">
                <a:solidFill>
                  <a:srgbClr val="000000"/>
                </a:solidFill>
                <a:latin typeface="Times New Roman" panose="02020603050405020304" pitchFamily="18" charset="0"/>
                <a:cs typeface="Times New Roman" panose="02020603050405020304" pitchFamily="18" charset="0"/>
              </a:rPr>
              <a:t>:</a:t>
            </a:r>
          </a:p>
          <a:p>
            <a:pPr marL="567225" indent="-567225" algn="just">
              <a:spcBef>
                <a:spcPct val="0"/>
              </a:spcBef>
              <a:spcAft>
                <a:spcPts val="1985"/>
              </a:spcAft>
              <a:buNone/>
            </a:pPr>
            <a:r>
              <a:rPr lang="id-ID" sz="2800" b="1"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Expression vectors contain the promoters and enhancers necessary to</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drive expression of the inserted DNA.</a:t>
            </a:r>
          </a:p>
          <a:p>
            <a:pPr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Genes can be introduced across species barriers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buNone/>
            </a:pP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Transgenic organisms can be constructed to express genes in a</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different species or to create mutations in genes to assess phenotype.</a:t>
            </a:r>
            <a:endParaRPr lang="id-ID" sz="2800" dirty="0">
              <a:solidFill>
                <a:srgbClr val="000000"/>
              </a:solidFill>
              <a:latin typeface="Times New Roman" panose="02020603050405020304" pitchFamily="18" charset="0"/>
              <a:cs typeface="Times New Roman" panose="02020603050405020304" pitchFamily="18" charset="0"/>
            </a:endParaRPr>
          </a:p>
          <a:p>
            <a:pPr marL="504200" indent="-504200">
              <a:spcBef>
                <a:spcPct val="0"/>
              </a:spcBef>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791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Application</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 name="Picture 4">
            <a:extLst>
              <a:ext uri="{FF2B5EF4-FFF2-40B4-BE49-F238E27FC236}">
                <a16:creationId xmlns:a16="http://schemas.microsoft.com/office/drawing/2014/main" id="{91200DFE-50DB-46CB-81DC-373ECD59B856}"/>
              </a:ext>
            </a:extLst>
          </p:cNvPr>
          <p:cNvPicPr>
            <a:picLocks noChangeAspect="1"/>
          </p:cNvPicPr>
          <p:nvPr/>
        </p:nvPicPr>
        <p:blipFill>
          <a:blip r:embed="rId2"/>
          <a:stretch>
            <a:fillRect/>
          </a:stretch>
        </p:blipFill>
        <p:spPr>
          <a:xfrm>
            <a:off x="2133730" y="2424223"/>
            <a:ext cx="6696548" cy="4174345"/>
          </a:xfrm>
          <a:prstGeom prst="rect">
            <a:avLst/>
          </a:prstGeom>
        </p:spPr>
      </p:pic>
      <p:sp>
        <p:nvSpPr>
          <p:cNvPr id="6" name="Rectangle 5">
            <a:extLst>
              <a:ext uri="{FF2B5EF4-FFF2-40B4-BE49-F238E27FC236}">
                <a16:creationId xmlns:a16="http://schemas.microsoft.com/office/drawing/2014/main" id="{B9F26389-BF6E-4C29-B43D-14BB21B8C0EB}"/>
              </a:ext>
            </a:extLst>
          </p:cNvPr>
          <p:cNvSpPr/>
          <p:nvPr/>
        </p:nvSpPr>
        <p:spPr>
          <a:xfrm>
            <a:off x="1238250" y="1481864"/>
            <a:ext cx="9192290" cy="738664"/>
          </a:xfrm>
          <a:prstGeom prst="rect">
            <a:avLst/>
          </a:prstGeom>
        </p:spPr>
        <p:txBody>
          <a:bodyPr wrap="square">
            <a:spAutoFit/>
          </a:bodyPr>
          <a:lstStyle/>
          <a:p>
            <a:r>
              <a:rPr lang="en-US" dirty="0">
                <a:solidFill>
                  <a:srgbClr val="1C1D1F"/>
                </a:solidFill>
                <a:latin typeface="udemy sans"/>
              </a:rPr>
              <a:t>the application by informatics closely related to the  analysis of large biological datasets these data sets are normally in the form of sequencing data</a:t>
            </a:r>
            <a:endParaRPr lang="en-US" b="0" i="0" dirty="0">
              <a:solidFill>
                <a:srgbClr val="1C1D1F"/>
              </a:solidFill>
              <a:effectLst/>
              <a:latin typeface="udemy sans"/>
            </a:endParaRPr>
          </a:p>
        </p:txBody>
      </p:sp>
    </p:spTree>
    <p:extLst>
      <p:ext uri="{BB962C8B-B14F-4D97-AF65-F5344CB8AC3E}">
        <p14:creationId xmlns:p14="http://schemas.microsoft.com/office/powerpoint/2010/main" val="477361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Application</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9192290" cy="923330"/>
          </a:xfrm>
          <a:prstGeom prst="rect">
            <a:avLst/>
          </a:prstGeom>
        </p:spPr>
        <p:txBody>
          <a:bodyPr wrap="square">
            <a:spAutoFit/>
          </a:bodyPr>
          <a:lstStyle/>
          <a:p>
            <a:pPr algn="just"/>
            <a:r>
              <a:rPr lang="en-US" sz="1800" dirty="0"/>
              <a:t>Most people will use by informatics to discover something novel by combining different types of bioinformatics methods and databases. Some, however, use bioinformatics to perform routine analysis for example disease diagnosis or microbial species identification.</a:t>
            </a:r>
          </a:p>
        </p:txBody>
      </p:sp>
      <p:pic>
        <p:nvPicPr>
          <p:cNvPr id="4" name="Picture 3">
            <a:extLst>
              <a:ext uri="{FF2B5EF4-FFF2-40B4-BE49-F238E27FC236}">
                <a16:creationId xmlns:a16="http://schemas.microsoft.com/office/drawing/2014/main" id="{79C53F1E-D6E4-4C07-9796-8B33667380AE}"/>
              </a:ext>
            </a:extLst>
          </p:cNvPr>
          <p:cNvPicPr>
            <a:picLocks noChangeAspect="1"/>
          </p:cNvPicPr>
          <p:nvPr/>
        </p:nvPicPr>
        <p:blipFill>
          <a:blip r:embed="rId2"/>
          <a:stretch>
            <a:fillRect/>
          </a:stretch>
        </p:blipFill>
        <p:spPr>
          <a:xfrm>
            <a:off x="1973216" y="2569148"/>
            <a:ext cx="6740617" cy="4205559"/>
          </a:xfrm>
          <a:prstGeom prst="rect">
            <a:avLst/>
          </a:prstGeom>
        </p:spPr>
      </p:pic>
    </p:spTree>
    <p:extLst>
      <p:ext uri="{BB962C8B-B14F-4D97-AF65-F5344CB8AC3E}">
        <p14:creationId xmlns:p14="http://schemas.microsoft.com/office/powerpoint/2010/main" val="359712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29" dirty="0">
                <a:solidFill>
                  <a:schemeClr val="tx1"/>
                </a:solidFill>
              </a:rPr>
              <a:t>Biological data types and analysis objectives</a:t>
            </a:r>
          </a:p>
        </p:txBody>
      </p:sp>
      <p:sp>
        <p:nvSpPr>
          <p:cNvPr id="3" name="Content Placeholder 2"/>
          <p:cNvSpPr>
            <a:spLocks noGrp="1"/>
          </p:cNvSpPr>
          <p:nvPr>
            <p:ph idx="1"/>
          </p:nvPr>
        </p:nvSpPr>
        <p:spPr>
          <a:xfrm>
            <a:off x="526503" y="1699920"/>
            <a:ext cx="9859716" cy="5138260"/>
          </a:xfrm>
        </p:spPr>
        <p:txBody>
          <a:bodyPr>
            <a:noAutofit/>
          </a:bodyPr>
          <a:lstStyle/>
          <a:p>
            <a:pPr>
              <a:lnSpc>
                <a:spcPct val="90000"/>
              </a:lnSpc>
              <a:spcBef>
                <a:spcPts val="221"/>
              </a:spcBef>
            </a:pPr>
            <a:r>
              <a:rPr lang="en-US" sz="1544" dirty="0"/>
              <a:t>Genomics</a:t>
            </a:r>
          </a:p>
          <a:p>
            <a:pPr lvl="1">
              <a:lnSpc>
                <a:spcPct val="90000"/>
              </a:lnSpc>
              <a:spcBef>
                <a:spcPts val="221"/>
              </a:spcBef>
            </a:pPr>
            <a:r>
              <a:rPr lang="en-US" sz="1323" dirty="0"/>
              <a:t>Nucleotide genome sequences, </a:t>
            </a:r>
            <a:r>
              <a:rPr lang="en-US" sz="1323" dirty="0" err="1"/>
              <a:t>metagenomic</a:t>
            </a:r>
            <a:r>
              <a:rPr lang="en-US" sz="1323" dirty="0"/>
              <a:t> sequences</a:t>
            </a:r>
          </a:p>
          <a:p>
            <a:pPr lvl="1">
              <a:lnSpc>
                <a:spcPct val="90000"/>
              </a:lnSpc>
              <a:spcBef>
                <a:spcPts val="221"/>
              </a:spcBef>
            </a:pPr>
            <a:r>
              <a:rPr lang="en-US" sz="1323" dirty="0"/>
              <a:t>Gene finding, functional annotation, sequence alignment, homology determination, comparative analysis, phylogenetic </a:t>
            </a:r>
            <a:r>
              <a:rPr lang="en-US" sz="1323" dirty="0" err="1"/>
              <a:t>inferencing</a:t>
            </a:r>
            <a:r>
              <a:rPr lang="en-US" sz="1323" dirty="0"/>
              <a:t>, association analysis, mutation functional prediction, species distribution analysis</a:t>
            </a:r>
          </a:p>
          <a:p>
            <a:pPr>
              <a:lnSpc>
                <a:spcPct val="90000"/>
              </a:lnSpc>
              <a:spcBef>
                <a:spcPts val="221"/>
              </a:spcBef>
            </a:pPr>
            <a:r>
              <a:rPr lang="en-US" sz="1544" dirty="0" err="1"/>
              <a:t>Transcriptomics</a:t>
            </a:r>
            <a:endParaRPr lang="en-US" sz="1544" dirty="0"/>
          </a:p>
          <a:p>
            <a:pPr lvl="1">
              <a:lnSpc>
                <a:spcPct val="90000"/>
              </a:lnSpc>
              <a:spcBef>
                <a:spcPts val="221"/>
              </a:spcBef>
            </a:pPr>
            <a:r>
              <a:rPr lang="en-US" sz="1323" dirty="0"/>
              <a:t>RNA expression levels, transcription factor binding, chromatin structure information</a:t>
            </a:r>
          </a:p>
          <a:p>
            <a:pPr lvl="1">
              <a:lnSpc>
                <a:spcPct val="90000"/>
              </a:lnSpc>
              <a:spcBef>
                <a:spcPts val="221"/>
              </a:spcBef>
            </a:pPr>
            <a:r>
              <a:rPr lang="en-US" sz="1323" dirty="0"/>
              <a:t>Differential expression, clustering, functional enrichment, transcriptional regulation/causal reasoning</a:t>
            </a:r>
          </a:p>
          <a:p>
            <a:pPr>
              <a:lnSpc>
                <a:spcPct val="90000"/>
              </a:lnSpc>
              <a:spcBef>
                <a:spcPts val="221"/>
              </a:spcBef>
            </a:pPr>
            <a:r>
              <a:rPr lang="en-US" sz="1544" dirty="0"/>
              <a:t>Proteomics</a:t>
            </a:r>
          </a:p>
          <a:p>
            <a:pPr lvl="1">
              <a:lnSpc>
                <a:spcPct val="90000"/>
              </a:lnSpc>
              <a:spcBef>
                <a:spcPts val="221"/>
              </a:spcBef>
            </a:pPr>
            <a:r>
              <a:rPr lang="en-US" sz="1323" dirty="0"/>
              <a:t>Proteins levels, protein structures, protein interactions</a:t>
            </a:r>
          </a:p>
          <a:p>
            <a:pPr lvl="1">
              <a:lnSpc>
                <a:spcPct val="90000"/>
              </a:lnSpc>
              <a:spcBef>
                <a:spcPts val="221"/>
              </a:spcBef>
            </a:pPr>
            <a:r>
              <a:rPr lang="en-US" sz="1323" dirty="0"/>
              <a:t>Protein identification, protein functional predictions, structural predictions, structural comparison, molecular dynamic simulation, mutation functional prediction, docking predictions, network analysis</a:t>
            </a:r>
          </a:p>
          <a:p>
            <a:pPr>
              <a:lnSpc>
                <a:spcPct val="90000"/>
              </a:lnSpc>
              <a:spcBef>
                <a:spcPts val="221"/>
              </a:spcBef>
            </a:pPr>
            <a:r>
              <a:rPr lang="en-US" sz="1544" dirty="0"/>
              <a:t>Metabolomics</a:t>
            </a:r>
          </a:p>
          <a:p>
            <a:pPr lvl="1">
              <a:lnSpc>
                <a:spcPct val="90000"/>
              </a:lnSpc>
              <a:spcBef>
                <a:spcPts val="221"/>
              </a:spcBef>
            </a:pPr>
            <a:r>
              <a:rPr lang="en-US" sz="1323" dirty="0"/>
              <a:t>Metabolite/small molecule levels</a:t>
            </a:r>
          </a:p>
          <a:p>
            <a:pPr lvl="1">
              <a:lnSpc>
                <a:spcPct val="90000"/>
              </a:lnSpc>
              <a:spcBef>
                <a:spcPts val="221"/>
              </a:spcBef>
            </a:pPr>
            <a:r>
              <a:rPr lang="en-US" sz="1323" dirty="0"/>
              <a:t>Pathway/network analysis</a:t>
            </a:r>
          </a:p>
          <a:p>
            <a:pPr>
              <a:lnSpc>
                <a:spcPct val="90000"/>
              </a:lnSpc>
              <a:spcBef>
                <a:spcPts val="221"/>
              </a:spcBef>
            </a:pPr>
            <a:r>
              <a:rPr lang="en-US" sz="1544" dirty="0"/>
              <a:t>Imaging</a:t>
            </a:r>
          </a:p>
          <a:p>
            <a:pPr lvl="1">
              <a:lnSpc>
                <a:spcPct val="90000"/>
              </a:lnSpc>
              <a:spcBef>
                <a:spcPts val="221"/>
              </a:spcBef>
            </a:pPr>
            <a:r>
              <a:rPr lang="en-US" sz="1323" dirty="0"/>
              <a:t>Microscopy images, MRI images, CT scans</a:t>
            </a:r>
          </a:p>
          <a:p>
            <a:pPr lvl="1">
              <a:lnSpc>
                <a:spcPct val="90000"/>
              </a:lnSpc>
              <a:spcBef>
                <a:spcPts val="221"/>
              </a:spcBef>
            </a:pPr>
            <a:r>
              <a:rPr lang="en-US" sz="1323" dirty="0"/>
              <a:t>Feature extraction, high content screening </a:t>
            </a:r>
          </a:p>
          <a:p>
            <a:pPr>
              <a:lnSpc>
                <a:spcPct val="90000"/>
              </a:lnSpc>
              <a:spcBef>
                <a:spcPts val="221"/>
              </a:spcBef>
            </a:pPr>
            <a:r>
              <a:rPr lang="en-US" sz="1544" dirty="0" err="1"/>
              <a:t>Cytometry</a:t>
            </a:r>
            <a:endParaRPr lang="en-US" sz="1544" dirty="0"/>
          </a:p>
          <a:p>
            <a:pPr lvl="1">
              <a:lnSpc>
                <a:spcPct val="90000"/>
              </a:lnSpc>
              <a:spcBef>
                <a:spcPts val="221"/>
              </a:spcBef>
            </a:pPr>
            <a:r>
              <a:rPr lang="en-US" sz="1323" dirty="0"/>
              <a:t>Cell levels, cell phenotypes</a:t>
            </a:r>
          </a:p>
          <a:p>
            <a:pPr lvl="1">
              <a:lnSpc>
                <a:spcPct val="90000"/>
              </a:lnSpc>
              <a:spcBef>
                <a:spcPts val="221"/>
              </a:spcBef>
            </a:pPr>
            <a:r>
              <a:rPr lang="en-US" sz="1323" dirty="0"/>
              <a:t>Cell population clustering, cell biomarker discovery</a:t>
            </a:r>
          </a:p>
          <a:p>
            <a:pPr>
              <a:lnSpc>
                <a:spcPct val="90000"/>
              </a:lnSpc>
              <a:spcBef>
                <a:spcPts val="221"/>
              </a:spcBef>
            </a:pPr>
            <a:r>
              <a:rPr lang="en-US" sz="1544" dirty="0"/>
              <a:t>Systems biology</a:t>
            </a:r>
          </a:p>
          <a:p>
            <a:pPr lvl="1">
              <a:lnSpc>
                <a:spcPct val="90000"/>
              </a:lnSpc>
              <a:spcBef>
                <a:spcPts val="221"/>
              </a:spcBef>
            </a:pPr>
            <a:r>
              <a:rPr lang="en-US" sz="1323" dirty="0"/>
              <a:t>All of the above</a:t>
            </a:r>
          </a:p>
          <a:p>
            <a:pPr lvl="1">
              <a:lnSpc>
                <a:spcPct val="90000"/>
              </a:lnSpc>
              <a:spcBef>
                <a:spcPts val="221"/>
              </a:spcBef>
            </a:pPr>
            <a:r>
              <a:rPr lang="en-US" sz="1323" dirty="0"/>
              <a:t>Network analysis, causal reasoning, reverse causal reasoning, drug target prediction, regulatory network analysis, information flow, population dynamics, modeling and simulation</a:t>
            </a:r>
          </a:p>
        </p:txBody>
      </p:sp>
    </p:spTree>
    <p:extLst>
      <p:ext uri="{BB962C8B-B14F-4D97-AF65-F5344CB8AC3E}">
        <p14:creationId xmlns:p14="http://schemas.microsoft.com/office/powerpoint/2010/main" val="3719803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459" y="708110"/>
            <a:ext cx="9619774" cy="1008380"/>
          </a:xfrm>
        </p:spPr>
        <p:txBody>
          <a:bodyPr/>
          <a:lstStyle/>
          <a:p>
            <a:r>
              <a:rPr lang="en-US" dirty="0">
                <a:solidFill>
                  <a:schemeClr val="tx1"/>
                </a:solidFill>
              </a:rPr>
              <a:t>Big Data in </a:t>
            </a:r>
            <a:r>
              <a:rPr lang="en-US" dirty="0" err="1">
                <a:solidFill>
                  <a:schemeClr val="tx1"/>
                </a:solidFill>
              </a:rPr>
              <a:t>BioInformatics</a:t>
            </a:r>
            <a:endParaRPr lang="en-US" dirty="0">
              <a:solidFill>
                <a:schemeClr val="tx1"/>
              </a:solidFill>
            </a:endParaRPr>
          </a:p>
        </p:txBody>
      </p:sp>
      <p:pic>
        <p:nvPicPr>
          <p:cNvPr id="5" name="Picture 4" descr="comparative-scale-of-byte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459" y="4207871"/>
            <a:ext cx="6011841" cy="3003883"/>
          </a:xfrm>
          <a:prstGeom prst="rect">
            <a:avLst/>
          </a:prstGeom>
        </p:spPr>
      </p:pic>
      <p:pic>
        <p:nvPicPr>
          <p:cNvPr id="4" name="Picture 3" descr="v3.jpg?w=510&amp;h=420.jpeg">
            <a:extLst>
              <a:ext uri="{FF2B5EF4-FFF2-40B4-BE49-F238E27FC236}">
                <a16:creationId xmlns:a16="http://schemas.microsoft.com/office/drawing/2014/main" id="{143D5274-1841-4E6D-9A9B-8948B0540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1011" y="4191097"/>
            <a:ext cx="3045086" cy="2511060"/>
          </a:xfrm>
          <a:prstGeom prst="rect">
            <a:avLst/>
          </a:prstGeom>
        </p:spPr>
      </p:pic>
      <p:sp>
        <p:nvSpPr>
          <p:cNvPr id="3" name="Rectangle 2">
            <a:extLst>
              <a:ext uri="{FF2B5EF4-FFF2-40B4-BE49-F238E27FC236}">
                <a16:creationId xmlns:a16="http://schemas.microsoft.com/office/drawing/2014/main" id="{C16A2E88-B7DA-430D-B065-83FEB0BBD7DB}"/>
              </a:ext>
            </a:extLst>
          </p:cNvPr>
          <p:cNvSpPr/>
          <p:nvPr/>
        </p:nvSpPr>
        <p:spPr>
          <a:xfrm>
            <a:off x="960459" y="1473101"/>
            <a:ext cx="9619774" cy="2677656"/>
          </a:xfrm>
          <a:prstGeom prst="rect">
            <a:avLst/>
          </a:prstGeom>
        </p:spPr>
        <p:txBody>
          <a:bodyPr wrap="square">
            <a:spAutoFit/>
          </a:bodyPr>
          <a:lstStyle/>
          <a:p>
            <a:pPr algn="just"/>
            <a:r>
              <a:rPr lang="en-US" dirty="0"/>
              <a:t>Big data describes a large volume of data, in bioinformatics and computational biology, it represents a new paradigm that transforms the studies to a large-scale research.</a:t>
            </a:r>
          </a:p>
          <a:p>
            <a:pPr algn="just"/>
            <a:endParaRPr lang="en-US" dirty="0"/>
          </a:p>
          <a:p>
            <a:pPr algn="just"/>
            <a:r>
              <a:rPr lang="en-US" dirty="0"/>
              <a:t>The high-throughput experiments in bioinformatics, and increasing trends of developing personalized medicines, etc., increasing a need to produce, store, and analyze these massive datasets in a manageable time. The role of big data in bioinformatics is to provide repositories of data, better computing facilities, and data manipulation tools to analyze data</a:t>
            </a:r>
            <a:endParaRPr lang="en-HK" dirty="0"/>
          </a:p>
        </p:txBody>
      </p:sp>
      <p:sp>
        <p:nvSpPr>
          <p:cNvPr id="6" name="Rectangle 5">
            <a:extLst>
              <a:ext uri="{FF2B5EF4-FFF2-40B4-BE49-F238E27FC236}">
                <a16:creationId xmlns:a16="http://schemas.microsoft.com/office/drawing/2014/main" id="{A400257D-FFD8-47CB-9DE4-F9AF605E8CE3}"/>
              </a:ext>
            </a:extLst>
          </p:cNvPr>
          <p:cNvSpPr/>
          <p:nvPr/>
        </p:nvSpPr>
        <p:spPr>
          <a:xfrm>
            <a:off x="7007371" y="6750089"/>
            <a:ext cx="3352366" cy="461665"/>
          </a:xfrm>
          <a:prstGeom prst="rect">
            <a:avLst/>
          </a:prstGeom>
        </p:spPr>
        <p:txBody>
          <a:bodyPr wrap="square">
            <a:spAutoFit/>
          </a:bodyPr>
          <a:lstStyle/>
          <a:p>
            <a:r>
              <a:rPr lang="en-US" sz="800" dirty="0">
                <a:solidFill>
                  <a:srgbClr val="000000"/>
                </a:solidFill>
                <a:latin typeface="Roboto"/>
              </a:rPr>
              <a:t>Faiza, M., 2016. Big Data in Bioinformatics, 2(3):page 14-18. The article is available at https://bioinformaticsreview.com/20160313/big-data-in-bioinformatics/</a:t>
            </a:r>
            <a:endParaRPr lang="en-US" sz="800" i="0" dirty="0">
              <a:solidFill>
                <a:srgbClr val="000000"/>
              </a:solidFill>
              <a:effectLst/>
              <a:latin typeface="Roboto"/>
            </a:endParaRPr>
          </a:p>
        </p:txBody>
      </p:sp>
    </p:spTree>
    <p:extLst>
      <p:ext uri="{BB962C8B-B14F-4D97-AF65-F5344CB8AC3E}">
        <p14:creationId xmlns:p14="http://schemas.microsoft.com/office/powerpoint/2010/main" val="1857169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7813" y="890637"/>
            <a:ext cx="9619774" cy="1008380"/>
          </a:xfrm>
        </p:spPr>
        <p:txBody>
          <a:bodyPr/>
          <a:lstStyle/>
          <a:p>
            <a:r>
              <a:rPr lang="en-US" b="1" dirty="0">
                <a:solidFill>
                  <a:schemeClr val="tx1"/>
                </a:solidFill>
              </a:rPr>
              <a:t>Big Data in Bioinformatics</a:t>
            </a:r>
          </a:p>
        </p:txBody>
      </p:sp>
      <p:pic>
        <p:nvPicPr>
          <p:cNvPr id="5" name="Picture 4" descr="Big Data spreadsheet graph[1].pdf"/>
          <p:cNvPicPr>
            <a:picLocks noChangeAspect="1"/>
          </p:cNvPicPr>
          <p:nvPr/>
        </p:nvPicPr>
        <p:blipFill rotWithShape="1">
          <a:blip r:embed="rId2">
            <a:extLst>
              <a:ext uri="{28A0092B-C50C-407E-A947-70E740481C1C}">
                <a14:useLocalDpi xmlns:a14="http://schemas.microsoft.com/office/drawing/2010/main" val="0"/>
              </a:ext>
            </a:extLst>
          </a:blip>
          <a:srcRect t="23518" r="2500" b="4074"/>
          <a:stretch/>
        </p:blipFill>
        <p:spPr>
          <a:xfrm>
            <a:off x="997812" y="1899017"/>
            <a:ext cx="9332425" cy="5197974"/>
          </a:xfrm>
          <a:prstGeom prst="rect">
            <a:avLst/>
          </a:prstGeom>
        </p:spPr>
      </p:pic>
      <p:sp>
        <p:nvSpPr>
          <p:cNvPr id="4" name="Rectangle 3">
            <a:extLst>
              <a:ext uri="{FF2B5EF4-FFF2-40B4-BE49-F238E27FC236}">
                <a16:creationId xmlns:a16="http://schemas.microsoft.com/office/drawing/2014/main" id="{FC635437-4E0B-4B17-9A13-672396C4CB64}"/>
              </a:ext>
            </a:extLst>
          </p:cNvPr>
          <p:cNvSpPr/>
          <p:nvPr/>
        </p:nvSpPr>
        <p:spPr>
          <a:xfrm>
            <a:off x="5185064" y="2400300"/>
            <a:ext cx="1153391" cy="311727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dirty="0"/>
          </a:p>
        </p:txBody>
      </p:sp>
    </p:spTree>
    <p:extLst>
      <p:ext uri="{BB962C8B-B14F-4D97-AF65-F5344CB8AC3E}">
        <p14:creationId xmlns:p14="http://schemas.microsoft.com/office/powerpoint/2010/main" val="1969561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MID Genomics Programs.pdf"/>
          <p:cNvPicPr>
            <a:picLocks noChangeAspect="1"/>
          </p:cNvPicPr>
          <p:nvPr/>
        </p:nvPicPr>
        <p:blipFill rotWithShape="1">
          <a:blip r:embed="rId2">
            <a:extLst>
              <a:ext uri="{28A0092B-C50C-407E-A947-70E740481C1C}">
                <a14:useLocalDpi xmlns:a14="http://schemas.microsoft.com/office/drawing/2010/main" val="0"/>
              </a:ext>
            </a:extLst>
          </a:blip>
          <a:srcRect r="16898"/>
          <a:stretch/>
        </p:blipFill>
        <p:spPr>
          <a:xfrm rot="16200000">
            <a:off x="2809982" y="-518698"/>
            <a:ext cx="5068673" cy="7893300"/>
          </a:xfrm>
          <a:prstGeom prst="rect">
            <a:avLst/>
          </a:prstGeom>
        </p:spPr>
      </p:pic>
      <p:sp>
        <p:nvSpPr>
          <p:cNvPr id="3" name="TextBox 2"/>
          <p:cNvSpPr txBox="1"/>
          <p:nvPr/>
        </p:nvSpPr>
        <p:spPr>
          <a:xfrm>
            <a:off x="6746035" y="5901218"/>
            <a:ext cx="2500685" cy="329962"/>
          </a:xfrm>
          <a:prstGeom prst="rect">
            <a:avLst/>
          </a:prstGeom>
          <a:noFill/>
        </p:spPr>
        <p:txBody>
          <a:bodyPr wrap="none" rtlCol="0">
            <a:spAutoFit/>
          </a:bodyPr>
          <a:lstStyle/>
          <a:p>
            <a:r>
              <a:rPr lang="en-US" sz="1544" i="1" dirty="0"/>
              <a:t>Courtesy of Alison Yao, DMID</a:t>
            </a:r>
          </a:p>
        </p:txBody>
      </p:sp>
      <p:sp>
        <p:nvSpPr>
          <p:cNvPr id="4" name="Rectangle 3">
            <a:extLst>
              <a:ext uri="{FF2B5EF4-FFF2-40B4-BE49-F238E27FC236}">
                <a16:creationId xmlns:a16="http://schemas.microsoft.com/office/drawing/2014/main" id="{914B10D1-F7FD-4D44-A39B-6A6A8C515E3A}"/>
              </a:ext>
            </a:extLst>
          </p:cNvPr>
          <p:cNvSpPr/>
          <p:nvPr/>
        </p:nvSpPr>
        <p:spPr>
          <a:xfrm>
            <a:off x="722578" y="270529"/>
            <a:ext cx="9243483" cy="499689"/>
          </a:xfrm>
          <a:prstGeom prst="rect">
            <a:avLst/>
          </a:prstGeom>
        </p:spPr>
        <p:txBody>
          <a:bodyPr wrap="square">
            <a:spAutoFit/>
          </a:bodyPr>
          <a:lstStyle/>
          <a:p>
            <a:pPr algn="ctr" defTabSz="1008400" fontAlgn="auto">
              <a:spcBef>
                <a:spcPts val="0"/>
              </a:spcBef>
              <a:spcAft>
                <a:spcPts val="0"/>
              </a:spcAft>
              <a:defRPr/>
            </a:pPr>
            <a:r>
              <a:rPr lang="en-US" sz="2647" b="1" kern="0" dirty="0">
                <a:solidFill>
                  <a:srgbClr val="000000"/>
                </a:solidFill>
                <a:latin typeface="Times New Roman" panose="02020603050405020304" pitchFamily="18" charset="0"/>
                <a:cs typeface="Times New Roman" panose="02020603050405020304" pitchFamily="18" charset="0"/>
              </a:rPr>
              <a:t>Current Bioinformatics Digital </a:t>
            </a:r>
            <a:r>
              <a:rPr lang="en-US" sz="2647" b="1" kern="0" dirty="0" err="1">
                <a:solidFill>
                  <a:srgbClr val="000000"/>
                </a:solidFill>
                <a:latin typeface="Times New Roman" panose="02020603050405020304" pitchFamily="18" charset="0"/>
                <a:cs typeface="Times New Roman" panose="02020603050405020304" pitchFamily="18" charset="0"/>
              </a:rPr>
              <a:t>Resouces</a:t>
            </a:r>
            <a:endParaRPr lang="id-ID" sz="1985" kern="0" dirty="0">
              <a:solidFill>
                <a:sysClr val="windowText" lastClr="000000"/>
              </a:solidFill>
            </a:endParaRPr>
          </a:p>
        </p:txBody>
      </p:sp>
      <p:sp>
        <p:nvSpPr>
          <p:cNvPr id="5" name="Rectangle 4">
            <a:extLst>
              <a:ext uri="{FF2B5EF4-FFF2-40B4-BE49-F238E27FC236}">
                <a16:creationId xmlns:a16="http://schemas.microsoft.com/office/drawing/2014/main" id="{54F1DF0B-91AF-446E-A6B6-9282CA7C4DF5}"/>
              </a:ext>
            </a:extLst>
          </p:cNvPr>
          <p:cNvSpPr/>
          <p:nvPr/>
        </p:nvSpPr>
        <p:spPr>
          <a:xfrm>
            <a:off x="1517073" y="5953903"/>
            <a:ext cx="4977245" cy="1200329"/>
          </a:xfrm>
          <a:prstGeom prst="rect">
            <a:avLst/>
          </a:prstGeom>
          <a:solidFill>
            <a:srgbClr val="E5F4FE"/>
          </a:solidFill>
        </p:spPr>
        <p:txBody>
          <a:bodyPr wrap="square">
            <a:spAutoFit/>
          </a:bodyPr>
          <a:lstStyle/>
          <a:p>
            <a:r>
              <a:rPr lang="en-US" sz="1800" b="1" dirty="0">
                <a:latin typeface="arial" panose="020B0604020202020204" pitchFamily="34" charset="0"/>
              </a:rPr>
              <a:t>Basic Bioinformatics Services: </a:t>
            </a:r>
          </a:p>
          <a:p>
            <a:pPr marL="457200" indent="-457200">
              <a:buAutoNum type="arabicPeriod"/>
            </a:pPr>
            <a:r>
              <a:rPr lang="en-US" sz="1800" dirty="0">
                <a:latin typeface="arial" panose="020B0604020202020204" pitchFamily="34" charset="0"/>
              </a:rPr>
              <a:t>SSS (Sequence Search Services),</a:t>
            </a:r>
          </a:p>
          <a:p>
            <a:pPr marL="457200" indent="-457200">
              <a:buAutoNum type="arabicPeriod"/>
            </a:pPr>
            <a:r>
              <a:rPr lang="en-US" sz="1800" dirty="0">
                <a:latin typeface="arial" panose="020B0604020202020204" pitchFamily="34" charset="0"/>
              </a:rPr>
              <a:t>MSA (Multiple Sequence Alignment), and </a:t>
            </a:r>
          </a:p>
          <a:p>
            <a:pPr marL="457200" indent="-457200">
              <a:buAutoNum type="arabicPeriod"/>
            </a:pPr>
            <a:r>
              <a:rPr lang="en-US" sz="1800" dirty="0">
                <a:latin typeface="arial" panose="020B0604020202020204" pitchFamily="34" charset="0"/>
              </a:rPr>
              <a:t>BSA (Biological Sequence Analysis).</a:t>
            </a:r>
            <a:endParaRPr lang="en-HK" sz="1800" dirty="0"/>
          </a:p>
        </p:txBody>
      </p:sp>
    </p:spTree>
    <p:extLst>
      <p:ext uri="{BB962C8B-B14F-4D97-AF65-F5344CB8AC3E}">
        <p14:creationId xmlns:p14="http://schemas.microsoft.com/office/powerpoint/2010/main" val="2354741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Main Bioinformatics Challenges for us</a:t>
            </a:r>
            <a:endParaRPr lang="id-ID" sz="2800" b="1" dirty="0"/>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9192290" cy="369332"/>
          </a:xfrm>
          <a:prstGeom prst="rect">
            <a:avLst/>
          </a:prstGeom>
        </p:spPr>
        <p:txBody>
          <a:bodyPr wrap="square">
            <a:spAutoFit/>
          </a:bodyPr>
          <a:lstStyle/>
          <a:p>
            <a:pPr algn="just"/>
            <a:r>
              <a:rPr lang="en-US" sz="1800" dirty="0"/>
              <a:t>How do I make sense of my data?</a:t>
            </a:r>
          </a:p>
        </p:txBody>
      </p:sp>
      <p:sp>
        <p:nvSpPr>
          <p:cNvPr id="12" name="Rectangle 11">
            <a:extLst>
              <a:ext uri="{FF2B5EF4-FFF2-40B4-BE49-F238E27FC236}">
                <a16:creationId xmlns:a16="http://schemas.microsoft.com/office/drawing/2014/main" id="{7906AD05-578B-4368-84B8-5F5DE852328E}"/>
              </a:ext>
            </a:extLst>
          </p:cNvPr>
          <p:cNvSpPr/>
          <p:nvPr/>
        </p:nvSpPr>
        <p:spPr>
          <a:xfrm>
            <a:off x="1349893" y="4959937"/>
            <a:ext cx="2663846" cy="646331"/>
          </a:xfrm>
          <a:prstGeom prst="rect">
            <a:avLst/>
          </a:prstGeom>
        </p:spPr>
        <p:txBody>
          <a:bodyPr wrap="square">
            <a:spAutoFit/>
          </a:bodyPr>
          <a:lstStyle/>
          <a:p>
            <a:pPr algn="just"/>
            <a:r>
              <a:rPr lang="en-US" sz="1800" dirty="0"/>
              <a:t>Computational Challenges in Sequence Analysis</a:t>
            </a:r>
          </a:p>
        </p:txBody>
      </p:sp>
      <p:pic>
        <p:nvPicPr>
          <p:cNvPr id="15364" name="Picture 4">
            <a:extLst>
              <a:ext uri="{FF2B5EF4-FFF2-40B4-BE49-F238E27FC236}">
                <a16:creationId xmlns:a16="http://schemas.microsoft.com/office/drawing/2014/main" id="{107231BE-D3FD-42AC-BAEF-85BE50D36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753" y="1911484"/>
            <a:ext cx="4398772" cy="206513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6" descr="A) Human disease network. Each node corresponds to a specific disorder... |  Download Scientific Diagram">
            <a:extLst>
              <a:ext uri="{FF2B5EF4-FFF2-40B4-BE49-F238E27FC236}">
                <a16:creationId xmlns:a16="http://schemas.microsoft.com/office/drawing/2014/main" id="{03C5573F-210A-48EB-8338-D5CB29099A53}"/>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15368" name="Picture 8" descr="Diseasome | ZKM">
            <a:extLst>
              <a:ext uri="{FF2B5EF4-FFF2-40B4-BE49-F238E27FC236}">
                <a16:creationId xmlns:a16="http://schemas.microsoft.com/office/drawing/2014/main" id="{3761FDCE-73D0-462A-80D8-457B045F6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0284" y="2581634"/>
            <a:ext cx="4814186" cy="3456637"/>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Bent-Up 12">
            <a:extLst>
              <a:ext uri="{FF2B5EF4-FFF2-40B4-BE49-F238E27FC236}">
                <a16:creationId xmlns:a16="http://schemas.microsoft.com/office/drawing/2014/main" id="{72884E8F-F44B-45ED-AB32-61BFD6D7E170}"/>
              </a:ext>
            </a:extLst>
          </p:cNvPr>
          <p:cNvSpPr/>
          <p:nvPr/>
        </p:nvSpPr>
        <p:spPr>
          <a:xfrm rot="5400000">
            <a:off x="4085534" y="4014431"/>
            <a:ext cx="861237" cy="1004828"/>
          </a:xfrm>
          <a:prstGeom prst="bentUpArrow">
            <a:avLst>
              <a:gd name="adj1" fmla="val 25000"/>
              <a:gd name="adj2" fmla="val 24074"/>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743787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B3509AFA-2B94-4D5A-A25C-3F04BFE9CD3F}"/>
              </a:ext>
            </a:extLst>
          </p:cNvPr>
          <p:cNvSpPr/>
          <p:nvPr/>
        </p:nvSpPr>
        <p:spPr>
          <a:xfrm>
            <a:off x="1238251" y="2056550"/>
            <a:ext cx="8212138" cy="3477875"/>
          </a:xfrm>
          <a:prstGeom prst="rect">
            <a:avLst/>
          </a:prstGeom>
        </p:spPr>
        <p:txBody>
          <a:bodyPr wrap="square">
            <a:spAutoFit/>
          </a:bodyPr>
          <a:lstStyle/>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Lesk</a:t>
            </a:r>
            <a:r>
              <a:rPr lang="en-AU" sz="2400" dirty="0">
                <a:latin typeface="Arial" panose="020B0604020202020204" pitchFamily="34" charset="0"/>
                <a:ea typeface="Times New Roman" panose="02020603050405020304" pitchFamily="18" charset="0"/>
                <a:cs typeface="Times New Roman" panose="02020603050405020304" pitchFamily="18" charset="0"/>
              </a:rPr>
              <a:t>, Arthur M..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Introduction to Bioinformatics</a:t>
            </a:r>
            <a:r>
              <a:rPr lang="en-AU" sz="2400" dirty="0">
                <a:latin typeface="Arial" panose="020B0604020202020204" pitchFamily="34" charset="0"/>
                <a:ea typeface="Times New Roman" panose="02020603050405020304" pitchFamily="18" charset="0"/>
                <a:cs typeface="Times New Roman" panose="02020603050405020304" pitchFamily="18" charset="0"/>
              </a:rPr>
              <a:t>. 4. Oxford University Press, United Kingdom. ISBN: 978-0199651566. (*)</a:t>
            </a:r>
            <a:endParaRPr lang="en-HK" sz="2800" dirty="0">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Choudhuri</a:t>
            </a:r>
            <a:r>
              <a:rPr lang="en-AU" sz="2400" dirty="0">
                <a:latin typeface="Arial" panose="020B0604020202020204" pitchFamily="34" charset="0"/>
                <a:ea typeface="Times New Roman" panose="02020603050405020304" pitchFamily="18" charset="0"/>
                <a:cs typeface="Times New Roman" panose="02020603050405020304" pitchFamily="18" charset="0"/>
              </a:rPr>
              <a:t>, S..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Bioinformatics for Beginners: Genes, Genomes, Molecular Evolution, Databases and Analytical Tools</a:t>
            </a:r>
            <a:r>
              <a:rPr lang="en-AU" sz="2400" dirty="0">
                <a:latin typeface="Arial" panose="020B0604020202020204" pitchFamily="34" charset="0"/>
                <a:ea typeface="Times New Roman" panose="02020603050405020304" pitchFamily="18" charset="0"/>
                <a:cs typeface="Times New Roman" panose="02020603050405020304" pitchFamily="18" charset="0"/>
              </a:rPr>
              <a:t>. Elsevier. ISBN 978-0124104716. </a:t>
            </a:r>
          </a:p>
          <a:p>
            <a:pPr marL="342900" lvl="0" indent="-342900">
              <a:spcAft>
                <a:spcPts val="0"/>
              </a:spcAft>
              <a:buFont typeface="+mj-lt"/>
              <a:buAutoNum type="arabicPeriod"/>
            </a:pPr>
            <a:r>
              <a:rPr lang="en-AU" sz="2400" dirty="0">
                <a:latin typeface="Arial" panose="020B0604020202020204" pitchFamily="34" charset="0"/>
                <a:ea typeface="Times New Roman" panose="02020603050405020304" pitchFamily="18" charset="0"/>
                <a:cs typeface="Times New Roman" panose="02020603050405020304" pitchFamily="18" charset="0"/>
              </a:rPr>
              <a:t>Simon, E. J.. (2020). Biology : The Core. 3rd Edition. Pearson: Hoboken, NJ. ISBN 9780134891514</a:t>
            </a:r>
          </a:p>
          <a:p>
            <a:pPr marL="342900" lvl="0" indent="-342900">
              <a:spcAft>
                <a:spcPts val="0"/>
              </a:spcAft>
              <a:buFont typeface="+mj-lt"/>
              <a:buAutoNum type="arabicPeriod"/>
            </a:pPr>
            <a:endParaRPr lang="en-HK" sz="28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975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2.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4.xml><?xml version="1.0" encoding="utf-8"?>
<ds:datastoreItem xmlns:ds="http://schemas.openxmlformats.org/officeDocument/2006/customXml" ds:itemID="{CA6D8D10-5CE6-45C0-899F-3757B0B76385}">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1041</TotalTime>
  <Words>1444</Words>
  <Application>Microsoft Office PowerPoint</Application>
  <PresentationFormat>Custom</PresentationFormat>
  <Paragraphs>176</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Arial</vt:lpstr>
      <vt:lpstr>Calibri</vt:lpstr>
      <vt:lpstr>Open Sans</vt:lpstr>
      <vt:lpstr>Roboto</vt:lpstr>
      <vt:lpstr>Symbol</vt:lpstr>
      <vt:lpstr>Times New Roman</vt:lpstr>
      <vt:lpstr>udemy sans</vt:lpstr>
      <vt:lpstr>Verdana</vt:lpstr>
      <vt:lpstr>Wingdings</vt:lpstr>
      <vt:lpstr>Office Theme</vt:lpstr>
      <vt:lpstr>PowerPoint Presentation</vt:lpstr>
      <vt:lpstr>Learning Objectives</vt:lpstr>
      <vt:lpstr>What is Bioinformatics?</vt:lpstr>
      <vt:lpstr>PowerPoint Presentation</vt:lpstr>
      <vt:lpstr>Bioinformatics Milestone</vt:lpstr>
      <vt:lpstr>Bioinformatics Milestone</vt:lpstr>
      <vt:lpstr>Bioinformatics Milestone</vt:lpstr>
      <vt:lpstr>Bioinformatics Milestone</vt:lpstr>
      <vt:lpstr>Bioinformatics and System Biology</vt:lpstr>
      <vt:lpstr>Bioinformatics Discipline</vt:lpstr>
      <vt:lpstr>Central Dogma</vt:lpstr>
      <vt:lpstr>Analyses Involving Nucleic-Acid Sequence</vt:lpstr>
      <vt:lpstr>DNA ANALYSIS</vt:lpstr>
      <vt:lpstr>PowerPoint Presentation</vt:lpstr>
      <vt:lpstr>  GENETIC ENGINEERING   </vt:lpstr>
      <vt:lpstr>Bioinformatics Application</vt:lpstr>
      <vt:lpstr>Bioinformatics Application</vt:lpstr>
      <vt:lpstr>Biological data types and analysis objectives</vt:lpstr>
      <vt:lpstr>Big Data in BioInformatics</vt:lpstr>
      <vt:lpstr>Big Data in Bioinformatics</vt:lpstr>
      <vt:lpstr>PowerPoint Presentation</vt:lpstr>
      <vt:lpstr>Main Bioinformatics Challenges for us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2022-12-23T05:18:35Z</dcterms:modified>
</cp:coreProperties>
</file>