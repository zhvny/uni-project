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5"/>
  </p:sldMasterIdLst>
  <p:notesMasterIdLst>
    <p:notesMasterId r:id="rId27"/>
  </p:notesMasterIdLst>
  <p:sldIdLst>
    <p:sldId id="256" r:id="rId6"/>
    <p:sldId id="257" r:id="rId7"/>
    <p:sldId id="274" r:id="rId8"/>
    <p:sldId id="402" r:id="rId9"/>
    <p:sldId id="385" r:id="rId10"/>
    <p:sldId id="396" r:id="rId11"/>
    <p:sldId id="405" r:id="rId12"/>
    <p:sldId id="392" r:id="rId13"/>
    <p:sldId id="397" r:id="rId14"/>
    <p:sldId id="403" r:id="rId15"/>
    <p:sldId id="404" r:id="rId16"/>
    <p:sldId id="394" r:id="rId17"/>
    <p:sldId id="390" r:id="rId18"/>
    <p:sldId id="408" r:id="rId19"/>
    <p:sldId id="389" r:id="rId20"/>
    <p:sldId id="406" r:id="rId21"/>
    <p:sldId id="386" r:id="rId22"/>
    <p:sldId id="387" r:id="rId23"/>
    <p:sldId id="407" r:id="rId24"/>
    <p:sldId id="395" r:id="rId25"/>
    <p:sldId id="384" r:id="rId26"/>
  </p:sldIdLst>
  <p:sldSz cx="10688638" cy="7562850"/>
  <p:notesSz cx="6858000" cy="9144000"/>
  <p:defaultTextStyle>
    <a:defPPr>
      <a:defRPr lang="en-US"/>
    </a:defPPr>
    <a:lvl1pPr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1pPr>
    <a:lvl2pPr marL="520700" indent="-63500"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2pPr>
    <a:lvl3pPr marL="1041400" indent="-127000"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3pPr>
    <a:lvl4pPr marL="1563688" indent="-192088"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4pPr>
    <a:lvl5pPr marL="2084388" indent="-255588"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5pPr>
    <a:lvl6pPr marL="2286000" algn="l" defTabSz="914400" rtl="0" eaLnBrk="1" latinLnBrk="0" hangingPunct="1">
      <a:defRPr sz="2100" kern="1200">
        <a:solidFill>
          <a:schemeClr val="tx1"/>
        </a:solidFill>
        <a:latin typeface="Calibri" pitchFamily="34" charset="0"/>
        <a:ea typeface="MS PGothic" pitchFamily="34" charset="-128"/>
        <a:cs typeface="+mn-cs"/>
      </a:defRPr>
    </a:lvl6pPr>
    <a:lvl7pPr marL="2743200" algn="l" defTabSz="914400" rtl="0" eaLnBrk="1" latinLnBrk="0" hangingPunct="1">
      <a:defRPr sz="2100" kern="1200">
        <a:solidFill>
          <a:schemeClr val="tx1"/>
        </a:solidFill>
        <a:latin typeface="Calibri" pitchFamily="34" charset="0"/>
        <a:ea typeface="MS PGothic" pitchFamily="34" charset="-128"/>
        <a:cs typeface="+mn-cs"/>
      </a:defRPr>
    </a:lvl7pPr>
    <a:lvl8pPr marL="3200400" algn="l" defTabSz="914400" rtl="0" eaLnBrk="1" latinLnBrk="0" hangingPunct="1">
      <a:defRPr sz="2100" kern="1200">
        <a:solidFill>
          <a:schemeClr val="tx1"/>
        </a:solidFill>
        <a:latin typeface="Calibri" pitchFamily="34" charset="0"/>
        <a:ea typeface="MS PGothic" pitchFamily="34" charset="-128"/>
        <a:cs typeface="+mn-cs"/>
      </a:defRPr>
    </a:lvl8pPr>
    <a:lvl9pPr marL="3657600" algn="l" defTabSz="914400" rtl="0" eaLnBrk="1" latinLnBrk="0" hangingPunct="1">
      <a:defRPr sz="2100" kern="1200">
        <a:solidFill>
          <a:schemeClr val="tx1"/>
        </a:solidFill>
        <a:latin typeface="Calibri" pitchFamily="34" charset="0"/>
        <a:ea typeface="MS PGothic" pitchFamily="34" charset="-128"/>
        <a:cs typeface="+mn-cs"/>
      </a:defRPr>
    </a:lvl9pPr>
  </p:defaultTextStyle>
  <p:extLst>
    <p:ext uri="{521415D9-36F7-43E2-AB2F-B90AF26B5E84}">
      <p14:sectionLst xmlns:p14="http://schemas.microsoft.com/office/powerpoint/2010/main">
        <p14:section name="COVER" id="{6D91671F-11EC-43A0-B0B5-6D80C965B915}">
          <p14:sldIdLst>
            <p14:sldId id="256"/>
          </p14:sldIdLst>
        </p14:section>
        <p14:section name="COURSE CONTENT" id="{6162E7E0-B512-4FEF-B619-C9187795397D}">
          <p14:sldIdLst>
            <p14:sldId id="257"/>
            <p14:sldId id="274"/>
            <p14:sldId id="402"/>
            <p14:sldId id="385"/>
            <p14:sldId id="396"/>
            <p14:sldId id="405"/>
            <p14:sldId id="392"/>
            <p14:sldId id="397"/>
            <p14:sldId id="403"/>
            <p14:sldId id="404"/>
            <p14:sldId id="394"/>
            <p14:sldId id="390"/>
            <p14:sldId id="408"/>
            <p14:sldId id="389"/>
            <p14:sldId id="406"/>
            <p14:sldId id="386"/>
            <p14:sldId id="387"/>
            <p14:sldId id="407"/>
            <p14:sldId id="395"/>
          </p14:sldIdLst>
        </p14:section>
        <p14:section name="REFERENCES" id="{11ED6803-A38C-4226-8496-86D05012E7E0}">
          <p14:sldIdLst>
            <p14:sldId id="384"/>
          </p14:sldIdLst>
        </p14:section>
      </p14:sectionLst>
    </p:ext>
    <p:ext uri="{EFAFB233-063F-42B5-8137-9DF3F51BA10A}">
      <p15:sldGuideLst xmlns:p15="http://schemas.microsoft.com/office/powerpoint/2012/main">
        <p15:guide id="1" orient="horz" pos="2382">
          <p15:clr>
            <a:srgbClr val="A4A3A4"/>
          </p15:clr>
        </p15:guide>
        <p15:guide id="2" pos="336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0079B8"/>
    <a:srgbClr val="9465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132C17-AFB5-4212-91D0-200B14BD9470}" v="1" dt="2022-12-23T05:19:36.2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8670"/>
    <p:restoredTop sz="93484"/>
  </p:normalViewPr>
  <p:slideViewPr>
    <p:cSldViewPr snapToGrid="0" snapToObjects="1">
      <p:cViewPr varScale="1">
        <p:scale>
          <a:sx n="79" d="100"/>
          <a:sy n="79" d="100"/>
        </p:scale>
        <p:origin x="1507" y="86"/>
      </p:cViewPr>
      <p:guideLst>
        <p:guide orient="horz" pos="2382"/>
        <p:guide pos="3367"/>
      </p:guideLst>
    </p:cSldViewPr>
  </p:slideViewPr>
  <p:notesTextViewPr>
    <p:cViewPr>
      <p:scale>
        <a:sx n="100" d="100"/>
        <a:sy n="100" d="100"/>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microsoft.com/office/2016/11/relationships/changesInfo" Target="changesInfos/changesInfo1.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bian Surya Pramudya" userId="f46cf8bb-4ec7-4653-94a9-ff26fa22481f" providerId="ADAL" clId="{DB84812F-2C7B-470E-974A-CB475C31AC02}"/>
    <pc:docChg chg="undo custSel addSld delSld modSld sldOrd modSection">
      <pc:chgData name="Fabian Surya Pramudya" userId="f46cf8bb-4ec7-4653-94a9-ff26fa22481f" providerId="ADAL" clId="{DB84812F-2C7B-470E-974A-CB475C31AC02}" dt="2022-09-24T12:08:21.607" v="1830" actId="20577"/>
      <pc:docMkLst>
        <pc:docMk/>
      </pc:docMkLst>
      <pc:sldChg chg="modSp">
        <pc:chgData name="Fabian Surya Pramudya" userId="f46cf8bb-4ec7-4653-94a9-ff26fa22481f" providerId="ADAL" clId="{DB84812F-2C7B-470E-974A-CB475C31AC02}" dt="2022-09-23T04:00:06.163" v="11" actId="20577"/>
        <pc:sldMkLst>
          <pc:docMk/>
          <pc:sldMk cId="0" sldId="256"/>
        </pc:sldMkLst>
        <pc:spChg chg="mod">
          <ac:chgData name="Fabian Surya Pramudya" userId="f46cf8bb-4ec7-4653-94a9-ff26fa22481f" providerId="ADAL" clId="{DB84812F-2C7B-470E-974A-CB475C31AC02}" dt="2022-09-23T04:00:06.163" v="11" actId="20577"/>
          <ac:spMkLst>
            <pc:docMk/>
            <pc:sldMk cId="0" sldId="256"/>
            <ac:spMk id="18" creationId="{32DB365E-C0A0-4B3F-B6B1-8D39827C09A3}"/>
          </ac:spMkLst>
        </pc:spChg>
      </pc:sldChg>
      <pc:sldChg chg="modSp">
        <pc:chgData name="Fabian Surya Pramudya" userId="f46cf8bb-4ec7-4653-94a9-ff26fa22481f" providerId="ADAL" clId="{DB84812F-2C7B-470E-974A-CB475C31AC02}" dt="2022-09-24T01:44:20.392" v="1154" actId="20577"/>
        <pc:sldMkLst>
          <pc:docMk/>
          <pc:sldMk cId="3560658300" sldId="257"/>
        </pc:sldMkLst>
        <pc:spChg chg="mod">
          <ac:chgData name="Fabian Surya Pramudya" userId="f46cf8bb-4ec7-4653-94a9-ff26fa22481f" providerId="ADAL" clId="{DB84812F-2C7B-470E-974A-CB475C31AC02}" dt="2022-09-24T01:44:20.392" v="1154" actId="20577"/>
          <ac:spMkLst>
            <pc:docMk/>
            <pc:sldMk cId="3560658300" sldId="257"/>
            <ac:spMk id="3" creationId="{00000000-0000-0000-0000-000000000000}"/>
          </ac:spMkLst>
        </pc:spChg>
      </pc:sldChg>
      <pc:sldChg chg="del">
        <pc:chgData name="Fabian Surya Pramudya" userId="f46cf8bb-4ec7-4653-94a9-ff26fa22481f" providerId="ADAL" clId="{DB84812F-2C7B-470E-974A-CB475C31AC02}" dt="2022-09-23T04:01:07.299" v="31" actId="2696"/>
        <pc:sldMkLst>
          <pc:docMk/>
          <pc:sldMk cId="240642466" sldId="271"/>
        </pc:sldMkLst>
      </pc:sldChg>
      <pc:sldChg chg="addSp delSp modSp">
        <pc:chgData name="Fabian Surya Pramudya" userId="f46cf8bb-4ec7-4653-94a9-ff26fa22481f" providerId="ADAL" clId="{DB84812F-2C7B-470E-974A-CB475C31AC02}" dt="2022-09-23T07:00:35.385" v="587" actId="20577"/>
        <pc:sldMkLst>
          <pc:docMk/>
          <pc:sldMk cId="3124806157" sldId="274"/>
        </pc:sldMkLst>
        <pc:spChg chg="mod">
          <ac:chgData name="Fabian Surya Pramudya" userId="f46cf8bb-4ec7-4653-94a9-ff26fa22481f" providerId="ADAL" clId="{DB84812F-2C7B-470E-974A-CB475C31AC02}" dt="2022-09-23T07:00:29.430" v="580" actId="20577"/>
          <ac:spMkLst>
            <pc:docMk/>
            <pc:sldMk cId="3124806157" sldId="274"/>
            <ac:spMk id="2" creationId="{00000000-0000-0000-0000-000000000000}"/>
          </ac:spMkLst>
        </pc:spChg>
        <pc:spChg chg="add del mod">
          <ac:chgData name="Fabian Surya Pramudya" userId="f46cf8bb-4ec7-4653-94a9-ff26fa22481f" providerId="ADAL" clId="{DB84812F-2C7B-470E-974A-CB475C31AC02}" dt="2022-09-23T06:44:22.201" v="322"/>
          <ac:spMkLst>
            <pc:docMk/>
            <pc:sldMk cId="3124806157" sldId="274"/>
            <ac:spMk id="3" creationId="{73807F01-3927-4E24-8579-82BA30D9DCAA}"/>
          </ac:spMkLst>
        </pc:spChg>
        <pc:spChg chg="mod">
          <ac:chgData name="Fabian Surya Pramudya" userId="f46cf8bb-4ec7-4653-94a9-ff26fa22481f" providerId="ADAL" clId="{DB84812F-2C7B-470E-974A-CB475C31AC02}" dt="2022-09-23T07:00:35.385" v="587" actId="20577"/>
          <ac:spMkLst>
            <pc:docMk/>
            <pc:sldMk cId="3124806157" sldId="274"/>
            <ac:spMk id="4" creationId="{34C8ACB7-62F4-4DFA-BF4E-F704AD38BEDF}"/>
          </ac:spMkLst>
        </pc:spChg>
        <pc:spChg chg="add del mod">
          <ac:chgData name="Fabian Surya Pramudya" userId="f46cf8bb-4ec7-4653-94a9-ff26fa22481f" providerId="ADAL" clId="{DB84812F-2C7B-470E-974A-CB475C31AC02}" dt="2022-09-23T06:44:22.200" v="320"/>
          <ac:spMkLst>
            <pc:docMk/>
            <pc:sldMk cId="3124806157" sldId="274"/>
            <ac:spMk id="6" creationId="{D94DA233-0012-476A-AA0F-A8DAD549410D}"/>
          </ac:spMkLst>
        </pc:spChg>
        <pc:picChg chg="add mod modCrop">
          <ac:chgData name="Fabian Surya Pramudya" userId="f46cf8bb-4ec7-4653-94a9-ff26fa22481f" providerId="ADAL" clId="{DB84812F-2C7B-470E-974A-CB475C31AC02}" dt="2022-09-23T06:54:45.066" v="441" actId="1076"/>
          <ac:picMkLst>
            <pc:docMk/>
            <pc:sldMk cId="3124806157" sldId="274"/>
            <ac:picMk id="5" creationId="{BA344A02-0169-4CFB-83AC-E57381E442B7}"/>
          </ac:picMkLst>
        </pc:picChg>
      </pc:sldChg>
      <pc:sldChg chg="del">
        <pc:chgData name="Fabian Surya Pramudya" userId="f46cf8bb-4ec7-4653-94a9-ff26fa22481f" providerId="ADAL" clId="{DB84812F-2C7B-470E-974A-CB475C31AC02}" dt="2022-09-23T04:01:07.253" v="16" actId="2696"/>
        <pc:sldMkLst>
          <pc:docMk/>
          <pc:sldMk cId="683789328" sldId="276"/>
        </pc:sldMkLst>
      </pc:sldChg>
      <pc:sldChg chg="del">
        <pc:chgData name="Fabian Surya Pramudya" userId="f46cf8bb-4ec7-4653-94a9-ff26fa22481f" providerId="ADAL" clId="{DB84812F-2C7B-470E-974A-CB475C31AC02}" dt="2022-09-23T04:01:07.260" v="17" actId="2696"/>
        <pc:sldMkLst>
          <pc:docMk/>
          <pc:sldMk cId="3440442806" sldId="277"/>
        </pc:sldMkLst>
      </pc:sldChg>
      <pc:sldChg chg="del">
        <pc:chgData name="Fabian Surya Pramudya" userId="f46cf8bb-4ec7-4653-94a9-ff26fa22481f" providerId="ADAL" clId="{DB84812F-2C7B-470E-974A-CB475C31AC02}" dt="2022-09-23T04:01:07.266" v="18" actId="2696"/>
        <pc:sldMkLst>
          <pc:docMk/>
          <pc:sldMk cId="2752398955" sldId="278"/>
        </pc:sldMkLst>
      </pc:sldChg>
      <pc:sldChg chg="del">
        <pc:chgData name="Fabian Surya Pramudya" userId="f46cf8bb-4ec7-4653-94a9-ff26fa22481f" providerId="ADAL" clId="{DB84812F-2C7B-470E-974A-CB475C31AC02}" dt="2022-09-23T04:01:07.275" v="20" actId="2696"/>
        <pc:sldMkLst>
          <pc:docMk/>
          <pc:sldMk cId="3494511364" sldId="284"/>
        </pc:sldMkLst>
      </pc:sldChg>
      <pc:sldChg chg="del">
        <pc:chgData name="Fabian Surya Pramudya" userId="f46cf8bb-4ec7-4653-94a9-ff26fa22481f" providerId="ADAL" clId="{DB84812F-2C7B-470E-974A-CB475C31AC02}" dt="2022-09-23T04:01:07.356" v="64" actId="2696"/>
        <pc:sldMkLst>
          <pc:docMk/>
          <pc:sldMk cId="0" sldId="295"/>
        </pc:sldMkLst>
      </pc:sldChg>
      <pc:sldChg chg="del">
        <pc:chgData name="Fabian Surya Pramudya" userId="f46cf8bb-4ec7-4653-94a9-ff26fa22481f" providerId="ADAL" clId="{DB84812F-2C7B-470E-974A-CB475C31AC02}" dt="2022-09-23T04:01:07.352" v="62" actId="2696"/>
        <pc:sldMkLst>
          <pc:docMk/>
          <pc:sldMk cId="0" sldId="301"/>
        </pc:sldMkLst>
      </pc:sldChg>
      <pc:sldChg chg="del">
        <pc:chgData name="Fabian Surya Pramudya" userId="f46cf8bb-4ec7-4653-94a9-ff26fa22481f" providerId="ADAL" clId="{DB84812F-2C7B-470E-974A-CB475C31AC02}" dt="2022-09-23T04:01:07.326" v="45" actId="2696"/>
        <pc:sldMkLst>
          <pc:docMk/>
          <pc:sldMk cId="2266335927" sldId="303"/>
        </pc:sldMkLst>
      </pc:sldChg>
      <pc:sldChg chg="del">
        <pc:chgData name="Fabian Surya Pramudya" userId="f46cf8bb-4ec7-4653-94a9-ff26fa22481f" providerId="ADAL" clId="{DB84812F-2C7B-470E-974A-CB475C31AC02}" dt="2022-09-23T04:01:07.345" v="58" actId="2696"/>
        <pc:sldMkLst>
          <pc:docMk/>
          <pc:sldMk cId="3386296652" sldId="304"/>
        </pc:sldMkLst>
      </pc:sldChg>
      <pc:sldChg chg="del">
        <pc:chgData name="Fabian Surya Pramudya" userId="f46cf8bb-4ec7-4653-94a9-ff26fa22481f" providerId="ADAL" clId="{DB84812F-2C7B-470E-974A-CB475C31AC02}" dt="2022-09-23T04:01:07.347" v="59" actId="2696"/>
        <pc:sldMkLst>
          <pc:docMk/>
          <pc:sldMk cId="3609814425" sldId="305"/>
        </pc:sldMkLst>
      </pc:sldChg>
      <pc:sldChg chg="del">
        <pc:chgData name="Fabian Surya Pramudya" userId="f46cf8bb-4ec7-4653-94a9-ff26fa22481f" providerId="ADAL" clId="{DB84812F-2C7B-470E-974A-CB475C31AC02}" dt="2022-09-23T04:01:07.359" v="66" actId="2696"/>
        <pc:sldMkLst>
          <pc:docMk/>
          <pc:sldMk cId="3431159792" sldId="306"/>
        </pc:sldMkLst>
      </pc:sldChg>
      <pc:sldChg chg="del">
        <pc:chgData name="Fabian Surya Pramudya" userId="f46cf8bb-4ec7-4653-94a9-ff26fa22481f" providerId="ADAL" clId="{DB84812F-2C7B-470E-974A-CB475C31AC02}" dt="2022-09-23T04:01:07.270" v="19" actId="2696"/>
        <pc:sldMkLst>
          <pc:docMk/>
          <pc:sldMk cId="2257038213" sldId="307"/>
        </pc:sldMkLst>
      </pc:sldChg>
      <pc:sldChg chg="del">
        <pc:chgData name="Fabian Surya Pramudya" userId="f46cf8bb-4ec7-4653-94a9-ff26fa22481f" providerId="ADAL" clId="{DB84812F-2C7B-470E-974A-CB475C31AC02}" dt="2022-09-23T04:01:07.283" v="23" actId="2696"/>
        <pc:sldMkLst>
          <pc:docMk/>
          <pc:sldMk cId="117369712" sldId="308"/>
        </pc:sldMkLst>
      </pc:sldChg>
      <pc:sldChg chg="del">
        <pc:chgData name="Fabian Surya Pramudya" userId="f46cf8bb-4ec7-4653-94a9-ff26fa22481f" providerId="ADAL" clId="{DB84812F-2C7B-470E-974A-CB475C31AC02}" dt="2022-09-23T04:01:07.289" v="26" actId="2696"/>
        <pc:sldMkLst>
          <pc:docMk/>
          <pc:sldMk cId="1104237105" sldId="309"/>
        </pc:sldMkLst>
      </pc:sldChg>
      <pc:sldChg chg="del">
        <pc:chgData name="Fabian Surya Pramudya" userId="f46cf8bb-4ec7-4653-94a9-ff26fa22481f" providerId="ADAL" clId="{DB84812F-2C7B-470E-974A-CB475C31AC02}" dt="2022-09-23T04:01:07.284" v="24" actId="2696"/>
        <pc:sldMkLst>
          <pc:docMk/>
          <pc:sldMk cId="510595457" sldId="310"/>
        </pc:sldMkLst>
      </pc:sldChg>
      <pc:sldChg chg="del">
        <pc:chgData name="Fabian Surya Pramudya" userId="f46cf8bb-4ec7-4653-94a9-ff26fa22481f" providerId="ADAL" clId="{DB84812F-2C7B-470E-974A-CB475C31AC02}" dt="2022-09-23T04:01:07.291" v="27" actId="2696"/>
        <pc:sldMkLst>
          <pc:docMk/>
          <pc:sldMk cId="4199324649" sldId="311"/>
        </pc:sldMkLst>
      </pc:sldChg>
      <pc:sldChg chg="del">
        <pc:chgData name="Fabian Surya Pramudya" userId="f46cf8bb-4ec7-4653-94a9-ff26fa22481f" providerId="ADAL" clId="{DB84812F-2C7B-470E-974A-CB475C31AC02}" dt="2022-09-23T04:01:07.295" v="29" actId="2696"/>
        <pc:sldMkLst>
          <pc:docMk/>
          <pc:sldMk cId="2704585203" sldId="313"/>
        </pc:sldMkLst>
      </pc:sldChg>
      <pc:sldChg chg="del">
        <pc:chgData name="Fabian Surya Pramudya" userId="f46cf8bb-4ec7-4653-94a9-ff26fa22481f" providerId="ADAL" clId="{DB84812F-2C7B-470E-974A-CB475C31AC02}" dt="2022-09-23T04:01:07.297" v="30" actId="2696"/>
        <pc:sldMkLst>
          <pc:docMk/>
          <pc:sldMk cId="97641865" sldId="314"/>
        </pc:sldMkLst>
      </pc:sldChg>
      <pc:sldChg chg="del">
        <pc:chgData name="Fabian Surya Pramudya" userId="f46cf8bb-4ec7-4653-94a9-ff26fa22481f" providerId="ADAL" clId="{DB84812F-2C7B-470E-974A-CB475C31AC02}" dt="2022-09-23T04:01:07.278" v="21" actId="2696"/>
        <pc:sldMkLst>
          <pc:docMk/>
          <pc:sldMk cId="2881173591" sldId="315"/>
        </pc:sldMkLst>
      </pc:sldChg>
      <pc:sldChg chg="del">
        <pc:chgData name="Fabian Surya Pramudya" userId="f46cf8bb-4ec7-4653-94a9-ff26fa22481f" providerId="ADAL" clId="{DB84812F-2C7B-470E-974A-CB475C31AC02}" dt="2022-09-23T04:01:07.301" v="32" actId="2696"/>
        <pc:sldMkLst>
          <pc:docMk/>
          <pc:sldMk cId="3974601475" sldId="317"/>
        </pc:sldMkLst>
      </pc:sldChg>
      <pc:sldChg chg="del">
        <pc:chgData name="Fabian Surya Pramudya" userId="f46cf8bb-4ec7-4653-94a9-ff26fa22481f" providerId="ADAL" clId="{DB84812F-2C7B-470E-974A-CB475C31AC02}" dt="2022-09-23T04:01:07.228" v="13" actId="2696"/>
        <pc:sldMkLst>
          <pc:docMk/>
          <pc:sldMk cId="0" sldId="318"/>
        </pc:sldMkLst>
      </pc:sldChg>
      <pc:sldChg chg="del">
        <pc:chgData name="Fabian Surya Pramudya" userId="f46cf8bb-4ec7-4653-94a9-ff26fa22481f" providerId="ADAL" clId="{DB84812F-2C7B-470E-974A-CB475C31AC02}" dt="2022-09-23T04:01:07.238" v="14" actId="2696"/>
        <pc:sldMkLst>
          <pc:docMk/>
          <pc:sldMk cId="0" sldId="319"/>
        </pc:sldMkLst>
      </pc:sldChg>
      <pc:sldChg chg="del">
        <pc:chgData name="Fabian Surya Pramudya" userId="f46cf8bb-4ec7-4653-94a9-ff26fa22481f" providerId="ADAL" clId="{DB84812F-2C7B-470E-974A-CB475C31AC02}" dt="2022-09-23T04:01:07.303" v="33" actId="2696"/>
        <pc:sldMkLst>
          <pc:docMk/>
          <pc:sldMk cId="883495976" sldId="320"/>
        </pc:sldMkLst>
      </pc:sldChg>
      <pc:sldChg chg="del">
        <pc:chgData name="Fabian Surya Pramudya" userId="f46cf8bb-4ec7-4653-94a9-ff26fa22481f" providerId="ADAL" clId="{DB84812F-2C7B-470E-974A-CB475C31AC02}" dt="2022-09-23T04:01:07.307" v="35" actId="2696"/>
        <pc:sldMkLst>
          <pc:docMk/>
          <pc:sldMk cId="12048405" sldId="321"/>
        </pc:sldMkLst>
      </pc:sldChg>
      <pc:sldChg chg="del">
        <pc:chgData name="Fabian Surya Pramudya" userId="f46cf8bb-4ec7-4653-94a9-ff26fa22481f" providerId="ADAL" clId="{DB84812F-2C7B-470E-974A-CB475C31AC02}" dt="2022-09-23T04:01:07.309" v="36" actId="2696"/>
        <pc:sldMkLst>
          <pc:docMk/>
          <pc:sldMk cId="4052717385" sldId="322"/>
        </pc:sldMkLst>
      </pc:sldChg>
      <pc:sldChg chg="del">
        <pc:chgData name="Fabian Surya Pramudya" userId="f46cf8bb-4ec7-4653-94a9-ff26fa22481f" providerId="ADAL" clId="{DB84812F-2C7B-470E-974A-CB475C31AC02}" dt="2022-09-23T04:01:07.311" v="37" actId="2696"/>
        <pc:sldMkLst>
          <pc:docMk/>
          <pc:sldMk cId="1278343681" sldId="323"/>
        </pc:sldMkLst>
      </pc:sldChg>
      <pc:sldChg chg="del">
        <pc:chgData name="Fabian Surya Pramudya" userId="f46cf8bb-4ec7-4653-94a9-ff26fa22481f" providerId="ADAL" clId="{DB84812F-2C7B-470E-974A-CB475C31AC02}" dt="2022-09-23T04:01:07.313" v="38" actId="2696"/>
        <pc:sldMkLst>
          <pc:docMk/>
          <pc:sldMk cId="1054643383" sldId="324"/>
        </pc:sldMkLst>
      </pc:sldChg>
      <pc:sldChg chg="del">
        <pc:chgData name="Fabian Surya Pramudya" userId="f46cf8bb-4ec7-4653-94a9-ff26fa22481f" providerId="ADAL" clId="{DB84812F-2C7B-470E-974A-CB475C31AC02}" dt="2022-09-23T04:01:07.316" v="40" actId="2696"/>
        <pc:sldMkLst>
          <pc:docMk/>
          <pc:sldMk cId="3753000902" sldId="325"/>
        </pc:sldMkLst>
      </pc:sldChg>
      <pc:sldChg chg="del">
        <pc:chgData name="Fabian Surya Pramudya" userId="f46cf8bb-4ec7-4653-94a9-ff26fa22481f" providerId="ADAL" clId="{DB84812F-2C7B-470E-974A-CB475C31AC02}" dt="2022-09-23T04:01:07.318" v="41" actId="2696"/>
        <pc:sldMkLst>
          <pc:docMk/>
          <pc:sldMk cId="3146475102" sldId="326"/>
        </pc:sldMkLst>
      </pc:sldChg>
      <pc:sldChg chg="del">
        <pc:chgData name="Fabian Surya Pramudya" userId="f46cf8bb-4ec7-4653-94a9-ff26fa22481f" providerId="ADAL" clId="{DB84812F-2C7B-470E-974A-CB475C31AC02}" dt="2022-09-23T04:01:07.320" v="42" actId="2696"/>
        <pc:sldMkLst>
          <pc:docMk/>
          <pc:sldMk cId="2746594274" sldId="327"/>
        </pc:sldMkLst>
      </pc:sldChg>
      <pc:sldChg chg="del">
        <pc:chgData name="Fabian Surya Pramudya" userId="f46cf8bb-4ec7-4653-94a9-ff26fa22481f" providerId="ADAL" clId="{DB84812F-2C7B-470E-974A-CB475C31AC02}" dt="2022-09-23T04:01:07.324" v="44" actId="2696"/>
        <pc:sldMkLst>
          <pc:docMk/>
          <pc:sldMk cId="224196436" sldId="328"/>
        </pc:sldMkLst>
      </pc:sldChg>
      <pc:sldChg chg="del">
        <pc:chgData name="Fabian Surya Pramudya" userId="f46cf8bb-4ec7-4653-94a9-ff26fa22481f" providerId="ADAL" clId="{DB84812F-2C7B-470E-974A-CB475C31AC02}" dt="2022-09-23T04:01:07.327" v="46" actId="2696"/>
        <pc:sldMkLst>
          <pc:docMk/>
          <pc:sldMk cId="2250435173" sldId="329"/>
        </pc:sldMkLst>
      </pc:sldChg>
      <pc:sldChg chg="del">
        <pc:chgData name="Fabian Surya Pramudya" userId="f46cf8bb-4ec7-4653-94a9-ff26fa22481f" providerId="ADAL" clId="{DB84812F-2C7B-470E-974A-CB475C31AC02}" dt="2022-09-23T04:01:07.330" v="48" actId="2696"/>
        <pc:sldMkLst>
          <pc:docMk/>
          <pc:sldMk cId="2606935665" sldId="330"/>
        </pc:sldMkLst>
      </pc:sldChg>
      <pc:sldChg chg="del">
        <pc:chgData name="Fabian Surya Pramudya" userId="f46cf8bb-4ec7-4653-94a9-ff26fa22481f" providerId="ADAL" clId="{DB84812F-2C7B-470E-974A-CB475C31AC02}" dt="2022-09-23T04:01:07.333" v="50" actId="2696"/>
        <pc:sldMkLst>
          <pc:docMk/>
          <pc:sldMk cId="2721281152" sldId="331"/>
        </pc:sldMkLst>
      </pc:sldChg>
      <pc:sldChg chg="del">
        <pc:chgData name="Fabian Surya Pramudya" userId="f46cf8bb-4ec7-4653-94a9-ff26fa22481f" providerId="ADAL" clId="{DB84812F-2C7B-470E-974A-CB475C31AC02}" dt="2022-09-23T04:01:07.335" v="52" actId="2696"/>
        <pc:sldMkLst>
          <pc:docMk/>
          <pc:sldMk cId="2109229406" sldId="332"/>
        </pc:sldMkLst>
      </pc:sldChg>
      <pc:sldChg chg="del">
        <pc:chgData name="Fabian Surya Pramudya" userId="f46cf8bb-4ec7-4653-94a9-ff26fa22481f" providerId="ADAL" clId="{DB84812F-2C7B-470E-974A-CB475C31AC02}" dt="2022-09-23T04:01:07.339" v="54" actId="2696"/>
        <pc:sldMkLst>
          <pc:docMk/>
          <pc:sldMk cId="3221954143" sldId="333"/>
        </pc:sldMkLst>
      </pc:sldChg>
      <pc:sldChg chg="del">
        <pc:chgData name="Fabian Surya Pramudya" userId="f46cf8bb-4ec7-4653-94a9-ff26fa22481f" providerId="ADAL" clId="{DB84812F-2C7B-470E-974A-CB475C31AC02}" dt="2022-09-23T04:01:07.342" v="56" actId="2696"/>
        <pc:sldMkLst>
          <pc:docMk/>
          <pc:sldMk cId="3864281381" sldId="334"/>
        </pc:sldMkLst>
      </pc:sldChg>
      <pc:sldChg chg="del">
        <pc:chgData name="Fabian Surya Pramudya" userId="f46cf8bb-4ec7-4653-94a9-ff26fa22481f" providerId="ADAL" clId="{DB84812F-2C7B-470E-974A-CB475C31AC02}" dt="2022-09-23T04:01:07.348" v="60" actId="2696"/>
        <pc:sldMkLst>
          <pc:docMk/>
          <pc:sldMk cId="1876226653" sldId="335"/>
        </pc:sldMkLst>
      </pc:sldChg>
      <pc:sldChg chg="del">
        <pc:chgData name="Fabian Surya Pramudya" userId="f46cf8bb-4ec7-4653-94a9-ff26fa22481f" providerId="ADAL" clId="{DB84812F-2C7B-470E-974A-CB475C31AC02}" dt="2022-09-23T04:01:07.359" v="67" actId="2696"/>
        <pc:sldMkLst>
          <pc:docMk/>
          <pc:sldMk cId="164870401" sldId="336"/>
        </pc:sldMkLst>
      </pc:sldChg>
      <pc:sldChg chg="del">
        <pc:chgData name="Fabian Surya Pramudya" userId="f46cf8bb-4ec7-4653-94a9-ff26fa22481f" providerId="ADAL" clId="{DB84812F-2C7B-470E-974A-CB475C31AC02}" dt="2022-09-23T04:01:07.361" v="68" actId="2696"/>
        <pc:sldMkLst>
          <pc:docMk/>
          <pc:sldMk cId="3088477552" sldId="337"/>
        </pc:sldMkLst>
      </pc:sldChg>
      <pc:sldChg chg="del">
        <pc:chgData name="Fabian Surya Pramudya" userId="f46cf8bb-4ec7-4653-94a9-ff26fa22481f" providerId="ADAL" clId="{DB84812F-2C7B-470E-974A-CB475C31AC02}" dt="2022-09-23T04:01:07.293" v="28" actId="2696"/>
        <pc:sldMkLst>
          <pc:docMk/>
          <pc:sldMk cId="3353003660" sldId="346"/>
        </pc:sldMkLst>
      </pc:sldChg>
      <pc:sldChg chg="del">
        <pc:chgData name="Fabian Surya Pramudya" userId="f46cf8bb-4ec7-4653-94a9-ff26fa22481f" providerId="ADAL" clId="{DB84812F-2C7B-470E-974A-CB475C31AC02}" dt="2022-09-23T04:01:07.363" v="69" actId="2696"/>
        <pc:sldMkLst>
          <pc:docMk/>
          <pc:sldMk cId="3798237569" sldId="347"/>
        </pc:sldMkLst>
      </pc:sldChg>
      <pc:sldChg chg="del">
        <pc:chgData name="Fabian Surya Pramudya" userId="f46cf8bb-4ec7-4653-94a9-ff26fa22481f" providerId="ADAL" clId="{DB84812F-2C7B-470E-974A-CB475C31AC02}" dt="2022-09-23T04:01:07.364" v="70" actId="2696"/>
        <pc:sldMkLst>
          <pc:docMk/>
          <pc:sldMk cId="4016352647" sldId="348"/>
        </pc:sldMkLst>
      </pc:sldChg>
      <pc:sldChg chg="del">
        <pc:chgData name="Fabian Surya Pramudya" userId="f46cf8bb-4ec7-4653-94a9-ff26fa22481f" providerId="ADAL" clId="{DB84812F-2C7B-470E-974A-CB475C31AC02}" dt="2022-09-23T04:01:07.217" v="12" actId="2696"/>
        <pc:sldMkLst>
          <pc:docMk/>
          <pc:sldMk cId="4117613201" sldId="349"/>
        </pc:sldMkLst>
      </pc:sldChg>
      <pc:sldChg chg="delSp del">
        <pc:chgData name="Fabian Surya Pramudya" userId="f46cf8bb-4ec7-4653-94a9-ff26fa22481f" providerId="ADAL" clId="{DB84812F-2C7B-470E-974A-CB475C31AC02}" dt="2022-09-23T08:36:14.144" v="840" actId="2696"/>
        <pc:sldMkLst>
          <pc:docMk/>
          <pc:sldMk cId="748520752" sldId="351"/>
        </pc:sldMkLst>
        <pc:picChg chg="del">
          <ac:chgData name="Fabian Surya Pramudya" userId="f46cf8bb-4ec7-4653-94a9-ff26fa22481f" providerId="ADAL" clId="{DB84812F-2C7B-470E-974A-CB475C31AC02}" dt="2022-09-23T04:01:15.729" v="72" actId="478"/>
          <ac:picMkLst>
            <pc:docMk/>
            <pc:sldMk cId="748520752" sldId="351"/>
            <ac:picMk id="6" creationId="{23659691-6444-4CD1-AA23-D784B4DBF319}"/>
          </ac:picMkLst>
        </pc:picChg>
        <pc:picChg chg="del">
          <ac:chgData name="Fabian Surya Pramudya" userId="f46cf8bb-4ec7-4653-94a9-ff26fa22481f" providerId="ADAL" clId="{DB84812F-2C7B-470E-974A-CB475C31AC02}" dt="2022-09-23T04:01:16.112" v="73" actId="478"/>
          <ac:picMkLst>
            <pc:docMk/>
            <pc:sldMk cId="748520752" sldId="351"/>
            <ac:picMk id="1026" creationId="{2F18340E-61A0-47C5-BAF7-0D5124073BFE}"/>
          </ac:picMkLst>
        </pc:picChg>
      </pc:sldChg>
      <pc:sldChg chg="del">
        <pc:chgData name="Fabian Surya Pramudya" userId="f46cf8bb-4ec7-4653-94a9-ff26fa22481f" providerId="ADAL" clId="{DB84812F-2C7B-470E-974A-CB475C31AC02}" dt="2022-09-23T04:01:07.248" v="15" actId="2696"/>
        <pc:sldMkLst>
          <pc:docMk/>
          <pc:sldMk cId="0" sldId="383"/>
        </pc:sldMkLst>
      </pc:sldChg>
      <pc:sldChg chg="modSp">
        <pc:chgData name="Fabian Surya Pramudya" userId="f46cf8bb-4ec7-4653-94a9-ff26fa22481f" providerId="ADAL" clId="{DB84812F-2C7B-470E-974A-CB475C31AC02}" dt="2022-09-24T05:00:38.816" v="1418"/>
        <pc:sldMkLst>
          <pc:docMk/>
          <pc:sldMk cId="2013683884" sldId="384"/>
        </pc:sldMkLst>
        <pc:spChg chg="mod">
          <ac:chgData name="Fabian Surya Pramudya" userId="f46cf8bb-4ec7-4653-94a9-ff26fa22481f" providerId="ADAL" clId="{DB84812F-2C7B-470E-974A-CB475C31AC02}" dt="2022-09-24T05:00:38.816" v="1418"/>
          <ac:spMkLst>
            <pc:docMk/>
            <pc:sldMk cId="2013683884" sldId="384"/>
            <ac:spMk id="2" creationId="{B3509AFA-2B94-4D5A-A25C-3F04BFE9CD3F}"/>
          </ac:spMkLst>
        </pc:spChg>
      </pc:sldChg>
      <pc:sldChg chg="addSp delSp modSp add ord">
        <pc:chgData name="Fabian Surya Pramudya" userId="f46cf8bb-4ec7-4653-94a9-ff26fa22481f" providerId="ADAL" clId="{DB84812F-2C7B-470E-974A-CB475C31AC02}" dt="2022-09-24T01:45:14.978" v="1156"/>
        <pc:sldMkLst>
          <pc:docMk/>
          <pc:sldMk cId="29143677" sldId="385"/>
        </pc:sldMkLst>
        <pc:spChg chg="mod">
          <ac:chgData name="Fabian Surya Pramudya" userId="f46cf8bb-4ec7-4653-94a9-ff26fa22481f" providerId="ADAL" clId="{DB84812F-2C7B-470E-974A-CB475C31AC02}" dt="2022-09-23T06:58:26.851" v="536" actId="20577"/>
          <ac:spMkLst>
            <pc:docMk/>
            <pc:sldMk cId="29143677" sldId="385"/>
            <ac:spMk id="2" creationId="{00000000-0000-0000-0000-000000000000}"/>
          </ac:spMkLst>
        </pc:spChg>
        <pc:spChg chg="add mod">
          <ac:chgData name="Fabian Surya Pramudya" userId="f46cf8bb-4ec7-4653-94a9-ff26fa22481f" providerId="ADAL" clId="{DB84812F-2C7B-470E-974A-CB475C31AC02}" dt="2022-09-24T00:22:22.254" v="1024" actId="20577"/>
          <ac:spMkLst>
            <pc:docMk/>
            <pc:sldMk cId="29143677" sldId="385"/>
            <ac:spMk id="3" creationId="{3A4B6F86-A731-4991-B44C-836A8FCC517F}"/>
          </ac:spMkLst>
        </pc:spChg>
        <pc:spChg chg="del mod">
          <ac:chgData name="Fabian Surya Pramudya" userId="f46cf8bb-4ec7-4653-94a9-ff26fa22481f" providerId="ADAL" clId="{DB84812F-2C7B-470E-974A-CB475C31AC02}" dt="2022-09-23T08:02:09.949" v="717"/>
          <ac:spMkLst>
            <pc:docMk/>
            <pc:sldMk cId="29143677" sldId="385"/>
            <ac:spMk id="4" creationId="{34C8ACB7-62F4-4DFA-BF4E-F704AD38BEDF}"/>
          </ac:spMkLst>
        </pc:spChg>
        <pc:spChg chg="add del mod">
          <ac:chgData name="Fabian Surya Pramudya" userId="f46cf8bb-4ec7-4653-94a9-ff26fa22481f" providerId="ADAL" clId="{DB84812F-2C7B-470E-974A-CB475C31AC02}" dt="2022-09-23T06:59:54.875" v="566"/>
          <ac:spMkLst>
            <pc:docMk/>
            <pc:sldMk cId="29143677" sldId="385"/>
            <ac:spMk id="5" creationId="{9258B685-3A25-44B7-9937-F94F683D1ADA}"/>
          </ac:spMkLst>
        </pc:spChg>
        <pc:spChg chg="add mod">
          <ac:chgData name="Fabian Surya Pramudya" userId="f46cf8bb-4ec7-4653-94a9-ff26fa22481f" providerId="ADAL" clId="{DB84812F-2C7B-470E-974A-CB475C31AC02}" dt="2022-09-24T00:22:11.388" v="1016" actId="1076"/>
          <ac:spMkLst>
            <pc:docMk/>
            <pc:sldMk cId="29143677" sldId="385"/>
            <ac:spMk id="6" creationId="{0ED16F0A-63B2-48B3-BEA9-5368112D1259}"/>
          </ac:spMkLst>
        </pc:spChg>
        <pc:picChg chg="add mod">
          <ac:chgData name="Fabian Surya Pramudya" userId="f46cf8bb-4ec7-4653-94a9-ff26fa22481f" providerId="ADAL" clId="{DB84812F-2C7B-470E-974A-CB475C31AC02}" dt="2022-09-24T00:22:12.396" v="1017" actId="1076"/>
          <ac:picMkLst>
            <pc:docMk/>
            <pc:sldMk cId="29143677" sldId="385"/>
            <ac:picMk id="2050" creationId="{51225D8B-A80A-453C-8E5E-C14722C4B4CC}"/>
          </ac:picMkLst>
        </pc:picChg>
      </pc:sldChg>
      <pc:sldChg chg="addSp delSp modSp add">
        <pc:chgData name="Fabian Surya Pramudya" userId="f46cf8bb-4ec7-4653-94a9-ff26fa22481f" providerId="ADAL" clId="{DB84812F-2C7B-470E-974A-CB475C31AC02}" dt="2022-09-24T05:50:01.244" v="1770" actId="1036"/>
        <pc:sldMkLst>
          <pc:docMk/>
          <pc:sldMk cId="2850464918" sldId="386"/>
        </pc:sldMkLst>
        <pc:spChg chg="del">
          <ac:chgData name="Fabian Surya Pramudya" userId="f46cf8bb-4ec7-4653-94a9-ff26fa22481f" providerId="ADAL" clId="{DB84812F-2C7B-470E-974A-CB475C31AC02}" dt="2022-09-23T04:06:46.467" v="140" actId="478"/>
          <ac:spMkLst>
            <pc:docMk/>
            <pc:sldMk cId="2850464918" sldId="386"/>
            <ac:spMk id="4" creationId="{34C8ACB7-62F4-4DFA-BF4E-F704AD38BEDF}"/>
          </ac:spMkLst>
        </pc:spChg>
        <pc:spChg chg="add mod">
          <ac:chgData name="Fabian Surya Pramudya" userId="f46cf8bb-4ec7-4653-94a9-ff26fa22481f" providerId="ADAL" clId="{DB84812F-2C7B-470E-974A-CB475C31AC02}" dt="2022-09-24T05:50:01.244" v="1770" actId="1036"/>
          <ac:spMkLst>
            <pc:docMk/>
            <pc:sldMk cId="2850464918" sldId="386"/>
            <ac:spMk id="4" creationId="{D3768321-A3FD-4C3E-ADF4-4C44CAD6DA8A}"/>
          </ac:spMkLst>
        </pc:spChg>
        <pc:picChg chg="add mod">
          <ac:chgData name="Fabian Surya Pramudya" userId="f46cf8bb-4ec7-4653-94a9-ff26fa22481f" providerId="ADAL" clId="{DB84812F-2C7B-470E-974A-CB475C31AC02}" dt="2022-09-24T05:49:47.143" v="1760" actId="1076"/>
          <ac:picMkLst>
            <pc:docMk/>
            <pc:sldMk cId="2850464918" sldId="386"/>
            <ac:picMk id="3" creationId="{9A4CA015-4DA2-4C1F-8BC0-7A376DFC96B6}"/>
          </ac:picMkLst>
        </pc:picChg>
      </pc:sldChg>
      <pc:sldChg chg="addSp delSp modSp add ord">
        <pc:chgData name="Fabian Surya Pramudya" userId="f46cf8bb-4ec7-4653-94a9-ff26fa22481f" providerId="ADAL" clId="{DB84812F-2C7B-470E-974A-CB475C31AC02}" dt="2022-09-24T12:08:21.607" v="1830" actId="20577"/>
        <pc:sldMkLst>
          <pc:docMk/>
          <pc:sldMk cId="243836694" sldId="387"/>
        </pc:sldMkLst>
        <pc:spChg chg="add mod">
          <ac:chgData name="Fabian Surya Pramudya" userId="f46cf8bb-4ec7-4653-94a9-ff26fa22481f" providerId="ADAL" clId="{DB84812F-2C7B-470E-974A-CB475C31AC02}" dt="2022-09-24T12:08:21.607" v="1830" actId="20577"/>
          <ac:spMkLst>
            <pc:docMk/>
            <pc:sldMk cId="243836694" sldId="387"/>
            <ac:spMk id="3" creationId="{28647F32-91D3-4C00-8DB4-2BF8EB940227}"/>
          </ac:spMkLst>
        </pc:spChg>
        <pc:spChg chg="del mod">
          <ac:chgData name="Fabian Surya Pramudya" userId="f46cf8bb-4ec7-4653-94a9-ff26fa22481f" providerId="ADAL" clId="{DB84812F-2C7B-470E-974A-CB475C31AC02}" dt="2022-09-24T05:48:59.918" v="1736"/>
          <ac:spMkLst>
            <pc:docMk/>
            <pc:sldMk cId="243836694" sldId="387"/>
            <ac:spMk id="4" creationId="{34C8ACB7-62F4-4DFA-BF4E-F704AD38BEDF}"/>
          </ac:spMkLst>
        </pc:spChg>
      </pc:sldChg>
      <pc:sldChg chg="addSp modSp add del">
        <pc:chgData name="Fabian Surya Pramudya" userId="f46cf8bb-4ec7-4653-94a9-ff26fa22481f" providerId="ADAL" clId="{DB84812F-2C7B-470E-974A-CB475C31AC02}" dt="2022-09-23T08:36:09.351" v="839" actId="2696"/>
        <pc:sldMkLst>
          <pc:docMk/>
          <pc:sldMk cId="56606839" sldId="388"/>
        </pc:sldMkLst>
        <pc:spChg chg="mod">
          <ac:chgData name="Fabian Surya Pramudya" userId="f46cf8bb-4ec7-4653-94a9-ff26fa22481f" providerId="ADAL" clId="{DB84812F-2C7B-470E-974A-CB475C31AC02}" dt="2022-09-23T06:53:55.856" v="432" actId="14100"/>
          <ac:spMkLst>
            <pc:docMk/>
            <pc:sldMk cId="56606839" sldId="388"/>
            <ac:spMk id="4" creationId="{34C8ACB7-62F4-4DFA-BF4E-F704AD38BEDF}"/>
          </ac:spMkLst>
        </pc:spChg>
        <pc:picChg chg="add mod">
          <ac:chgData name="Fabian Surya Pramudya" userId="f46cf8bb-4ec7-4653-94a9-ff26fa22481f" providerId="ADAL" clId="{DB84812F-2C7B-470E-974A-CB475C31AC02}" dt="2022-09-23T06:53:47.775" v="431" actId="1076"/>
          <ac:picMkLst>
            <pc:docMk/>
            <pc:sldMk cId="56606839" sldId="388"/>
            <ac:picMk id="1026" creationId="{019BD736-3298-4A61-9F64-7E772B7448F4}"/>
          </ac:picMkLst>
        </pc:picChg>
      </pc:sldChg>
      <pc:sldChg chg="addSp delSp modSp add ord">
        <pc:chgData name="Fabian Surya Pramudya" userId="f46cf8bb-4ec7-4653-94a9-ff26fa22481f" providerId="ADAL" clId="{DB84812F-2C7B-470E-974A-CB475C31AC02}" dt="2022-09-24T05:47:03.312" v="1697" actId="14100"/>
        <pc:sldMkLst>
          <pc:docMk/>
          <pc:sldMk cId="1736639915" sldId="389"/>
        </pc:sldMkLst>
        <pc:spChg chg="mod">
          <ac:chgData name="Fabian Surya Pramudya" userId="f46cf8bb-4ec7-4653-94a9-ff26fa22481f" providerId="ADAL" clId="{DB84812F-2C7B-470E-974A-CB475C31AC02}" dt="2022-09-24T05:46:57.664" v="1696" actId="14100"/>
          <ac:spMkLst>
            <pc:docMk/>
            <pc:sldMk cId="1736639915" sldId="389"/>
            <ac:spMk id="4" creationId="{34C8ACB7-62F4-4DFA-BF4E-F704AD38BEDF}"/>
          </ac:spMkLst>
        </pc:spChg>
        <pc:spChg chg="add del mod">
          <ac:chgData name="Fabian Surya Pramudya" userId="f46cf8bb-4ec7-4653-94a9-ff26fa22481f" providerId="ADAL" clId="{DB84812F-2C7B-470E-974A-CB475C31AC02}" dt="2022-09-24T02:10:29.570" v="1259"/>
          <ac:spMkLst>
            <pc:docMk/>
            <pc:sldMk cId="1736639915" sldId="389"/>
            <ac:spMk id="5" creationId="{C70004BA-D23E-4D04-85E8-7E9A3E59026E}"/>
          </ac:spMkLst>
        </pc:spChg>
        <pc:spChg chg="add del mod">
          <ac:chgData name="Fabian Surya Pramudya" userId="f46cf8bb-4ec7-4653-94a9-ff26fa22481f" providerId="ADAL" clId="{DB84812F-2C7B-470E-974A-CB475C31AC02}" dt="2022-09-24T02:09:53.411" v="1252"/>
          <ac:spMkLst>
            <pc:docMk/>
            <pc:sldMk cId="1736639915" sldId="389"/>
            <ac:spMk id="10" creationId="{33D5E9CA-42C4-403D-BE5B-21750397FBA6}"/>
          </ac:spMkLst>
        </pc:spChg>
        <pc:picChg chg="add del mod">
          <ac:chgData name="Fabian Surya Pramudya" userId="f46cf8bb-4ec7-4653-94a9-ff26fa22481f" providerId="ADAL" clId="{DB84812F-2C7B-470E-974A-CB475C31AC02}" dt="2022-09-23T08:34:54.712" v="786" actId="478"/>
          <ac:picMkLst>
            <pc:docMk/>
            <pc:sldMk cId="1736639915" sldId="389"/>
            <ac:picMk id="3" creationId="{9AD01DB1-EE30-49C4-BE75-00A36AB030A5}"/>
          </ac:picMkLst>
        </pc:picChg>
        <pc:picChg chg="add del mod">
          <ac:chgData name="Fabian Surya Pramudya" userId="f46cf8bb-4ec7-4653-94a9-ff26fa22481f" providerId="ADAL" clId="{DB84812F-2C7B-470E-974A-CB475C31AC02}" dt="2022-09-24T01:37:51.742" v="1126"/>
          <ac:picMkLst>
            <pc:docMk/>
            <pc:sldMk cId="1736639915" sldId="389"/>
            <ac:picMk id="6" creationId="{EEF54A85-B9A5-4AAA-B290-6D5EC26A0A96}"/>
          </ac:picMkLst>
        </pc:picChg>
        <pc:picChg chg="add mod">
          <ac:chgData name="Fabian Surya Pramudya" userId="f46cf8bb-4ec7-4653-94a9-ff26fa22481f" providerId="ADAL" clId="{DB84812F-2C7B-470E-974A-CB475C31AC02}" dt="2022-09-24T01:42:50.722" v="1144" actId="1076"/>
          <ac:picMkLst>
            <pc:docMk/>
            <pc:sldMk cId="1736639915" sldId="389"/>
            <ac:picMk id="8" creationId="{0A8BB662-BFBF-48FF-BC0C-97B3F230EB18}"/>
          </ac:picMkLst>
        </pc:picChg>
        <pc:picChg chg="add mod">
          <ac:chgData name="Fabian Surya Pramudya" userId="f46cf8bb-4ec7-4653-94a9-ff26fa22481f" providerId="ADAL" clId="{DB84812F-2C7B-470E-974A-CB475C31AC02}" dt="2022-09-24T05:47:03.312" v="1697" actId="14100"/>
          <ac:picMkLst>
            <pc:docMk/>
            <pc:sldMk cId="1736639915" sldId="389"/>
            <ac:picMk id="9" creationId="{CC183CDD-2147-42DF-B849-89C748B231E2}"/>
          </ac:picMkLst>
        </pc:picChg>
        <pc:picChg chg="del">
          <ac:chgData name="Fabian Surya Pramudya" userId="f46cf8bb-4ec7-4653-94a9-ff26fa22481f" providerId="ADAL" clId="{DB84812F-2C7B-470E-974A-CB475C31AC02}" dt="2022-09-23T04:18:36.100" v="154" actId="478"/>
          <ac:picMkLst>
            <pc:docMk/>
            <pc:sldMk cId="1736639915" sldId="389"/>
            <ac:picMk id="1026" creationId="{019BD736-3298-4A61-9F64-7E772B7448F4}"/>
          </ac:picMkLst>
        </pc:picChg>
      </pc:sldChg>
      <pc:sldChg chg="modSp add ord">
        <pc:chgData name="Fabian Surya Pramudya" userId="f46cf8bb-4ec7-4653-94a9-ff26fa22481f" providerId="ADAL" clId="{DB84812F-2C7B-470E-974A-CB475C31AC02}" dt="2022-09-24T04:57:11.768" v="1390"/>
        <pc:sldMkLst>
          <pc:docMk/>
          <pc:sldMk cId="2499190642" sldId="390"/>
        </pc:sldMkLst>
        <pc:spChg chg="mod">
          <ac:chgData name="Fabian Surya Pramudya" userId="f46cf8bb-4ec7-4653-94a9-ff26fa22481f" providerId="ADAL" clId="{DB84812F-2C7B-470E-974A-CB475C31AC02}" dt="2022-09-23T07:21:02.431" v="604" actId="20577"/>
          <ac:spMkLst>
            <pc:docMk/>
            <pc:sldMk cId="2499190642" sldId="390"/>
            <ac:spMk id="4" creationId="{34C8ACB7-62F4-4DFA-BF4E-F704AD38BEDF}"/>
          </ac:spMkLst>
        </pc:spChg>
      </pc:sldChg>
      <pc:sldChg chg="add del">
        <pc:chgData name="Fabian Surya Pramudya" userId="f46cf8bb-4ec7-4653-94a9-ff26fa22481f" providerId="ADAL" clId="{DB84812F-2C7B-470E-974A-CB475C31AC02}" dt="2022-09-23T08:36:16.627" v="841" actId="2696"/>
        <pc:sldMkLst>
          <pc:docMk/>
          <pc:sldMk cId="1712952061" sldId="391"/>
        </pc:sldMkLst>
      </pc:sldChg>
      <pc:sldChg chg="addSp delSp modSp add ord">
        <pc:chgData name="Fabian Surya Pramudya" userId="f46cf8bb-4ec7-4653-94a9-ff26fa22481f" providerId="ADAL" clId="{DB84812F-2C7B-470E-974A-CB475C31AC02}" dt="2022-09-24T05:43:48.651" v="1513" actId="33524"/>
        <pc:sldMkLst>
          <pc:docMk/>
          <pc:sldMk cId="3064091095" sldId="392"/>
        </pc:sldMkLst>
        <pc:spChg chg="add mod">
          <ac:chgData name="Fabian Surya Pramudya" userId="f46cf8bb-4ec7-4653-94a9-ff26fa22481f" providerId="ADAL" clId="{DB84812F-2C7B-470E-974A-CB475C31AC02}" dt="2022-09-24T05:43:48.651" v="1513" actId="33524"/>
          <ac:spMkLst>
            <pc:docMk/>
            <pc:sldMk cId="3064091095" sldId="392"/>
            <ac:spMk id="3" creationId="{44636D68-A703-4069-B60A-C05736B0A6EE}"/>
          </ac:spMkLst>
        </pc:spChg>
        <pc:spChg chg="add mod">
          <ac:chgData name="Fabian Surya Pramudya" userId="f46cf8bb-4ec7-4653-94a9-ff26fa22481f" providerId="ADAL" clId="{DB84812F-2C7B-470E-974A-CB475C31AC02}" dt="2022-09-24T05:24:20.584" v="1464"/>
          <ac:spMkLst>
            <pc:docMk/>
            <pc:sldMk cId="3064091095" sldId="392"/>
            <ac:spMk id="4" creationId="{47B2620F-B2E4-4BBC-9FBA-5939EC568FCA}"/>
          </ac:spMkLst>
        </pc:spChg>
        <pc:spChg chg="add mod">
          <ac:chgData name="Fabian Surya Pramudya" userId="f46cf8bb-4ec7-4653-94a9-ff26fa22481f" providerId="ADAL" clId="{DB84812F-2C7B-470E-974A-CB475C31AC02}" dt="2022-09-24T05:04:09.932" v="1427" actId="14100"/>
          <ac:spMkLst>
            <pc:docMk/>
            <pc:sldMk cId="3064091095" sldId="392"/>
            <ac:spMk id="5" creationId="{24B93C76-277A-4BEB-8DC5-71E0B517D0CD}"/>
          </ac:spMkLst>
        </pc:spChg>
        <pc:picChg chg="add del mod modCrop">
          <ac:chgData name="Fabian Surya Pramudya" userId="f46cf8bb-4ec7-4653-94a9-ff26fa22481f" providerId="ADAL" clId="{DB84812F-2C7B-470E-974A-CB475C31AC02}" dt="2022-09-24T05:40:10.302" v="1512" actId="1076"/>
          <ac:picMkLst>
            <pc:docMk/>
            <pc:sldMk cId="3064091095" sldId="392"/>
            <ac:picMk id="2" creationId="{3BA73A5A-197E-4B2D-BF62-61494C465A8B}"/>
          </ac:picMkLst>
        </pc:picChg>
        <pc:picChg chg="add del">
          <ac:chgData name="Fabian Surya Pramudya" userId="f46cf8bb-4ec7-4653-94a9-ff26fa22481f" providerId="ADAL" clId="{DB84812F-2C7B-470E-974A-CB475C31AC02}" dt="2022-09-24T00:22:58.516" v="1031" actId="478"/>
          <ac:picMkLst>
            <pc:docMk/>
            <pc:sldMk cId="3064091095" sldId="392"/>
            <ac:picMk id="3074" creationId="{45EA21DE-67C8-48B7-B73E-9D521CAABEE2}"/>
          </ac:picMkLst>
        </pc:picChg>
      </pc:sldChg>
      <pc:sldChg chg="addSp delSp add del ord">
        <pc:chgData name="Fabian Surya Pramudya" userId="f46cf8bb-4ec7-4653-94a9-ff26fa22481f" providerId="ADAL" clId="{DB84812F-2C7B-470E-974A-CB475C31AC02}" dt="2022-09-24T04:58:20.987" v="1399" actId="2696"/>
        <pc:sldMkLst>
          <pc:docMk/>
          <pc:sldMk cId="3061442574" sldId="393"/>
        </pc:sldMkLst>
        <pc:picChg chg="add del">
          <ac:chgData name="Fabian Surya Pramudya" userId="f46cf8bb-4ec7-4653-94a9-ff26fa22481f" providerId="ADAL" clId="{DB84812F-2C7B-470E-974A-CB475C31AC02}" dt="2022-09-24T00:24:08.222" v="1094" actId="478"/>
          <ac:picMkLst>
            <pc:docMk/>
            <pc:sldMk cId="3061442574" sldId="393"/>
            <ac:picMk id="4098" creationId="{E1C6CBEC-0BD1-408E-AFE2-282BF9757885}"/>
          </ac:picMkLst>
        </pc:picChg>
      </pc:sldChg>
      <pc:sldChg chg="addSp delSp modSp add ord">
        <pc:chgData name="Fabian Surya Pramudya" userId="f46cf8bb-4ec7-4653-94a9-ff26fa22481f" providerId="ADAL" clId="{DB84812F-2C7B-470E-974A-CB475C31AC02}" dt="2022-09-24T04:56:29.824" v="1389" actId="732"/>
        <pc:sldMkLst>
          <pc:docMk/>
          <pc:sldMk cId="2081011730" sldId="394"/>
        </pc:sldMkLst>
        <pc:spChg chg="add mod">
          <ac:chgData name="Fabian Surya Pramudya" userId="f46cf8bb-4ec7-4653-94a9-ff26fa22481f" providerId="ADAL" clId="{DB84812F-2C7B-470E-974A-CB475C31AC02}" dt="2022-09-24T04:56:23.708" v="1388" actId="14100"/>
          <ac:spMkLst>
            <pc:docMk/>
            <pc:sldMk cId="2081011730" sldId="394"/>
            <ac:spMk id="2" creationId="{D95565D0-0416-49AB-AECF-C92539027F66}"/>
          </ac:spMkLst>
        </pc:spChg>
        <pc:spChg chg="add mod">
          <ac:chgData name="Fabian Surya Pramudya" userId="f46cf8bb-4ec7-4653-94a9-ff26fa22481f" providerId="ADAL" clId="{DB84812F-2C7B-470E-974A-CB475C31AC02}" dt="2022-09-24T04:54:36.443" v="1362" actId="20577"/>
          <ac:spMkLst>
            <pc:docMk/>
            <pc:sldMk cId="2081011730" sldId="394"/>
            <ac:spMk id="3" creationId="{08C8E4AA-CB97-4F0D-8459-1A886724BEEE}"/>
          </ac:spMkLst>
        </pc:spChg>
        <pc:spChg chg="add del">
          <ac:chgData name="Fabian Surya Pramudya" userId="f46cf8bb-4ec7-4653-94a9-ff26fa22481f" providerId="ADAL" clId="{DB84812F-2C7B-470E-974A-CB475C31AC02}" dt="2022-09-24T00:00:50.328" v="954"/>
          <ac:spMkLst>
            <pc:docMk/>
            <pc:sldMk cId="2081011730" sldId="394"/>
            <ac:spMk id="4" creationId="{4C604472-B1DE-4C4D-B5D8-68548043C463}"/>
          </ac:spMkLst>
        </pc:spChg>
        <pc:spChg chg="add mod">
          <ac:chgData name="Fabian Surya Pramudya" userId="f46cf8bb-4ec7-4653-94a9-ff26fa22481f" providerId="ADAL" clId="{DB84812F-2C7B-470E-974A-CB475C31AC02}" dt="2022-09-24T00:00:54.858" v="956" actId="1076"/>
          <ac:spMkLst>
            <pc:docMk/>
            <pc:sldMk cId="2081011730" sldId="394"/>
            <ac:spMk id="5" creationId="{B12EC9B2-3569-40D1-9755-8037C6A926C5}"/>
          </ac:spMkLst>
        </pc:spChg>
        <pc:spChg chg="add del mod">
          <ac:chgData name="Fabian Surya Pramudya" userId="f46cf8bb-4ec7-4653-94a9-ff26fa22481f" providerId="ADAL" clId="{DB84812F-2C7B-470E-974A-CB475C31AC02}" dt="2022-09-24T04:54:40.244" v="1363" actId="478"/>
          <ac:spMkLst>
            <pc:docMk/>
            <pc:sldMk cId="2081011730" sldId="394"/>
            <ac:spMk id="7" creationId="{2AD4AF35-00CD-4510-94F5-96772BDEBF1B}"/>
          </ac:spMkLst>
        </pc:spChg>
        <pc:picChg chg="add del">
          <ac:chgData name="Fabian Surya Pramudya" userId="f46cf8bb-4ec7-4653-94a9-ff26fa22481f" providerId="ADAL" clId="{DB84812F-2C7B-470E-974A-CB475C31AC02}" dt="2022-09-24T00:22:53.364" v="1028"/>
          <ac:picMkLst>
            <pc:docMk/>
            <pc:sldMk cId="2081011730" sldId="394"/>
            <ac:picMk id="6" creationId="{3B742A83-1E08-4F0D-9CA5-834649368B83}"/>
          </ac:picMkLst>
        </pc:picChg>
        <pc:picChg chg="add del mod">
          <ac:chgData name="Fabian Surya Pramudya" userId="f46cf8bb-4ec7-4653-94a9-ff26fa22481f" providerId="ADAL" clId="{DB84812F-2C7B-470E-974A-CB475C31AC02}" dt="2022-09-24T04:01:19.413" v="1292"/>
          <ac:picMkLst>
            <pc:docMk/>
            <pc:sldMk cId="2081011730" sldId="394"/>
            <ac:picMk id="8194" creationId="{7D474475-0CD0-4122-9133-763C0A631750}"/>
          </ac:picMkLst>
        </pc:picChg>
        <pc:picChg chg="add mod">
          <ac:chgData name="Fabian Surya Pramudya" userId="f46cf8bb-4ec7-4653-94a9-ff26fa22481f" providerId="ADAL" clId="{DB84812F-2C7B-470E-974A-CB475C31AC02}" dt="2022-09-24T04:56:29.824" v="1389" actId="732"/>
          <ac:picMkLst>
            <pc:docMk/>
            <pc:sldMk cId="2081011730" sldId="394"/>
            <ac:picMk id="8196" creationId="{39028712-94A8-4FE9-8629-9DFDB49CD892}"/>
          </ac:picMkLst>
        </pc:picChg>
      </pc:sldChg>
      <pc:sldChg chg="addSp delSp modSp add ord">
        <pc:chgData name="Fabian Surya Pramudya" userId="f46cf8bb-4ec7-4653-94a9-ff26fa22481f" providerId="ADAL" clId="{DB84812F-2C7B-470E-974A-CB475C31AC02}" dt="2022-09-24T06:42:21.266" v="1772" actId="20577"/>
        <pc:sldMkLst>
          <pc:docMk/>
          <pc:sldMk cId="2137780513" sldId="395"/>
        </pc:sldMkLst>
        <pc:spChg chg="add del mod">
          <ac:chgData name="Fabian Surya Pramudya" userId="f46cf8bb-4ec7-4653-94a9-ff26fa22481f" providerId="ADAL" clId="{DB84812F-2C7B-470E-974A-CB475C31AC02}" dt="2022-09-24T00:05:45.692" v="960"/>
          <ac:spMkLst>
            <pc:docMk/>
            <pc:sldMk cId="2137780513" sldId="395"/>
            <ac:spMk id="2" creationId="{8AB79169-5532-49B1-A012-BA0C48E09B2E}"/>
          </ac:spMkLst>
        </pc:spChg>
        <pc:spChg chg="add mod">
          <ac:chgData name="Fabian Surya Pramudya" userId="f46cf8bb-4ec7-4653-94a9-ff26fa22481f" providerId="ADAL" clId="{DB84812F-2C7B-470E-974A-CB475C31AC02}" dt="2022-09-24T06:42:21.266" v="1772" actId="20577"/>
          <ac:spMkLst>
            <pc:docMk/>
            <pc:sldMk cId="2137780513" sldId="395"/>
            <ac:spMk id="3" creationId="{7D040640-0A0F-4540-9B08-7C05ADA537CA}"/>
          </ac:spMkLst>
        </pc:spChg>
        <pc:spChg chg="add mod">
          <ac:chgData name="Fabian Surya Pramudya" userId="f46cf8bb-4ec7-4653-94a9-ff26fa22481f" providerId="ADAL" clId="{DB84812F-2C7B-470E-974A-CB475C31AC02}" dt="2022-09-24T04:58:48.961" v="1409" actId="20577"/>
          <ac:spMkLst>
            <pc:docMk/>
            <pc:sldMk cId="2137780513" sldId="395"/>
            <ac:spMk id="4" creationId="{7369EE02-09DC-4802-AF94-883000BA27E9}"/>
          </ac:spMkLst>
        </pc:spChg>
      </pc:sldChg>
      <pc:sldChg chg="addSp delSp modSp add ord">
        <pc:chgData name="Fabian Surya Pramudya" userId="f46cf8bb-4ec7-4653-94a9-ff26fa22481f" providerId="ADAL" clId="{DB84812F-2C7B-470E-974A-CB475C31AC02}" dt="2022-09-24T01:45:14.978" v="1156"/>
        <pc:sldMkLst>
          <pc:docMk/>
          <pc:sldMk cId="4060105573" sldId="396"/>
        </pc:sldMkLst>
        <pc:spChg chg="add mod">
          <ac:chgData name="Fabian Surya Pramudya" userId="f46cf8bb-4ec7-4653-94a9-ff26fa22481f" providerId="ADAL" clId="{DB84812F-2C7B-470E-974A-CB475C31AC02}" dt="2022-09-24T00:23:26.013" v="1058" actId="20577"/>
          <ac:spMkLst>
            <pc:docMk/>
            <pc:sldMk cId="4060105573" sldId="396"/>
            <ac:spMk id="3" creationId="{C9F2BFB2-30C2-42FD-8AED-2CE32D7B2C9D}"/>
          </ac:spMkLst>
        </pc:spChg>
        <pc:spChg chg="add del mod">
          <ac:chgData name="Fabian Surya Pramudya" userId="f46cf8bb-4ec7-4653-94a9-ff26fa22481f" providerId="ADAL" clId="{DB84812F-2C7B-470E-974A-CB475C31AC02}" dt="2022-09-24T00:25:24.230" v="1107"/>
          <ac:spMkLst>
            <pc:docMk/>
            <pc:sldMk cId="4060105573" sldId="396"/>
            <ac:spMk id="4" creationId="{7B7CCA2E-AD0A-4B42-8D3D-67E77B665DC6}"/>
          </ac:spMkLst>
        </pc:spChg>
        <pc:picChg chg="add mod">
          <ac:chgData name="Fabian Surya Pramudya" userId="f46cf8bb-4ec7-4653-94a9-ff26fa22481f" providerId="ADAL" clId="{DB84812F-2C7B-470E-974A-CB475C31AC02}" dt="2022-09-24T00:23:36.130" v="1062" actId="14100"/>
          <ac:picMkLst>
            <pc:docMk/>
            <pc:sldMk cId="4060105573" sldId="396"/>
            <ac:picMk id="2" creationId="{E05E5D33-2542-49EB-915E-2BB95E248FF6}"/>
          </ac:picMkLst>
        </pc:picChg>
      </pc:sldChg>
      <pc:sldChg chg="addSp modSp add ord">
        <pc:chgData name="Fabian Surya Pramudya" userId="f46cf8bb-4ec7-4653-94a9-ff26fa22481f" providerId="ADAL" clId="{DB84812F-2C7B-470E-974A-CB475C31AC02}" dt="2022-09-24T02:00:53.109" v="1232" actId="114"/>
        <pc:sldMkLst>
          <pc:docMk/>
          <pc:sldMk cId="819374316" sldId="397"/>
        </pc:sldMkLst>
        <pc:spChg chg="add mod">
          <ac:chgData name="Fabian Surya Pramudya" userId="f46cf8bb-4ec7-4653-94a9-ff26fa22481f" providerId="ADAL" clId="{DB84812F-2C7B-470E-974A-CB475C31AC02}" dt="2022-09-24T02:00:53.109" v="1232" actId="114"/>
          <ac:spMkLst>
            <pc:docMk/>
            <pc:sldMk cId="819374316" sldId="397"/>
            <ac:spMk id="2" creationId="{E9CF9C66-2D84-41B3-8917-76C4E24EE1EE}"/>
          </ac:spMkLst>
        </pc:spChg>
        <pc:spChg chg="add mod">
          <ac:chgData name="Fabian Surya Pramudya" userId="f46cf8bb-4ec7-4653-94a9-ff26fa22481f" providerId="ADAL" clId="{DB84812F-2C7B-470E-974A-CB475C31AC02}" dt="2022-09-24T01:52:49.425" v="1163" actId="20577"/>
          <ac:spMkLst>
            <pc:docMk/>
            <pc:sldMk cId="819374316" sldId="397"/>
            <ac:spMk id="4" creationId="{3806225C-92AC-404F-A0F7-4CCD39A00E5F}"/>
          </ac:spMkLst>
        </pc:spChg>
        <pc:spChg chg="add mod">
          <ac:chgData name="Fabian Surya Pramudya" userId="f46cf8bb-4ec7-4653-94a9-ff26fa22481f" providerId="ADAL" clId="{DB84812F-2C7B-470E-974A-CB475C31AC02}" dt="2022-09-24T02:00:31.262" v="1225" actId="1035"/>
          <ac:spMkLst>
            <pc:docMk/>
            <pc:sldMk cId="819374316" sldId="397"/>
            <ac:spMk id="5" creationId="{7B39A5E2-760B-4653-8724-0A5DDF6BC7DB}"/>
          </ac:spMkLst>
        </pc:spChg>
        <pc:picChg chg="add mod">
          <ac:chgData name="Fabian Surya Pramudya" userId="f46cf8bb-4ec7-4653-94a9-ff26fa22481f" providerId="ADAL" clId="{DB84812F-2C7B-470E-974A-CB475C31AC02}" dt="2022-09-24T02:00:18.054" v="1223" actId="1035"/>
          <ac:picMkLst>
            <pc:docMk/>
            <pc:sldMk cId="819374316" sldId="397"/>
            <ac:picMk id="3" creationId="{E59358C1-A87C-4773-8269-AFE49BB750B8}"/>
          </ac:picMkLst>
        </pc:picChg>
      </pc:sldChg>
      <pc:sldChg chg="addSp delSp add del">
        <pc:chgData name="Fabian Surya Pramudya" userId="f46cf8bb-4ec7-4653-94a9-ff26fa22481f" providerId="ADAL" clId="{DB84812F-2C7B-470E-974A-CB475C31AC02}" dt="2022-09-24T04:58:23.090" v="1400" actId="2696"/>
        <pc:sldMkLst>
          <pc:docMk/>
          <pc:sldMk cId="237471975" sldId="398"/>
        </pc:sldMkLst>
        <pc:picChg chg="add del">
          <ac:chgData name="Fabian Surya Pramudya" userId="f46cf8bb-4ec7-4653-94a9-ff26fa22481f" providerId="ADAL" clId="{DB84812F-2C7B-470E-974A-CB475C31AC02}" dt="2022-09-24T00:26:02.511" v="1111"/>
          <ac:picMkLst>
            <pc:docMk/>
            <pc:sldMk cId="237471975" sldId="398"/>
            <ac:picMk id="5122" creationId="{0ACD7EEB-A803-41E9-8120-DFA84F66495F}"/>
          </ac:picMkLst>
        </pc:picChg>
      </pc:sldChg>
      <pc:sldChg chg="addSp delSp add del">
        <pc:chgData name="Fabian Surya Pramudya" userId="f46cf8bb-4ec7-4653-94a9-ff26fa22481f" providerId="ADAL" clId="{DB84812F-2C7B-470E-974A-CB475C31AC02}" dt="2022-09-24T06:45:50.965" v="1822" actId="2696"/>
        <pc:sldMkLst>
          <pc:docMk/>
          <pc:sldMk cId="2725584916" sldId="399"/>
        </pc:sldMkLst>
        <pc:spChg chg="add del">
          <ac:chgData name="Fabian Surya Pramudya" userId="f46cf8bb-4ec7-4653-94a9-ff26fa22481f" providerId="ADAL" clId="{DB84812F-2C7B-470E-974A-CB475C31AC02}" dt="2022-09-24T06:45:34.810" v="1817"/>
          <ac:spMkLst>
            <pc:docMk/>
            <pc:sldMk cId="2725584916" sldId="399"/>
            <ac:spMk id="2" creationId="{46585B7A-DE11-40EE-A073-5BC851A92824}"/>
          </ac:spMkLst>
        </pc:spChg>
      </pc:sldChg>
      <pc:sldChg chg="add del">
        <pc:chgData name="Fabian Surya Pramudya" userId="f46cf8bb-4ec7-4653-94a9-ff26fa22481f" providerId="ADAL" clId="{DB84812F-2C7B-470E-974A-CB475C31AC02}" dt="2022-09-24T05:00:30.307" v="1416" actId="2696"/>
        <pc:sldMkLst>
          <pc:docMk/>
          <pc:sldMk cId="2426295697" sldId="400"/>
        </pc:sldMkLst>
      </pc:sldChg>
      <pc:sldChg chg="addSp delSp modSp add del">
        <pc:chgData name="Fabian Surya Pramudya" userId="f46cf8bb-4ec7-4653-94a9-ff26fa22481f" providerId="ADAL" clId="{DB84812F-2C7B-470E-974A-CB475C31AC02}" dt="2022-09-24T05:00:28.828" v="1415" actId="2696"/>
        <pc:sldMkLst>
          <pc:docMk/>
          <pc:sldMk cId="3649407354" sldId="401"/>
        </pc:sldMkLst>
        <pc:picChg chg="add del mod">
          <ac:chgData name="Fabian Surya Pramudya" userId="f46cf8bb-4ec7-4653-94a9-ff26fa22481f" providerId="ADAL" clId="{DB84812F-2C7B-470E-974A-CB475C31AC02}" dt="2022-09-23T08:52:03.626" v="901"/>
          <ac:picMkLst>
            <pc:docMk/>
            <pc:sldMk cId="3649407354" sldId="401"/>
            <ac:picMk id="2" creationId="{03194DA6-9923-4D5D-8E75-9747842A58C9}"/>
          </ac:picMkLst>
        </pc:picChg>
      </pc:sldChg>
      <pc:sldChg chg="addSp delSp modSp add">
        <pc:chgData name="Fabian Surya Pramudya" userId="f46cf8bb-4ec7-4653-94a9-ff26fa22481f" providerId="ADAL" clId="{DB84812F-2C7B-470E-974A-CB475C31AC02}" dt="2022-09-23T08:00:45.509" v="673" actId="1076"/>
        <pc:sldMkLst>
          <pc:docMk/>
          <pc:sldMk cId="3459580596" sldId="402"/>
        </pc:sldMkLst>
        <pc:spChg chg="mod">
          <ac:chgData name="Fabian Surya Pramudya" userId="f46cf8bb-4ec7-4653-94a9-ff26fa22481f" providerId="ADAL" clId="{DB84812F-2C7B-470E-974A-CB475C31AC02}" dt="2022-09-23T07:00:50.469" v="590"/>
          <ac:spMkLst>
            <pc:docMk/>
            <pc:sldMk cId="3459580596" sldId="402"/>
            <ac:spMk id="2" creationId="{00000000-0000-0000-0000-000000000000}"/>
          </ac:spMkLst>
        </pc:spChg>
        <pc:spChg chg="mod">
          <ac:chgData name="Fabian Surya Pramudya" userId="f46cf8bb-4ec7-4653-94a9-ff26fa22481f" providerId="ADAL" clId="{DB84812F-2C7B-470E-974A-CB475C31AC02}" dt="2022-09-23T07:37:30.896" v="660" actId="6549"/>
          <ac:spMkLst>
            <pc:docMk/>
            <pc:sldMk cId="3459580596" sldId="402"/>
            <ac:spMk id="3" creationId="{73807F01-3927-4E24-8579-82BA30D9DCAA}"/>
          </ac:spMkLst>
        </pc:spChg>
        <pc:spChg chg="del">
          <ac:chgData name="Fabian Surya Pramudya" userId="f46cf8bb-4ec7-4653-94a9-ff26fa22481f" providerId="ADAL" clId="{DB84812F-2C7B-470E-974A-CB475C31AC02}" dt="2022-09-23T06:47:32.584" v="394" actId="478"/>
          <ac:spMkLst>
            <pc:docMk/>
            <pc:sldMk cId="3459580596" sldId="402"/>
            <ac:spMk id="4" creationId="{34C8ACB7-62F4-4DFA-BF4E-F704AD38BEDF}"/>
          </ac:spMkLst>
        </pc:spChg>
        <pc:spChg chg="del">
          <ac:chgData name="Fabian Surya Pramudya" userId="f46cf8bb-4ec7-4653-94a9-ff26fa22481f" providerId="ADAL" clId="{DB84812F-2C7B-470E-974A-CB475C31AC02}" dt="2022-09-23T06:47:37.524" v="397" actId="478"/>
          <ac:spMkLst>
            <pc:docMk/>
            <pc:sldMk cId="3459580596" sldId="402"/>
            <ac:spMk id="6" creationId="{D94DA233-0012-476A-AA0F-A8DAD549410D}"/>
          </ac:spMkLst>
        </pc:spChg>
        <pc:spChg chg="add del mod">
          <ac:chgData name="Fabian Surya Pramudya" userId="f46cf8bb-4ec7-4653-94a9-ff26fa22481f" providerId="ADAL" clId="{DB84812F-2C7B-470E-974A-CB475C31AC02}" dt="2022-09-23T07:00:54.064" v="591" actId="478"/>
          <ac:spMkLst>
            <pc:docMk/>
            <pc:sldMk cId="3459580596" sldId="402"/>
            <ac:spMk id="8" creationId="{CF593612-21D2-4E74-9356-3AD9516DB7A0}"/>
          </ac:spMkLst>
        </pc:spChg>
        <pc:spChg chg="add mod">
          <ac:chgData name="Fabian Surya Pramudya" userId="f46cf8bb-4ec7-4653-94a9-ff26fa22481f" providerId="ADAL" clId="{DB84812F-2C7B-470E-974A-CB475C31AC02}" dt="2022-09-23T08:00:42.378" v="672" actId="14100"/>
          <ac:spMkLst>
            <pc:docMk/>
            <pc:sldMk cId="3459580596" sldId="402"/>
            <ac:spMk id="9" creationId="{5D84A841-0436-4AD9-8AD2-550C17EFE712}"/>
          </ac:spMkLst>
        </pc:spChg>
        <pc:picChg chg="del">
          <ac:chgData name="Fabian Surya Pramudya" userId="f46cf8bb-4ec7-4653-94a9-ff26fa22481f" providerId="ADAL" clId="{DB84812F-2C7B-470E-974A-CB475C31AC02}" dt="2022-09-23T06:47:36.484" v="396" actId="478"/>
          <ac:picMkLst>
            <pc:docMk/>
            <pc:sldMk cId="3459580596" sldId="402"/>
            <ac:picMk id="5" creationId="{BA344A02-0169-4CFB-83AC-E57381E442B7}"/>
          </ac:picMkLst>
        </pc:picChg>
        <pc:picChg chg="add mod">
          <ac:chgData name="Fabian Surya Pramudya" userId="f46cf8bb-4ec7-4653-94a9-ff26fa22481f" providerId="ADAL" clId="{DB84812F-2C7B-470E-974A-CB475C31AC02}" dt="2022-09-23T08:00:45.509" v="673" actId="1076"/>
          <ac:picMkLst>
            <pc:docMk/>
            <pc:sldMk cId="3459580596" sldId="402"/>
            <ac:picMk id="1026" creationId="{DD01DBE7-DF18-4AA8-AFF7-342351AE45E3}"/>
          </ac:picMkLst>
        </pc:picChg>
      </pc:sldChg>
      <pc:sldChg chg="addSp delSp modSp add ord">
        <pc:chgData name="Fabian Surya Pramudya" userId="f46cf8bb-4ec7-4653-94a9-ff26fa22481f" providerId="ADAL" clId="{DB84812F-2C7B-470E-974A-CB475C31AC02}" dt="2022-09-24T04:43:43.334" v="1332" actId="1076"/>
        <pc:sldMkLst>
          <pc:docMk/>
          <pc:sldMk cId="9772801" sldId="403"/>
        </pc:sldMkLst>
        <pc:spChg chg="mod">
          <ac:chgData name="Fabian Surya Pramudya" userId="f46cf8bb-4ec7-4653-94a9-ff26fa22481f" providerId="ADAL" clId="{DB84812F-2C7B-470E-974A-CB475C31AC02}" dt="2022-09-23T08:38:45.032" v="845"/>
          <ac:spMkLst>
            <pc:docMk/>
            <pc:sldMk cId="9772801" sldId="403"/>
            <ac:spMk id="2" creationId="{00000000-0000-0000-0000-000000000000}"/>
          </ac:spMkLst>
        </pc:spChg>
        <pc:spChg chg="add del mod">
          <ac:chgData name="Fabian Surya Pramudya" userId="f46cf8bb-4ec7-4653-94a9-ff26fa22481f" providerId="ADAL" clId="{DB84812F-2C7B-470E-974A-CB475C31AC02}" dt="2022-09-24T02:02:20.393" v="1237"/>
          <ac:spMkLst>
            <pc:docMk/>
            <pc:sldMk cId="9772801" sldId="403"/>
            <ac:spMk id="3" creationId="{B7AABD8E-4520-4B55-90E2-F404E7626316}"/>
          </ac:spMkLst>
        </pc:spChg>
        <pc:spChg chg="mod">
          <ac:chgData name="Fabian Surya Pramudya" userId="f46cf8bb-4ec7-4653-94a9-ff26fa22481f" providerId="ADAL" clId="{DB84812F-2C7B-470E-974A-CB475C31AC02}" dt="2022-09-24T04:42:44.596" v="1309" actId="20577"/>
          <ac:spMkLst>
            <pc:docMk/>
            <pc:sldMk cId="9772801" sldId="403"/>
            <ac:spMk id="4" creationId="{34C8ACB7-62F4-4DFA-BF4E-F704AD38BEDF}"/>
          </ac:spMkLst>
        </pc:spChg>
        <pc:spChg chg="add mod">
          <ac:chgData name="Fabian Surya Pramudya" userId="f46cf8bb-4ec7-4653-94a9-ff26fa22481f" providerId="ADAL" clId="{DB84812F-2C7B-470E-974A-CB475C31AC02}" dt="2022-09-24T04:43:37.155" v="1330" actId="123"/>
          <ac:spMkLst>
            <pc:docMk/>
            <pc:sldMk cId="9772801" sldId="403"/>
            <ac:spMk id="8" creationId="{E9AFE1A8-9AC7-4B74-B0A8-A80469EC458D}"/>
          </ac:spMkLst>
        </pc:spChg>
        <pc:picChg chg="add del mod">
          <ac:chgData name="Fabian Surya Pramudya" userId="f46cf8bb-4ec7-4653-94a9-ff26fa22481f" providerId="ADAL" clId="{DB84812F-2C7B-470E-974A-CB475C31AC02}" dt="2022-09-24T04:42:11.344" v="1301" actId="478"/>
          <ac:picMkLst>
            <pc:docMk/>
            <pc:sldMk cId="9772801" sldId="403"/>
            <ac:picMk id="6" creationId="{B5C4B5CB-18B3-4A16-B198-1D8F670BE81A}"/>
          </ac:picMkLst>
        </pc:picChg>
        <pc:picChg chg="add mod">
          <ac:chgData name="Fabian Surya Pramudya" userId="f46cf8bb-4ec7-4653-94a9-ff26fa22481f" providerId="ADAL" clId="{DB84812F-2C7B-470E-974A-CB475C31AC02}" dt="2022-09-24T04:43:43.334" v="1332" actId="1076"/>
          <ac:picMkLst>
            <pc:docMk/>
            <pc:sldMk cId="9772801" sldId="403"/>
            <ac:picMk id="9" creationId="{340870ED-7064-4CB6-9D13-3E4AC9D1AF23}"/>
          </ac:picMkLst>
        </pc:picChg>
      </pc:sldChg>
      <pc:sldChg chg="addSp modSp add ord">
        <pc:chgData name="Fabian Surya Pramudya" userId="f46cf8bb-4ec7-4653-94a9-ff26fa22481f" providerId="ADAL" clId="{DB84812F-2C7B-470E-974A-CB475C31AC02}" dt="2022-09-24T04:42:35.375" v="1305" actId="14100"/>
        <pc:sldMkLst>
          <pc:docMk/>
          <pc:sldMk cId="2094733969" sldId="404"/>
        </pc:sldMkLst>
        <pc:spChg chg="add mod">
          <ac:chgData name="Fabian Surya Pramudya" userId="f46cf8bb-4ec7-4653-94a9-ff26fa22481f" providerId="ADAL" clId="{DB84812F-2C7B-470E-974A-CB475C31AC02}" dt="2022-09-23T14:59:32.944" v="937" actId="14100"/>
          <ac:spMkLst>
            <pc:docMk/>
            <pc:sldMk cId="2094733969" sldId="404"/>
            <ac:spMk id="3" creationId="{7FCA8356-D81C-44FF-968A-E4015A00607D}"/>
          </ac:spMkLst>
        </pc:spChg>
        <pc:spChg chg="mod">
          <ac:chgData name="Fabian Surya Pramudya" userId="f46cf8bb-4ec7-4653-94a9-ff26fa22481f" providerId="ADAL" clId="{DB84812F-2C7B-470E-974A-CB475C31AC02}" dt="2022-09-24T04:42:35.375" v="1305" actId="14100"/>
          <ac:spMkLst>
            <pc:docMk/>
            <pc:sldMk cId="2094733969" sldId="404"/>
            <ac:spMk id="4" creationId="{34C8ACB7-62F4-4DFA-BF4E-F704AD38BEDF}"/>
          </ac:spMkLst>
        </pc:spChg>
        <pc:picChg chg="add mod">
          <ac:chgData name="Fabian Surya Pramudya" userId="f46cf8bb-4ec7-4653-94a9-ff26fa22481f" providerId="ADAL" clId="{DB84812F-2C7B-470E-974A-CB475C31AC02}" dt="2022-09-23T08:52:35.773" v="907" actId="14100"/>
          <ac:picMkLst>
            <pc:docMk/>
            <pc:sldMk cId="2094733969" sldId="404"/>
            <ac:picMk id="5" creationId="{43C14CAC-A46E-41DF-B374-6CEE4BB87502}"/>
          </ac:picMkLst>
        </pc:picChg>
      </pc:sldChg>
      <pc:sldChg chg="addSp delSp modSp add ord">
        <pc:chgData name="Fabian Surya Pramudya" userId="f46cf8bb-4ec7-4653-94a9-ff26fa22481f" providerId="ADAL" clId="{DB84812F-2C7B-470E-974A-CB475C31AC02}" dt="2022-09-24T01:45:14.978" v="1156"/>
        <pc:sldMkLst>
          <pc:docMk/>
          <pc:sldMk cId="4144421677" sldId="405"/>
        </pc:sldMkLst>
        <pc:spChg chg="mod">
          <ac:chgData name="Fabian Surya Pramudya" userId="f46cf8bb-4ec7-4653-94a9-ff26fa22481f" providerId="ADAL" clId="{DB84812F-2C7B-470E-974A-CB475C31AC02}" dt="2022-09-24T00:23:48.256" v="1087" actId="20577"/>
          <ac:spMkLst>
            <pc:docMk/>
            <pc:sldMk cId="4144421677" sldId="405"/>
            <ac:spMk id="3" creationId="{C9F2BFB2-30C2-42FD-8AED-2CE32D7B2C9D}"/>
          </ac:spMkLst>
        </pc:spChg>
        <pc:picChg chg="del">
          <ac:chgData name="Fabian Surya Pramudya" userId="f46cf8bb-4ec7-4653-94a9-ff26fa22481f" providerId="ADAL" clId="{DB84812F-2C7B-470E-974A-CB475C31AC02}" dt="2022-09-24T00:23:59.375" v="1092" actId="478"/>
          <ac:picMkLst>
            <pc:docMk/>
            <pc:sldMk cId="4144421677" sldId="405"/>
            <ac:picMk id="2" creationId="{E05E5D33-2542-49EB-915E-2BB95E248FF6}"/>
          </ac:picMkLst>
        </pc:picChg>
        <pc:picChg chg="add mod">
          <ac:chgData name="Fabian Surya Pramudya" userId="f46cf8bb-4ec7-4653-94a9-ff26fa22481f" providerId="ADAL" clId="{DB84812F-2C7B-470E-974A-CB475C31AC02}" dt="2022-09-24T00:24:01.433" v="1093" actId="1076"/>
          <ac:picMkLst>
            <pc:docMk/>
            <pc:sldMk cId="4144421677" sldId="405"/>
            <ac:picMk id="4" creationId="{D2962293-BB12-4B6E-BF33-4815735B0992}"/>
          </ac:picMkLst>
        </pc:picChg>
      </pc:sldChg>
      <pc:sldChg chg="addSp delSp modSp add ord">
        <pc:chgData name="Fabian Surya Pramudya" userId="f46cf8bb-4ec7-4653-94a9-ff26fa22481f" providerId="ADAL" clId="{DB84812F-2C7B-470E-974A-CB475C31AC02}" dt="2022-09-24T05:48:29.159" v="1733"/>
        <pc:sldMkLst>
          <pc:docMk/>
          <pc:sldMk cId="1346300807" sldId="406"/>
        </pc:sldMkLst>
        <pc:spChg chg="add mod">
          <ac:chgData name="Fabian Surya Pramudya" userId="f46cf8bb-4ec7-4653-94a9-ff26fa22481f" providerId="ADAL" clId="{DB84812F-2C7B-470E-974A-CB475C31AC02}" dt="2022-09-24T05:47:57.834" v="1714" actId="14100"/>
          <ac:spMkLst>
            <pc:docMk/>
            <pc:sldMk cId="1346300807" sldId="406"/>
            <ac:spMk id="3" creationId="{488BAA79-4342-419C-B994-45659B2549DC}"/>
          </ac:spMkLst>
        </pc:spChg>
        <pc:spChg chg="del mod">
          <ac:chgData name="Fabian Surya Pramudya" userId="f46cf8bb-4ec7-4653-94a9-ff26fa22481f" providerId="ADAL" clId="{DB84812F-2C7B-470E-974A-CB475C31AC02}" dt="2022-09-24T01:37:47.198" v="1123" actId="478"/>
          <ac:spMkLst>
            <pc:docMk/>
            <pc:sldMk cId="1346300807" sldId="406"/>
            <ac:spMk id="4" creationId="{34C8ACB7-62F4-4DFA-BF4E-F704AD38BEDF}"/>
          </ac:spMkLst>
        </pc:spChg>
        <pc:spChg chg="add del mod">
          <ac:chgData name="Fabian Surya Pramudya" userId="f46cf8bb-4ec7-4653-94a9-ff26fa22481f" providerId="ADAL" clId="{DB84812F-2C7B-470E-974A-CB475C31AC02}" dt="2022-09-24T05:48:29.159" v="1733"/>
          <ac:spMkLst>
            <pc:docMk/>
            <pc:sldMk cId="1346300807" sldId="406"/>
            <ac:spMk id="5" creationId="{7B9FA153-88BC-42A0-93DA-9839916757D9}"/>
          </ac:spMkLst>
        </pc:spChg>
        <pc:picChg chg="add mod">
          <ac:chgData name="Fabian Surya Pramudya" userId="f46cf8bb-4ec7-4653-94a9-ff26fa22481f" providerId="ADAL" clId="{DB84812F-2C7B-470E-974A-CB475C31AC02}" dt="2022-09-24T05:48:28.661" v="1731" actId="1076"/>
          <ac:picMkLst>
            <pc:docMk/>
            <pc:sldMk cId="1346300807" sldId="406"/>
            <ac:picMk id="8" creationId="{5B879846-9076-44C8-B7E6-E68510301BAF}"/>
          </ac:picMkLst>
        </pc:picChg>
        <pc:picChg chg="add del">
          <ac:chgData name="Fabian Surya Pramudya" userId="f46cf8bb-4ec7-4653-94a9-ff26fa22481f" providerId="ADAL" clId="{DB84812F-2C7B-470E-974A-CB475C31AC02}" dt="2022-09-24T01:37:48.836" v="1124"/>
          <ac:picMkLst>
            <pc:docMk/>
            <pc:sldMk cId="1346300807" sldId="406"/>
            <ac:picMk id="10242" creationId="{7D325901-686B-44D3-8808-5746C58C30B4}"/>
          </ac:picMkLst>
        </pc:picChg>
        <pc:picChg chg="add mod">
          <ac:chgData name="Fabian Surya Pramudya" userId="f46cf8bb-4ec7-4653-94a9-ff26fa22481f" providerId="ADAL" clId="{DB84812F-2C7B-470E-974A-CB475C31AC02}" dt="2022-09-24T05:48:24.784" v="1729" actId="14100"/>
          <ac:picMkLst>
            <pc:docMk/>
            <pc:sldMk cId="1346300807" sldId="406"/>
            <ac:picMk id="10244" creationId="{9AF1F872-8154-4CF5-B597-FEE1D4A51B0C}"/>
          </ac:picMkLst>
        </pc:picChg>
        <pc:picChg chg="add mod">
          <ac:chgData name="Fabian Surya Pramudya" userId="f46cf8bb-4ec7-4653-94a9-ff26fa22481f" providerId="ADAL" clId="{DB84812F-2C7B-470E-974A-CB475C31AC02}" dt="2022-09-24T05:48:21.743" v="1726" actId="1076"/>
          <ac:picMkLst>
            <pc:docMk/>
            <pc:sldMk cId="1346300807" sldId="406"/>
            <ac:picMk id="10246" creationId="{6358A808-612C-446F-87A7-A76FD116206C}"/>
          </ac:picMkLst>
        </pc:picChg>
      </pc:sldChg>
      <pc:sldChg chg="addSp delSp modSp add ord">
        <pc:chgData name="Fabian Surya Pramudya" userId="f46cf8bb-4ec7-4653-94a9-ff26fa22481f" providerId="ADAL" clId="{DB84812F-2C7B-470E-974A-CB475C31AC02}" dt="2022-09-24T06:45:47.839" v="1821" actId="478"/>
        <pc:sldMkLst>
          <pc:docMk/>
          <pc:sldMk cId="2553755341" sldId="407"/>
        </pc:sldMkLst>
        <pc:spChg chg="del mod">
          <ac:chgData name="Fabian Surya Pramudya" userId="f46cf8bb-4ec7-4653-94a9-ff26fa22481f" providerId="ADAL" clId="{DB84812F-2C7B-470E-974A-CB475C31AC02}" dt="2022-09-24T06:42:38.741" v="1778"/>
          <ac:spMkLst>
            <pc:docMk/>
            <pc:sldMk cId="2553755341" sldId="407"/>
            <ac:spMk id="2" creationId="{D95565D0-0416-49AB-AECF-C92539027F66}"/>
          </ac:spMkLst>
        </pc:spChg>
        <pc:spChg chg="mod">
          <ac:chgData name="Fabian Surya Pramudya" userId="f46cf8bb-4ec7-4653-94a9-ff26fa22481f" providerId="ADAL" clId="{DB84812F-2C7B-470E-974A-CB475C31AC02}" dt="2022-09-24T06:43:13.639" v="1801"/>
          <ac:spMkLst>
            <pc:docMk/>
            <pc:sldMk cId="2553755341" sldId="407"/>
            <ac:spMk id="3" creationId="{08C8E4AA-CB97-4F0D-8459-1A886724BEEE}"/>
          </ac:spMkLst>
        </pc:spChg>
        <pc:spChg chg="add mod">
          <ac:chgData name="Fabian Surya Pramudya" userId="f46cf8bb-4ec7-4653-94a9-ff26fa22481f" providerId="ADAL" clId="{DB84812F-2C7B-470E-974A-CB475C31AC02}" dt="2022-09-24T06:43:30.679" v="1809" actId="1076"/>
          <ac:spMkLst>
            <pc:docMk/>
            <pc:sldMk cId="2553755341" sldId="407"/>
            <ac:spMk id="4" creationId="{0B003610-A4AA-4511-9263-D53130DC7F29}"/>
          </ac:spMkLst>
        </pc:spChg>
        <pc:spChg chg="mod">
          <ac:chgData name="Fabian Surya Pramudya" userId="f46cf8bb-4ec7-4653-94a9-ff26fa22481f" providerId="ADAL" clId="{DB84812F-2C7B-470E-974A-CB475C31AC02}" dt="2022-09-24T06:43:28.736" v="1808" actId="1076"/>
          <ac:spMkLst>
            <pc:docMk/>
            <pc:sldMk cId="2553755341" sldId="407"/>
            <ac:spMk id="5" creationId="{B12EC9B2-3569-40D1-9755-8037C6A926C5}"/>
          </ac:spMkLst>
        </pc:spChg>
        <pc:spChg chg="add del mod">
          <ac:chgData name="Fabian Surya Pramudya" userId="f46cf8bb-4ec7-4653-94a9-ff26fa22481f" providerId="ADAL" clId="{DB84812F-2C7B-470E-974A-CB475C31AC02}" dt="2022-09-24T06:45:47.839" v="1821" actId="478"/>
          <ac:spMkLst>
            <pc:docMk/>
            <pc:sldMk cId="2553755341" sldId="407"/>
            <ac:spMk id="6" creationId="{4B8784FC-DEC6-4664-B8F4-AA57BBE652D4}"/>
          </ac:spMkLst>
        </pc:spChg>
        <pc:spChg chg="del">
          <ac:chgData name="Fabian Surya Pramudya" userId="f46cf8bb-4ec7-4653-94a9-ff26fa22481f" providerId="ADAL" clId="{DB84812F-2C7B-470E-974A-CB475C31AC02}" dt="2022-09-24T04:42:49.200" v="1310"/>
          <ac:spMkLst>
            <pc:docMk/>
            <pc:sldMk cId="2553755341" sldId="407"/>
            <ac:spMk id="7" creationId="{2AD4AF35-00CD-4510-94F5-96772BDEBF1B}"/>
          </ac:spMkLst>
        </pc:spChg>
        <pc:picChg chg="del mod">
          <ac:chgData name="Fabian Surya Pramudya" userId="f46cf8bb-4ec7-4653-94a9-ff26fa22481f" providerId="ADAL" clId="{DB84812F-2C7B-470E-974A-CB475C31AC02}" dt="2022-09-24T04:42:57.030" v="1315"/>
          <ac:picMkLst>
            <pc:docMk/>
            <pc:sldMk cId="2553755341" sldId="407"/>
            <ac:picMk id="8194" creationId="{7D474475-0CD0-4122-9133-763C0A631750}"/>
          </ac:picMkLst>
        </pc:picChg>
      </pc:sldChg>
      <pc:sldChg chg="addSp delSp modSp add ord">
        <pc:chgData name="Fabian Surya Pramudya" userId="f46cf8bb-4ec7-4653-94a9-ff26fa22481f" providerId="ADAL" clId="{DB84812F-2C7B-470E-974A-CB475C31AC02}" dt="2022-09-24T02:27:27.062" v="1290" actId="14100"/>
        <pc:sldMkLst>
          <pc:docMk/>
          <pc:sldMk cId="1568747813" sldId="408"/>
        </pc:sldMkLst>
        <pc:spChg chg="mod">
          <ac:chgData name="Fabian Surya Pramudya" userId="f46cf8bb-4ec7-4653-94a9-ff26fa22481f" providerId="ADAL" clId="{DB84812F-2C7B-470E-974A-CB475C31AC02}" dt="2022-09-24T02:24:58.532" v="1289" actId="14100"/>
          <ac:spMkLst>
            <pc:docMk/>
            <pc:sldMk cId="1568747813" sldId="408"/>
            <ac:spMk id="4" creationId="{34C8ACB7-62F4-4DFA-BF4E-F704AD38BEDF}"/>
          </ac:spMkLst>
        </pc:spChg>
        <pc:picChg chg="del">
          <ac:chgData name="Fabian Surya Pramudya" userId="f46cf8bb-4ec7-4653-94a9-ff26fa22481f" providerId="ADAL" clId="{DB84812F-2C7B-470E-974A-CB475C31AC02}" dt="2022-09-24T02:11:36.777" v="1276"/>
          <ac:picMkLst>
            <pc:docMk/>
            <pc:sldMk cId="1568747813" sldId="408"/>
            <ac:picMk id="8" creationId="{0A8BB662-BFBF-48FF-BC0C-97B3F230EB18}"/>
          </ac:picMkLst>
        </pc:picChg>
        <pc:picChg chg="del">
          <ac:chgData name="Fabian Surya Pramudya" userId="f46cf8bb-4ec7-4653-94a9-ff26fa22481f" providerId="ADAL" clId="{DB84812F-2C7B-470E-974A-CB475C31AC02}" dt="2022-09-24T02:11:28.763" v="1274" actId="478"/>
          <ac:picMkLst>
            <pc:docMk/>
            <pc:sldMk cId="1568747813" sldId="408"/>
            <ac:picMk id="9" creationId="{CC183CDD-2147-42DF-B849-89C748B231E2}"/>
          </ac:picMkLst>
        </pc:picChg>
        <pc:picChg chg="add mod">
          <ac:chgData name="Fabian Surya Pramudya" userId="f46cf8bb-4ec7-4653-94a9-ff26fa22481f" providerId="ADAL" clId="{DB84812F-2C7B-470E-974A-CB475C31AC02}" dt="2022-09-24T02:27:27.062" v="1290" actId="14100"/>
          <ac:picMkLst>
            <pc:docMk/>
            <pc:sldMk cId="1568747813" sldId="408"/>
            <ac:picMk id="10" creationId="{431F40F7-A4C6-4BFB-BB21-CE2EE7902338}"/>
          </ac:picMkLst>
        </pc:picChg>
        <pc:picChg chg="add mod">
          <ac:chgData name="Fabian Surya Pramudya" userId="f46cf8bb-4ec7-4653-94a9-ff26fa22481f" providerId="ADAL" clId="{DB84812F-2C7B-470E-974A-CB475C31AC02}" dt="2022-09-24T02:11:52.552" v="1280" actId="1036"/>
          <ac:picMkLst>
            <pc:docMk/>
            <pc:sldMk cId="1568747813" sldId="408"/>
            <ac:picMk id="11" creationId="{06AB64A3-78D7-4F66-9521-C89F27686557}"/>
          </ac:picMkLst>
        </pc:picChg>
      </pc:sldChg>
      <pc:sldChg chg="add del ord">
        <pc:chgData name="Fabian Surya Pramudya" userId="f46cf8bb-4ec7-4653-94a9-ff26fa22481f" providerId="ADAL" clId="{DB84812F-2C7B-470E-974A-CB475C31AC02}" dt="2022-09-24T05:00:26.371" v="1414" actId="2696"/>
        <pc:sldMkLst>
          <pc:docMk/>
          <pc:sldMk cId="3435631647" sldId="409"/>
        </pc:sldMkLst>
      </pc:sldChg>
      <pc:sldMasterChg chg="delSldLayout">
        <pc:chgData name="Fabian Surya Pramudya" userId="f46cf8bb-4ec7-4653-94a9-ff26fa22481f" providerId="ADAL" clId="{DB84812F-2C7B-470E-974A-CB475C31AC02}" dt="2022-09-23T04:01:07.357" v="65" actId="2696"/>
        <pc:sldMasterMkLst>
          <pc:docMk/>
          <pc:sldMasterMk cId="0" sldId="2147483648"/>
        </pc:sldMasterMkLst>
        <pc:sldLayoutChg chg="del">
          <pc:chgData name="Fabian Surya Pramudya" userId="f46cf8bb-4ec7-4653-94a9-ff26fa22481f" providerId="ADAL" clId="{DB84812F-2C7B-470E-974A-CB475C31AC02}" dt="2022-09-23T04:01:07.280" v="22" actId="2696"/>
          <pc:sldLayoutMkLst>
            <pc:docMk/>
            <pc:sldMasterMk cId="0" sldId="2147483648"/>
            <pc:sldLayoutMk cId="3918486649" sldId="2147483656"/>
          </pc:sldLayoutMkLst>
        </pc:sldLayoutChg>
        <pc:sldLayoutChg chg="del">
          <pc:chgData name="Fabian Surya Pramudya" userId="f46cf8bb-4ec7-4653-94a9-ff26fa22481f" providerId="ADAL" clId="{DB84812F-2C7B-470E-974A-CB475C31AC02}" dt="2022-09-23T04:01:07.286" v="25" actId="2696"/>
          <pc:sldLayoutMkLst>
            <pc:docMk/>
            <pc:sldMasterMk cId="0" sldId="2147483648"/>
            <pc:sldLayoutMk cId="3739215042" sldId="2147483657"/>
          </pc:sldLayoutMkLst>
        </pc:sldLayoutChg>
        <pc:sldLayoutChg chg="del">
          <pc:chgData name="Fabian Surya Pramudya" userId="f46cf8bb-4ec7-4653-94a9-ff26fa22481f" providerId="ADAL" clId="{DB84812F-2C7B-470E-974A-CB475C31AC02}" dt="2022-09-23T04:01:07.305" v="34" actId="2696"/>
          <pc:sldLayoutMkLst>
            <pc:docMk/>
            <pc:sldMasterMk cId="0" sldId="2147483648"/>
            <pc:sldLayoutMk cId="1826039689" sldId="2147483660"/>
          </pc:sldLayoutMkLst>
        </pc:sldLayoutChg>
        <pc:sldLayoutChg chg="del">
          <pc:chgData name="Fabian Surya Pramudya" userId="f46cf8bb-4ec7-4653-94a9-ff26fa22481f" providerId="ADAL" clId="{DB84812F-2C7B-470E-974A-CB475C31AC02}" dt="2022-09-23T04:01:07.314" v="39" actId="2696"/>
          <pc:sldLayoutMkLst>
            <pc:docMk/>
            <pc:sldMasterMk cId="0" sldId="2147483648"/>
            <pc:sldLayoutMk cId="3460994647" sldId="2147483661"/>
          </pc:sldLayoutMkLst>
        </pc:sldLayoutChg>
        <pc:sldLayoutChg chg="del">
          <pc:chgData name="Fabian Surya Pramudya" userId="f46cf8bb-4ec7-4653-94a9-ff26fa22481f" providerId="ADAL" clId="{DB84812F-2C7B-470E-974A-CB475C31AC02}" dt="2022-09-23T04:01:07.322" v="43" actId="2696"/>
          <pc:sldLayoutMkLst>
            <pc:docMk/>
            <pc:sldMasterMk cId="0" sldId="2147483648"/>
            <pc:sldLayoutMk cId="1960501756" sldId="2147483662"/>
          </pc:sldLayoutMkLst>
        </pc:sldLayoutChg>
        <pc:sldLayoutChg chg="del">
          <pc:chgData name="Fabian Surya Pramudya" userId="f46cf8bb-4ec7-4653-94a9-ff26fa22481f" providerId="ADAL" clId="{DB84812F-2C7B-470E-974A-CB475C31AC02}" dt="2022-09-23T04:01:07.329" v="47" actId="2696"/>
          <pc:sldLayoutMkLst>
            <pc:docMk/>
            <pc:sldMasterMk cId="0" sldId="2147483648"/>
            <pc:sldLayoutMk cId="1032262488" sldId="2147483663"/>
          </pc:sldLayoutMkLst>
        </pc:sldLayoutChg>
        <pc:sldLayoutChg chg="del">
          <pc:chgData name="Fabian Surya Pramudya" userId="f46cf8bb-4ec7-4653-94a9-ff26fa22481f" providerId="ADAL" clId="{DB84812F-2C7B-470E-974A-CB475C31AC02}" dt="2022-09-23T04:01:07.331" v="49" actId="2696"/>
          <pc:sldLayoutMkLst>
            <pc:docMk/>
            <pc:sldMasterMk cId="0" sldId="2147483648"/>
            <pc:sldLayoutMk cId="1420195148" sldId="2147483664"/>
          </pc:sldLayoutMkLst>
        </pc:sldLayoutChg>
        <pc:sldLayoutChg chg="del">
          <pc:chgData name="Fabian Surya Pramudya" userId="f46cf8bb-4ec7-4653-94a9-ff26fa22481f" providerId="ADAL" clId="{DB84812F-2C7B-470E-974A-CB475C31AC02}" dt="2022-09-23T04:01:07.333" v="51" actId="2696"/>
          <pc:sldLayoutMkLst>
            <pc:docMk/>
            <pc:sldMasterMk cId="0" sldId="2147483648"/>
            <pc:sldLayoutMk cId="2021393247" sldId="2147483665"/>
          </pc:sldLayoutMkLst>
        </pc:sldLayoutChg>
        <pc:sldLayoutChg chg="del">
          <pc:chgData name="Fabian Surya Pramudya" userId="f46cf8bb-4ec7-4653-94a9-ff26fa22481f" providerId="ADAL" clId="{DB84812F-2C7B-470E-974A-CB475C31AC02}" dt="2022-09-23T04:01:07.337" v="53" actId="2696"/>
          <pc:sldLayoutMkLst>
            <pc:docMk/>
            <pc:sldMasterMk cId="0" sldId="2147483648"/>
            <pc:sldLayoutMk cId="1305409048" sldId="2147483666"/>
          </pc:sldLayoutMkLst>
        </pc:sldLayoutChg>
        <pc:sldLayoutChg chg="del">
          <pc:chgData name="Fabian Surya Pramudya" userId="f46cf8bb-4ec7-4653-94a9-ff26fa22481f" providerId="ADAL" clId="{DB84812F-2C7B-470E-974A-CB475C31AC02}" dt="2022-09-23T04:01:07.341" v="55" actId="2696"/>
          <pc:sldLayoutMkLst>
            <pc:docMk/>
            <pc:sldMasterMk cId="0" sldId="2147483648"/>
            <pc:sldLayoutMk cId="1893365343" sldId="2147483667"/>
          </pc:sldLayoutMkLst>
        </pc:sldLayoutChg>
        <pc:sldLayoutChg chg="del">
          <pc:chgData name="Fabian Surya Pramudya" userId="f46cf8bb-4ec7-4653-94a9-ff26fa22481f" providerId="ADAL" clId="{DB84812F-2C7B-470E-974A-CB475C31AC02}" dt="2022-09-23T04:01:07.344" v="57" actId="2696"/>
          <pc:sldLayoutMkLst>
            <pc:docMk/>
            <pc:sldMasterMk cId="0" sldId="2147483648"/>
            <pc:sldLayoutMk cId="930874498" sldId="2147483668"/>
          </pc:sldLayoutMkLst>
        </pc:sldLayoutChg>
        <pc:sldLayoutChg chg="del">
          <pc:chgData name="Fabian Surya Pramudya" userId="f46cf8bb-4ec7-4653-94a9-ff26fa22481f" providerId="ADAL" clId="{DB84812F-2C7B-470E-974A-CB475C31AC02}" dt="2022-09-23T04:01:07.350" v="61" actId="2696"/>
          <pc:sldLayoutMkLst>
            <pc:docMk/>
            <pc:sldMasterMk cId="0" sldId="2147483648"/>
            <pc:sldLayoutMk cId="2283411703" sldId="2147483669"/>
          </pc:sldLayoutMkLst>
        </pc:sldLayoutChg>
        <pc:sldLayoutChg chg="del">
          <pc:chgData name="Fabian Surya Pramudya" userId="f46cf8bb-4ec7-4653-94a9-ff26fa22481f" providerId="ADAL" clId="{DB84812F-2C7B-470E-974A-CB475C31AC02}" dt="2022-09-23T04:01:07.352" v="63" actId="2696"/>
          <pc:sldLayoutMkLst>
            <pc:docMk/>
            <pc:sldMasterMk cId="0" sldId="2147483648"/>
            <pc:sldLayoutMk cId="1867602656" sldId="2147483673"/>
          </pc:sldLayoutMkLst>
        </pc:sldLayoutChg>
        <pc:sldLayoutChg chg="del">
          <pc:chgData name="Fabian Surya Pramudya" userId="f46cf8bb-4ec7-4653-94a9-ff26fa22481f" providerId="ADAL" clId="{DB84812F-2C7B-470E-974A-CB475C31AC02}" dt="2022-09-23T04:01:07.357" v="65" actId="2696"/>
          <pc:sldLayoutMkLst>
            <pc:docMk/>
            <pc:sldMasterMk cId="0" sldId="2147483648"/>
            <pc:sldLayoutMk cId="1116933795" sldId="2147483674"/>
          </pc:sldLayoutMkLst>
        </pc:sldLayoutChg>
      </pc:sldMasterChg>
    </pc:docChg>
  </pc:docChgLst>
  <pc:docChgLst>
    <pc:chgData name="Fabian Surya Pramudya" userId="f46cf8bb-4ec7-4653-94a9-ff26fa22481f" providerId="ADAL" clId="{64305B13-359E-4B95-A0D2-9883CB54BF2C}"/>
    <pc:docChg chg="undo redo custSel addSld delSld modSld sldOrd modMainMaster modSection">
      <pc:chgData name="Fabian Surya Pramudya" userId="f46cf8bb-4ec7-4653-94a9-ff26fa22481f" providerId="ADAL" clId="{64305B13-359E-4B95-A0D2-9883CB54BF2C}" dt="2022-07-10T06:24:17.479" v="443" actId="1076"/>
      <pc:docMkLst>
        <pc:docMk/>
      </pc:docMkLst>
      <pc:sldChg chg="modSp">
        <pc:chgData name="Fabian Surya Pramudya" userId="f46cf8bb-4ec7-4653-94a9-ff26fa22481f" providerId="ADAL" clId="{64305B13-359E-4B95-A0D2-9883CB54BF2C}" dt="2022-07-10T04:38:14.679" v="6"/>
        <pc:sldMkLst>
          <pc:docMk/>
          <pc:sldMk cId="0" sldId="256"/>
        </pc:sldMkLst>
        <pc:spChg chg="mod">
          <ac:chgData name="Fabian Surya Pramudya" userId="f46cf8bb-4ec7-4653-94a9-ff26fa22481f" providerId="ADAL" clId="{64305B13-359E-4B95-A0D2-9883CB54BF2C}" dt="2022-07-10T04:38:14.679" v="6"/>
          <ac:spMkLst>
            <pc:docMk/>
            <pc:sldMk cId="0" sldId="256"/>
            <ac:spMk id="18" creationId="{32DB365E-C0A0-4B3F-B6B1-8D39827C09A3}"/>
          </ac:spMkLst>
        </pc:spChg>
      </pc:sldChg>
      <pc:sldChg chg="modSp">
        <pc:chgData name="Fabian Surya Pramudya" userId="f46cf8bb-4ec7-4653-94a9-ff26fa22481f" providerId="ADAL" clId="{64305B13-359E-4B95-A0D2-9883CB54BF2C}" dt="2022-07-10T06:03:39.556" v="414" actId="6549"/>
        <pc:sldMkLst>
          <pc:docMk/>
          <pc:sldMk cId="3560658300" sldId="257"/>
        </pc:sldMkLst>
        <pc:spChg chg="mod">
          <ac:chgData name="Fabian Surya Pramudya" userId="f46cf8bb-4ec7-4653-94a9-ff26fa22481f" providerId="ADAL" clId="{64305B13-359E-4B95-A0D2-9883CB54BF2C}" dt="2022-07-10T06:03:39.556" v="414" actId="6549"/>
          <ac:spMkLst>
            <pc:docMk/>
            <pc:sldMk cId="3560658300" sldId="257"/>
            <ac:spMk id="3" creationId="{00000000-0000-0000-0000-000000000000}"/>
          </ac:spMkLst>
        </pc:spChg>
      </pc:sldChg>
      <pc:sldChg chg="del">
        <pc:chgData name="Fabian Surya Pramudya" userId="f46cf8bb-4ec7-4653-94a9-ff26fa22481f" providerId="ADAL" clId="{64305B13-359E-4B95-A0D2-9883CB54BF2C}" dt="2022-07-10T05:29:07.133" v="297" actId="2696"/>
        <pc:sldMkLst>
          <pc:docMk/>
          <pc:sldMk cId="926067889" sldId="267"/>
        </pc:sldMkLst>
      </pc:sldChg>
      <pc:sldChg chg="del">
        <pc:chgData name="Fabian Surya Pramudya" userId="f46cf8bb-4ec7-4653-94a9-ff26fa22481f" providerId="ADAL" clId="{64305B13-359E-4B95-A0D2-9883CB54BF2C}" dt="2022-07-10T05:29:07.601" v="298" actId="2696"/>
        <pc:sldMkLst>
          <pc:docMk/>
          <pc:sldMk cId="1743960619" sldId="268"/>
        </pc:sldMkLst>
      </pc:sldChg>
      <pc:sldChg chg="del">
        <pc:chgData name="Fabian Surya Pramudya" userId="f46cf8bb-4ec7-4653-94a9-ff26fa22481f" providerId="ADAL" clId="{64305B13-359E-4B95-A0D2-9883CB54BF2C}" dt="2022-07-10T05:29:08.264" v="299" actId="2696"/>
        <pc:sldMkLst>
          <pc:docMk/>
          <pc:sldMk cId="1818244574" sldId="269"/>
        </pc:sldMkLst>
      </pc:sldChg>
      <pc:sldChg chg="del">
        <pc:chgData name="Fabian Surya Pramudya" userId="f46cf8bb-4ec7-4653-94a9-ff26fa22481f" providerId="ADAL" clId="{64305B13-359E-4B95-A0D2-9883CB54BF2C}" dt="2022-07-10T05:31:42.934" v="331" actId="2696"/>
        <pc:sldMkLst>
          <pc:docMk/>
          <pc:sldMk cId="725621139" sldId="270"/>
        </pc:sldMkLst>
      </pc:sldChg>
      <pc:sldChg chg="modSp add">
        <pc:chgData name="Fabian Surya Pramudya" userId="f46cf8bb-4ec7-4653-94a9-ff26fa22481f" providerId="ADAL" clId="{64305B13-359E-4B95-A0D2-9883CB54BF2C}" dt="2022-07-10T04:56:55.894" v="145" actId="1076"/>
        <pc:sldMkLst>
          <pc:docMk/>
          <pc:sldMk cId="240642466" sldId="271"/>
        </pc:sldMkLst>
        <pc:spChg chg="mod">
          <ac:chgData name="Fabian Surya Pramudya" userId="f46cf8bb-4ec7-4653-94a9-ff26fa22481f" providerId="ADAL" clId="{64305B13-359E-4B95-A0D2-9883CB54BF2C}" dt="2022-07-10T04:56:55.894" v="145" actId="1076"/>
          <ac:spMkLst>
            <pc:docMk/>
            <pc:sldMk cId="240642466" sldId="271"/>
            <ac:spMk id="3" creationId="{468322E5-B2D6-416E-A254-3DBA0BE2A061}"/>
          </ac:spMkLst>
        </pc:spChg>
      </pc:sldChg>
      <pc:sldChg chg="del">
        <pc:chgData name="Fabian Surya Pramudya" userId="f46cf8bb-4ec7-4653-94a9-ff26fa22481f" providerId="ADAL" clId="{64305B13-359E-4B95-A0D2-9883CB54BF2C}" dt="2022-07-10T05:29:05.117" v="296" actId="2696"/>
        <pc:sldMkLst>
          <pc:docMk/>
          <pc:sldMk cId="1855590551" sldId="272"/>
        </pc:sldMkLst>
      </pc:sldChg>
      <pc:sldChg chg="del">
        <pc:chgData name="Fabian Surya Pramudya" userId="f46cf8bb-4ec7-4653-94a9-ff26fa22481f" providerId="ADAL" clId="{64305B13-359E-4B95-A0D2-9883CB54BF2C}" dt="2022-07-10T05:29:03.625" v="295" actId="2696"/>
        <pc:sldMkLst>
          <pc:docMk/>
          <pc:sldMk cId="3792457658" sldId="273"/>
        </pc:sldMkLst>
      </pc:sldChg>
      <pc:sldChg chg="del">
        <pc:chgData name="Fabian Surya Pramudya" userId="f46cf8bb-4ec7-4653-94a9-ff26fa22481f" providerId="ADAL" clId="{64305B13-359E-4B95-A0D2-9883CB54BF2C}" dt="2022-07-10T05:44:12.847" v="358" actId="2696"/>
        <pc:sldMkLst>
          <pc:docMk/>
          <pc:sldMk cId="719793287" sldId="274"/>
        </pc:sldMkLst>
      </pc:sldChg>
      <pc:sldChg chg="add ord">
        <pc:chgData name="Fabian Surya Pramudya" userId="f46cf8bb-4ec7-4653-94a9-ff26fa22481f" providerId="ADAL" clId="{64305B13-359E-4B95-A0D2-9883CB54BF2C}" dt="2022-07-10T06:06:57.130" v="419"/>
        <pc:sldMkLst>
          <pc:docMk/>
          <pc:sldMk cId="3124806157" sldId="274"/>
        </pc:sldMkLst>
      </pc:sldChg>
      <pc:sldChg chg="del">
        <pc:chgData name="Fabian Surya Pramudya" userId="f46cf8bb-4ec7-4653-94a9-ff26fa22481f" providerId="ADAL" clId="{64305B13-359E-4B95-A0D2-9883CB54BF2C}" dt="2022-07-10T05:28:54.722" v="290" actId="2696"/>
        <pc:sldMkLst>
          <pc:docMk/>
          <pc:sldMk cId="1972431647" sldId="275"/>
        </pc:sldMkLst>
      </pc:sldChg>
      <pc:sldChg chg="del">
        <pc:chgData name="Fabian Surya Pramudya" userId="f46cf8bb-4ec7-4653-94a9-ff26fa22481f" providerId="ADAL" clId="{64305B13-359E-4B95-A0D2-9883CB54BF2C}" dt="2022-07-10T04:38:58.668" v="11" actId="2696"/>
        <pc:sldMkLst>
          <pc:docMk/>
          <pc:sldMk cId="652382001" sldId="276"/>
        </pc:sldMkLst>
      </pc:sldChg>
      <pc:sldChg chg="modSp add">
        <pc:chgData name="Fabian Surya Pramudya" userId="f46cf8bb-4ec7-4653-94a9-ff26fa22481f" providerId="ADAL" clId="{64305B13-359E-4B95-A0D2-9883CB54BF2C}" dt="2022-07-10T04:47:51.844" v="19" actId="113"/>
        <pc:sldMkLst>
          <pc:docMk/>
          <pc:sldMk cId="683789328" sldId="276"/>
        </pc:sldMkLst>
        <pc:spChg chg="mod">
          <ac:chgData name="Fabian Surya Pramudya" userId="f46cf8bb-4ec7-4653-94a9-ff26fa22481f" providerId="ADAL" clId="{64305B13-359E-4B95-A0D2-9883CB54BF2C}" dt="2022-07-10T04:47:51.844" v="19" actId="113"/>
          <ac:spMkLst>
            <pc:docMk/>
            <pc:sldMk cId="683789328" sldId="276"/>
            <ac:spMk id="4" creationId="{34C8ACB7-62F4-4DFA-BF4E-F704AD38BEDF}"/>
          </ac:spMkLst>
        </pc:spChg>
      </pc:sldChg>
      <pc:sldChg chg="del">
        <pc:chgData name="Fabian Surya Pramudya" userId="f46cf8bb-4ec7-4653-94a9-ff26fa22481f" providerId="ADAL" clId="{64305B13-359E-4B95-A0D2-9883CB54BF2C}" dt="2022-07-10T04:38:58.664" v="10" actId="2696"/>
        <pc:sldMkLst>
          <pc:docMk/>
          <pc:sldMk cId="6848129" sldId="277"/>
        </pc:sldMkLst>
      </pc:sldChg>
      <pc:sldChg chg="add del">
        <pc:chgData name="Fabian Surya Pramudya" userId="f46cf8bb-4ec7-4653-94a9-ff26fa22481f" providerId="ADAL" clId="{64305B13-359E-4B95-A0D2-9883CB54BF2C}" dt="2022-07-10T04:57:09.635" v="146" actId="2696"/>
        <pc:sldMkLst>
          <pc:docMk/>
          <pc:sldMk cId="3082864698" sldId="277"/>
        </pc:sldMkLst>
      </pc:sldChg>
      <pc:sldChg chg="modSp add ord">
        <pc:chgData name="Fabian Surya Pramudya" userId="f46cf8bb-4ec7-4653-94a9-ff26fa22481f" providerId="ADAL" clId="{64305B13-359E-4B95-A0D2-9883CB54BF2C}" dt="2022-07-10T04:59:09.378" v="179"/>
        <pc:sldMkLst>
          <pc:docMk/>
          <pc:sldMk cId="3440442806" sldId="277"/>
        </pc:sldMkLst>
        <pc:spChg chg="mod">
          <ac:chgData name="Fabian Surya Pramudya" userId="f46cf8bb-4ec7-4653-94a9-ff26fa22481f" providerId="ADAL" clId="{64305B13-359E-4B95-A0D2-9883CB54BF2C}" dt="2022-07-10T04:58:48.937" v="178" actId="20577"/>
          <ac:spMkLst>
            <pc:docMk/>
            <pc:sldMk cId="3440442806" sldId="277"/>
            <ac:spMk id="2" creationId="{00000000-0000-0000-0000-000000000000}"/>
          </ac:spMkLst>
        </pc:spChg>
      </pc:sldChg>
      <pc:sldChg chg="del">
        <pc:chgData name="Fabian Surya Pramudya" userId="f46cf8bb-4ec7-4653-94a9-ff26fa22481f" providerId="ADAL" clId="{64305B13-359E-4B95-A0D2-9883CB54BF2C}" dt="2022-07-10T04:38:58.661" v="9" actId="2696"/>
        <pc:sldMkLst>
          <pc:docMk/>
          <pc:sldMk cId="380393927" sldId="278"/>
        </pc:sldMkLst>
      </pc:sldChg>
      <pc:sldChg chg="add">
        <pc:chgData name="Fabian Surya Pramudya" userId="f46cf8bb-4ec7-4653-94a9-ff26fa22481f" providerId="ADAL" clId="{64305B13-359E-4B95-A0D2-9883CB54BF2C}" dt="2022-07-10T04:39:04.151" v="12"/>
        <pc:sldMkLst>
          <pc:docMk/>
          <pc:sldMk cId="2752398955" sldId="278"/>
        </pc:sldMkLst>
      </pc:sldChg>
      <pc:sldChg chg="add del">
        <pc:chgData name="Fabian Surya Pramudya" userId="f46cf8bb-4ec7-4653-94a9-ff26fa22481f" providerId="ADAL" clId="{64305B13-359E-4B95-A0D2-9883CB54BF2C}" dt="2022-07-10T04:47:44.326" v="18" actId="2696"/>
        <pc:sldMkLst>
          <pc:docMk/>
          <pc:sldMk cId="2504555527" sldId="279"/>
        </pc:sldMkLst>
      </pc:sldChg>
      <pc:sldChg chg="del">
        <pc:chgData name="Fabian Surya Pramudya" userId="f46cf8bb-4ec7-4653-94a9-ff26fa22481f" providerId="ADAL" clId="{64305B13-359E-4B95-A0D2-9883CB54BF2C}" dt="2022-07-10T04:38:58.657" v="8" actId="2696"/>
        <pc:sldMkLst>
          <pc:docMk/>
          <pc:sldMk cId="3227304945" sldId="279"/>
        </pc:sldMkLst>
      </pc:sldChg>
      <pc:sldChg chg="del">
        <pc:chgData name="Fabian Surya Pramudya" userId="f46cf8bb-4ec7-4653-94a9-ff26fa22481f" providerId="ADAL" clId="{64305B13-359E-4B95-A0D2-9883CB54BF2C}" dt="2022-07-10T05:28:57.125" v="292" actId="2696"/>
        <pc:sldMkLst>
          <pc:docMk/>
          <pc:sldMk cId="477361850" sldId="280"/>
        </pc:sldMkLst>
      </pc:sldChg>
      <pc:sldChg chg="del">
        <pc:chgData name="Fabian Surya Pramudya" userId="f46cf8bb-4ec7-4653-94a9-ff26fa22481f" providerId="ADAL" clId="{64305B13-359E-4B95-A0D2-9883CB54BF2C}" dt="2022-07-10T05:28:55.920" v="291" actId="2696"/>
        <pc:sldMkLst>
          <pc:docMk/>
          <pc:sldMk cId="2924175496" sldId="281"/>
        </pc:sldMkLst>
      </pc:sldChg>
      <pc:sldChg chg="del">
        <pc:chgData name="Fabian Surya Pramudya" userId="f46cf8bb-4ec7-4653-94a9-ff26fa22481f" providerId="ADAL" clId="{64305B13-359E-4B95-A0D2-9883CB54BF2C}" dt="2022-07-10T05:28:58.520" v="293" actId="2696"/>
        <pc:sldMkLst>
          <pc:docMk/>
          <pc:sldMk cId="3597124479" sldId="282"/>
        </pc:sldMkLst>
      </pc:sldChg>
      <pc:sldChg chg="del">
        <pc:chgData name="Fabian Surya Pramudya" userId="f46cf8bb-4ec7-4653-94a9-ff26fa22481f" providerId="ADAL" clId="{64305B13-359E-4B95-A0D2-9883CB54BF2C}" dt="2022-07-10T05:28:59.690" v="294" actId="2696"/>
        <pc:sldMkLst>
          <pc:docMk/>
          <pc:sldMk cId="1743787489" sldId="283"/>
        </pc:sldMkLst>
      </pc:sldChg>
      <pc:sldChg chg="addSp delSp modSp add ord">
        <pc:chgData name="Fabian Surya Pramudya" userId="f46cf8bb-4ec7-4653-94a9-ff26fa22481f" providerId="ADAL" clId="{64305B13-359E-4B95-A0D2-9883CB54BF2C}" dt="2022-07-10T04:51:27.551" v="53" actId="478"/>
        <pc:sldMkLst>
          <pc:docMk/>
          <pc:sldMk cId="3494511364" sldId="284"/>
        </pc:sldMkLst>
        <pc:spChg chg="add del mod">
          <ac:chgData name="Fabian Surya Pramudya" userId="f46cf8bb-4ec7-4653-94a9-ff26fa22481f" providerId="ADAL" clId="{64305B13-359E-4B95-A0D2-9883CB54BF2C}" dt="2022-07-10T04:49:45.110" v="33" actId="478"/>
          <ac:spMkLst>
            <pc:docMk/>
            <pc:sldMk cId="3494511364" sldId="284"/>
            <ac:spMk id="2" creationId="{3F44EAE5-B049-4C3C-A85E-A114EC2185BB}"/>
          </ac:spMkLst>
        </pc:spChg>
        <pc:spChg chg="add del mod">
          <ac:chgData name="Fabian Surya Pramudya" userId="f46cf8bb-4ec7-4653-94a9-ff26fa22481f" providerId="ADAL" clId="{64305B13-359E-4B95-A0D2-9883CB54BF2C}" dt="2022-07-10T04:49:40.516" v="31" actId="478"/>
          <ac:spMkLst>
            <pc:docMk/>
            <pc:sldMk cId="3494511364" sldId="284"/>
            <ac:spMk id="5" creationId="{17534ACA-84AB-4F49-80CC-E3A3AC9F0FFC}"/>
          </ac:spMkLst>
        </pc:spChg>
        <pc:spChg chg="add del">
          <ac:chgData name="Fabian Surya Pramudya" userId="f46cf8bb-4ec7-4653-94a9-ff26fa22481f" providerId="ADAL" clId="{64305B13-359E-4B95-A0D2-9883CB54BF2C}" dt="2022-07-10T04:49:39.636" v="30"/>
          <ac:spMkLst>
            <pc:docMk/>
            <pc:sldMk cId="3494511364" sldId="284"/>
            <ac:spMk id="6" creationId="{9AF340EE-A7EE-4F48-83E1-333FB47C6544}"/>
          </ac:spMkLst>
        </pc:spChg>
        <pc:spChg chg="add del mod">
          <ac:chgData name="Fabian Surya Pramudya" userId="f46cf8bb-4ec7-4653-94a9-ff26fa22481f" providerId="ADAL" clId="{64305B13-359E-4B95-A0D2-9883CB54BF2C}" dt="2022-07-10T04:50:14.994" v="47" actId="478"/>
          <ac:spMkLst>
            <pc:docMk/>
            <pc:sldMk cId="3494511364" sldId="284"/>
            <ac:spMk id="8" creationId="{BBD86773-01B0-4E99-8F8E-A924181FD978}"/>
          </ac:spMkLst>
        </pc:spChg>
        <pc:spChg chg="add del mod">
          <ac:chgData name="Fabian Surya Pramudya" userId="f46cf8bb-4ec7-4653-94a9-ff26fa22481f" providerId="ADAL" clId="{64305B13-359E-4B95-A0D2-9883CB54BF2C}" dt="2022-07-10T04:49:57.327" v="40"/>
          <ac:spMkLst>
            <pc:docMk/>
            <pc:sldMk cId="3494511364" sldId="284"/>
            <ac:spMk id="9" creationId="{2B54C3A3-7B65-411D-A3DA-67149423DCEE}"/>
          </ac:spMkLst>
        </pc:spChg>
        <pc:spChg chg="add del mod">
          <ac:chgData name="Fabian Surya Pramudya" userId="f46cf8bb-4ec7-4653-94a9-ff26fa22481f" providerId="ADAL" clId="{64305B13-359E-4B95-A0D2-9883CB54BF2C}" dt="2022-07-10T04:51:27.551" v="53" actId="478"/>
          <ac:spMkLst>
            <pc:docMk/>
            <pc:sldMk cId="3494511364" sldId="284"/>
            <ac:spMk id="11" creationId="{1C855047-B82A-4BF9-9BF5-2B20B0A6FA71}"/>
          </ac:spMkLst>
        </pc:spChg>
        <pc:spChg chg="add">
          <ac:chgData name="Fabian Surya Pramudya" userId="f46cf8bb-4ec7-4653-94a9-ff26fa22481f" providerId="ADAL" clId="{64305B13-359E-4B95-A0D2-9883CB54BF2C}" dt="2022-07-10T04:50:15.399" v="48"/>
          <ac:spMkLst>
            <pc:docMk/>
            <pc:sldMk cId="3494511364" sldId="284"/>
            <ac:spMk id="12" creationId="{E22A422B-C381-4ADC-8C12-4EEC3AFE5331}"/>
          </ac:spMkLst>
        </pc:spChg>
      </pc:sldChg>
      <pc:sldChg chg="addSp delSp modSp add ord">
        <pc:chgData name="Fabian Surya Pramudya" userId="f46cf8bb-4ec7-4653-94a9-ff26fa22481f" providerId="ADAL" clId="{64305B13-359E-4B95-A0D2-9883CB54BF2C}" dt="2022-07-10T05:53:52.525" v="377" actId="478"/>
        <pc:sldMkLst>
          <pc:docMk/>
          <pc:sldMk cId="0" sldId="294"/>
        </pc:sldMkLst>
        <pc:spChg chg="add mod">
          <ac:chgData name="Fabian Surya Pramudya" userId="f46cf8bb-4ec7-4653-94a9-ff26fa22481f" providerId="ADAL" clId="{64305B13-359E-4B95-A0D2-9883CB54BF2C}" dt="2022-07-10T05:53:41.492" v="373" actId="1076"/>
          <ac:spMkLst>
            <pc:docMk/>
            <pc:sldMk cId="0" sldId="294"/>
            <ac:spMk id="31" creationId="{28C14325-0C20-422E-ADD7-88372F0C7521}"/>
          </ac:spMkLst>
        </pc:spChg>
        <pc:spChg chg="mod">
          <ac:chgData name="Fabian Surya Pramudya" userId="f46cf8bb-4ec7-4653-94a9-ff26fa22481f" providerId="ADAL" clId="{64305B13-359E-4B95-A0D2-9883CB54BF2C}" dt="2022-07-10T05:53:38.055" v="371" actId="1076"/>
          <ac:spMkLst>
            <pc:docMk/>
            <pc:sldMk cId="0" sldId="294"/>
            <ac:spMk id="50179"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180"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181"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182"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183"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184"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187"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192"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196"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200"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201"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202"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203"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204"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205"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206" creationId="{00000000-0000-0000-0000-000000000000}"/>
          </ac:spMkLst>
        </pc:spChg>
        <pc:spChg chg="del mod">
          <ac:chgData name="Fabian Surya Pramudya" userId="f46cf8bb-4ec7-4653-94a9-ff26fa22481f" providerId="ADAL" clId="{64305B13-359E-4B95-A0D2-9883CB54BF2C}" dt="2022-07-10T05:53:52.525" v="377" actId="478"/>
          <ac:spMkLst>
            <pc:docMk/>
            <pc:sldMk cId="0" sldId="294"/>
            <ac:spMk id="91166"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199690"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199691"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199693"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199694"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199695"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199696"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199698"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199699"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199700"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199702"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199703"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199704" creationId="{00000000-0000-0000-0000-000000000000}"/>
          </ac:spMkLst>
        </pc:spChg>
      </pc:sldChg>
      <pc:sldChg chg="add ord">
        <pc:chgData name="Fabian Surya Pramudya" userId="f46cf8bb-4ec7-4653-94a9-ff26fa22481f" providerId="ADAL" clId="{64305B13-359E-4B95-A0D2-9883CB54BF2C}" dt="2022-07-10T05:53:12.964" v="367"/>
        <pc:sldMkLst>
          <pc:docMk/>
          <pc:sldMk cId="0" sldId="295"/>
        </pc:sldMkLst>
      </pc:sldChg>
      <pc:sldChg chg="add ord">
        <pc:chgData name="Fabian Surya Pramudya" userId="f46cf8bb-4ec7-4653-94a9-ff26fa22481f" providerId="ADAL" clId="{64305B13-359E-4B95-A0D2-9883CB54BF2C}" dt="2022-07-10T05:53:12.964" v="367"/>
        <pc:sldMkLst>
          <pc:docMk/>
          <pc:sldMk cId="0" sldId="301"/>
        </pc:sldMkLst>
      </pc:sldChg>
      <pc:sldChg chg="modSp add">
        <pc:chgData name="Fabian Surya Pramudya" userId="f46cf8bb-4ec7-4653-94a9-ff26fa22481f" providerId="ADAL" clId="{64305B13-359E-4B95-A0D2-9883CB54BF2C}" dt="2022-07-10T05:27:14.367" v="272" actId="404"/>
        <pc:sldMkLst>
          <pc:docMk/>
          <pc:sldMk cId="2266335927" sldId="303"/>
        </pc:sldMkLst>
        <pc:spChg chg="mod">
          <ac:chgData name="Fabian Surya Pramudya" userId="f46cf8bb-4ec7-4653-94a9-ff26fa22481f" providerId="ADAL" clId="{64305B13-359E-4B95-A0D2-9883CB54BF2C}" dt="2022-07-10T05:27:14.367" v="272" actId="404"/>
          <ac:spMkLst>
            <pc:docMk/>
            <pc:sldMk cId="2266335927" sldId="303"/>
            <ac:spMk id="3" creationId="{45ABB95F-0D35-491B-83F7-4B60313F479C}"/>
          </ac:spMkLst>
        </pc:spChg>
      </pc:sldChg>
      <pc:sldChg chg="addSp delSp modSp add">
        <pc:chgData name="Fabian Surya Pramudya" userId="f46cf8bb-4ec7-4653-94a9-ff26fa22481f" providerId="ADAL" clId="{64305B13-359E-4B95-A0D2-9883CB54BF2C}" dt="2022-07-10T05:28:05.472" v="279" actId="1076"/>
        <pc:sldMkLst>
          <pc:docMk/>
          <pc:sldMk cId="3386296652" sldId="304"/>
        </pc:sldMkLst>
        <pc:spChg chg="del">
          <ac:chgData name="Fabian Surya Pramudya" userId="f46cf8bb-4ec7-4653-94a9-ff26fa22481f" providerId="ADAL" clId="{64305B13-359E-4B95-A0D2-9883CB54BF2C}" dt="2022-07-10T05:27:34.745" v="273" actId="478"/>
          <ac:spMkLst>
            <pc:docMk/>
            <pc:sldMk cId="3386296652" sldId="304"/>
            <ac:spMk id="2" creationId="{6E2C56CF-DB5B-4210-8F25-390D48E4BE29}"/>
          </ac:spMkLst>
        </pc:spChg>
        <pc:spChg chg="mod">
          <ac:chgData name="Fabian Surya Pramudya" userId="f46cf8bb-4ec7-4653-94a9-ff26fa22481f" providerId="ADAL" clId="{64305B13-359E-4B95-A0D2-9883CB54BF2C}" dt="2022-07-10T05:28:05.472" v="279" actId="1076"/>
          <ac:spMkLst>
            <pc:docMk/>
            <pc:sldMk cId="3386296652" sldId="304"/>
            <ac:spMk id="3" creationId="{45ABB95F-0D35-491B-83F7-4B60313F479C}"/>
          </ac:spMkLst>
        </pc:spChg>
        <pc:spChg chg="add mod">
          <ac:chgData name="Fabian Surya Pramudya" userId="f46cf8bb-4ec7-4653-94a9-ff26fa22481f" providerId="ADAL" clId="{64305B13-359E-4B95-A0D2-9883CB54BF2C}" dt="2022-07-10T05:28:03.127" v="278" actId="14100"/>
          <ac:spMkLst>
            <pc:docMk/>
            <pc:sldMk cId="3386296652" sldId="304"/>
            <ac:spMk id="5" creationId="{BE8ADC19-DF60-449B-9AF3-80996A4458CF}"/>
          </ac:spMkLst>
        </pc:spChg>
      </pc:sldChg>
      <pc:sldChg chg="modSp add">
        <pc:chgData name="Fabian Surya Pramudya" userId="f46cf8bb-4ec7-4653-94a9-ff26fa22481f" providerId="ADAL" clId="{64305B13-359E-4B95-A0D2-9883CB54BF2C}" dt="2022-07-10T05:28:16.336" v="280" actId="1076"/>
        <pc:sldMkLst>
          <pc:docMk/>
          <pc:sldMk cId="3609814425" sldId="305"/>
        </pc:sldMkLst>
        <pc:spChg chg="mod">
          <ac:chgData name="Fabian Surya Pramudya" userId="f46cf8bb-4ec7-4653-94a9-ff26fa22481f" providerId="ADAL" clId="{64305B13-359E-4B95-A0D2-9883CB54BF2C}" dt="2022-07-10T05:28:16.336" v="280" actId="1076"/>
          <ac:spMkLst>
            <pc:docMk/>
            <pc:sldMk cId="3609814425" sldId="305"/>
            <ac:spMk id="3" creationId="{45ABB95F-0D35-491B-83F7-4B60313F479C}"/>
          </ac:spMkLst>
        </pc:spChg>
      </pc:sldChg>
      <pc:sldChg chg="modSp add">
        <pc:chgData name="Fabian Surya Pramudya" userId="f46cf8bb-4ec7-4653-94a9-ff26fa22481f" providerId="ADAL" clId="{64305B13-359E-4B95-A0D2-9883CB54BF2C}" dt="2022-07-10T05:30:04.155" v="305" actId="1076"/>
        <pc:sldMkLst>
          <pc:docMk/>
          <pc:sldMk cId="3431159792" sldId="306"/>
        </pc:sldMkLst>
        <pc:spChg chg="mod">
          <ac:chgData name="Fabian Surya Pramudya" userId="f46cf8bb-4ec7-4653-94a9-ff26fa22481f" providerId="ADAL" clId="{64305B13-359E-4B95-A0D2-9883CB54BF2C}" dt="2022-07-10T05:30:04.155" v="305" actId="1076"/>
          <ac:spMkLst>
            <pc:docMk/>
            <pc:sldMk cId="3431159792" sldId="306"/>
            <ac:spMk id="2" creationId="{6E2C56CF-DB5B-4210-8F25-390D48E4BE29}"/>
          </ac:spMkLst>
        </pc:spChg>
        <pc:spChg chg="mod">
          <ac:chgData name="Fabian Surya Pramudya" userId="f46cf8bb-4ec7-4653-94a9-ff26fa22481f" providerId="ADAL" clId="{64305B13-359E-4B95-A0D2-9883CB54BF2C}" dt="2022-07-10T05:29:48.455" v="300" actId="1076"/>
          <ac:spMkLst>
            <pc:docMk/>
            <pc:sldMk cId="3431159792" sldId="306"/>
            <ac:spMk id="3" creationId="{45ABB95F-0D35-491B-83F7-4B60313F479C}"/>
          </ac:spMkLst>
        </pc:spChg>
      </pc:sldChg>
      <pc:sldChg chg="addSp delSp modSp add">
        <pc:chgData name="Fabian Surya Pramudya" userId="f46cf8bb-4ec7-4653-94a9-ff26fa22481f" providerId="ADAL" clId="{64305B13-359E-4B95-A0D2-9883CB54BF2C}" dt="2022-07-10T04:50:08.443" v="46"/>
        <pc:sldMkLst>
          <pc:docMk/>
          <pc:sldMk cId="2257038213" sldId="307"/>
        </pc:sldMkLst>
        <pc:spChg chg="add del mod">
          <ac:chgData name="Fabian Surya Pramudya" userId="f46cf8bb-4ec7-4653-94a9-ff26fa22481f" providerId="ADAL" clId="{64305B13-359E-4B95-A0D2-9883CB54BF2C}" dt="2022-07-10T04:50:08.443" v="46"/>
          <ac:spMkLst>
            <pc:docMk/>
            <pc:sldMk cId="2257038213" sldId="307"/>
            <ac:spMk id="2" creationId="{3F44EAE5-B049-4C3C-A85E-A114EC2185BB}"/>
          </ac:spMkLst>
        </pc:spChg>
        <pc:spChg chg="add del mod">
          <ac:chgData name="Fabian Surya Pramudya" userId="f46cf8bb-4ec7-4653-94a9-ff26fa22481f" providerId="ADAL" clId="{64305B13-359E-4B95-A0D2-9883CB54BF2C}" dt="2022-07-10T04:39:24.195" v="15"/>
          <ac:spMkLst>
            <pc:docMk/>
            <pc:sldMk cId="2257038213" sldId="307"/>
            <ac:spMk id="4" creationId="{9FD1F4D9-AD62-4B08-B37E-9EE665745049}"/>
          </ac:spMkLst>
        </pc:spChg>
        <pc:spChg chg="add del mod">
          <ac:chgData name="Fabian Surya Pramudya" userId="f46cf8bb-4ec7-4653-94a9-ff26fa22481f" providerId="ADAL" clId="{64305B13-359E-4B95-A0D2-9883CB54BF2C}" dt="2022-07-10T04:39:24.195" v="15"/>
          <ac:spMkLst>
            <pc:docMk/>
            <pc:sldMk cId="2257038213" sldId="307"/>
            <ac:spMk id="5" creationId="{5A59F59A-B502-49E3-AC88-20B430A71D01}"/>
          </ac:spMkLst>
        </pc:spChg>
        <pc:spChg chg="add del mod">
          <ac:chgData name="Fabian Surya Pramudya" userId="f46cf8bb-4ec7-4653-94a9-ff26fa22481f" providerId="ADAL" clId="{64305B13-359E-4B95-A0D2-9883CB54BF2C}" dt="2022-07-10T04:39:24.195" v="15"/>
          <ac:spMkLst>
            <pc:docMk/>
            <pc:sldMk cId="2257038213" sldId="307"/>
            <ac:spMk id="6" creationId="{065D4E11-5503-4E85-AC63-9A4EF7C6FFAE}"/>
          </ac:spMkLst>
        </pc:spChg>
        <pc:spChg chg="add del mod">
          <ac:chgData name="Fabian Surya Pramudya" userId="f46cf8bb-4ec7-4653-94a9-ff26fa22481f" providerId="ADAL" clId="{64305B13-359E-4B95-A0D2-9883CB54BF2C}" dt="2022-07-10T04:39:31.583" v="17"/>
          <ac:spMkLst>
            <pc:docMk/>
            <pc:sldMk cId="2257038213" sldId="307"/>
            <ac:spMk id="7" creationId="{3250ED98-622F-45B5-8373-8C2656FF55C2}"/>
          </ac:spMkLst>
        </pc:spChg>
        <pc:spChg chg="add del mod">
          <ac:chgData name="Fabian Surya Pramudya" userId="f46cf8bb-4ec7-4653-94a9-ff26fa22481f" providerId="ADAL" clId="{64305B13-359E-4B95-A0D2-9883CB54BF2C}" dt="2022-07-10T04:48:24.516" v="23"/>
          <ac:spMkLst>
            <pc:docMk/>
            <pc:sldMk cId="2257038213" sldId="307"/>
            <ac:spMk id="8" creationId="{781520F1-3B2F-40B3-8B43-E9AB4E66D6D0}"/>
          </ac:spMkLst>
        </pc:spChg>
      </pc:sldChg>
      <pc:sldChg chg="addSp delSp modSp add">
        <pc:chgData name="Fabian Surya Pramudya" userId="f46cf8bb-4ec7-4653-94a9-ff26fa22481f" providerId="ADAL" clId="{64305B13-359E-4B95-A0D2-9883CB54BF2C}" dt="2022-07-10T04:51:56.908" v="58"/>
        <pc:sldMkLst>
          <pc:docMk/>
          <pc:sldMk cId="117369712" sldId="308"/>
        </pc:sldMkLst>
        <pc:spChg chg="del">
          <ac:chgData name="Fabian Surya Pramudya" userId="f46cf8bb-4ec7-4653-94a9-ff26fa22481f" providerId="ADAL" clId="{64305B13-359E-4B95-A0D2-9883CB54BF2C}" dt="2022-07-10T04:51:54.297" v="56" actId="478"/>
          <ac:spMkLst>
            <pc:docMk/>
            <pc:sldMk cId="117369712" sldId="308"/>
            <ac:spMk id="2" creationId="{3F44EAE5-B049-4C3C-A85E-A114EC2185BB}"/>
          </ac:spMkLst>
        </pc:spChg>
        <pc:spChg chg="add del mod">
          <ac:chgData name="Fabian Surya Pramudya" userId="f46cf8bb-4ec7-4653-94a9-ff26fa22481f" providerId="ADAL" clId="{64305B13-359E-4B95-A0D2-9883CB54BF2C}" dt="2022-07-10T04:51:56.578" v="57" actId="478"/>
          <ac:spMkLst>
            <pc:docMk/>
            <pc:sldMk cId="117369712" sldId="308"/>
            <ac:spMk id="5" creationId="{9D148605-B960-41FA-B46B-77CB01C23080}"/>
          </ac:spMkLst>
        </pc:spChg>
        <pc:spChg chg="add">
          <ac:chgData name="Fabian Surya Pramudya" userId="f46cf8bb-4ec7-4653-94a9-ff26fa22481f" providerId="ADAL" clId="{64305B13-359E-4B95-A0D2-9883CB54BF2C}" dt="2022-07-10T04:51:56.908" v="58"/>
          <ac:spMkLst>
            <pc:docMk/>
            <pc:sldMk cId="117369712" sldId="308"/>
            <ac:spMk id="6" creationId="{8AE18587-4322-4AC6-A11C-381516718F3E}"/>
          </ac:spMkLst>
        </pc:spChg>
      </pc:sldChg>
      <pc:sldChg chg="addSp delSp modSp add">
        <pc:chgData name="Fabian Surya Pramudya" userId="f46cf8bb-4ec7-4653-94a9-ff26fa22481f" providerId="ADAL" clId="{64305B13-359E-4B95-A0D2-9883CB54BF2C}" dt="2022-07-10T04:52:47.523" v="75" actId="1076"/>
        <pc:sldMkLst>
          <pc:docMk/>
          <pc:sldMk cId="1104237105" sldId="309"/>
        </pc:sldMkLst>
        <pc:spChg chg="del">
          <ac:chgData name="Fabian Surya Pramudya" userId="f46cf8bb-4ec7-4653-94a9-ff26fa22481f" providerId="ADAL" clId="{64305B13-359E-4B95-A0D2-9883CB54BF2C}" dt="2022-07-10T04:52:02.832" v="59" actId="478"/>
          <ac:spMkLst>
            <pc:docMk/>
            <pc:sldMk cId="1104237105" sldId="309"/>
            <ac:spMk id="2" creationId="{3F44EAE5-B049-4C3C-A85E-A114EC2185BB}"/>
          </ac:spMkLst>
        </pc:spChg>
        <pc:spChg chg="mod">
          <ac:chgData name="Fabian Surya Pramudya" userId="f46cf8bb-4ec7-4653-94a9-ff26fa22481f" providerId="ADAL" clId="{64305B13-359E-4B95-A0D2-9883CB54BF2C}" dt="2022-07-10T04:52:45.626" v="74" actId="1076"/>
          <ac:spMkLst>
            <pc:docMk/>
            <pc:sldMk cId="1104237105" sldId="309"/>
            <ac:spMk id="3" creationId="{468322E5-B2D6-416E-A254-3DBA0BE2A061}"/>
          </ac:spMkLst>
        </pc:spChg>
        <pc:spChg chg="add del mod">
          <ac:chgData name="Fabian Surya Pramudya" userId="f46cf8bb-4ec7-4653-94a9-ff26fa22481f" providerId="ADAL" clId="{64305B13-359E-4B95-A0D2-9883CB54BF2C}" dt="2022-07-10T04:52:05.592" v="60" actId="478"/>
          <ac:spMkLst>
            <pc:docMk/>
            <pc:sldMk cId="1104237105" sldId="309"/>
            <ac:spMk id="5" creationId="{30A4C1DB-131A-471B-8216-14ED6EF9D70D}"/>
          </ac:spMkLst>
        </pc:spChg>
        <pc:spChg chg="add">
          <ac:chgData name="Fabian Surya Pramudya" userId="f46cf8bb-4ec7-4653-94a9-ff26fa22481f" providerId="ADAL" clId="{64305B13-359E-4B95-A0D2-9883CB54BF2C}" dt="2022-07-10T04:52:05.987" v="61"/>
          <ac:spMkLst>
            <pc:docMk/>
            <pc:sldMk cId="1104237105" sldId="309"/>
            <ac:spMk id="6" creationId="{8C814661-DE3B-43EC-9866-BCB31CDAE924}"/>
          </ac:spMkLst>
        </pc:spChg>
        <pc:picChg chg="add mod">
          <ac:chgData name="Fabian Surya Pramudya" userId="f46cf8bb-4ec7-4653-94a9-ff26fa22481f" providerId="ADAL" clId="{64305B13-359E-4B95-A0D2-9883CB54BF2C}" dt="2022-07-10T04:52:47.523" v="75" actId="1076"/>
          <ac:picMkLst>
            <pc:docMk/>
            <pc:sldMk cId="1104237105" sldId="309"/>
            <ac:picMk id="7" creationId="{66128569-95AC-495A-A9F6-F48250A2AD13}"/>
          </ac:picMkLst>
        </pc:picChg>
      </pc:sldChg>
      <pc:sldChg chg="modSp add">
        <pc:chgData name="Fabian Surya Pramudya" userId="f46cf8bb-4ec7-4653-94a9-ff26fa22481f" providerId="ADAL" clId="{64305B13-359E-4B95-A0D2-9883CB54BF2C}" dt="2022-07-10T04:53:20.243" v="79" actId="1076"/>
        <pc:sldMkLst>
          <pc:docMk/>
          <pc:sldMk cId="510595457" sldId="310"/>
        </pc:sldMkLst>
        <pc:picChg chg="mod">
          <ac:chgData name="Fabian Surya Pramudya" userId="f46cf8bb-4ec7-4653-94a9-ff26fa22481f" providerId="ADAL" clId="{64305B13-359E-4B95-A0D2-9883CB54BF2C}" dt="2022-07-10T04:53:20.243" v="79" actId="1076"/>
          <ac:picMkLst>
            <pc:docMk/>
            <pc:sldMk cId="510595457" sldId="310"/>
            <ac:picMk id="3" creationId="{C53C7FFA-4183-434F-B5D0-73E422696B33}"/>
          </ac:picMkLst>
        </pc:picChg>
      </pc:sldChg>
      <pc:sldChg chg="addSp delSp modSp add">
        <pc:chgData name="Fabian Surya Pramudya" userId="f46cf8bb-4ec7-4653-94a9-ff26fa22481f" providerId="ADAL" clId="{64305B13-359E-4B95-A0D2-9883CB54BF2C}" dt="2022-07-10T04:55:27.917" v="122" actId="14100"/>
        <pc:sldMkLst>
          <pc:docMk/>
          <pc:sldMk cId="4199324649" sldId="311"/>
        </pc:sldMkLst>
        <pc:spChg chg="mod">
          <ac:chgData name="Fabian Surya Pramudya" userId="f46cf8bb-4ec7-4653-94a9-ff26fa22481f" providerId="ADAL" clId="{64305B13-359E-4B95-A0D2-9883CB54BF2C}" dt="2022-07-10T04:55:19.533" v="119" actId="14100"/>
          <ac:spMkLst>
            <pc:docMk/>
            <pc:sldMk cId="4199324649" sldId="311"/>
            <ac:spMk id="3" creationId="{468322E5-B2D6-416E-A254-3DBA0BE2A061}"/>
          </ac:spMkLst>
        </pc:spChg>
        <pc:spChg chg="add del mod">
          <ac:chgData name="Fabian Surya Pramudya" userId="f46cf8bb-4ec7-4653-94a9-ff26fa22481f" providerId="ADAL" clId="{64305B13-359E-4B95-A0D2-9883CB54BF2C}" dt="2022-07-10T04:53:39.158" v="87" actId="1076"/>
          <ac:spMkLst>
            <pc:docMk/>
            <pc:sldMk cId="4199324649" sldId="311"/>
            <ac:spMk id="5" creationId="{16517CA6-DCF4-4ADE-89F4-58A80E0589AA}"/>
          </ac:spMkLst>
        </pc:spChg>
        <pc:picChg chg="add mod">
          <ac:chgData name="Fabian Surya Pramudya" userId="f46cf8bb-4ec7-4653-94a9-ff26fa22481f" providerId="ADAL" clId="{64305B13-359E-4B95-A0D2-9883CB54BF2C}" dt="2022-07-10T04:55:27.917" v="122" actId="14100"/>
          <ac:picMkLst>
            <pc:docMk/>
            <pc:sldMk cId="4199324649" sldId="311"/>
            <ac:picMk id="4" creationId="{A6ADD96C-84A7-4DCD-847D-DF9195CF71C1}"/>
          </ac:picMkLst>
        </pc:picChg>
      </pc:sldChg>
      <pc:sldChg chg="add del">
        <pc:chgData name="Fabian Surya Pramudya" userId="f46cf8bb-4ec7-4653-94a9-ff26fa22481f" providerId="ADAL" clId="{64305B13-359E-4B95-A0D2-9883CB54BF2C}" dt="2022-07-10T04:55:56.514" v="131" actId="2696"/>
        <pc:sldMkLst>
          <pc:docMk/>
          <pc:sldMk cId="1332865665" sldId="312"/>
        </pc:sldMkLst>
      </pc:sldChg>
      <pc:sldChg chg="addSp modSp add">
        <pc:chgData name="Fabian Surya Pramudya" userId="f46cf8bb-4ec7-4653-94a9-ff26fa22481f" providerId="ADAL" clId="{64305B13-359E-4B95-A0D2-9883CB54BF2C}" dt="2022-07-10T04:56:18.049" v="138" actId="1076"/>
        <pc:sldMkLst>
          <pc:docMk/>
          <pc:sldMk cId="2704585203" sldId="313"/>
        </pc:sldMkLst>
        <pc:spChg chg="mod">
          <ac:chgData name="Fabian Surya Pramudya" userId="f46cf8bb-4ec7-4653-94a9-ff26fa22481f" providerId="ADAL" clId="{64305B13-359E-4B95-A0D2-9883CB54BF2C}" dt="2022-07-10T04:56:18.049" v="138" actId="1076"/>
          <ac:spMkLst>
            <pc:docMk/>
            <pc:sldMk cId="2704585203" sldId="313"/>
            <ac:spMk id="3" creationId="{468322E5-B2D6-416E-A254-3DBA0BE2A061}"/>
          </ac:spMkLst>
        </pc:spChg>
        <pc:picChg chg="add">
          <ac:chgData name="Fabian Surya Pramudya" userId="f46cf8bb-4ec7-4653-94a9-ff26fa22481f" providerId="ADAL" clId="{64305B13-359E-4B95-A0D2-9883CB54BF2C}" dt="2022-07-10T04:56:12.943" v="136"/>
          <ac:picMkLst>
            <pc:docMk/>
            <pc:sldMk cId="2704585203" sldId="313"/>
            <ac:picMk id="4" creationId="{7315D61E-7D5B-4511-A0F1-6554675019DD}"/>
          </ac:picMkLst>
        </pc:picChg>
      </pc:sldChg>
      <pc:sldChg chg="modSp add">
        <pc:chgData name="Fabian Surya Pramudya" userId="f46cf8bb-4ec7-4653-94a9-ff26fa22481f" providerId="ADAL" clId="{64305B13-359E-4B95-A0D2-9883CB54BF2C}" dt="2022-07-10T04:56:34.593" v="144" actId="27636"/>
        <pc:sldMkLst>
          <pc:docMk/>
          <pc:sldMk cId="97641865" sldId="314"/>
        </pc:sldMkLst>
        <pc:spChg chg="mod">
          <ac:chgData name="Fabian Surya Pramudya" userId="f46cf8bb-4ec7-4653-94a9-ff26fa22481f" providerId="ADAL" clId="{64305B13-359E-4B95-A0D2-9883CB54BF2C}" dt="2022-07-10T04:56:34.593" v="144" actId="27636"/>
          <ac:spMkLst>
            <pc:docMk/>
            <pc:sldMk cId="97641865" sldId="314"/>
            <ac:spMk id="3" creationId="{468322E5-B2D6-416E-A254-3DBA0BE2A061}"/>
          </ac:spMkLst>
        </pc:spChg>
      </pc:sldChg>
      <pc:sldChg chg="add">
        <pc:chgData name="Fabian Surya Pramudya" userId="f46cf8bb-4ec7-4653-94a9-ff26fa22481f" providerId="ADAL" clId="{64305B13-359E-4B95-A0D2-9883CB54BF2C}" dt="2022-07-10T04:38:02.682" v="0"/>
        <pc:sldMkLst>
          <pc:docMk/>
          <pc:sldMk cId="2881173591" sldId="315"/>
        </pc:sldMkLst>
      </pc:sldChg>
      <pc:sldChg chg="delSp modSp add del">
        <pc:chgData name="Fabian Surya Pramudya" userId="f46cf8bb-4ec7-4653-94a9-ff26fa22481f" providerId="ADAL" clId="{64305B13-359E-4B95-A0D2-9883CB54BF2C}" dt="2022-07-10T04:52:27.681" v="67" actId="2696"/>
        <pc:sldMkLst>
          <pc:docMk/>
          <pc:sldMk cId="721810756" sldId="316"/>
        </pc:sldMkLst>
        <pc:picChg chg="del mod">
          <ac:chgData name="Fabian Surya Pramudya" userId="f46cf8bb-4ec7-4653-94a9-ff26fa22481f" providerId="ADAL" clId="{64305B13-359E-4B95-A0D2-9883CB54BF2C}" dt="2022-07-10T04:52:26.037" v="66"/>
          <ac:picMkLst>
            <pc:docMk/>
            <pc:sldMk cId="721810756" sldId="316"/>
            <ac:picMk id="3" creationId="{17CF4E88-0419-4CC4-881B-FBA4551E317F}"/>
          </ac:picMkLst>
        </pc:picChg>
      </pc:sldChg>
      <pc:sldChg chg="addSp delSp modSp add">
        <pc:chgData name="Fabian Surya Pramudya" userId="f46cf8bb-4ec7-4653-94a9-ff26fa22481f" providerId="ADAL" clId="{64305B13-359E-4B95-A0D2-9883CB54BF2C}" dt="2022-07-10T04:58:42.963" v="177" actId="1076"/>
        <pc:sldMkLst>
          <pc:docMk/>
          <pc:sldMk cId="3974601475" sldId="317"/>
        </pc:sldMkLst>
        <pc:spChg chg="add del mod">
          <ac:chgData name="Fabian Surya Pramudya" userId="f46cf8bb-4ec7-4653-94a9-ff26fa22481f" providerId="ADAL" clId="{64305B13-359E-4B95-A0D2-9883CB54BF2C}" dt="2022-07-10T04:58:35.853" v="175" actId="403"/>
          <ac:spMkLst>
            <pc:docMk/>
            <pc:sldMk cId="3974601475" sldId="317"/>
            <ac:spMk id="2" creationId="{50472ABD-822C-4C86-897D-29B7D35D5DA5}"/>
          </ac:spMkLst>
        </pc:spChg>
        <pc:spChg chg="mod">
          <ac:chgData name="Fabian Surya Pramudya" userId="f46cf8bb-4ec7-4653-94a9-ff26fa22481f" providerId="ADAL" clId="{64305B13-359E-4B95-A0D2-9883CB54BF2C}" dt="2022-07-10T04:58:42.963" v="177" actId="1076"/>
          <ac:spMkLst>
            <pc:docMk/>
            <pc:sldMk cId="3974601475" sldId="317"/>
            <ac:spMk id="3" creationId="{468322E5-B2D6-416E-A254-3DBA0BE2A061}"/>
          </ac:spMkLst>
        </pc:spChg>
        <pc:spChg chg="add del mod">
          <ac:chgData name="Fabian Surya Pramudya" userId="f46cf8bb-4ec7-4653-94a9-ff26fa22481f" providerId="ADAL" clId="{64305B13-359E-4B95-A0D2-9883CB54BF2C}" dt="2022-07-10T04:58:02.155" v="159"/>
          <ac:spMkLst>
            <pc:docMk/>
            <pc:sldMk cId="3974601475" sldId="317"/>
            <ac:spMk id="4" creationId="{4021EE45-66A2-449F-8CCE-0158BC8A50FC}"/>
          </ac:spMkLst>
        </pc:spChg>
        <pc:spChg chg="add del mod">
          <ac:chgData name="Fabian Surya Pramudya" userId="f46cf8bb-4ec7-4653-94a9-ff26fa22481f" providerId="ADAL" clId="{64305B13-359E-4B95-A0D2-9883CB54BF2C}" dt="2022-07-10T04:58:02.155" v="159"/>
          <ac:spMkLst>
            <pc:docMk/>
            <pc:sldMk cId="3974601475" sldId="317"/>
            <ac:spMk id="5" creationId="{445B476C-7871-4DF3-9C1B-DE2C5AAB3E0D}"/>
          </ac:spMkLst>
        </pc:spChg>
      </pc:sldChg>
      <pc:sldChg chg="modSp add">
        <pc:chgData name="Fabian Surya Pramudya" userId="f46cf8bb-4ec7-4653-94a9-ff26fa22481f" providerId="ADAL" clId="{64305B13-359E-4B95-A0D2-9883CB54BF2C}" dt="2022-07-10T06:23:24.928" v="424" actId="1076"/>
        <pc:sldMkLst>
          <pc:docMk/>
          <pc:sldMk cId="0" sldId="318"/>
        </pc:sldMkLst>
        <pc:spChg chg="mod">
          <ac:chgData name="Fabian Surya Pramudya" userId="f46cf8bb-4ec7-4653-94a9-ff26fa22481f" providerId="ADAL" clId="{64305B13-359E-4B95-A0D2-9883CB54BF2C}" dt="2022-07-10T06:23:24.928" v="424" actId="1076"/>
          <ac:spMkLst>
            <pc:docMk/>
            <pc:sldMk cId="0" sldId="318"/>
            <ac:spMk id="91139" creationId="{00000000-0000-0000-0000-000000000000}"/>
          </ac:spMkLst>
        </pc:spChg>
        <pc:spChg chg="mod">
          <ac:chgData name="Fabian Surya Pramudya" userId="f46cf8bb-4ec7-4653-94a9-ff26fa22481f" providerId="ADAL" clId="{64305B13-359E-4B95-A0D2-9883CB54BF2C}" dt="2022-07-10T06:23:23.521" v="423" actId="1076"/>
          <ac:spMkLst>
            <pc:docMk/>
            <pc:sldMk cId="0" sldId="318"/>
            <ac:spMk id="243715" creationId="{00000000-0000-0000-0000-000000000000}"/>
          </ac:spMkLst>
        </pc:spChg>
      </pc:sldChg>
      <pc:sldChg chg="delSp add del">
        <pc:chgData name="Fabian Surya Pramudya" userId="f46cf8bb-4ec7-4653-94a9-ff26fa22481f" providerId="ADAL" clId="{64305B13-359E-4B95-A0D2-9883CB54BF2C}" dt="2022-07-10T04:55:32.063" v="124" actId="2696"/>
        <pc:sldMkLst>
          <pc:docMk/>
          <pc:sldMk cId="3510503143" sldId="318"/>
        </pc:sldMkLst>
        <pc:picChg chg="del">
          <ac:chgData name="Fabian Surya Pramudya" userId="f46cf8bb-4ec7-4653-94a9-ff26fa22481f" providerId="ADAL" clId="{64305B13-359E-4B95-A0D2-9883CB54BF2C}" dt="2022-07-10T04:54:29.003" v="98"/>
          <ac:picMkLst>
            <pc:docMk/>
            <pc:sldMk cId="3510503143" sldId="318"/>
            <ac:picMk id="3" creationId="{E811DE24-DBFE-4343-A1D1-B3BE64973F34}"/>
          </ac:picMkLst>
        </pc:picChg>
      </pc:sldChg>
      <pc:sldChg chg="modSp add">
        <pc:chgData name="Fabian Surya Pramudya" userId="f46cf8bb-4ec7-4653-94a9-ff26fa22481f" providerId="ADAL" clId="{64305B13-359E-4B95-A0D2-9883CB54BF2C}" dt="2022-07-10T06:23:49.782" v="433" actId="1076"/>
        <pc:sldMkLst>
          <pc:docMk/>
          <pc:sldMk cId="0" sldId="319"/>
        </pc:sldMkLst>
        <pc:spChg chg="mod">
          <ac:chgData name="Fabian Surya Pramudya" userId="f46cf8bb-4ec7-4653-94a9-ff26fa22481f" providerId="ADAL" clId="{64305B13-359E-4B95-A0D2-9883CB54BF2C}" dt="2022-07-10T06:23:34.898" v="426" actId="1076"/>
          <ac:spMkLst>
            <pc:docMk/>
            <pc:sldMk cId="0" sldId="319"/>
            <ac:spMk id="92163" creationId="{00000000-0000-0000-0000-000000000000}"/>
          </ac:spMkLst>
        </pc:spChg>
        <pc:spChg chg="mod">
          <ac:chgData name="Fabian Surya Pramudya" userId="f46cf8bb-4ec7-4653-94a9-ff26fa22481f" providerId="ADAL" clId="{64305B13-359E-4B95-A0D2-9883CB54BF2C}" dt="2022-07-10T06:23:41.213" v="429" actId="1076"/>
          <ac:spMkLst>
            <pc:docMk/>
            <pc:sldMk cId="0" sldId="319"/>
            <ac:spMk id="92164" creationId="{00000000-0000-0000-0000-000000000000}"/>
          </ac:spMkLst>
        </pc:spChg>
        <pc:spChg chg="mod">
          <ac:chgData name="Fabian Surya Pramudya" userId="f46cf8bb-4ec7-4653-94a9-ff26fa22481f" providerId="ADAL" clId="{64305B13-359E-4B95-A0D2-9883CB54BF2C}" dt="2022-07-10T06:23:49.782" v="433" actId="1076"/>
          <ac:spMkLst>
            <pc:docMk/>
            <pc:sldMk cId="0" sldId="319"/>
            <ac:spMk id="92169" creationId="{00000000-0000-0000-0000-000000000000}"/>
          </ac:spMkLst>
        </pc:spChg>
        <pc:picChg chg="mod">
          <ac:chgData name="Fabian Surya Pramudya" userId="f46cf8bb-4ec7-4653-94a9-ff26fa22481f" providerId="ADAL" clId="{64305B13-359E-4B95-A0D2-9883CB54BF2C}" dt="2022-07-10T06:23:45.760" v="432" actId="1076"/>
          <ac:picMkLst>
            <pc:docMk/>
            <pc:sldMk cId="0" sldId="319"/>
            <ac:picMk id="2" creationId="{00000000-0000-0000-0000-000000000000}"/>
          </ac:picMkLst>
        </pc:picChg>
        <pc:picChg chg="mod">
          <ac:chgData name="Fabian Surya Pramudya" userId="f46cf8bb-4ec7-4653-94a9-ff26fa22481f" providerId="ADAL" clId="{64305B13-359E-4B95-A0D2-9883CB54BF2C}" dt="2022-07-10T06:23:45.760" v="432" actId="1076"/>
          <ac:picMkLst>
            <pc:docMk/>
            <pc:sldMk cId="0" sldId="319"/>
            <ac:picMk id="3" creationId="{00000000-0000-0000-0000-000000000000}"/>
          </ac:picMkLst>
        </pc:picChg>
        <pc:picChg chg="mod">
          <ac:chgData name="Fabian Surya Pramudya" userId="f46cf8bb-4ec7-4653-94a9-ff26fa22481f" providerId="ADAL" clId="{64305B13-359E-4B95-A0D2-9883CB54BF2C}" dt="2022-07-10T06:23:45.760" v="432" actId="1076"/>
          <ac:picMkLst>
            <pc:docMk/>
            <pc:sldMk cId="0" sldId="319"/>
            <ac:picMk id="4" creationId="{00000000-0000-0000-0000-000000000000}"/>
          </ac:picMkLst>
        </pc:picChg>
        <pc:picChg chg="mod">
          <ac:chgData name="Fabian Surya Pramudya" userId="f46cf8bb-4ec7-4653-94a9-ff26fa22481f" providerId="ADAL" clId="{64305B13-359E-4B95-A0D2-9883CB54BF2C}" dt="2022-07-10T06:23:45.760" v="432" actId="1076"/>
          <ac:picMkLst>
            <pc:docMk/>
            <pc:sldMk cId="0" sldId="319"/>
            <ac:picMk id="5" creationId="{00000000-0000-0000-0000-000000000000}"/>
          </ac:picMkLst>
        </pc:picChg>
      </pc:sldChg>
      <pc:sldChg chg="modSp add del">
        <pc:chgData name="Fabian Surya Pramudya" userId="f46cf8bb-4ec7-4653-94a9-ff26fa22481f" providerId="ADAL" clId="{64305B13-359E-4B95-A0D2-9883CB54BF2C}" dt="2022-07-10T04:55:52.142" v="130" actId="2696"/>
        <pc:sldMkLst>
          <pc:docMk/>
          <pc:sldMk cId="3096510756" sldId="319"/>
        </pc:sldMkLst>
        <pc:spChg chg="mod">
          <ac:chgData name="Fabian Surya Pramudya" userId="f46cf8bb-4ec7-4653-94a9-ff26fa22481f" providerId="ADAL" clId="{64305B13-359E-4B95-A0D2-9883CB54BF2C}" dt="2022-07-10T04:55:43.540" v="128"/>
          <ac:spMkLst>
            <pc:docMk/>
            <pc:sldMk cId="3096510756" sldId="319"/>
            <ac:spMk id="3" creationId="{468322E5-B2D6-416E-A254-3DBA0BE2A061}"/>
          </ac:spMkLst>
        </pc:spChg>
      </pc:sldChg>
      <pc:sldChg chg="modSp add">
        <pc:chgData name="Fabian Surya Pramudya" userId="f46cf8bb-4ec7-4653-94a9-ff26fa22481f" providerId="ADAL" clId="{64305B13-359E-4B95-A0D2-9883CB54BF2C}" dt="2022-07-10T04:59:21.892" v="180" actId="1076"/>
        <pc:sldMkLst>
          <pc:docMk/>
          <pc:sldMk cId="883495976" sldId="320"/>
        </pc:sldMkLst>
        <pc:spChg chg="mod">
          <ac:chgData name="Fabian Surya Pramudya" userId="f46cf8bb-4ec7-4653-94a9-ff26fa22481f" providerId="ADAL" clId="{64305B13-359E-4B95-A0D2-9883CB54BF2C}" dt="2022-07-10T04:59:21.892" v="180" actId="1076"/>
          <ac:spMkLst>
            <pc:docMk/>
            <pc:sldMk cId="883495976" sldId="320"/>
            <ac:spMk id="2" creationId="{4DCEAB44-2C2D-4C4D-8834-053F58879EA4}"/>
          </ac:spMkLst>
        </pc:spChg>
        <pc:picChg chg="mod">
          <ac:chgData name="Fabian Surya Pramudya" userId="f46cf8bb-4ec7-4653-94a9-ff26fa22481f" providerId="ADAL" clId="{64305B13-359E-4B95-A0D2-9883CB54BF2C}" dt="2022-07-10T04:59:21.892" v="180" actId="1076"/>
          <ac:picMkLst>
            <pc:docMk/>
            <pc:sldMk cId="883495976" sldId="320"/>
            <ac:picMk id="5" creationId="{A0A55134-E9DE-475B-88D7-9BB89E4B6CD2}"/>
          </ac:picMkLst>
        </pc:picChg>
      </pc:sldChg>
      <pc:sldChg chg="modSp add">
        <pc:chgData name="Fabian Surya Pramudya" userId="f46cf8bb-4ec7-4653-94a9-ff26fa22481f" providerId="ADAL" clId="{64305B13-359E-4B95-A0D2-9883CB54BF2C}" dt="2022-07-10T05:01:15.468" v="221" actId="1076"/>
        <pc:sldMkLst>
          <pc:docMk/>
          <pc:sldMk cId="12048405" sldId="321"/>
        </pc:sldMkLst>
        <pc:spChg chg="mod">
          <ac:chgData name="Fabian Surya Pramudya" userId="f46cf8bb-4ec7-4653-94a9-ff26fa22481f" providerId="ADAL" clId="{64305B13-359E-4B95-A0D2-9883CB54BF2C}" dt="2022-07-10T05:01:15.468" v="221" actId="1076"/>
          <ac:spMkLst>
            <pc:docMk/>
            <pc:sldMk cId="12048405" sldId="321"/>
            <ac:spMk id="3" creationId="{468322E5-B2D6-416E-A254-3DBA0BE2A061}"/>
          </ac:spMkLst>
        </pc:spChg>
      </pc:sldChg>
      <pc:sldChg chg="modSp add del">
        <pc:chgData name="Fabian Surya Pramudya" userId="f46cf8bb-4ec7-4653-94a9-ff26fa22481f" providerId="ADAL" clId="{64305B13-359E-4B95-A0D2-9883CB54BF2C}" dt="2022-07-10T05:01:36.214" v="226" actId="1076"/>
        <pc:sldMkLst>
          <pc:docMk/>
          <pc:sldMk cId="4052717385" sldId="322"/>
        </pc:sldMkLst>
        <pc:spChg chg="mod">
          <ac:chgData name="Fabian Surya Pramudya" userId="f46cf8bb-4ec7-4653-94a9-ff26fa22481f" providerId="ADAL" clId="{64305B13-359E-4B95-A0D2-9883CB54BF2C}" dt="2022-07-10T05:01:36.214" v="226" actId="1076"/>
          <ac:spMkLst>
            <pc:docMk/>
            <pc:sldMk cId="4052717385" sldId="322"/>
            <ac:spMk id="3" creationId="{468322E5-B2D6-416E-A254-3DBA0BE2A061}"/>
          </ac:spMkLst>
        </pc:spChg>
      </pc:sldChg>
      <pc:sldChg chg="modSp add">
        <pc:chgData name="Fabian Surya Pramudya" userId="f46cf8bb-4ec7-4653-94a9-ff26fa22481f" providerId="ADAL" clId="{64305B13-359E-4B95-A0D2-9883CB54BF2C}" dt="2022-07-10T05:02:17.335" v="242" actId="1035"/>
        <pc:sldMkLst>
          <pc:docMk/>
          <pc:sldMk cId="1278343681" sldId="323"/>
        </pc:sldMkLst>
        <pc:spChg chg="mod">
          <ac:chgData name="Fabian Surya Pramudya" userId="f46cf8bb-4ec7-4653-94a9-ff26fa22481f" providerId="ADAL" clId="{64305B13-359E-4B95-A0D2-9883CB54BF2C}" dt="2022-07-10T05:02:17.335" v="242" actId="1035"/>
          <ac:spMkLst>
            <pc:docMk/>
            <pc:sldMk cId="1278343681" sldId="323"/>
            <ac:spMk id="3" creationId="{468322E5-B2D6-416E-A254-3DBA0BE2A061}"/>
          </ac:spMkLst>
        </pc:spChg>
      </pc:sldChg>
      <pc:sldChg chg="modSp add">
        <pc:chgData name="Fabian Surya Pramudya" userId="f46cf8bb-4ec7-4653-94a9-ff26fa22481f" providerId="ADAL" clId="{64305B13-359E-4B95-A0D2-9883CB54BF2C}" dt="2022-07-10T05:02:29.154" v="243" actId="1076"/>
        <pc:sldMkLst>
          <pc:docMk/>
          <pc:sldMk cId="1054643383" sldId="324"/>
        </pc:sldMkLst>
        <pc:spChg chg="mod">
          <ac:chgData name="Fabian Surya Pramudya" userId="f46cf8bb-4ec7-4653-94a9-ff26fa22481f" providerId="ADAL" clId="{64305B13-359E-4B95-A0D2-9883CB54BF2C}" dt="2022-07-10T05:02:29.154" v="243" actId="1076"/>
          <ac:spMkLst>
            <pc:docMk/>
            <pc:sldMk cId="1054643383" sldId="324"/>
            <ac:spMk id="2" creationId="{822C23B9-F4B3-4930-A628-05CE1374FCF3}"/>
          </ac:spMkLst>
        </pc:spChg>
        <pc:picChg chg="mod">
          <ac:chgData name="Fabian Surya Pramudya" userId="f46cf8bb-4ec7-4653-94a9-ff26fa22481f" providerId="ADAL" clId="{64305B13-359E-4B95-A0D2-9883CB54BF2C}" dt="2022-07-10T05:02:29.154" v="243" actId="1076"/>
          <ac:picMkLst>
            <pc:docMk/>
            <pc:sldMk cId="1054643383" sldId="324"/>
            <ac:picMk id="5" creationId="{E9C7B3F4-3152-4384-9ED8-28EF44F60321}"/>
          </ac:picMkLst>
        </pc:picChg>
      </pc:sldChg>
      <pc:sldChg chg="modSp add">
        <pc:chgData name="Fabian Surya Pramudya" userId="f46cf8bb-4ec7-4653-94a9-ff26fa22481f" providerId="ADAL" clId="{64305B13-359E-4B95-A0D2-9883CB54BF2C}" dt="2022-07-10T05:03:36.467" v="261" actId="20577"/>
        <pc:sldMkLst>
          <pc:docMk/>
          <pc:sldMk cId="3753000902" sldId="325"/>
        </pc:sldMkLst>
        <pc:spChg chg="mod">
          <ac:chgData name="Fabian Surya Pramudya" userId="f46cf8bb-4ec7-4653-94a9-ff26fa22481f" providerId="ADAL" clId="{64305B13-359E-4B95-A0D2-9883CB54BF2C}" dt="2022-07-10T05:03:36.467" v="261" actId="20577"/>
          <ac:spMkLst>
            <pc:docMk/>
            <pc:sldMk cId="3753000902" sldId="325"/>
            <ac:spMk id="3" creationId="{468322E5-B2D6-416E-A254-3DBA0BE2A061}"/>
          </ac:spMkLst>
        </pc:spChg>
      </pc:sldChg>
      <pc:sldChg chg="modSp add">
        <pc:chgData name="Fabian Surya Pramudya" userId="f46cf8bb-4ec7-4653-94a9-ff26fa22481f" providerId="ADAL" clId="{64305B13-359E-4B95-A0D2-9883CB54BF2C}" dt="2022-07-10T05:03:19.471" v="257" actId="403"/>
        <pc:sldMkLst>
          <pc:docMk/>
          <pc:sldMk cId="3146475102" sldId="326"/>
        </pc:sldMkLst>
        <pc:spChg chg="mod">
          <ac:chgData name="Fabian Surya Pramudya" userId="f46cf8bb-4ec7-4653-94a9-ff26fa22481f" providerId="ADAL" clId="{64305B13-359E-4B95-A0D2-9883CB54BF2C}" dt="2022-07-10T05:03:19.471" v="257" actId="403"/>
          <ac:spMkLst>
            <pc:docMk/>
            <pc:sldMk cId="3146475102" sldId="326"/>
            <ac:spMk id="3" creationId="{468322E5-B2D6-416E-A254-3DBA0BE2A061}"/>
          </ac:spMkLst>
        </pc:spChg>
      </pc:sldChg>
      <pc:sldChg chg="add">
        <pc:chgData name="Fabian Surya Pramudya" userId="f46cf8bb-4ec7-4653-94a9-ff26fa22481f" providerId="ADAL" clId="{64305B13-359E-4B95-A0D2-9883CB54BF2C}" dt="2022-07-10T04:38:02.682" v="0"/>
        <pc:sldMkLst>
          <pc:docMk/>
          <pc:sldMk cId="2746594274" sldId="327"/>
        </pc:sldMkLst>
      </pc:sldChg>
      <pc:sldChg chg="modSp add">
        <pc:chgData name="Fabian Surya Pramudya" userId="f46cf8bb-4ec7-4653-94a9-ff26fa22481f" providerId="ADAL" clId="{64305B13-359E-4B95-A0D2-9883CB54BF2C}" dt="2022-07-10T05:03:51.160" v="262" actId="1076"/>
        <pc:sldMkLst>
          <pc:docMk/>
          <pc:sldMk cId="224196436" sldId="328"/>
        </pc:sldMkLst>
        <pc:spChg chg="mod">
          <ac:chgData name="Fabian Surya Pramudya" userId="f46cf8bb-4ec7-4653-94a9-ff26fa22481f" providerId="ADAL" clId="{64305B13-359E-4B95-A0D2-9883CB54BF2C}" dt="2022-07-10T05:03:51.160" v="262" actId="1076"/>
          <ac:spMkLst>
            <pc:docMk/>
            <pc:sldMk cId="224196436" sldId="328"/>
            <ac:spMk id="3" creationId="{468322E5-B2D6-416E-A254-3DBA0BE2A061}"/>
          </ac:spMkLst>
        </pc:spChg>
      </pc:sldChg>
      <pc:sldChg chg="add">
        <pc:chgData name="Fabian Surya Pramudya" userId="f46cf8bb-4ec7-4653-94a9-ff26fa22481f" providerId="ADAL" clId="{64305B13-359E-4B95-A0D2-9883CB54BF2C}" dt="2022-07-10T04:38:02.682" v="0"/>
        <pc:sldMkLst>
          <pc:docMk/>
          <pc:sldMk cId="2250435173" sldId="329"/>
        </pc:sldMkLst>
      </pc:sldChg>
      <pc:sldChg chg="add">
        <pc:chgData name="Fabian Surya Pramudya" userId="f46cf8bb-4ec7-4653-94a9-ff26fa22481f" providerId="ADAL" clId="{64305B13-359E-4B95-A0D2-9883CB54BF2C}" dt="2022-07-10T04:38:02.682" v="0"/>
        <pc:sldMkLst>
          <pc:docMk/>
          <pc:sldMk cId="2606935665" sldId="330"/>
        </pc:sldMkLst>
      </pc:sldChg>
      <pc:sldChg chg="add">
        <pc:chgData name="Fabian Surya Pramudya" userId="f46cf8bb-4ec7-4653-94a9-ff26fa22481f" providerId="ADAL" clId="{64305B13-359E-4B95-A0D2-9883CB54BF2C}" dt="2022-07-10T04:38:02.682" v="0"/>
        <pc:sldMkLst>
          <pc:docMk/>
          <pc:sldMk cId="2721281152" sldId="331"/>
        </pc:sldMkLst>
      </pc:sldChg>
      <pc:sldChg chg="add">
        <pc:chgData name="Fabian Surya Pramudya" userId="f46cf8bb-4ec7-4653-94a9-ff26fa22481f" providerId="ADAL" clId="{64305B13-359E-4B95-A0D2-9883CB54BF2C}" dt="2022-07-10T04:38:02.682" v="0"/>
        <pc:sldMkLst>
          <pc:docMk/>
          <pc:sldMk cId="2109229406" sldId="332"/>
        </pc:sldMkLst>
      </pc:sldChg>
      <pc:sldChg chg="add">
        <pc:chgData name="Fabian Surya Pramudya" userId="f46cf8bb-4ec7-4653-94a9-ff26fa22481f" providerId="ADAL" clId="{64305B13-359E-4B95-A0D2-9883CB54BF2C}" dt="2022-07-10T04:38:02.682" v="0"/>
        <pc:sldMkLst>
          <pc:docMk/>
          <pc:sldMk cId="3221954143" sldId="333"/>
        </pc:sldMkLst>
      </pc:sldChg>
      <pc:sldChg chg="add">
        <pc:chgData name="Fabian Surya Pramudya" userId="f46cf8bb-4ec7-4653-94a9-ff26fa22481f" providerId="ADAL" clId="{64305B13-359E-4B95-A0D2-9883CB54BF2C}" dt="2022-07-10T04:38:02.682" v="0"/>
        <pc:sldMkLst>
          <pc:docMk/>
          <pc:sldMk cId="3864281381" sldId="334"/>
        </pc:sldMkLst>
      </pc:sldChg>
      <pc:sldChg chg="modSp add">
        <pc:chgData name="Fabian Surya Pramudya" userId="f46cf8bb-4ec7-4653-94a9-ff26fa22481f" providerId="ADAL" clId="{64305B13-359E-4B95-A0D2-9883CB54BF2C}" dt="2022-07-10T05:28:35.104" v="284" actId="1076"/>
        <pc:sldMkLst>
          <pc:docMk/>
          <pc:sldMk cId="1876226653" sldId="335"/>
        </pc:sldMkLst>
        <pc:spChg chg="mod">
          <ac:chgData name="Fabian Surya Pramudya" userId="f46cf8bb-4ec7-4653-94a9-ff26fa22481f" providerId="ADAL" clId="{64305B13-359E-4B95-A0D2-9883CB54BF2C}" dt="2022-07-10T05:28:32.670" v="283" actId="1076"/>
          <ac:spMkLst>
            <pc:docMk/>
            <pc:sldMk cId="1876226653" sldId="335"/>
            <ac:spMk id="3" creationId="{BFD6886E-0CAC-4F30-85A5-003144B3088F}"/>
          </ac:spMkLst>
        </pc:spChg>
        <pc:picChg chg="mod">
          <ac:chgData name="Fabian Surya Pramudya" userId="f46cf8bb-4ec7-4653-94a9-ff26fa22481f" providerId="ADAL" clId="{64305B13-359E-4B95-A0D2-9883CB54BF2C}" dt="2022-07-10T05:28:35.104" v="284" actId="1076"/>
          <ac:picMkLst>
            <pc:docMk/>
            <pc:sldMk cId="1876226653" sldId="335"/>
            <ac:picMk id="4" creationId="{999CA00F-CA4E-4F95-9AB2-0B57381C13A5}"/>
          </ac:picMkLst>
        </pc:picChg>
      </pc:sldChg>
      <pc:sldChg chg="modSp add">
        <pc:chgData name="Fabian Surya Pramudya" userId="f46cf8bb-4ec7-4653-94a9-ff26fa22481f" providerId="ADAL" clId="{64305B13-359E-4B95-A0D2-9883CB54BF2C}" dt="2022-07-10T05:30:32.957" v="315" actId="1076"/>
        <pc:sldMkLst>
          <pc:docMk/>
          <pc:sldMk cId="164870401" sldId="336"/>
        </pc:sldMkLst>
        <pc:spChg chg="mod">
          <ac:chgData name="Fabian Surya Pramudya" userId="f46cf8bb-4ec7-4653-94a9-ff26fa22481f" providerId="ADAL" clId="{64305B13-359E-4B95-A0D2-9883CB54BF2C}" dt="2022-07-10T05:30:18" v="311" actId="1076"/>
          <ac:spMkLst>
            <pc:docMk/>
            <pc:sldMk cId="164870401" sldId="336"/>
            <ac:spMk id="2" creationId="{6E2C56CF-DB5B-4210-8F25-390D48E4BE29}"/>
          </ac:spMkLst>
        </pc:spChg>
        <pc:spChg chg="mod">
          <ac:chgData name="Fabian Surya Pramudya" userId="f46cf8bb-4ec7-4653-94a9-ff26fa22481f" providerId="ADAL" clId="{64305B13-359E-4B95-A0D2-9883CB54BF2C}" dt="2022-07-10T05:30:32.957" v="315" actId="1076"/>
          <ac:spMkLst>
            <pc:docMk/>
            <pc:sldMk cId="164870401" sldId="336"/>
            <ac:spMk id="3" creationId="{45ABB95F-0D35-491B-83F7-4B60313F479C}"/>
          </ac:spMkLst>
        </pc:spChg>
      </pc:sldChg>
      <pc:sldChg chg="modSp add">
        <pc:chgData name="Fabian Surya Pramudya" userId="f46cf8bb-4ec7-4653-94a9-ff26fa22481f" providerId="ADAL" clId="{64305B13-359E-4B95-A0D2-9883CB54BF2C}" dt="2022-07-10T05:30:48.951" v="322" actId="1076"/>
        <pc:sldMkLst>
          <pc:docMk/>
          <pc:sldMk cId="3088477552" sldId="337"/>
        </pc:sldMkLst>
        <pc:spChg chg="mod">
          <ac:chgData name="Fabian Surya Pramudya" userId="f46cf8bb-4ec7-4653-94a9-ff26fa22481f" providerId="ADAL" clId="{64305B13-359E-4B95-A0D2-9883CB54BF2C}" dt="2022-07-10T05:30:46.215" v="321" actId="1076"/>
          <ac:spMkLst>
            <pc:docMk/>
            <pc:sldMk cId="3088477552" sldId="337"/>
            <ac:spMk id="2" creationId="{6E2C56CF-DB5B-4210-8F25-390D48E4BE29}"/>
          </ac:spMkLst>
        </pc:spChg>
        <pc:spChg chg="mod">
          <ac:chgData name="Fabian Surya Pramudya" userId="f46cf8bb-4ec7-4653-94a9-ff26fa22481f" providerId="ADAL" clId="{64305B13-359E-4B95-A0D2-9883CB54BF2C}" dt="2022-07-10T05:30:48.951" v="322" actId="1076"/>
          <ac:spMkLst>
            <pc:docMk/>
            <pc:sldMk cId="3088477552" sldId="337"/>
            <ac:spMk id="3" creationId="{45ABB95F-0D35-491B-83F7-4B60313F479C}"/>
          </ac:spMkLst>
        </pc:spChg>
      </pc:sldChg>
      <pc:sldChg chg="add del">
        <pc:chgData name="Fabian Surya Pramudya" userId="f46cf8bb-4ec7-4653-94a9-ff26fa22481f" providerId="ADAL" clId="{64305B13-359E-4B95-A0D2-9883CB54BF2C}" dt="2022-07-10T05:32:01.670" v="332" actId="2696"/>
        <pc:sldMkLst>
          <pc:docMk/>
          <pc:sldMk cId="612830102" sldId="338"/>
        </pc:sldMkLst>
      </pc:sldChg>
      <pc:sldChg chg="modSp add del">
        <pc:chgData name="Fabian Surya Pramudya" userId="f46cf8bb-4ec7-4653-94a9-ff26fa22481f" providerId="ADAL" clId="{64305B13-359E-4B95-A0D2-9883CB54BF2C}" dt="2022-07-10T05:32:01.716" v="333" actId="2696"/>
        <pc:sldMkLst>
          <pc:docMk/>
          <pc:sldMk cId="3333870772" sldId="339"/>
        </pc:sldMkLst>
        <pc:spChg chg="mod">
          <ac:chgData name="Fabian Surya Pramudya" userId="f46cf8bb-4ec7-4653-94a9-ff26fa22481f" providerId="ADAL" clId="{64305B13-359E-4B95-A0D2-9883CB54BF2C}" dt="2022-07-10T04:38:03.326" v="3" actId="27636"/>
          <ac:spMkLst>
            <pc:docMk/>
            <pc:sldMk cId="3333870772" sldId="339"/>
            <ac:spMk id="3" creationId="{45ABB95F-0D35-491B-83F7-4B60313F479C}"/>
          </ac:spMkLst>
        </pc:spChg>
      </pc:sldChg>
      <pc:sldChg chg="add del">
        <pc:chgData name="Fabian Surya Pramudya" userId="f46cf8bb-4ec7-4653-94a9-ff26fa22481f" providerId="ADAL" clId="{64305B13-359E-4B95-A0D2-9883CB54BF2C}" dt="2022-07-10T05:32:01.740" v="334" actId="2696"/>
        <pc:sldMkLst>
          <pc:docMk/>
          <pc:sldMk cId="1985393090" sldId="340"/>
        </pc:sldMkLst>
      </pc:sldChg>
      <pc:sldChg chg="add del">
        <pc:chgData name="Fabian Surya Pramudya" userId="f46cf8bb-4ec7-4653-94a9-ff26fa22481f" providerId="ADAL" clId="{64305B13-359E-4B95-A0D2-9883CB54BF2C}" dt="2022-07-10T05:32:01.777" v="335" actId="2696"/>
        <pc:sldMkLst>
          <pc:docMk/>
          <pc:sldMk cId="2390187664" sldId="341"/>
        </pc:sldMkLst>
      </pc:sldChg>
      <pc:sldChg chg="add del">
        <pc:chgData name="Fabian Surya Pramudya" userId="f46cf8bb-4ec7-4653-94a9-ff26fa22481f" providerId="ADAL" clId="{64305B13-359E-4B95-A0D2-9883CB54BF2C}" dt="2022-07-10T05:32:01.793" v="336" actId="2696"/>
        <pc:sldMkLst>
          <pc:docMk/>
          <pc:sldMk cId="2655584113" sldId="342"/>
        </pc:sldMkLst>
      </pc:sldChg>
      <pc:sldChg chg="add del">
        <pc:chgData name="Fabian Surya Pramudya" userId="f46cf8bb-4ec7-4653-94a9-ff26fa22481f" providerId="ADAL" clId="{64305B13-359E-4B95-A0D2-9883CB54BF2C}" dt="2022-07-10T05:32:01.811" v="338" actId="2696"/>
        <pc:sldMkLst>
          <pc:docMk/>
          <pc:sldMk cId="2286397912" sldId="343"/>
        </pc:sldMkLst>
      </pc:sldChg>
      <pc:sldChg chg="add del">
        <pc:chgData name="Fabian Surya Pramudya" userId="f46cf8bb-4ec7-4653-94a9-ff26fa22481f" providerId="ADAL" clId="{64305B13-359E-4B95-A0D2-9883CB54BF2C}" dt="2022-07-10T05:32:01.856" v="340" actId="2696"/>
        <pc:sldMkLst>
          <pc:docMk/>
          <pc:sldMk cId="1127669913" sldId="344"/>
        </pc:sldMkLst>
      </pc:sldChg>
      <pc:sldChg chg="add del">
        <pc:chgData name="Fabian Surya Pramudya" userId="f46cf8bb-4ec7-4653-94a9-ff26fa22481f" providerId="ADAL" clId="{64305B13-359E-4B95-A0D2-9883CB54BF2C}" dt="2022-07-10T05:32:01.891" v="341" actId="2696"/>
        <pc:sldMkLst>
          <pc:docMk/>
          <pc:sldMk cId="866791080" sldId="345"/>
        </pc:sldMkLst>
      </pc:sldChg>
      <pc:sldChg chg="addSp delSp modSp add del">
        <pc:chgData name="Fabian Surya Pramudya" userId="f46cf8bb-4ec7-4653-94a9-ff26fa22481f" providerId="ADAL" clId="{64305B13-359E-4B95-A0D2-9883CB54BF2C}" dt="2022-07-10T04:55:31.437" v="123" actId="2696"/>
        <pc:sldMkLst>
          <pc:docMk/>
          <pc:sldMk cId="1254447840" sldId="346"/>
        </pc:sldMkLst>
        <pc:spChg chg="mod">
          <ac:chgData name="Fabian Surya Pramudya" userId="f46cf8bb-4ec7-4653-94a9-ff26fa22481f" providerId="ADAL" clId="{64305B13-359E-4B95-A0D2-9883CB54BF2C}" dt="2022-07-10T04:55:01.286" v="112"/>
          <ac:spMkLst>
            <pc:docMk/>
            <pc:sldMk cId="1254447840" sldId="346"/>
            <ac:spMk id="3" creationId="{468322E5-B2D6-416E-A254-3DBA0BE2A061}"/>
          </ac:spMkLst>
        </pc:spChg>
        <pc:picChg chg="add del mod">
          <ac:chgData name="Fabian Surya Pramudya" userId="f46cf8bb-4ec7-4653-94a9-ff26fa22481f" providerId="ADAL" clId="{64305B13-359E-4B95-A0D2-9883CB54BF2C}" dt="2022-07-10T04:55:11.743" v="117"/>
          <ac:picMkLst>
            <pc:docMk/>
            <pc:sldMk cId="1254447840" sldId="346"/>
            <ac:picMk id="4" creationId="{993BBF45-4C4A-42D7-B2AE-9E359E3137ED}"/>
          </ac:picMkLst>
        </pc:picChg>
      </pc:sldChg>
      <pc:sldChg chg="modSp add">
        <pc:chgData name="Fabian Surya Pramudya" userId="f46cf8bb-4ec7-4653-94a9-ff26fa22481f" providerId="ADAL" clId="{64305B13-359E-4B95-A0D2-9883CB54BF2C}" dt="2022-07-10T04:55:47.252" v="129"/>
        <pc:sldMkLst>
          <pc:docMk/>
          <pc:sldMk cId="3353003660" sldId="346"/>
        </pc:sldMkLst>
        <pc:spChg chg="mod">
          <ac:chgData name="Fabian Surya Pramudya" userId="f46cf8bb-4ec7-4653-94a9-ff26fa22481f" providerId="ADAL" clId="{64305B13-359E-4B95-A0D2-9883CB54BF2C}" dt="2022-07-10T04:55:47.252" v="129"/>
          <ac:spMkLst>
            <pc:docMk/>
            <pc:sldMk cId="3353003660" sldId="346"/>
            <ac:spMk id="3" creationId="{468322E5-B2D6-416E-A254-3DBA0BE2A061}"/>
          </ac:spMkLst>
        </pc:spChg>
      </pc:sldChg>
      <pc:sldChg chg="modSp add del">
        <pc:chgData name="Fabian Surya Pramudya" userId="f46cf8bb-4ec7-4653-94a9-ff26fa22481f" providerId="ADAL" clId="{64305B13-359E-4B95-A0D2-9883CB54BF2C}" dt="2022-07-10T05:00:45.980" v="209"/>
        <pc:sldMkLst>
          <pc:docMk/>
          <pc:sldMk cId="1177078413" sldId="347"/>
        </pc:sldMkLst>
        <pc:spChg chg="mod">
          <ac:chgData name="Fabian Surya Pramudya" userId="f46cf8bb-4ec7-4653-94a9-ff26fa22481f" providerId="ADAL" clId="{64305B13-359E-4B95-A0D2-9883CB54BF2C}" dt="2022-07-10T05:00:44.480" v="207"/>
          <ac:spMkLst>
            <pc:docMk/>
            <pc:sldMk cId="1177078413" sldId="347"/>
            <ac:spMk id="2" creationId="{50472ABD-822C-4C86-897D-29B7D35D5DA5}"/>
          </ac:spMkLst>
        </pc:spChg>
        <pc:spChg chg="mod">
          <ac:chgData name="Fabian Surya Pramudya" userId="f46cf8bb-4ec7-4653-94a9-ff26fa22481f" providerId="ADAL" clId="{64305B13-359E-4B95-A0D2-9883CB54BF2C}" dt="2022-07-10T05:00:45.162" v="208" actId="5793"/>
          <ac:spMkLst>
            <pc:docMk/>
            <pc:sldMk cId="1177078413" sldId="347"/>
            <ac:spMk id="3" creationId="{468322E5-B2D6-416E-A254-3DBA0BE2A061}"/>
          </ac:spMkLst>
        </pc:spChg>
      </pc:sldChg>
      <pc:sldChg chg="modSp add">
        <pc:chgData name="Fabian Surya Pramudya" userId="f46cf8bb-4ec7-4653-94a9-ff26fa22481f" providerId="ADAL" clId="{64305B13-359E-4B95-A0D2-9883CB54BF2C}" dt="2022-07-10T05:43:57.091" v="355" actId="20577"/>
        <pc:sldMkLst>
          <pc:docMk/>
          <pc:sldMk cId="3798237569" sldId="347"/>
        </pc:sldMkLst>
        <pc:spChg chg="mod">
          <ac:chgData name="Fabian Surya Pramudya" userId="f46cf8bb-4ec7-4653-94a9-ff26fa22481f" providerId="ADAL" clId="{64305B13-359E-4B95-A0D2-9883CB54BF2C}" dt="2022-07-10T05:43:57.091" v="355" actId="20577"/>
          <ac:spMkLst>
            <pc:docMk/>
            <pc:sldMk cId="3798237569" sldId="347"/>
            <ac:spMk id="2" creationId="{00000000-0000-0000-0000-000000000000}"/>
          </ac:spMkLst>
        </pc:spChg>
      </pc:sldChg>
      <pc:sldChg chg="modSp add">
        <pc:chgData name="Fabian Surya Pramudya" userId="f46cf8bb-4ec7-4653-94a9-ff26fa22481f" providerId="ADAL" clId="{64305B13-359E-4B95-A0D2-9883CB54BF2C}" dt="2022-07-10T05:44:01.199" v="356"/>
        <pc:sldMkLst>
          <pc:docMk/>
          <pc:sldMk cId="4016352647" sldId="348"/>
        </pc:sldMkLst>
        <pc:spChg chg="mod">
          <ac:chgData name="Fabian Surya Pramudya" userId="f46cf8bb-4ec7-4653-94a9-ff26fa22481f" providerId="ADAL" clId="{64305B13-359E-4B95-A0D2-9883CB54BF2C}" dt="2022-07-10T05:44:01.199" v="356"/>
          <ac:spMkLst>
            <pc:docMk/>
            <pc:sldMk cId="4016352647" sldId="348"/>
            <ac:spMk id="2" creationId="{00000000-0000-0000-0000-000000000000}"/>
          </ac:spMkLst>
        </pc:spChg>
      </pc:sldChg>
      <pc:sldChg chg="modSp add">
        <pc:chgData name="Fabian Surya Pramudya" userId="f46cf8bb-4ec7-4653-94a9-ff26fa22481f" providerId="ADAL" clId="{64305B13-359E-4B95-A0D2-9883CB54BF2C}" dt="2022-07-10T05:44:04.141" v="357"/>
        <pc:sldMkLst>
          <pc:docMk/>
          <pc:sldMk cId="4117613201" sldId="349"/>
        </pc:sldMkLst>
        <pc:spChg chg="mod">
          <ac:chgData name="Fabian Surya Pramudya" userId="f46cf8bb-4ec7-4653-94a9-ff26fa22481f" providerId="ADAL" clId="{64305B13-359E-4B95-A0D2-9883CB54BF2C}" dt="2022-07-10T05:44:04.141" v="357"/>
          <ac:spMkLst>
            <pc:docMk/>
            <pc:sldMk cId="4117613201" sldId="349"/>
            <ac:spMk id="2" creationId="{00000000-0000-0000-0000-000000000000}"/>
          </ac:spMkLst>
        </pc:spChg>
      </pc:sldChg>
      <pc:sldChg chg="add del">
        <pc:chgData name="Fabian Surya Pramudya" userId="f46cf8bb-4ec7-4653-94a9-ff26fa22481f" providerId="ADAL" clId="{64305B13-359E-4B95-A0D2-9883CB54BF2C}" dt="2022-07-10T05:44:52.974" v="362"/>
        <pc:sldMkLst>
          <pc:docMk/>
          <pc:sldMk cId="2737594961" sldId="350"/>
        </pc:sldMkLst>
      </pc:sldChg>
      <pc:sldChg chg="addSp delSp modSp add del">
        <pc:chgData name="Fabian Surya Pramudya" userId="f46cf8bb-4ec7-4653-94a9-ff26fa22481f" providerId="ADAL" clId="{64305B13-359E-4B95-A0D2-9883CB54BF2C}" dt="2022-07-10T06:03:53.416" v="415" actId="2696"/>
        <pc:sldMkLst>
          <pc:docMk/>
          <pc:sldMk cId="4286255265" sldId="350"/>
        </pc:sldMkLst>
        <pc:spChg chg="del">
          <ac:chgData name="Fabian Surya Pramudya" userId="f46cf8bb-4ec7-4653-94a9-ff26fa22481f" providerId="ADAL" clId="{64305B13-359E-4B95-A0D2-9883CB54BF2C}" dt="2022-07-10T06:01:04.094" v="396" actId="478"/>
          <ac:spMkLst>
            <pc:docMk/>
            <pc:sldMk cId="4286255265" sldId="350"/>
            <ac:spMk id="2" creationId="{A0213D56-5BA4-4813-A4D3-7C474DAC479D}"/>
          </ac:spMkLst>
        </pc:spChg>
        <pc:spChg chg="del mod">
          <ac:chgData name="Fabian Surya Pramudya" userId="f46cf8bb-4ec7-4653-94a9-ff26fa22481f" providerId="ADAL" clId="{64305B13-359E-4B95-A0D2-9883CB54BF2C}" dt="2022-07-10T06:00:01.706" v="379" actId="478"/>
          <ac:spMkLst>
            <pc:docMk/>
            <pc:sldMk cId="4286255265" sldId="350"/>
            <ac:spMk id="3" creationId="{32112476-6724-437D-A720-4008282A7992}"/>
          </ac:spMkLst>
        </pc:spChg>
        <pc:spChg chg="add del mod">
          <ac:chgData name="Fabian Surya Pramudya" userId="f46cf8bb-4ec7-4653-94a9-ff26fa22481f" providerId="ADAL" clId="{64305B13-359E-4B95-A0D2-9883CB54BF2C}" dt="2022-07-10T06:00:05.187" v="383"/>
          <ac:spMkLst>
            <pc:docMk/>
            <pc:sldMk cId="4286255265" sldId="350"/>
            <ac:spMk id="4" creationId="{6AC91393-4966-4FC2-A1E7-466C9CC398D4}"/>
          </ac:spMkLst>
        </pc:spChg>
        <pc:spChg chg="add mod">
          <ac:chgData name="Fabian Surya Pramudya" userId="f46cf8bb-4ec7-4653-94a9-ff26fa22481f" providerId="ADAL" clId="{64305B13-359E-4B95-A0D2-9883CB54BF2C}" dt="2022-07-10T06:01:23.247" v="403" actId="1076"/>
          <ac:spMkLst>
            <pc:docMk/>
            <pc:sldMk cId="4286255265" sldId="350"/>
            <ac:spMk id="5" creationId="{0F22EF43-049A-4577-B54E-8E504E245BB3}"/>
          </ac:spMkLst>
        </pc:spChg>
        <pc:picChg chg="add del mod modCrop">
          <ac:chgData name="Fabian Surya Pramudya" userId="f46cf8bb-4ec7-4653-94a9-ff26fa22481f" providerId="ADAL" clId="{64305B13-359E-4B95-A0D2-9883CB54BF2C}" dt="2022-07-10T06:01:20.466" v="402" actId="478"/>
          <ac:picMkLst>
            <pc:docMk/>
            <pc:sldMk cId="4286255265" sldId="350"/>
            <ac:picMk id="6" creationId="{23659691-6444-4CD1-AA23-D784B4DBF319}"/>
          </ac:picMkLst>
        </pc:picChg>
        <pc:picChg chg="add del mod">
          <ac:chgData name="Fabian Surya Pramudya" userId="f46cf8bb-4ec7-4653-94a9-ff26fa22481f" providerId="ADAL" clId="{64305B13-359E-4B95-A0D2-9883CB54BF2C}" dt="2022-07-10T06:00:41.827" v="389" actId="478"/>
          <ac:picMkLst>
            <pc:docMk/>
            <pc:sldMk cId="4286255265" sldId="350"/>
            <ac:picMk id="7" creationId="{7548EE37-A27F-4F2E-A50A-31F7AC8DCCD9}"/>
          </ac:picMkLst>
        </pc:picChg>
      </pc:sldChg>
      <pc:sldChg chg="addSp delSp modSp add ord">
        <pc:chgData name="Fabian Surya Pramudya" userId="f46cf8bb-4ec7-4653-94a9-ff26fa22481f" providerId="ADAL" clId="{64305B13-359E-4B95-A0D2-9883CB54BF2C}" dt="2022-07-10T06:04:14.684" v="417" actId="1076"/>
        <pc:sldMkLst>
          <pc:docMk/>
          <pc:sldMk cId="748520752" sldId="351"/>
        </pc:sldMkLst>
        <pc:spChg chg="del">
          <ac:chgData name="Fabian Surya Pramudya" userId="f46cf8bb-4ec7-4653-94a9-ff26fa22481f" providerId="ADAL" clId="{64305B13-359E-4B95-A0D2-9883CB54BF2C}" dt="2022-07-10T06:01:09.638" v="398" actId="478"/>
          <ac:spMkLst>
            <pc:docMk/>
            <pc:sldMk cId="748520752" sldId="351"/>
            <ac:spMk id="5" creationId="{0F22EF43-049A-4577-B54E-8E504E245BB3}"/>
          </ac:spMkLst>
        </pc:spChg>
        <pc:picChg chg="mod">
          <ac:chgData name="Fabian Surya Pramudya" userId="f46cf8bb-4ec7-4653-94a9-ff26fa22481f" providerId="ADAL" clId="{64305B13-359E-4B95-A0D2-9883CB54BF2C}" dt="2022-07-10T06:04:14.684" v="417" actId="1076"/>
          <ac:picMkLst>
            <pc:docMk/>
            <pc:sldMk cId="748520752" sldId="351"/>
            <ac:picMk id="6" creationId="{23659691-6444-4CD1-AA23-D784B4DBF319}"/>
          </ac:picMkLst>
        </pc:picChg>
        <pc:picChg chg="add mod">
          <ac:chgData name="Fabian Surya Pramudya" userId="f46cf8bb-4ec7-4653-94a9-ff26fa22481f" providerId="ADAL" clId="{64305B13-359E-4B95-A0D2-9883CB54BF2C}" dt="2022-07-10T06:02:35.253" v="409" actId="1076"/>
          <ac:picMkLst>
            <pc:docMk/>
            <pc:sldMk cId="748520752" sldId="351"/>
            <ac:picMk id="1026" creationId="{2F18340E-61A0-47C5-BAF7-0D5124073BFE}"/>
          </ac:picMkLst>
        </pc:picChg>
      </pc:sldChg>
      <pc:sldChg chg="add del">
        <pc:chgData name="Fabian Surya Pramudya" userId="f46cf8bb-4ec7-4653-94a9-ff26fa22481f" providerId="ADAL" clId="{64305B13-359E-4B95-A0D2-9883CB54BF2C}" dt="2022-07-10T05:45:02.904" v="365"/>
        <pc:sldMkLst>
          <pc:docMk/>
          <pc:sldMk cId="892397431" sldId="351"/>
        </pc:sldMkLst>
      </pc:sldChg>
      <pc:sldChg chg="modSp add">
        <pc:chgData name="Fabian Surya Pramudya" userId="f46cf8bb-4ec7-4653-94a9-ff26fa22481f" providerId="ADAL" clId="{64305B13-359E-4B95-A0D2-9883CB54BF2C}" dt="2022-07-10T06:24:17.479" v="443" actId="1076"/>
        <pc:sldMkLst>
          <pc:docMk/>
          <pc:sldMk cId="0" sldId="383"/>
        </pc:sldMkLst>
        <pc:spChg chg="mod">
          <ac:chgData name="Fabian Surya Pramudya" userId="f46cf8bb-4ec7-4653-94a9-ff26fa22481f" providerId="ADAL" clId="{64305B13-359E-4B95-A0D2-9883CB54BF2C}" dt="2022-07-10T06:24:17.479" v="443" actId="1076"/>
          <ac:spMkLst>
            <pc:docMk/>
            <pc:sldMk cId="0" sldId="383"/>
            <ac:spMk id="93187" creationId="{00000000-0000-0000-0000-000000000000}"/>
          </ac:spMkLst>
        </pc:spChg>
        <pc:spChg chg="mod">
          <ac:chgData name="Fabian Surya Pramudya" userId="f46cf8bb-4ec7-4653-94a9-ff26fa22481f" providerId="ADAL" clId="{64305B13-359E-4B95-A0D2-9883CB54BF2C}" dt="2022-07-10T06:24:14.923" v="442" actId="14100"/>
          <ac:spMkLst>
            <pc:docMk/>
            <pc:sldMk cId="0" sldId="383"/>
            <ac:spMk id="93188" creationId="{00000000-0000-0000-0000-000000000000}"/>
          </ac:spMkLst>
        </pc:spChg>
        <pc:picChg chg="mod">
          <ac:chgData name="Fabian Surya Pramudya" userId="f46cf8bb-4ec7-4653-94a9-ff26fa22481f" providerId="ADAL" clId="{64305B13-359E-4B95-A0D2-9883CB54BF2C}" dt="2022-07-10T06:24:10.699" v="440" actId="1076"/>
          <ac:picMkLst>
            <pc:docMk/>
            <pc:sldMk cId="0" sldId="383"/>
            <ac:picMk id="2" creationId="{00000000-0000-0000-0000-000000000000}"/>
          </ac:picMkLst>
        </pc:picChg>
      </pc:sldChg>
      <pc:sldMasterChg chg="delSldLayout modSldLayout">
        <pc:chgData name="Fabian Surya Pramudya" userId="f46cf8bb-4ec7-4653-94a9-ff26fa22481f" providerId="ADAL" clId="{64305B13-359E-4B95-A0D2-9883CB54BF2C}" dt="2022-07-10T05:32:01.849" v="339" actId="2696"/>
        <pc:sldMasterMkLst>
          <pc:docMk/>
          <pc:sldMasterMk cId="0" sldId="2147483648"/>
        </pc:sldMasterMkLst>
        <pc:sldLayoutChg chg="modSp">
          <pc:chgData name="Fabian Surya Pramudya" userId="f46cf8bb-4ec7-4653-94a9-ff26fa22481f" providerId="ADAL" clId="{64305B13-359E-4B95-A0D2-9883CB54BF2C}" dt="2022-07-10T04:51:24.621" v="51" actId="14100"/>
          <pc:sldLayoutMkLst>
            <pc:docMk/>
            <pc:sldMasterMk cId="0" sldId="2147483648"/>
            <pc:sldLayoutMk cId="0" sldId="2147483650"/>
          </pc:sldLayoutMkLst>
          <pc:spChg chg="mod">
            <ac:chgData name="Fabian Surya Pramudya" userId="f46cf8bb-4ec7-4653-94a9-ff26fa22481f" providerId="ADAL" clId="{64305B13-359E-4B95-A0D2-9883CB54BF2C}" dt="2022-07-10T04:51:24.621" v="51" actId="14100"/>
            <ac:spMkLst>
              <pc:docMk/>
              <pc:sldMasterMk cId="0" sldId="2147483648"/>
              <pc:sldLayoutMk cId="0" sldId="2147483650"/>
              <ac:spMk id="9" creationId="{00000000-0000-0000-0000-000000000000}"/>
            </ac:spMkLst>
          </pc:spChg>
        </pc:sldLayoutChg>
        <pc:sldLayoutChg chg="del">
          <pc:chgData name="Fabian Surya Pramudya" userId="f46cf8bb-4ec7-4653-94a9-ff26fa22481f" providerId="ADAL" clId="{64305B13-359E-4B95-A0D2-9883CB54BF2C}" dt="2022-07-10T04:52:27.727" v="68" actId="2696"/>
          <pc:sldLayoutMkLst>
            <pc:docMk/>
            <pc:sldMasterMk cId="0" sldId="2147483648"/>
            <pc:sldLayoutMk cId="3396267647" sldId="2147483658"/>
          </pc:sldLayoutMkLst>
        </pc:sldLayoutChg>
        <pc:sldLayoutChg chg="del">
          <pc:chgData name="Fabian Surya Pramudya" userId="f46cf8bb-4ec7-4653-94a9-ff26fa22481f" providerId="ADAL" clId="{64305B13-359E-4B95-A0D2-9883CB54BF2C}" dt="2022-07-10T04:55:32.150" v="125" actId="2696"/>
          <pc:sldLayoutMkLst>
            <pc:docMk/>
            <pc:sldMasterMk cId="0" sldId="2147483648"/>
            <pc:sldLayoutMk cId="111645543" sldId="2147483659"/>
          </pc:sldLayoutMkLst>
        </pc:sldLayoutChg>
        <pc:sldLayoutChg chg="del">
          <pc:chgData name="Fabian Surya Pramudya" userId="f46cf8bb-4ec7-4653-94a9-ff26fa22481f" providerId="ADAL" clId="{64305B13-359E-4B95-A0D2-9883CB54BF2C}" dt="2022-07-10T05:32:01.804" v="337" actId="2696"/>
          <pc:sldLayoutMkLst>
            <pc:docMk/>
            <pc:sldMasterMk cId="0" sldId="2147483648"/>
            <pc:sldLayoutMk cId="1688324812" sldId="2147483670"/>
          </pc:sldLayoutMkLst>
        </pc:sldLayoutChg>
        <pc:sldLayoutChg chg="del">
          <pc:chgData name="Fabian Surya Pramudya" userId="f46cf8bb-4ec7-4653-94a9-ff26fa22481f" providerId="ADAL" clId="{64305B13-359E-4B95-A0D2-9883CB54BF2C}" dt="2022-07-10T05:32:01.849" v="339" actId="2696"/>
          <pc:sldLayoutMkLst>
            <pc:docMk/>
            <pc:sldMasterMk cId="0" sldId="2147483648"/>
            <pc:sldLayoutMk cId="2940792732" sldId="2147483671"/>
          </pc:sldLayoutMkLst>
        </pc:sldLayoutChg>
        <pc:sldLayoutChg chg="delSp">
          <pc:chgData name="Fabian Surya Pramudya" userId="f46cf8bb-4ec7-4653-94a9-ff26fa22481f" providerId="ADAL" clId="{64305B13-359E-4B95-A0D2-9883CB54BF2C}" dt="2022-07-10T04:51:39.834" v="55" actId="478"/>
          <pc:sldLayoutMkLst>
            <pc:docMk/>
            <pc:sldMasterMk cId="0" sldId="2147483648"/>
            <pc:sldLayoutMk cId="2188224329" sldId="2147483672"/>
          </pc:sldLayoutMkLst>
          <pc:spChg chg="del">
            <ac:chgData name="Fabian Surya Pramudya" userId="f46cf8bb-4ec7-4653-94a9-ff26fa22481f" providerId="ADAL" clId="{64305B13-359E-4B95-A0D2-9883CB54BF2C}" dt="2022-07-10T04:51:39.834" v="55" actId="478"/>
            <ac:spMkLst>
              <pc:docMk/>
              <pc:sldMasterMk cId="0" sldId="2147483648"/>
              <pc:sldLayoutMk cId="2188224329" sldId="2147483672"/>
              <ac:spMk id="6" creationId="{00000000-0000-0000-0000-000000000000}"/>
            </ac:spMkLst>
          </pc:spChg>
          <pc:spChg chg="del">
            <ac:chgData name="Fabian Surya Pramudya" userId="f46cf8bb-4ec7-4653-94a9-ff26fa22481f" providerId="ADAL" clId="{64305B13-359E-4B95-A0D2-9883CB54BF2C}" dt="2022-07-10T04:51:38.614" v="54" actId="478"/>
            <ac:spMkLst>
              <pc:docMk/>
              <pc:sldMasterMk cId="0" sldId="2147483648"/>
              <pc:sldLayoutMk cId="2188224329" sldId="2147483672"/>
              <ac:spMk id="7" creationId="{00000000-0000-0000-0000-000000000000}"/>
            </ac:spMkLst>
          </pc:spChg>
        </pc:sldLayoutChg>
      </pc:sldMasterChg>
    </pc:docChg>
  </pc:docChgLst>
  <pc:docChgLst>
    <pc:chgData name="Fabian Surya Pramudya" userId="f46cf8bb-4ec7-4653-94a9-ff26fa22481f" providerId="ADAL" clId="{FB578377-9936-4CF0-A859-60CC08244A0B}"/>
    <pc:docChg chg="undo custSel addSld delSld modSld sldOrd modSection">
      <pc:chgData name="Fabian Surya Pramudya" userId="f46cf8bb-4ec7-4653-94a9-ff26fa22481f" providerId="ADAL" clId="{FB578377-9936-4CF0-A859-60CC08244A0B}" dt="2022-08-03T21:58:28.866" v="177" actId="1035"/>
      <pc:docMkLst>
        <pc:docMk/>
      </pc:docMkLst>
      <pc:sldChg chg="del">
        <pc:chgData name="Fabian Surya Pramudya" userId="f46cf8bb-4ec7-4653-94a9-ff26fa22481f" providerId="ADAL" clId="{FB578377-9936-4CF0-A859-60CC08244A0B}" dt="2022-08-03T12:30:05.662" v="1" actId="2696"/>
        <pc:sldMkLst>
          <pc:docMk/>
          <pc:sldMk cId="2516975436" sldId="259"/>
        </pc:sldMkLst>
      </pc:sldChg>
      <pc:sldChg chg="del">
        <pc:chgData name="Fabian Surya Pramudya" userId="f46cf8bb-4ec7-4653-94a9-ff26fa22481f" providerId="ADAL" clId="{FB578377-9936-4CF0-A859-60CC08244A0B}" dt="2022-08-03T12:30:13.139" v="2" actId="2696"/>
        <pc:sldMkLst>
          <pc:docMk/>
          <pc:sldMk cId="0" sldId="294"/>
        </pc:sldMkLst>
      </pc:sldChg>
      <pc:sldChg chg="addSp delSp modSp">
        <pc:chgData name="Fabian Surya Pramudya" userId="f46cf8bb-4ec7-4653-94a9-ff26fa22481f" providerId="ADAL" clId="{FB578377-9936-4CF0-A859-60CC08244A0B}" dt="2022-08-03T21:57:46.186" v="160" actId="1076"/>
        <pc:sldMkLst>
          <pc:docMk/>
          <pc:sldMk cId="0" sldId="295"/>
        </pc:sldMkLst>
        <pc:spChg chg="add del mod">
          <ac:chgData name="Fabian Surya Pramudya" userId="f46cf8bb-4ec7-4653-94a9-ff26fa22481f" providerId="ADAL" clId="{FB578377-9936-4CF0-A859-60CC08244A0B}" dt="2022-08-03T21:57:29.588" v="153" actId="478"/>
          <ac:spMkLst>
            <pc:docMk/>
            <pc:sldMk cId="0" sldId="295"/>
            <ac:spMk id="4" creationId="{FD5A1FF9-1587-46EF-86BF-5112020F2983}"/>
          </ac:spMkLst>
        </pc:spChg>
        <pc:spChg chg="add mod">
          <ac:chgData name="Fabian Surya Pramudya" userId="f46cf8bb-4ec7-4653-94a9-ff26fa22481f" providerId="ADAL" clId="{FB578377-9936-4CF0-A859-60CC08244A0B}" dt="2022-08-03T21:57:18.836" v="151" actId="20577"/>
          <ac:spMkLst>
            <pc:docMk/>
            <pc:sldMk cId="0" sldId="295"/>
            <ac:spMk id="7" creationId="{4BC30A24-A75B-4FFD-B129-5CACBD074573}"/>
          </ac:spMkLst>
        </pc:spChg>
        <pc:spChg chg="del mod">
          <ac:chgData name="Fabian Surya Pramudya" userId="f46cf8bb-4ec7-4653-94a9-ff26fa22481f" providerId="ADAL" clId="{FB578377-9936-4CF0-A859-60CC08244A0B}" dt="2022-08-03T21:57:26.958" v="152" actId="478"/>
          <ac:spMkLst>
            <pc:docMk/>
            <pc:sldMk cId="0" sldId="295"/>
            <ac:spMk id="51203" creationId="{00000000-0000-0000-0000-000000000000}"/>
          </ac:spMkLst>
        </pc:spChg>
        <pc:spChg chg="mod">
          <ac:chgData name="Fabian Surya Pramudya" userId="f46cf8bb-4ec7-4653-94a9-ff26fa22481f" providerId="ADAL" clId="{FB578377-9936-4CF0-A859-60CC08244A0B}" dt="2022-08-03T21:55:46.821" v="100" actId="1036"/>
          <ac:spMkLst>
            <pc:docMk/>
            <pc:sldMk cId="0" sldId="295"/>
            <ac:spMk id="51206" creationId="{00000000-0000-0000-0000-000000000000}"/>
          </ac:spMkLst>
        </pc:spChg>
        <pc:spChg chg="mod">
          <ac:chgData name="Fabian Surya Pramudya" userId="f46cf8bb-4ec7-4653-94a9-ff26fa22481f" providerId="ADAL" clId="{FB578377-9936-4CF0-A859-60CC08244A0B}" dt="2022-08-03T21:55:46.821" v="100" actId="1036"/>
          <ac:spMkLst>
            <pc:docMk/>
            <pc:sldMk cId="0" sldId="295"/>
            <ac:spMk id="51207" creationId="{00000000-0000-0000-0000-000000000000}"/>
          </ac:spMkLst>
        </pc:spChg>
        <pc:spChg chg="mod">
          <ac:chgData name="Fabian Surya Pramudya" userId="f46cf8bb-4ec7-4653-94a9-ff26fa22481f" providerId="ADAL" clId="{FB578377-9936-4CF0-A859-60CC08244A0B}" dt="2022-08-03T21:57:46.186" v="160" actId="1076"/>
          <ac:spMkLst>
            <pc:docMk/>
            <pc:sldMk cId="0" sldId="295"/>
            <ac:spMk id="51208" creationId="{00000000-0000-0000-0000-000000000000}"/>
          </ac:spMkLst>
        </pc:spChg>
        <pc:picChg chg="mod">
          <ac:chgData name="Fabian Surya Pramudya" userId="f46cf8bb-4ec7-4653-94a9-ff26fa22481f" providerId="ADAL" clId="{FB578377-9936-4CF0-A859-60CC08244A0B}" dt="2022-08-03T21:55:46.821" v="100" actId="1036"/>
          <ac:picMkLst>
            <pc:docMk/>
            <pc:sldMk cId="0" sldId="295"/>
            <ac:picMk id="2" creationId="{00000000-0000-0000-0000-000000000000}"/>
          </ac:picMkLst>
        </pc:picChg>
      </pc:sldChg>
      <pc:sldChg chg="addSp delSp modSp ord">
        <pc:chgData name="Fabian Surya Pramudya" userId="f46cf8bb-4ec7-4653-94a9-ff26fa22481f" providerId="ADAL" clId="{FB578377-9936-4CF0-A859-60CC08244A0B}" dt="2022-08-03T21:58:28.866" v="177" actId="1035"/>
        <pc:sldMkLst>
          <pc:docMk/>
          <pc:sldMk cId="0" sldId="301"/>
        </pc:sldMkLst>
        <pc:spChg chg="add del mod">
          <ac:chgData name="Fabian Surya Pramudya" userId="f46cf8bb-4ec7-4653-94a9-ff26fa22481f" providerId="ADAL" clId="{FB578377-9936-4CF0-A859-60CC08244A0B}" dt="2022-08-03T21:58:08.058" v="164" actId="478"/>
          <ac:spMkLst>
            <pc:docMk/>
            <pc:sldMk cId="0" sldId="301"/>
            <ac:spMk id="5" creationId="{801C8657-CC8A-41BA-B056-CD7BBAF5EC42}"/>
          </ac:spMkLst>
        </pc:spChg>
        <pc:spChg chg="add">
          <ac:chgData name="Fabian Surya Pramudya" userId="f46cf8bb-4ec7-4653-94a9-ff26fa22481f" providerId="ADAL" clId="{FB578377-9936-4CF0-A859-60CC08244A0B}" dt="2022-08-03T21:58:00.183" v="162"/>
          <ac:spMkLst>
            <pc:docMk/>
            <pc:sldMk cId="0" sldId="301"/>
            <ac:spMk id="7" creationId="{9DACAC8C-86C2-490E-87B5-DB174E438F30}"/>
          </ac:spMkLst>
        </pc:spChg>
        <pc:spChg chg="del mod">
          <ac:chgData name="Fabian Surya Pramudya" userId="f46cf8bb-4ec7-4653-94a9-ff26fa22481f" providerId="ADAL" clId="{FB578377-9936-4CF0-A859-60CC08244A0B}" dt="2022-08-03T21:58:05.426" v="163" actId="478"/>
          <ac:spMkLst>
            <pc:docMk/>
            <pc:sldMk cId="0" sldId="301"/>
            <ac:spMk id="53251" creationId="{00000000-0000-0000-0000-000000000000}"/>
          </ac:spMkLst>
        </pc:spChg>
        <pc:spChg chg="mod">
          <ac:chgData name="Fabian Surya Pramudya" userId="f46cf8bb-4ec7-4653-94a9-ff26fa22481f" providerId="ADAL" clId="{FB578377-9936-4CF0-A859-60CC08244A0B}" dt="2022-08-03T21:58:28.866" v="177" actId="1035"/>
          <ac:spMkLst>
            <pc:docMk/>
            <pc:sldMk cId="0" sldId="301"/>
            <ac:spMk id="53252" creationId="{00000000-0000-0000-0000-000000000000}"/>
          </ac:spMkLst>
        </pc:spChg>
      </pc:sldChg>
      <pc:sldChg chg="add">
        <pc:chgData name="Fabian Surya Pramudya" userId="f46cf8bb-4ec7-4653-94a9-ff26fa22481f" providerId="ADAL" clId="{FB578377-9936-4CF0-A859-60CC08244A0B}" dt="2022-08-03T12:30:04.201" v="0"/>
        <pc:sldMkLst>
          <pc:docMk/>
          <pc:sldMk cId="2013683884" sldId="384"/>
        </pc:sldMkLst>
      </pc:sldChg>
    </pc:docChg>
  </pc:docChgLst>
  <pc:docChgLst>
    <pc:chgData name="Fabian" userId="f46cf8bb-4ec7-4653-94a9-ff26fa22481f" providerId="ADAL" clId="{3E132C17-AFB5-4212-91D0-200B14BD9470}"/>
    <pc:docChg chg="custSel modSld modMainMaster">
      <pc:chgData name="Fabian" userId="f46cf8bb-4ec7-4653-94a9-ff26fa22481f" providerId="ADAL" clId="{3E132C17-AFB5-4212-91D0-200B14BD9470}" dt="2022-12-23T05:21:16.659" v="14" actId="478"/>
      <pc:docMkLst>
        <pc:docMk/>
      </pc:docMkLst>
      <pc:sldChg chg="addSp delSp modSp">
        <pc:chgData name="Fabian" userId="f46cf8bb-4ec7-4653-94a9-ff26fa22481f" providerId="ADAL" clId="{3E132C17-AFB5-4212-91D0-200B14BD9470}" dt="2022-12-23T05:20:50.106" v="5" actId="478"/>
        <pc:sldMkLst>
          <pc:docMk/>
          <pc:sldMk cId="0" sldId="256"/>
        </pc:sldMkLst>
        <pc:spChg chg="mod">
          <ac:chgData name="Fabian" userId="f46cf8bb-4ec7-4653-94a9-ff26fa22481f" providerId="ADAL" clId="{3E132C17-AFB5-4212-91D0-200B14BD9470}" dt="2022-12-23T04:41:50.712" v="0" actId="20577"/>
          <ac:spMkLst>
            <pc:docMk/>
            <pc:sldMk cId="0" sldId="256"/>
            <ac:spMk id="17" creationId="{CE9AF79D-845E-461B-ADC4-7B9B51F04481}"/>
          </ac:spMkLst>
        </pc:spChg>
        <pc:spChg chg="mod">
          <ac:chgData name="Fabian" userId="f46cf8bb-4ec7-4653-94a9-ff26fa22481f" providerId="ADAL" clId="{3E132C17-AFB5-4212-91D0-200B14BD9470}" dt="2022-12-23T04:41:54.036" v="3" actId="20577"/>
          <ac:spMkLst>
            <pc:docMk/>
            <pc:sldMk cId="0" sldId="256"/>
            <ac:spMk id="18" creationId="{32DB365E-C0A0-4B3F-B6B1-8D39827C09A3}"/>
          </ac:spMkLst>
        </pc:spChg>
        <pc:graphicFrameChg chg="add del mod">
          <ac:chgData name="Fabian" userId="f46cf8bb-4ec7-4653-94a9-ff26fa22481f" providerId="ADAL" clId="{3E132C17-AFB5-4212-91D0-200B14BD9470}" dt="2022-12-23T05:20:50.106" v="5" actId="478"/>
          <ac:graphicFrameMkLst>
            <pc:docMk/>
            <pc:sldMk cId="0" sldId="256"/>
            <ac:graphicFrameMk id="2" creationId="{3149D759-F9E3-4AE2-89B0-A9C793389CB6}"/>
          </ac:graphicFrameMkLst>
        </pc:graphicFrameChg>
      </pc:sldChg>
      <pc:sldMasterChg chg="modSldLayout">
        <pc:chgData name="Fabian" userId="f46cf8bb-4ec7-4653-94a9-ff26fa22481f" providerId="ADAL" clId="{3E132C17-AFB5-4212-91D0-200B14BD9470}" dt="2022-12-23T05:21:16.659" v="14" actId="478"/>
        <pc:sldMasterMkLst>
          <pc:docMk/>
          <pc:sldMasterMk cId="0" sldId="2147483648"/>
        </pc:sldMasterMkLst>
        <pc:sldLayoutChg chg="delSp modSp">
          <pc:chgData name="Fabian" userId="f46cf8bb-4ec7-4653-94a9-ff26fa22481f" providerId="ADAL" clId="{3E132C17-AFB5-4212-91D0-200B14BD9470}" dt="2022-12-23T05:21:04.002" v="7" actId="478"/>
          <pc:sldLayoutMkLst>
            <pc:docMk/>
            <pc:sldMasterMk cId="0" sldId="2147483648"/>
            <pc:sldLayoutMk cId="0" sldId="2147483649"/>
          </pc:sldLayoutMkLst>
          <pc:picChg chg="del mod">
            <ac:chgData name="Fabian" userId="f46cf8bb-4ec7-4653-94a9-ff26fa22481f" providerId="ADAL" clId="{3E132C17-AFB5-4212-91D0-200B14BD9470}" dt="2022-12-23T05:21:04.002" v="7" actId="478"/>
            <ac:picMkLst>
              <pc:docMk/>
              <pc:sldMasterMk cId="0" sldId="2147483648"/>
              <pc:sldLayoutMk cId="0" sldId="2147483649"/>
              <ac:picMk id="11" creationId="{0D00FE9A-5B56-CC4A-AE9A-C22895A4A65F}"/>
            </ac:picMkLst>
          </pc:picChg>
        </pc:sldLayoutChg>
        <pc:sldLayoutChg chg="delSp">
          <pc:chgData name="Fabian" userId="f46cf8bb-4ec7-4653-94a9-ff26fa22481f" providerId="ADAL" clId="{3E132C17-AFB5-4212-91D0-200B14BD9470}" dt="2022-12-23T05:21:06.406" v="8" actId="478"/>
          <pc:sldLayoutMkLst>
            <pc:docMk/>
            <pc:sldMasterMk cId="0" sldId="2147483648"/>
            <pc:sldLayoutMk cId="0" sldId="2147483650"/>
          </pc:sldLayoutMkLst>
          <pc:picChg chg="del">
            <ac:chgData name="Fabian" userId="f46cf8bb-4ec7-4653-94a9-ff26fa22481f" providerId="ADAL" clId="{3E132C17-AFB5-4212-91D0-200B14BD9470}" dt="2022-12-23T05:21:06.406" v="8" actId="478"/>
            <ac:picMkLst>
              <pc:docMk/>
              <pc:sldMasterMk cId="0" sldId="2147483648"/>
              <pc:sldLayoutMk cId="0" sldId="2147483650"/>
              <ac:picMk id="11" creationId="{B629EBDB-E5DA-C246-981F-4C19F8FC4578}"/>
            </ac:picMkLst>
          </pc:picChg>
        </pc:sldLayoutChg>
        <pc:sldLayoutChg chg="delSp">
          <pc:chgData name="Fabian" userId="f46cf8bb-4ec7-4653-94a9-ff26fa22481f" providerId="ADAL" clId="{3E132C17-AFB5-4212-91D0-200B14BD9470}" dt="2022-12-23T05:21:07.795" v="9" actId="478"/>
          <pc:sldLayoutMkLst>
            <pc:docMk/>
            <pc:sldMasterMk cId="0" sldId="2147483648"/>
            <pc:sldLayoutMk cId="0" sldId="2147483651"/>
          </pc:sldLayoutMkLst>
          <pc:picChg chg="del">
            <ac:chgData name="Fabian" userId="f46cf8bb-4ec7-4653-94a9-ff26fa22481f" providerId="ADAL" clId="{3E132C17-AFB5-4212-91D0-200B14BD9470}" dt="2022-12-23T05:21:07.795" v="9" actId="478"/>
            <ac:picMkLst>
              <pc:docMk/>
              <pc:sldMasterMk cId="0" sldId="2147483648"/>
              <pc:sldLayoutMk cId="0" sldId="2147483651"/>
              <ac:picMk id="7" creationId="{EB33BA03-3A39-B849-9650-5243CD565A8A}"/>
            </ac:picMkLst>
          </pc:picChg>
        </pc:sldLayoutChg>
        <pc:sldLayoutChg chg="delSp">
          <pc:chgData name="Fabian" userId="f46cf8bb-4ec7-4653-94a9-ff26fa22481f" providerId="ADAL" clId="{3E132C17-AFB5-4212-91D0-200B14BD9470}" dt="2022-12-23T05:21:09.445" v="10" actId="478"/>
          <pc:sldLayoutMkLst>
            <pc:docMk/>
            <pc:sldMasterMk cId="0" sldId="2147483648"/>
            <pc:sldLayoutMk cId="0" sldId="2147483652"/>
          </pc:sldLayoutMkLst>
          <pc:picChg chg="del">
            <ac:chgData name="Fabian" userId="f46cf8bb-4ec7-4653-94a9-ff26fa22481f" providerId="ADAL" clId="{3E132C17-AFB5-4212-91D0-200B14BD9470}" dt="2022-12-23T05:21:09.445" v="10" actId="478"/>
            <ac:picMkLst>
              <pc:docMk/>
              <pc:sldMasterMk cId="0" sldId="2147483648"/>
              <pc:sldLayoutMk cId="0" sldId="2147483652"/>
              <ac:picMk id="12" creationId="{3DC9F73C-0878-E542-8513-409788190553}"/>
            </ac:picMkLst>
          </pc:picChg>
        </pc:sldLayoutChg>
        <pc:sldLayoutChg chg="delSp modSp">
          <pc:chgData name="Fabian" userId="f46cf8bb-4ec7-4653-94a9-ff26fa22481f" providerId="ADAL" clId="{3E132C17-AFB5-4212-91D0-200B14BD9470}" dt="2022-12-23T05:21:13.052" v="12" actId="478"/>
          <pc:sldLayoutMkLst>
            <pc:docMk/>
            <pc:sldMasterMk cId="0" sldId="2147483648"/>
            <pc:sldLayoutMk cId="0" sldId="2147483653"/>
          </pc:sldLayoutMkLst>
          <pc:picChg chg="del mod">
            <ac:chgData name="Fabian" userId="f46cf8bb-4ec7-4653-94a9-ff26fa22481f" providerId="ADAL" clId="{3E132C17-AFB5-4212-91D0-200B14BD9470}" dt="2022-12-23T05:21:13.052" v="12" actId="478"/>
            <ac:picMkLst>
              <pc:docMk/>
              <pc:sldMasterMk cId="0" sldId="2147483648"/>
              <pc:sldLayoutMk cId="0" sldId="2147483653"/>
              <ac:picMk id="13" creationId="{07D22DC1-2584-BA45-ADB4-CB64B76C9196}"/>
            </ac:picMkLst>
          </pc:picChg>
        </pc:sldLayoutChg>
        <pc:sldLayoutChg chg="delSp">
          <pc:chgData name="Fabian" userId="f46cf8bb-4ec7-4653-94a9-ff26fa22481f" providerId="ADAL" clId="{3E132C17-AFB5-4212-91D0-200B14BD9470}" dt="2022-12-23T05:21:14.941" v="13" actId="478"/>
          <pc:sldLayoutMkLst>
            <pc:docMk/>
            <pc:sldMasterMk cId="0" sldId="2147483648"/>
            <pc:sldLayoutMk cId="0" sldId="2147483654"/>
          </pc:sldLayoutMkLst>
          <pc:picChg chg="del">
            <ac:chgData name="Fabian" userId="f46cf8bb-4ec7-4653-94a9-ff26fa22481f" providerId="ADAL" clId="{3E132C17-AFB5-4212-91D0-200B14BD9470}" dt="2022-12-23T05:21:14.941" v="13" actId="478"/>
            <ac:picMkLst>
              <pc:docMk/>
              <pc:sldMasterMk cId="0" sldId="2147483648"/>
              <pc:sldLayoutMk cId="0" sldId="2147483654"/>
              <ac:picMk id="8" creationId="{1A1711B1-0CB2-3642-B322-BB9057DC06A4}"/>
            </ac:picMkLst>
          </pc:picChg>
        </pc:sldLayoutChg>
        <pc:sldLayoutChg chg="delSp">
          <pc:chgData name="Fabian" userId="f46cf8bb-4ec7-4653-94a9-ff26fa22481f" providerId="ADAL" clId="{3E132C17-AFB5-4212-91D0-200B14BD9470}" dt="2022-12-23T05:21:16.659" v="14" actId="478"/>
          <pc:sldLayoutMkLst>
            <pc:docMk/>
            <pc:sldMasterMk cId="0" sldId="2147483648"/>
            <pc:sldLayoutMk cId="2188224329" sldId="2147483672"/>
          </pc:sldLayoutMkLst>
          <pc:picChg chg="del">
            <ac:chgData name="Fabian" userId="f46cf8bb-4ec7-4653-94a9-ff26fa22481f" providerId="ADAL" clId="{3E132C17-AFB5-4212-91D0-200B14BD9470}" dt="2022-12-23T05:21:16.659" v="14" actId="478"/>
            <ac:picMkLst>
              <pc:docMk/>
              <pc:sldMasterMk cId="0" sldId="2147483648"/>
              <pc:sldLayoutMk cId="2188224329" sldId="2147483672"/>
              <ac:picMk id="8" creationId="{1A1711B1-0CB2-3642-B322-BB9057DC06A4}"/>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42327A3B-766F-4631-90B1-9B3D33DE7C5C}" type="datetimeFigureOut">
              <a:rPr lang="en-US"/>
              <a:pPr>
                <a:defRPr/>
              </a:pPr>
              <a:t>12/23/2022</a:t>
            </a:fld>
            <a:endParaRPr lang="en-US"/>
          </a:p>
        </p:txBody>
      </p:sp>
      <p:sp>
        <p:nvSpPr>
          <p:cNvPr id="4" name="Slide Image Placeholder 3"/>
          <p:cNvSpPr>
            <a:spLocks noGrp="1" noRot="1" noChangeAspect="1"/>
          </p:cNvSpPr>
          <p:nvPr>
            <p:ph type="sldImg" idx="2"/>
          </p:nvPr>
        </p:nvSpPr>
        <p:spPr>
          <a:xfrm>
            <a:off x="1006475" y="685800"/>
            <a:ext cx="484505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98F58BAA-C397-4D9C-949B-0B7D3F08F4B6}"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1" descr="Background 01-01.jpg"/>
          <p:cNvPicPr>
            <a:picLocks noChangeAspect="1"/>
          </p:cNvPicPr>
          <p:nvPr userDrawn="1"/>
        </p:nvPicPr>
        <p:blipFill>
          <a:blip r:embed="rId2" cstate="screen">
            <a:alphaModFix/>
          </a:blip>
          <a:srcRect/>
          <a:stretch>
            <a:fillRect/>
          </a:stretch>
        </p:blipFill>
        <p:spPr bwMode="auto">
          <a:xfrm>
            <a:off x="0" y="3175"/>
            <a:ext cx="10688638" cy="7556500"/>
          </a:xfrm>
          <a:prstGeom prst="rect">
            <a:avLst/>
          </a:prstGeom>
          <a:noFill/>
          <a:ln w="9525">
            <a:noFill/>
            <a:miter lim="800000"/>
            <a:headEnd/>
            <a:tailEnd/>
          </a:ln>
        </p:spPr>
      </p:pic>
      <p:pic>
        <p:nvPicPr>
          <p:cNvPr id="12" name="Picture 11" descr="A screenshot of a cell phone&#10;&#10;Description automatically generated">
            <a:extLst>
              <a:ext uri="{FF2B5EF4-FFF2-40B4-BE49-F238E27FC236}">
                <a16:creationId xmlns:a16="http://schemas.microsoft.com/office/drawing/2014/main" id="{9EA64FB5-AD3D-6B4E-9CDC-DAE578F5C07C}"/>
              </a:ext>
            </a:extLst>
          </p:cNvPr>
          <p:cNvPicPr>
            <a:picLocks noChangeAspect="1"/>
          </p:cNvPicPr>
          <p:nvPr userDrawn="1"/>
        </p:nvPicPr>
        <p:blipFill rotWithShape="1">
          <a:blip r:embed="rId3"/>
          <a:srcRect l="20942" t="89154" r="21091" b="4449"/>
          <a:stretch/>
        </p:blipFill>
        <p:spPr>
          <a:xfrm>
            <a:off x="5080503" y="646216"/>
            <a:ext cx="4004840" cy="625040"/>
          </a:xfrm>
          <a:prstGeom prst="rect">
            <a:avLst/>
          </a:prstGeom>
          <a:ln w="3175">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962B2341-C3BD-4867-8D41-5F80C1709B34}" type="datetimeFigureOut">
              <a:rPr lang="en-US"/>
              <a:pPr>
                <a:defRPr/>
              </a:pPr>
              <a:t>12/23/2022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D7FA9F5-F61B-45A1-B5E1-F65A5889B2EE}" type="slidenum">
              <a:rPr lang="en-US"/>
              <a:pPr>
                <a:defRPr/>
              </a:pPr>
              <a:t>‹#›</a:t>
            </a:fld>
            <a:endParaRPr lang="en-US"/>
          </a:p>
        </p:txBody>
      </p:sp>
      <p:pic>
        <p:nvPicPr>
          <p:cNvPr id="7" name="Picture 1" descr="Background 01-02.jpg"/>
          <p:cNvPicPr>
            <a:picLocks noChangeAspect="1"/>
          </p:cNvPicPr>
          <p:nvPr userDrawn="1"/>
        </p:nvPicPr>
        <p:blipFill>
          <a:blip r:embed="rId2" cstate="screen"/>
          <a:srcRect/>
          <a:stretch>
            <a:fillRect/>
          </a:stretch>
        </p:blipFill>
        <p:spPr bwMode="auto">
          <a:xfrm>
            <a:off x="0" y="0"/>
            <a:ext cx="10688638" cy="7556500"/>
          </a:xfrm>
          <a:prstGeom prst="rect">
            <a:avLst/>
          </a:prstGeom>
          <a:noFill/>
          <a:ln w="9525">
            <a:noFill/>
            <a:miter lim="800000"/>
            <a:headEnd/>
            <a:tailEnd/>
          </a:ln>
        </p:spPr>
      </p:pic>
      <p:sp>
        <p:nvSpPr>
          <p:cNvPr id="9" name="Title Placeholder 1"/>
          <p:cNvSpPr>
            <a:spLocks noGrp="1"/>
          </p:cNvSpPr>
          <p:nvPr>
            <p:ph type="title"/>
          </p:nvPr>
        </p:nvSpPr>
        <p:spPr bwMode="auto">
          <a:xfrm>
            <a:off x="1238250" y="749301"/>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0" name="Text Placeholder 2"/>
          <p:cNvSpPr>
            <a:spLocks noGrp="1"/>
          </p:cNvSpPr>
          <p:nvPr>
            <p:ph idx="13"/>
          </p:nvPr>
        </p:nvSpPr>
        <p:spPr bwMode="auto">
          <a:xfrm>
            <a:off x="1238250" y="2009776"/>
            <a:ext cx="9618662" cy="4991100"/>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2" name="Picture 11" descr="A screenshot of a cell phone&#10;&#10;Description automatically generated">
            <a:extLst>
              <a:ext uri="{FF2B5EF4-FFF2-40B4-BE49-F238E27FC236}">
                <a16:creationId xmlns:a16="http://schemas.microsoft.com/office/drawing/2014/main" id="{5317F68B-01F1-E94A-99D3-3F09D8A936B7}"/>
              </a:ext>
            </a:extLst>
          </p:cNvPr>
          <p:cNvPicPr>
            <a:picLocks noChangeAspect="1"/>
          </p:cNvPicPr>
          <p:nvPr userDrawn="1"/>
        </p:nvPicPr>
        <p:blipFill rotWithShape="1">
          <a:blip r:embed="rId3"/>
          <a:srcRect l="20942" t="89154" r="21091" b="4449"/>
          <a:stretch/>
        </p:blipFill>
        <p:spPr>
          <a:xfrm>
            <a:off x="3392488" y="6813668"/>
            <a:ext cx="4004840" cy="625040"/>
          </a:xfrm>
          <a:prstGeom prst="rect">
            <a:avLst/>
          </a:prstGeom>
          <a:ln w="3175">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44329" y="4859832"/>
            <a:ext cx="9085342" cy="1502066"/>
          </a:xfrm>
        </p:spPr>
        <p:txBody>
          <a:bodyPr anchor="t"/>
          <a:lstStyle>
            <a:lvl1pPr algn="l">
              <a:defRPr sz="4600" b="1" cap="all"/>
            </a:lvl1pPr>
          </a:lstStyle>
          <a:p>
            <a:r>
              <a:rPr lang="en-US"/>
              <a:t>Click to edit Master title style</a:t>
            </a:r>
          </a:p>
        </p:txBody>
      </p:sp>
      <p:sp>
        <p:nvSpPr>
          <p:cNvPr id="3" name="Text Placeholder 2"/>
          <p:cNvSpPr>
            <a:spLocks noGrp="1"/>
          </p:cNvSpPr>
          <p:nvPr>
            <p:ph type="body" idx="1"/>
          </p:nvPr>
        </p:nvSpPr>
        <p:spPr>
          <a:xfrm>
            <a:off x="844329" y="3205459"/>
            <a:ext cx="9085342" cy="1654373"/>
          </a:xfrm>
        </p:spPr>
        <p:txBody>
          <a:bodyPr anchor="b"/>
          <a:lstStyle>
            <a:lvl1pPr marL="0" indent="0">
              <a:buNone/>
              <a:defRPr sz="2300">
                <a:solidFill>
                  <a:schemeClr val="tx1">
                    <a:tint val="75000"/>
                  </a:schemeClr>
                </a:solidFill>
              </a:defRPr>
            </a:lvl1pPr>
            <a:lvl2pPr marL="521437" indent="0">
              <a:buNone/>
              <a:defRPr sz="2100">
                <a:solidFill>
                  <a:schemeClr val="tx1">
                    <a:tint val="75000"/>
                  </a:schemeClr>
                </a:solidFill>
              </a:defRPr>
            </a:lvl2pPr>
            <a:lvl3pPr marL="1042873" indent="0">
              <a:buNone/>
              <a:defRPr sz="1800">
                <a:solidFill>
                  <a:schemeClr val="tx1">
                    <a:tint val="75000"/>
                  </a:schemeClr>
                </a:solidFill>
              </a:defRPr>
            </a:lvl3pPr>
            <a:lvl4pPr marL="1564310" indent="0">
              <a:buNone/>
              <a:defRPr sz="1600">
                <a:solidFill>
                  <a:schemeClr val="tx1">
                    <a:tint val="75000"/>
                  </a:schemeClr>
                </a:solidFill>
              </a:defRPr>
            </a:lvl4pPr>
            <a:lvl5pPr marL="2085746" indent="0">
              <a:buNone/>
              <a:defRPr sz="1600">
                <a:solidFill>
                  <a:schemeClr val="tx1">
                    <a:tint val="75000"/>
                  </a:schemeClr>
                </a:solidFill>
              </a:defRPr>
            </a:lvl5pPr>
            <a:lvl6pPr marL="2607183" indent="0">
              <a:buNone/>
              <a:defRPr sz="1600">
                <a:solidFill>
                  <a:schemeClr val="tx1">
                    <a:tint val="75000"/>
                  </a:schemeClr>
                </a:solidFill>
              </a:defRPr>
            </a:lvl6pPr>
            <a:lvl7pPr marL="3128620" indent="0">
              <a:buNone/>
              <a:defRPr sz="1600">
                <a:solidFill>
                  <a:schemeClr val="tx1">
                    <a:tint val="75000"/>
                  </a:schemeClr>
                </a:solidFill>
              </a:defRPr>
            </a:lvl7pPr>
            <a:lvl8pPr marL="3650056" indent="0">
              <a:buNone/>
              <a:defRPr sz="1600">
                <a:solidFill>
                  <a:schemeClr val="tx1">
                    <a:tint val="75000"/>
                  </a:schemeClr>
                </a:solidFill>
              </a:defRPr>
            </a:lvl8pPr>
            <a:lvl9pPr marL="4171493"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1B24E772-3899-4649-A2AA-7CF914911BC6}" type="datetimeFigureOut">
              <a:rPr lang="en-US"/>
              <a:pPr>
                <a:defRPr/>
              </a:pPr>
              <a:t>12/23/2022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272044D-538C-4006-A81A-9ADFE14E0887}"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34432" y="1764666"/>
            <a:ext cx="4720815" cy="4991131"/>
          </a:xfrm>
        </p:spPr>
        <p:txBody>
          <a:bodyPr/>
          <a:lstStyle>
            <a:lvl1pPr>
              <a:defRPr sz="3200"/>
            </a:lvl1pPr>
            <a:lvl2pPr>
              <a:defRPr sz="27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33391" y="1764666"/>
            <a:ext cx="4720815" cy="4991131"/>
          </a:xfrm>
        </p:spPr>
        <p:txBody>
          <a:bodyPr/>
          <a:lstStyle>
            <a:lvl1pPr>
              <a:defRPr sz="3200"/>
            </a:lvl1pPr>
            <a:lvl2pPr>
              <a:defRPr sz="27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A2569E45-41F7-4121-96F3-D9854AFC6DC8}" type="datetimeFigureOut">
              <a:rPr lang="en-US"/>
              <a:pPr>
                <a:defRPr/>
              </a:pPr>
              <a:t>12/23/2022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DE504BA8-D676-4613-9C2C-2877DCA64D8F}" type="slidenum">
              <a:rPr lang="en-US"/>
              <a:pPr>
                <a:defRPr/>
              </a:pPr>
              <a:t>‹#›</a:t>
            </a:fld>
            <a:endParaRPr lang="en-US"/>
          </a:p>
        </p:txBody>
      </p:sp>
      <p:pic>
        <p:nvPicPr>
          <p:cNvPr id="8" name="Picture 1" descr="Background 01-03.jpg"/>
          <p:cNvPicPr>
            <a:picLocks noChangeAspect="1"/>
          </p:cNvPicPr>
          <p:nvPr userDrawn="1"/>
        </p:nvPicPr>
        <p:blipFill>
          <a:blip r:embed="rId2" cstate="screen"/>
          <a:srcRect/>
          <a:stretch>
            <a:fillRect/>
          </a:stretch>
        </p:blipFill>
        <p:spPr bwMode="auto">
          <a:xfrm>
            <a:off x="0" y="0"/>
            <a:ext cx="10688638" cy="7556500"/>
          </a:xfrm>
          <a:prstGeom prst="rect">
            <a:avLst/>
          </a:prstGeom>
          <a:noFill/>
          <a:ln w="9525">
            <a:noFill/>
            <a:miter lim="800000"/>
            <a:headEnd/>
            <a:tailEnd/>
          </a:ln>
        </p:spPr>
      </p:pic>
      <p:sp>
        <p:nvSpPr>
          <p:cNvPr id="10" name="Title Placeholder 1"/>
          <p:cNvSpPr>
            <a:spLocks noGrp="1"/>
          </p:cNvSpPr>
          <p:nvPr>
            <p:ph type="title"/>
          </p:nvPr>
        </p:nvSpPr>
        <p:spPr bwMode="auto">
          <a:xfrm>
            <a:off x="1219200" y="596901"/>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1" name="Text Placeholder 2"/>
          <p:cNvSpPr>
            <a:spLocks noGrp="1"/>
          </p:cNvSpPr>
          <p:nvPr>
            <p:ph idx="13"/>
          </p:nvPr>
        </p:nvSpPr>
        <p:spPr bwMode="auto">
          <a:xfrm>
            <a:off x="1219200" y="1857376"/>
            <a:ext cx="9618662" cy="4991100"/>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3" name="Picture 12" descr="A screenshot of a cell phone&#10;&#10;Description automatically generated">
            <a:extLst>
              <a:ext uri="{FF2B5EF4-FFF2-40B4-BE49-F238E27FC236}">
                <a16:creationId xmlns:a16="http://schemas.microsoft.com/office/drawing/2014/main" id="{E24EA1D8-E779-9B4C-A906-459512BC2D87}"/>
              </a:ext>
            </a:extLst>
          </p:cNvPr>
          <p:cNvPicPr>
            <a:picLocks noChangeAspect="1"/>
          </p:cNvPicPr>
          <p:nvPr userDrawn="1"/>
        </p:nvPicPr>
        <p:blipFill rotWithShape="1">
          <a:blip r:embed="rId3"/>
          <a:srcRect l="20942" t="89154" r="21091" b="4449"/>
          <a:stretch/>
        </p:blipFill>
        <p:spPr>
          <a:xfrm>
            <a:off x="3350299" y="6745088"/>
            <a:ext cx="4004840" cy="625040"/>
          </a:xfrm>
          <a:prstGeom prst="rect">
            <a:avLst/>
          </a:prstGeom>
          <a:ln w="3175">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7" name="Date Placeholder 3"/>
          <p:cNvSpPr>
            <a:spLocks noGrp="1"/>
          </p:cNvSpPr>
          <p:nvPr>
            <p:ph type="dt" sz="half" idx="10"/>
          </p:nvPr>
        </p:nvSpPr>
        <p:spPr/>
        <p:txBody>
          <a:bodyPr/>
          <a:lstStyle>
            <a:lvl1pPr>
              <a:defRPr/>
            </a:lvl1pPr>
          </a:lstStyle>
          <a:p>
            <a:pPr>
              <a:defRPr/>
            </a:pPr>
            <a:fld id="{34384A83-4D5A-429E-BDC6-FD1381510BEB}" type="datetimeFigureOut">
              <a:rPr lang="en-US"/>
              <a:pPr>
                <a:defRPr/>
              </a:pPr>
              <a:t>12/23/2022</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6CA70E03-8071-4189-BFD0-FC7EEE7DCDB5}" type="slidenum">
              <a:rPr lang="en-US"/>
              <a:pPr>
                <a:defRPr/>
              </a:pPr>
              <a:t>‹#›</a:t>
            </a:fld>
            <a:endParaRPr lang="en-US"/>
          </a:p>
        </p:txBody>
      </p:sp>
      <p:sp>
        <p:nvSpPr>
          <p:cNvPr id="10" name="Title Placeholder 1"/>
          <p:cNvSpPr>
            <a:spLocks noGrp="1"/>
          </p:cNvSpPr>
          <p:nvPr>
            <p:ph type="title"/>
          </p:nvPr>
        </p:nvSpPr>
        <p:spPr bwMode="auto">
          <a:xfrm>
            <a:off x="1219200" y="596901"/>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1" name="Text Placeholder 2"/>
          <p:cNvSpPr>
            <a:spLocks noGrp="1"/>
          </p:cNvSpPr>
          <p:nvPr>
            <p:ph idx="1"/>
          </p:nvPr>
        </p:nvSpPr>
        <p:spPr bwMode="auto">
          <a:xfrm>
            <a:off x="1219200" y="1857376"/>
            <a:ext cx="9618662" cy="4991100"/>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2" name="Picture 11" descr="A screenshot of a cell phone&#10;&#10;Description automatically generated">
            <a:extLst>
              <a:ext uri="{FF2B5EF4-FFF2-40B4-BE49-F238E27FC236}">
                <a16:creationId xmlns:a16="http://schemas.microsoft.com/office/drawing/2014/main" id="{0859D3EC-5E23-3B41-9DA0-38316698BC36}"/>
              </a:ext>
            </a:extLst>
          </p:cNvPr>
          <p:cNvPicPr>
            <a:picLocks noChangeAspect="1"/>
          </p:cNvPicPr>
          <p:nvPr userDrawn="1"/>
        </p:nvPicPr>
        <p:blipFill rotWithShape="1">
          <a:blip r:embed="rId2"/>
          <a:srcRect l="20942" t="89154" r="21091" b="4449"/>
          <a:stretch/>
        </p:blipFill>
        <p:spPr>
          <a:xfrm>
            <a:off x="3341899" y="6779378"/>
            <a:ext cx="4004840" cy="625040"/>
          </a:xfrm>
          <a:prstGeom prst="rect">
            <a:avLst/>
          </a:prstGeom>
          <a:ln w="3175">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3"/>
          <p:cNvSpPr>
            <a:spLocks noGrp="1"/>
          </p:cNvSpPr>
          <p:nvPr>
            <p:ph type="dt" sz="half" idx="10"/>
          </p:nvPr>
        </p:nvSpPr>
        <p:spPr/>
        <p:txBody>
          <a:bodyPr/>
          <a:lstStyle>
            <a:lvl1pPr>
              <a:defRPr/>
            </a:lvl1pPr>
          </a:lstStyle>
          <a:p>
            <a:pPr>
              <a:defRPr/>
            </a:pPr>
            <a:fld id="{E71D282C-CC3E-4E1D-BB33-9531F7A7F244}" type="datetimeFigureOut">
              <a:rPr lang="en-US"/>
              <a:pPr>
                <a:defRPr/>
              </a:pPr>
              <a:t>12/23/2022</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FA3E6B65-159F-439F-9BD7-E9F07CE5AD1C}" type="slidenum">
              <a:rPr lang="en-US"/>
              <a:pPr>
                <a:defRPr/>
              </a:pPr>
              <a:t>‹#›</a:t>
            </a:fld>
            <a:endParaRPr lang="en-US"/>
          </a:p>
        </p:txBody>
      </p:sp>
      <p:sp>
        <p:nvSpPr>
          <p:cNvPr id="6" name="Title Placeholder 1"/>
          <p:cNvSpPr>
            <a:spLocks noGrp="1"/>
          </p:cNvSpPr>
          <p:nvPr>
            <p:ph type="title"/>
          </p:nvPr>
        </p:nvSpPr>
        <p:spPr bwMode="auto">
          <a:xfrm>
            <a:off x="1219200" y="596901"/>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7" name="Text Placeholder 2"/>
          <p:cNvSpPr>
            <a:spLocks noGrp="1"/>
          </p:cNvSpPr>
          <p:nvPr>
            <p:ph idx="1"/>
          </p:nvPr>
        </p:nvSpPr>
        <p:spPr bwMode="auto">
          <a:xfrm>
            <a:off x="1219200" y="1857376"/>
            <a:ext cx="9618662" cy="4991100"/>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descr="A screenshot of a cell phone&#10;&#10;Description automatically generated">
            <a:extLst>
              <a:ext uri="{FF2B5EF4-FFF2-40B4-BE49-F238E27FC236}">
                <a16:creationId xmlns:a16="http://schemas.microsoft.com/office/drawing/2014/main" id="{EDE9ED95-923D-3548-823B-31E4248CF767}"/>
              </a:ext>
            </a:extLst>
          </p:cNvPr>
          <p:cNvPicPr>
            <a:picLocks noChangeAspect="1"/>
          </p:cNvPicPr>
          <p:nvPr userDrawn="1"/>
        </p:nvPicPr>
        <p:blipFill rotWithShape="1">
          <a:blip r:embed="rId2"/>
          <a:srcRect l="20942" t="89154" r="21091" b="4449"/>
          <a:stretch/>
        </p:blipFill>
        <p:spPr>
          <a:xfrm>
            <a:off x="3341899" y="6786998"/>
            <a:ext cx="4004840" cy="625040"/>
          </a:xfrm>
          <a:prstGeom prst="rect">
            <a:avLst/>
          </a:prstGeom>
          <a:ln w="3175">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3" name="Date Placeholder 3"/>
          <p:cNvSpPr>
            <a:spLocks noGrp="1"/>
          </p:cNvSpPr>
          <p:nvPr>
            <p:ph type="dt" sz="half" idx="10"/>
          </p:nvPr>
        </p:nvSpPr>
        <p:spPr/>
        <p:txBody>
          <a:bodyPr/>
          <a:lstStyle>
            <a:lvl1pPr>
              <a:defRPr/>
            </a:lvl1pPr>
          </a:lstStyle>
          <a:p>
            <a:pPr>
              <a:defRPr/>
            </a:pPr>
            <a:fld id="{E71D282C-CC3E-4E1D-BB33-9531F7A7F244}" type="datetimeFigureOut">
              <a:rPr lang="en-US"/>
              <a:pPr>
                <a:defRPr/>
              </a:pPr>
              <a:t>12/23/2022</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FA3E6B65-159F-439F-9BD7-E9F07CE5AD1C}" type="slidenum">
              <a:rPr lang="en-US"/>
              <a:pPr>
                <a:defRPr/>
              </a:pPr>
              <a:t>‹#›</a:t>
            </a:fld>
            <a:endParaRPr lang="en-US"/>
          </a:p>
        </p:txBody>
      </p:sp>
      <p:pic>
        <p:nvPicPr>
          <p:cNvPr id="9" name="Picture 8" descr="A screenshot of a cell phone&#10;&#10;Description automatically generated">
            <a:extLst>
              <a:ext uri="{FF2B5EF4-FFF2-40B4-BE49-F238E27FC236}">
                <a16:creationId xmlns:a16="http://schemas.microsoft.com/office/drawing/2014/main" id="{EDE9ED95-923D-3548-823B-31E4248CF767}"/>
              </a:ext>
            </a:extLst>
          </p:cNvPr>
          <p:cNvPicPr>
            <a:picLocks noChangeAspect="1"/>
          </p:cNvPicPr>
          <p:nvPr userDrawn="1"/>
        </p:nvPicPr>
        <p:blipFill rotWithShape="1">
          <a:blip r:embed="rId2"/>
          <a:srcRect l="20942" t="89154" r="21091" b="4449"/>
          <a:stretch/>
        </p:blipFill>
        <p:spPr>
          <a:xfrm>
            <a:off x="3341899" y="6786998"/>
            <a:ext cx="4004840" cy="625040"/>
          </a:xfrm>
          <a:prstGeom prst="rect">
            <a:avLst/>
          </a:prstGeom>
          <a:ln w="3175">
            <a:noFill/>
          </a:ln>
        </p:spPr>
      </p:pic>
    </p:spTree>
    <p:extLst>
      <p:ext uri="{BB962C8B-B14F-4D97-AF65-F5344CB8AC3E}">
        <p14:creationId xmlns:p14="http://schemas.microsoft.com/office/powerpoint/2010/main" val="21882243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9059D9E7-C17C-4132-9B73-48A51CFD46B3}" type="datetimeFigureOut">
              <a:rPr lang="en-US"/>
              <a:pPr>
                <a:defRPr/>
              </a:pPr>
              <a:t>12/23/2022</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896416AF-AB6B-466F-BD3E-24BE387F4714}" type="slidenum">
              <a:rPr lang="en-US"/>
              <a:pPr>
                <a:defRPr/>
              </a:pPr>
              <a:t>‹#›</a:t>
            </a:fld>
            <a:endParaRPr lang="en-US"/>
          </a:p>
        </p:txBody>
      </p:sp>
      <p:pic>
        <p:nvPicPr>
          <p:cNvPr id="5" name="Picture 1" descr="Background 01-04.jpg"/>
          <p:cNvPicPr>
            <a:picLocks noChangeAspect="1"/>
          </p:cNvPicPr>
          <p:nvPr userDrawn="1"/>
        </p:nvPicPr>
        <p:blipFill>
          <a:blip r:embed="rId2" cstate="screen"/>
          <a:srcRect/>
          <a:stretch>
            <a:fillRect/>
          </a:stretch>
        </p:blipFill>
        <p:spPr bwMode="auto">
          <a:xfrm>
            <a:off x="0" y="0"/>
            <a:ext cx="10688638" cy="7556500"/>
          </a:xfrm>
          <a:prstGeom prst="rect">
            <a:avLst/>
          </a:prstGeom>
          <a:noFill/>
          <a:ln w="9525">
            <a:noFill/>
            <a:miter lim="800000"/>
            <a:headEnd/>
            <a:tailEnd/>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1" descr="Background 01-02.jpg"/>
          <p:cNvPicPr>
            <a:picLocks noChangeAspect="1"/>
          </p:cNvPicPr>
          <p:nvPr userDrawn="1"/>
        </p:nvPicPr>
        <p:blipFill>
          <a:blip r:embed="rId10" cstate="screen"/>
          <a:srcRect/>
          <a:stretch>
            <a:fillRect/>
          </a:stretch>
        </p:blipFill>
        <p:spPr bwMode="auto">
          <a:xfrm>
            <a:off x="0" y="0"/>
            <a:ext cx="10688638" cy="7556500"/>
          </a:xfrm>
          <a:prstGeom prst="rect">
            <a:avLst/>
          </a:prstGeom>
          <a:noFill/>
          <a:ln w="9525">
            <a:noFill/>
            <a:miter lim="800000"/>
            <a:headEnd/>
            <a:tailEnd/>
          </a:ln>
        </p:spPr>
      </p:pic>
      <p:sp>
        <p:nvSpPr>
          <p:cNvPr id="1026" name="Title Placeholder 1"/>
          <p:cNvSpPr>
            <a:spLocks noGrp="1"/>
          </p:cNvSpPr>
          <p:nvPr>
            <p:ph type="title"/>
          </p:nvPr>
        </p:nvSpPr>
        <p:spPr bwMode="auto">
          <a:xfrm>
            <a:off x="1200150" y="596901"/>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1200150" y="1857376"/>
            <a:ext cx="9618662" cy="4991100"/>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34988" y="7010400"/>
            <a:ext cx="2493962" cy="401638"/>
          </a:xfrm>
          <a:prstGeom prst="rect">
            <a:avLst/>
          </a:prstGeom>
        </p:spPr>
        <p:txBody>
          <a:bodyPr vert="horz" wrap="square" lIns="104287" tIns="52144" rIns="104287" bIns="52144" numCol="1" anchor="ctr" anchorCtr="0" compatLnSpc="1">
            <a:prstTxWarp prst="textNoShape">
              <a:avLst/>
            </a:prstTxWarp>
          </a:bodyPr>
          <a:lstStyle>
            <a:lvl1pPr>
              <a:defRPr sz="1400" smtClean="0">
                <a:solidFill>
                  <a:srgbClr val="898989"/>
                </a:solidFill>
              </a:defRPr>
            </a:lvl1pPr>
          </a:lstStyle>
          <a:p>
            <a:pPr>
              <a:defRPr/>
            </a:pPr>
            <a:fld id="{22E5663C-481F-407A-A60F-1F041C634F4F}" type="datetimeFigureOut">
              <a:rPr lang="en-US"/>
              <a:pPr>
                <a:defRPr/>
              </a:pPr>
              <a:t>12/23/2022</a:t>
            </a:fld>
            <a:endParaRPr lang="en-US"/>
          </a:p>
        </p:txBody>
      </p:sp>
      <p:sp>
        <p:nvSpPr>
          <p:cNvPr id="5" name="Footer Placeholder 4"/>
          <p:cNvSpPr>
            <a:spLocks noGrp="1"/>
          </p:cNvSpPr>
          <p:nvPr>
            <p:ph type="ftr" sz="quarter" idx="3"/>
          </p:nvPr>
        </p:nvSpPr>
        <p:spPr>
          <a:xfrm>
            <a:off x="3651250" y="7010400"/>
            <a:ext cx="3386138" cy="401638"/>
          </a:xfrm>
          <a:prstGeom prst="rect">
            <a:avLst/>
          </a:prstGeom>
        </p:spPr>
        <p:txBody>
          <a:bodyPr vert="horz" lIns="104287" tIns="52144" rIns="104287" bIns="52144" rtlCol="0" anchor="ctr"/>
          <a:lstStyle>
            <a:lvl1pPr algn="ctr" defTabSz="521437" fontAlgn="auto">
              <a:spcBef>
                <a:spcPts val="0"/>
              </a:spcBef>
              <a:spcAft>
                <a:spcPts val="0"/>
              </a:spcAft>
              <a:defRPr sz="1400">
                <a:solidFill>
                  <a:schemeClr val="tx1">
                    <a:tint val="75000"/>
                  </a:schemeClr>
                </a:solidFill>
                <a:latin typeface="+mn-lt"/>
                <a:ea typeface="+mn-ea"/>
                <a:cs typeface="+mn-cs"/>
              </a:defRPr>
            </a:lvl1pPr>
          </a:lstStyle>
          <a:p>
            <a:pPr>
              <a:defRPr/>
            </a:pPr>
            <a:endParaRPr lang="en-US"/>
          </a:p>
        </p:txBody>
      </p:sp>
      <p:sp>
        <p:nvSpPr>
          <p:cNvPr id="6" name="Slide Number Placeholder 5"/>
          <p:cNvSpPr>
            <a:spLocks noGrp="1"/>
          </p:cNvSpPr>
          <p:nvPr>
            <p:ph type="sldNum" sz="quarter" idx="4"/>
          </p:nvPr>
        </p:nvSpPr>
        <p:spPr>
          <a:xfrm>
            <a:off x="7659688" y="7010400"/>
            <a:ext cx="2493962" cy="401638"/>
          </a:xfrm>
          <a:prstGeom prst="rect">
            <a:avLst/>
          </a:prstGeom>
        </p:spPr>
        <p:txBody>
          <a:bodyPr vert="horz" wrap="square" lIns="104287" tIns="52144" rIns="104287" bIns="52144" numCol="1" anchor="ctr" anchorCtr="0" compatLnSpc="1">
            <a:prstTxWarp prst="textNoShape">
              <a:avLst/>
            </a:prstTxWarp>
          </a:bodyPr>
          <a:lstStyle>
            <a:lvl1pPr algn="r">
              <a:defRPr sz="1400" smtClean="0">
                <a:solidFill>
                  <a:srgbClr val="898989"/>
                </a:solidFill>
              </a:defRPr>
            </a:lvl1pPr>
          </a:lstStyle>
          <a:p>
            <a:pPr>
              <a:defRPr/>
            </a:pPr>
            <a:fld id="{F1FCD700-A755-4C30-8B04-5025159A3A54}"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72" r:id="rId7"/>
    <p:sldLayoutId id="2147483655" r:id="rId8"/>
  </p:sldLayoutIdLst>
  <p:txStyles>
    <p:titleStyle>
      <a:lvl1pPr algn="l" defTabSz="520700" rtl="0" eaLnBrk="0" fontAlgn="base" hangingPunct="0">
        <a:spcBef>
          <a:spcPct val="0"/>
        </a:spcBef>
        <a:spcAft>
          <a:spcPct val="0"/>
        </a:spcAft>
        <a:defRPr sz="3200" kern="1200">
          <a:solidFill>
            <a:schemeClr val="tx1"/>
          </a:solidFill>
          <a:latin typeface="Open Sans"/>
          <a:ea typeface="MS PGothic" pitchFamily="34" charset="-128"/>
          <a:cs typeface="Open Sans"/>
        </a:defRPr>
      </a:lvl1pPr>
      <a:lvl2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2pPr>
      <a:lvl3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3pPr>
      <a:lvl4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4pPr>
      <a:lvl5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5pPr>
      <a:lvl6pPr marL="4572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6pPr>
      <a:lvl7pPr marL="9144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7pPr>
      <a:lvl8pPr marL="13716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8pPr>
      <a:lvl9pPr marL="18288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9pPr>
    </p:titleStyle>
    <p:bodyStyle>
      <a:lvl1pPr marL="390525" indent="-390525" algn="l" defTabSz="520700" rtl="0" eaLnBrk="0" fontAlgn="base" hangingPunct="0">
        <a:spcBef>
          <a:spcPct val="20000"/>
        </a:spcBef>
        <a:spcAft>
          <a:spcPct val="0"/>
        </a:spcAft>
        <a:buFont typeface="Arial" pitchFamily="34" charset="0"/>
        <a:buChar char="•"/>
        <a:defRPr sz="3600" kern="1200">
          <a:solidFill>
            <a:schemeClr val="tx1"/>
          </a:solidFill>
          <a:latin typeface="Open Sans"/>
          <a:ea typeface="MS PGothic" pitchFamily="34" charset="-128"/>
          <a:cs typeface="Open Sans"/>
        </a:defRPr>
      </a:lvl1pPr>
      <a:lvl2pPr marL="846138" indent="-325438" algn="l" defTabSz="520700" rtl="0" eaLnBrk="0" fontAlgn="base" hangingPunct="0">
        <a:spcBef>
          <a:spcPct val="20000"/>
        </a:spcBef>
        <a:spcAft>
          <a:spcPct val="0"/>
        </a:spcAft>
        <a:buFont typeface="Arial" pitchFamily="34" charset="0"/>
        <a:buChar char="–"/>
        <a:defRPr sz="3200" kern="1200">
          <a:solidFill>
            <a:schemeClr val="tx1"/>
          </a:solidFill>
          <a:latin typeface="Open Sans"/>
          <a:ea typeface="MS PGothic" pitchFamily="34" charset="-128"/>
          <a:cs typeface="+mn-cs"/>
        </a:defRPr>
      </a:lvl2pPr>
      <a:lvl3pPr marL="1303338" indent="-260350" algn="l" defTabSz="520700" rtl="0" eaLnBrk="0" fontAlgn="base" hangingPunct="0">
        <a:spcBef>
          <a:spcPct val="20000"/>
        </a:spcBef>
        <a:spcAft>
          <a:spcPct val="0"/>
        </a:spcAft>
        <a:buFont typeface="Arial" pitchFamily="34" charset="0"/>
        <a:buChar char="•"/>
        <a:defRPr sz="2700" kern="1200">
          <a:solidFill>
            <a:schemeClr val="tx1"/>
          </a:solidFill>
          <a:latin typeface="Open Sans"/>
          <a:ea typeface="MS PGothic" pitchFamily="34" charset="-128"/>
          <a:cs typeface="+mn-cs"/>
        </a:defRPr>
      </a:lvl3pPr>
      <a:lvl4pPr marL="1824038" indent="-260350" algn="l" defTabSz="520700" rtl="0" eaLnBrk="0" fontAlgn="base" hangingPunct="0">
        <a:spcBef>
          <a:spcPct val="20000"/>
        </a:spcBef>
        <a:spcAft>
          <a:spcPct val="0"/>
        </a:spcAft>
        <a:buFont typeface="Arial" pitchFamily="34" charset="0"/>
        <a:buChar char="–"/>
        <a:defRPr sz="2300" kern="1200">
          <a:solidFill>
            <a:schemeClr val="tx1"/>
          </a:solidFill>
          <a:latin typeface="Open Sans"/>
          <a:ea typeface="MS PGothic" pitchFamily="34" charset="-128"/>
          <a:cs typeface="+mn-cs"/>
        </a:defRPr>
      </a:lvl4pPr>
      <a:lvl5pPr marL="2346325" indent="-260350" algn="l" defTabSz="520700" rtl="0" eaLnBrk="0" fontAlgn="base" hangingPunct="0">
        <a:spcBef>
          <a:spcPct val="20000"/>
        </a:spcBef>
        <a:spcAft>
          <a:spcPct val="0"/>
        </a:spcAft>
        <a:buFont typeface="Arial" pitchFamily="34" charset="0"/>
        <a:buChar char="»"/>
        <a:defRPr sz="2300" kern="1200">
          <a:solidFill>
            <a:schemeClr val="tx1"/>
          </a:solidFill>
          <a:latin typeface="Open Sans"/>
          <a:ea typeface="MS PGothic" pitchFamily="34" charset="-128"/>
          <a:cs typeface="+mn-cs"/>
        </a:defRPr>
      </a:lvl5pPr>
      <a:lvl6pPr marL="2867901" indent="-260718" algn="l" defTabSz="521437" rtl="0" eaLnBrk="1" latinLnBrk="0" hangingPunct="1">
        <a:spcBef>
          <a:spcPct val="20000"/>
        </a:spcBef>
        <a:buFont typeface="Arial"/>
        <a:buChar char="•"/>
        <a:defRPr sz="2300" kern="1200">
          <a:solidFill>
            <a:schemeClr val="tx1"/>
          </a:solidFill>
          <a:latin typeface="+mn-lt"/>
          <a:ea typeface="+mn-ea"/>
          <a:cs typeface="+mn-cs"/>
        </a:defRPr>
      </a:lvl6pPr>
      <a:lvl7pPr marL="3389338" indent="-260718" algn="l" defTabSz="521437" rtl="0" eaLnBrk="1" latinLnBrk="0" hangingPunct="1">
        <a:spcBef>
          <a:spcPct val="20000"/>
        </a:spcBef>
        <a:buFont typeface="Arial"/>
        <a:buChar char="•"/>
        <a:defRPr sz="2300" kern="1200">
          <a:solidFill>
            <a:schemeClr val="tx1"/>
          </a:solidFill>
          <a:latin typeface="+mn-lt"/>
          <a:ea typeface="+mn-ea"/>
          <a:cs typeface="+mn-cs"/>
        </a:defRPr>
      </a:lvl7pPr>
      <a:lvl8pPr marL="3910775" indent="-260718" algn="l" defTabSz="521437" rtl="0" eaLnBrk="1" latinLnBrk="0" hangingPunct="1">
        <a:spcBef>
          <a:spcPct val="20000"/>
        </a:spcBef>
        <a:buFont typeface="Arial"/>
        <a:buChar char="•"/>
        <a:defRPr sz="2300" kern="1200">
          <a:solidFill>
            <a:schemeClr val="tx1"/>
          </a:solidFill>
          <a:latin typeface="+mn-lt"/>
          <a:ea typeface="+mn-ea"/>
          <a:cs typeface="+mn-cs"/>
        </a:defRPr>
      </a:lvl8pPr>
      <a:lvl9pPr marL="4432211" indent="-260718" algn="l" defTabSz="521437" rtl="0" eaLnBrk="1" latinLnBrk="0" hangingPunct="1">
        <a:spcBef>
          <a:spcPct val="20000"/>
        </a:spcBef>
        <a:buFont typeface="Arial"/>
        <a:buChar char="•"/>
        <a:defRPr sz="2300" kern="1200">
          <a:solidFill>
            <a:schemeClr val="tx1"/>
          </a:solidFill>
          <a:latin typeface="+mn-lt"/>
          <a:ea typeface="+mn-ea"/>
          <a:cs typeface="+mn-cs"/>
        </a:defRPr>
      </a:lvl9pPr>
    </p:bodyStyle>
    <p:otherStyle>
      <a:defPPr>
        <a:defRPr lang="en-US"/>
      </a:defPPr>
      <a:lvl1pPr marL="0" algn="l" defTabSz="521437" rtl="0" eaLnBrk="1" latinLnBrk="0" hangingPunct="1">
        <a:defRPr sz="2100" kern="1200">
          <a:solidFill>
            <a:schemeClr val="tx1"/>
          </a:solidFill>
          <a:latin typeface="+mn-lt"/>
          <a:ea typeface="+mn-ea"/>
          <a:cs typeface="+mn-cs"/>
        </a:defRPr>
      </a:lvl1pPr>
      <a:lvl2pPr marL="521437" algn="l" defTabSz="521437" rtl="0" eaLnBrk="1" latinLnBrk="0" hangingPunct="1">
        <a:defRPr sz="2100" kern="1200">
          <a:solidFill>
            <a:schemeClr val="tx1"/>
          </a:solidFill>
          <a:latin typeface="+mn-lt"/>
          <a:ea typeface="+mn-ea"/>
          <a:cs typeface="+mn-cs"/>
        </a:defRPr>
      </a:lvl2pPr>
      <a:lvl3pPr marL="1042873" algn="l" defTabSz="521437" rtl="0" eaLnBrk="1" latinLnBrk="0" hangingPunct="1">
        <a:defRPr sz="2100" kern="1200">
          <a:solidFill>
            <a:schemeClr val="tx1"/>
          </a:solidFill>
          <a:latin typeface="+mn-lt"/>
          <a:ea typeface="+mn-ea"/>
          <a:cs typeface="+mn-cs"/>
        </a:defRPr>
      </a:lvl3pPr>
      <a:lvl4pPr marL="1564310" algn="l" defTabSz="521437" rtl="0" eaLnBrk="1" latinLnBrk="0" hangingPunct="1">
        <a:defRPr sz="2100" kern="1200">
          <a:solidFill>
            <a:schemeClr val="tx1"/>
          </a:solidFill>
          <a:latin typeface="+mn-lt"/>
          <a:ea typeface="+mn-ea"/>
          <a:cs typeface="+mn-cs"/>
        </a:defRPr>
      </a:lvl4pPr>
      <a:lvl5pPr marL="2085746" algn="l" defTabSz="521437" rtl="0" eaLnBrk="1" latinLnBrk="0" hangingPunct="1">
        <a:defRPr sz="2100" kern="1200">
          <a:solidFill>
            <a:schemeClr val="tx1"/>
          </a:solidFill>
          <a:latin typeface="+mn-lt"/>
          <a:ea typeface="+mn-ea"/>
          <a:cs typeface="+mn-cs"/>
        </a:defRPr>
      </a:lvl5pPr>
      <a:lvl6pPr marL="2607183" algn="l" defTabSz="521437" rtl="0" eaLnBrk="1" latinLnBrk="0" hangingPunct="1">
        <a:defRPr sz="2100" kern="1200">
          <a:solidFill>
            <a:schemeClr val="tx1"/>
          </a:solidFill>
          <a:latin typeface="+mn-lt"/>
          <a:ea typeface="+mn-ea"/>
          <a:cs typeface="+mn-cs"/>
        </a:defRPr>
      </a:lvl6pPr>
      <a:lvl7pPr marL="3128620" algn="l" defTabSz="521437" rtl="0" eaLnBrk="1" latinLnBrk="0" hangingPunct="1">
        <a:defRPr sz="2100" kern="1200">
          <a:solidFill>
            <a:schemeClr val="tx1"/>
          </a:solidFill>
          <a:latin typeface="+mn-lt"/>
          <a:ea typeface="+mn-ea"/>
          <a:cs typeface="+mn-cs"/>
        </a:defRPr>
      </a:lvl7pPr>
      <a:lvl8pPr marL="3650056" algn="l" defTabSz="521437" rtl="0" eaLnBrk="1" latinLnBrk="0" hangingPunct="1">
        <a:defRPr sz="2100" kern="1200">
          <a:solidFill>
            <a:schemeClr val="tx1"/>
          </a:solidFill>
          <a:latin typeface="+mn-lt"/>
          <a:ea typeface="+mn-ea"/>
          <a:cs typeface="+mn-cs"/>
        </a:defRPr>
      </a:lvl8pPr>
      <a:lvl9pPr marL="4171493" algn="l" defTabSz="521437"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7">
            <a:extLst>
              <a:ext uri="{FF2B5EF4-FFF2-40B4-BE49-F238E27FC236}">
                <a16:creationId xmlns:a16="http://schemas.microsoft.com/office/drawing/2014/main" id="{CE9AF79D-845E-461B-ADC4-7B9B51F04481}"/>
              </a:ext>
            </a:extLst>
          </p:cNvPr>
          <p:cNvSpPr>
            <a:spLocks noChangeArrowheads="1"/>
          </p:cNvSpPr>
          <p:nvPr/>
        </p:nvSpPr>
        <p:spPr bwMode="auto">
          <a:xfrm>
            <a:off x="2120202" y="2029767"/>
            <a:ext cx="8568435" cy="1010294"/>
          </a:xfrm>
          <a:prstGeom prst="rect">
            <a:avLst/>
          </a:prstGeom>
          <a:noFill/>
          <a:ln w="9525">
            <a:noFill/>
            <a:miter lim="800000"/>
            <a:headEnd/>
            <a:tailEnd/>
          </a:ln>
        </p:spPr>
        <p:txBody>
          <a:bodyPr/>
          <a:lstStyle/>
          <a:p>
            <a:pPr>
              <a:spcBef>
                <a:spcPct val="20000"/>
              </a:spcBef>
              <a:tabLst>
                <a:tab pos="1320800" algn="l"/>
                <a:tab pos="2054225" algn="l"/>
              </a:tabLst>
            </a:pPr>
            <a:r>
              <a:rPr lang="en-US" sz="2400" dirty="0">
                <a:solidFill>
                  <a:schemeClr val="bg1"/>
                </a:solidFill>
                <a:latin typeface="Open Sans"/>
              </a:rPr>
              <a:t>Course		 	: </a:t>
            </a:r>
            <a:r>
              <a:rPr lang="en-HK" sz="2400" dirty="0">
                <a:solidFill>
                  <a:schemeClr val="bg1"/>
                </a:solidFill>
                <a:latin typeface="Open Sans"/>
              </a:rPr>
              <a:t>Computational Biology</a:t>
            </a:r>
            <a:endParaRPr lang="en-US" sz="2400" dirty="0">
              <a:solidFill>
                <a:schemeClr val="bg1"/>
              </a:solidFill>
              <a:latin typeface="Open Sans"/>
            </a:endParaRPr>
          </a:p>
          <a:p>
            <a:pPr>
              <a:spcBef>
                <a:spcPct val="20000"/>
              </a:spcBef>
              <a:tabLst>
                <a:tab pos="1320800" algn="l"/>
                <a:tab pos="2054225" algn="l"/>
              </a:tabLst>
            </a:pPr>
            <a:r>
              <a:rPr lang="en-US" sz="2400" dirty="0">
                <a:solidFill>
                  <a:schemeClr val="bg1"/>
                </a:solidFill>
                <a:latin typeface="Open Sans"/>
              </a:rPr>
              <a:t>Effective Period	: June 2022</a:t>
            </a:r>
            <a:endParaRPr lang="en-US" sz="1400" dirty="0">
              <a:solidFill>
                <a:schemeClr val="bg1"/>
              </a:solidFill>
              <a:latin typeface="Open Sans"/>
            </a:endParaRPr>
          </a:p>
        </p:txBody>
      </p:sp>
      <p:sp>
        <p:nvSpPr>
          <p:cNvPr id="18" name="Rectangle 6">
            <a:extLst>
              <a:ext uri="{FF2B5EF4-FFF2-40B4-BE49-F238E27FC236}">
                <a16:creationId xmlns:a16="http://schemas.microsoft.com/office/drawing/2014/main" id="{32DB365E-C0A0-4B3F-B6B1-8D39827C09A3}"/>
              </a:ext>
            </a:extLst>
          </p:cNvPr>
          <p:cNvSpPr txBox="1">
            <a:spLocks noChangeArrowheads="1"/>
          </p:cNvSpPr>
          <p:nvPr/>
        </p:nvSpPr>
        <p:spPr>
          <a:xfrm>
            <a:off x="2120201" y="3754525"/>
            <a:ext cx="8568435" cy="2384425"/>
          </a:xfrm>
          <a:prstGeom prst="rect">
            <a:avLst/>
          </a:prstGeom>
          <a:noFill/>
        </p:spPr>
        <p:txBody>
          <a:bodyPr>
            <a:normAutofit/>
          </a:bodyPr>
          <a:lstStyle>
            <a:lvl1pPr algn="l" defTabSz="520700" rtl="0" eaLnBrk="0" fontAlgn="base" hangingPunct="0">
              <a:spcBef>
                <a:spcPct val="0"/>
              </a:spcBef>
              <a:spcAft>
                <a:spcPct val="0"/>
              </a:spcAft>
              <a:defRPr sz="3200" kern="1200">
                <a:solidFill>
                  <a:schemeClr val="tx1"/>
                </a:solidFill>
                <a:latin typeface="Open Sans"/>
                <a:ea typeface="MS PGothic" pitchFamily="34" charset="-128"/>
                <a:cs typeface="Open Sans"/>
              </a:defRPr>
            </a:lvl1pPr>
            <a:lvl2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2pPr>
            <a:lvl3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3pPr>
            <a:lvl4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4pPr>
            <a:lvl5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5pPr>
            <a:lvl6pPr marL="4572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6pPr>
            <a:lvl7pPr marL="9144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7pPr>
            <a:lvl8pPr marL="13716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8pPr>
            <a:lvl9pPr marL="18288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9pPr>
          </a:lstStyle>
          <a:p>
            <a:pPr algn="ctr" eaLnBrk="1" hangingPunct="1"/>
            <a:r>
              <a:rPr lang="en-GB" sz="4000" b="1" dirty="0">
                <a:solidFill>
                  <a:schemeClr val="bg1"/>
                </a:solidFill>
              </a:rPr>
              <a:t>Proteomics</a:t>
            </a:r>
            <a:endParaRPr lang="en-US" sz="2800" b="1"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sz="4000" b="1" dirty="0" err="1"/>
              <a:t>Learning</a:t>
            </a:r>
            <a:r>
              <a:rPr lang="id-ID" sz="4000" b="1" dirty="0"/>
              <a:t> </a:t>
            </a:r>
            <a:r>
              <a:rPr lang="id-ID" sz="4000" b="1" dirty="0" err="1"/>
              <a:t>Objectives</a:t>
            </a:r>
            <a:endParaRPr lang="id-ID" sz="4000" b="1" dirty="0"/>
          </a:p>
        </p:txBody>
      </p:sp>
      <p:sp>
        <p:nvSpPr>
          <p:cNvPr id="3" name="Content Placeholder 2"/>
          <p:cNvSpPr>
            <a:spLocks noGrp="1"/>
          </p:cNvSpPr>
          <p:nvPr>
            <p:ph idx="1"/>
          </p:nvPr>
        </p:nvSpPr>
        <p:spPr>
          <a:xfrm>
            <a:off x="1200150" y="1857376"/>
            <a:ext cx="8912038" cy="4991100"/>
          </a:xfrm>
        </p:spPr>
        <p:txBody>
          <a:bodyPr/>
          <a:lstStyle/>
          <a:p>
            <a:r>
              <a:rPr lang="en-HK" sz="2800" dirty="0"/>
              <a:t>Translation &amp; Proteomics</a:t>
            </a:r>
          </a:p>
          <a:p>
            <a:r>
              <a:rPr lang="en-HK" sz="2800" dirty="0"/>
              <a:t>Amino Acids</a:t>
            </a:r>
          </a:p>
          <a:p>
            <a:r>
              <a:rPr lang="en-HK" sz="2800" dirty="0"/>
              <a:t>Peptide Bond, Peptide Plane, and Ramachandran Plot</a:t>
            </a:r>
          </a:p>
          <a:p>
            <a:r>
              <a:rPr lang="en-HK" sz="2800" dirty="0"/>
              <a:t>Protein Structure and Function</a:t>
            </a:r>
          </a:p>
          <a:p>
            <a:r>
              <a:rPr lang="en-US" sz="2800" dirty="0"/>
              <a:t>Bioinformatic Analyses Involving Protein Sequences</a:t>
            </a:r>
            <a:endParaRPr lang="en-HK" sz="2800" dirty="0"/>
          </a:p>
          <a:p>
            <a:endParaRPr lang="id-ID" sz="28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5606583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800" b="1" dirty="0"/>
              <a:t>Translation and Proteomics</a:t>
            </a:r>
            <a:endParaRPr lang="id-ID" sz="2800" b="1" dirty="0"/>
          </a:p>
        </p:txBody>
      </p:sp>
      <p:sp>
        <p:nvSpPr>
          <p:cNvPr id="4" name="Rectangle 3">
            <a:extLst>
              <a:ext uri="{FF2B5EF4-FFF2-40B4-BE49-F238E27FC236}">
                <a16:creationId xmlns:a16="http://schemas.microsoft.com/office/drawing/2014/main" id="{34C8ACB7-62F4-4DFA-BF4E-F704AD38BEDF}"/>
              </a:ext>
            </a:extLst>
          </p:cNvPr>
          <p:cNvSpPr/>
          <p:nvPr/>
        </p:nvSpPr>
        <p:spPr>
          <a:xfrm>
            <a:off x="1238251" y="1664031"/>
            <a:ext cx="5117725" cy="5016758"/>
          </a:xfrm>
          <a:prstGeom prst="rect">
            <a:avLst/>
          </a:prstGeom>
        </p:spPr>
        <p:txBody>
          <a:bodyPr wrap="square">
            <a:spAutoFit/>
          </a:bodyPr>
          <a:lstStyle/>
          <a:p>
            <a:pPr algn="just"/>
            <a:r>
              <a:rPr lang="en-US" sz="2000" dirty="0"/>
              <a:t>Three different aspects of life sciences which are Genomics, Proteomics, and Metabolomics makes the integration of all these aspects is well known to be a </a:t>
            </a:r>
            <a:r>
              <a:rPr lang="en-US" sz="2000" b="1" u="sng" dirty="0"/>
              <a:t>System Biology</a:t>
            </a:r>
          </a:p>
          <a:p>
            <a:pPr algn="just"/>
            <a:endParaRPr lang="en-US" sz="2000" u="sng" dirty="0"/>
          </a:p>
          <a:p>
            <a:pPr algn="just"/>
            <a:r>
              <a:rPr lang="en-US" sz="2000" dirty="0">
                <a:solidFill>
                  <a:srgbClr val="21242C"/>
                </a:solidFill>
                <a:latin typeface="inherit"/>
              </a:rPr>
              <a:t>In </a:t>
            </a:r>
            <a:r>
              <a:rPr lang="en-US" sz="2000" b="1" u="sng" dirty="0">
                <a:solidFill>
                  <a:srgbClr val="21242C"/>
                </a:solidFill>
                <a:latin typeface="inherit"/>
              </a:rPr>
              <a:t>Translation</a:t>
            </a:r>
            <a:r>
              <a:rPr lang="en-US" sz="2000" dirty="0">
                <a:solidFill>
                  <a:srgbClr val="21242C"/>
                </a:solidFill>
                <a:latin typeface="inherit"/>
              </a:rPr>
              <a:t>, the sequence of nucleotides in the mRNA is "translated" into a sequence of amino acids in a polypeptide (protein chain).</a:t>
            </a:r>
          </a:p>
          <a:p>
            <a:pPr algn="just"/>
            <a:endParaRPr lang="en-US" sz="2000" dirty="0">
              <a:solidFill>
                <a:srgbClr val="21242C"/>
              </a:solidFill>
              <a:latin typeface="inherit"/>
            </a:endParaRPr>
          </a:p>
          <a:p>
            <a:pPr algn="just"/>
            <a:r>
              <a:rPr lang="en-US" sz="2000" dirty="0"/>
              <a:t>Proteins (polypeptides) are translated from the mRNA, which carries the amino acid sequence information for the polypeptide. </a:t>
            </a:r>
          </a:p>
          <a:p>
            <a:pPr algn="just"/>
            <a:endParaRPr lang="en-US" sz="2000" dirty="0">
              <a:solidFill>
                <a:srgbClr val="21242C"/>
              </a:solidFill>
              <a:latin typeface="inherit"/>
            </a:endParaRPr>
          </a:p>
          <a:p>
            <a:pPr algn="just"/>
            <a:r>
              <a:rPr lang="en-US" sz="2000" dirty="0"/>
              <a:t>Keywords:</a:t>
            </a:r>
          </a:p>
          <a:p>
            <a:pPr algn="just"/>
            <a:r>
              <a:rPr lang="en-US" sz="2000" dirty="0"/>
              <a:t>Omics, Proteomics, Amino Acids, Polypeptide, Protein</a:t>
            </a:r>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pic>
        <p:nvPicPr>
          <p:cNvPr id="5" name="Picture 4">
            <a:extLst>
              <a:ext uri="{FF2B5EF4-FFF2-40B4-BE49-F238E27FC236}">
                <a16:creationId xmlns:a16="http://schemas.microsoft.com/office/drawing/2014/main" id="{BA344A02-0169-4CFB-83AC-E57381E442B7}"/>
              </a:ext>
            </a:extLst>
          </p:cNvPr>
          <p:cNvPicPr>
            <a:picLocks noChangeAspect="1"/>
          </p:cNvPicPr>
          <p:nvPr/>
        </p:nvPicPr>
        <p:blipFill rotWithShape="1">
          <a:blip r:embed="rId2"/>
          <a:srcRect l="3030" t="23827" r="2406" b="506"/>
          <a:stretch/>
        </p:blipFill>
        <p:spPr>
          <a:xfrm>
            <a:off x="6789448" y="1664031"/>
            <a:ext cx="3535383" cy="5023330"/>
          </a:xfrm>
          <a:prstGeom prst="rect">
            <a:avLst/>
          </a:prstGeom>
        </p:spPr>
      </p:pic>
    </p:spTree>
    <p:extLst>
      <p:ext uri="{BB962C8B-B14F-4D97-AF65-F5344CB8AC3E}">
        <p14:creationId xmlns:p14="http://schemas.microsoft.com/office/powerpoint/2010/main" val="3124806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800" b="1" dirty="0"/>
              <a:t>Translation and </a:t>
            </a:r>
            <a:r>
              <a:rPr lang="en-US" sz="2800" b="1" dirty="0" err="1"/>
              <a:t>Proteonomics</a:t>
            </a:r>
            <a:endParaRPr lang="en-HK" sz="2800" dirty="0"/>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
        <p:nvSpPr>
          <p:cNvPr id="3" name="Rectangle 2">
            <a:extLst>
              <a:ext uri="{FF2B5EF4-FFF2-40B4-BE49-F238E27FC236}">
                <a16:creationId xmlns:a16="http://schemas.microsoft.com/office/drawing/2014/main" id="{73807F01-3927-4E24-8579-82BA30D9DCAA}"/>
              </a:ext>
            </a:extLst>
          </p:cNvPr>
          <p:cNvSpPr/>
          <p:nvPr/>
        </p:nvSpPr>
        <p:spPr>
          <a:xfrm>
            <a:off x="1238250" y="1677964"/>
            <a:ext cx="8721538" cy="1631216"/>
          </a:xfrm>
          <a:prstGeom prst="rect">
            <a:avLst/>
          </a:prstGeom>
        </p:spPr>
        <p:txBody>
          <a:bodyPr wrap="square">
            <a:spAutoFit/>
          </a:bodyPr>
          <a:lstStyle/>
          <a:p>
            <a:pPr algn="just"/>
            <a:r>
              <a:rPr lang="en-US" sz="2000" dirty="0"/>
              <a:t>Studies of the structure and function of proteins. What they do, what they interact with, and how they contribute to life processes </a:t>
            </a:r>
            <a:r>
              <a:rPr lang="en-US" sz="2000" dirty="0">
                <a:solidFill>
                  <a:srgbClr val="241F1F"/>
                </a:solidFill>
                <a:latin typeface="StoneSerifITCPro-Medium"/>
              </a:rPr>
              <a:t>The term </a:t>
            </a:r>
            <a:r>
              <a:rPr lang="en-US" sz="2000" b="1" dirty="0">
                <a:solidFill>
                  <a:srgbClr val="241F1F"/>
                </a:solidFill>
                <a:latin typeface="StoneSerifITCPro-Bold"/>
              </a:rPr>
              <a:t>proteomics </a:t>
            </a:r>
            <a:r>
              <a:rPr lang="en-US" sz="2000" dirty="0">
                <a:solidFill>
                  <a:srgbClr val="241F1F"/>
                </a:solidFill>
                <a:latin typeface="StoneSerifITCPro-Medium"/>
              </a:rPr>
              <a:t>refers to the study of sets of proteins and their properties. (The entire set of proteins expressed by a given cell, tissue, or organism is called a </a:t>
            </a:r>
            <a:r>
              <a:rPr lang="en-HK" sz="2000" b="1" dirty="0">
                <a:solidFill>
                  <a:srgbClr val="241F1F"/>
                </a:solidFill>
                <a:latin typeface="StoneSerifITCPro-Bold"/>
              </a:rPr>
              <a:t>proteome</a:t>
            </a:r>
            <a:r>
              <a:rPr lang="en-HK" sz="2000" dirty="0">
                <a:solidFill>
                  <a:srgbClr val="241F1F"/>
                </a:solidFill>
                <a:latin typeface="StoneSerifITCPro-Medium"/>
              </a:rPr>
              <a:t>.)</a:t>
            </a:r>
          </a:p>
          <a:p>
            <a:pPr algn="just"/>
            <a:endParaRPr lang="en-HK" sz="2000" dirty="0">
              <a:solidFill>
                <a:srgbClr val="241F1F"/>
              </a:solidFill>
              <a:latin typeface="StoneSerifITCPro-Medium"/>
            </a:endParaRPr>
          </a:p>
        </p:txBody>
      </p:sp>
      <p:pic>
        <p:nvPicPr>
          <p:cNvPr id="1026" name="Picture 2" descr="Bioinformatics Service for Proteomics">
            <a:extLst>
              <a:ext uri="{FF2B5EF4-FFF2-40B4-BE49-F238E27FC236}">
                <a16:creationId xmlns:a16="http://schemas.microsoft.com/office/drawing/2014/main" id="{DD01DBE7-DF18-4AA8-AFF7-342351AE45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89440" y="3370252"/>
            <a:ext cx="4250247" cy="2110956"/>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5D84A841-0436-4AD9-8AD2-550C17EFE712}"/>
              </a:ext>
            </a:extLst>
          </p:cNvPr>
          <p:cNvSpPr/>
          <p:nvPr/>
        </p:nvSpPr>
        <p:spPr>
          <a:xfrm>
            <a:off x="1196391" y="3091142"/>
            <a:ext cx="4738244" cy="3785652"/>
          </a:xfrm>
          <a:prstGeom prst="rect">
            <a:avLst/>
          </a:prstGeom>
        </p:spPr>
        <p:txBody>
          <a:bodyPr wrap="square">
            <a:spAutoFit/>
          </a:bodyPr>
          <a:lstStyle/>
          <a:p>
            <a:pPr algn="ctr"/>
            <a:r>
              <a:rPr lang="en-US" sz="1600" i="1" dirty="0"/>
              <a:t>The term "proteome", a portmanteau of protein and genome, was coined by Marc Wilkins in 1994 and broadly defined as the total set of proteins that could be expressed in a sample or organism at a given time or the set of proteins that can be detected by some method.</a:t>
            </a:r>
          </a:p>
          <a:p>
            <a:pPr algn="just"/>
            <a:endParaRPr lang="en-US" sz="1800" dirty="0"/>
          </a:p>
          <a:p>
            <a:pPr algn="just"/>
            <a:r>
              <a:rPr lang="en-US" sz="1800" dirty="0"/>
              <a:t>This varies with time and distinct requirements, or stresses. The related term ''proteomics‘’ is now widely identified as one of the </a:t>
            </a:r>
            <a:r>
              <a:rPr lang="en-US" sz="1800" b="1" u="sng" dirty="0"/>
              <a:t>omics-</a:t>
            </a:r>
            <a:r>
              <a:rPr lang="en-US" sz="1800" dirty="0"/>
              <a:t> the set of post-genomic technologies which seek to further understand the genome in the molecules it encodes, their functions, interactions and connected properties</a:t>
            </a:r>
            <a:endParaRPr lang="en-HK" sz="1800" dirty="0"/>
          </a:p>
        </p:txBody>
      </p:sp>
    </p:spTree>
    <p:extLst>
      <p:ext uri="{BB962C8B-B14F-4D97-AF65-F5344CB8AC3E}">
        <p14:creationId xmlns:p14="http://schemas.microsoft.com/office/powerpoint/2010/main" val="34595805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800" b="1" dirty="0"/>
              <a:t>Amino Acids</a:t>
            </a:r>
            <a:endParaRPr lang="id-ID" sz="2800" b="1" dirty="0"/>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
        <p:nvSpPr>
          <p:cNvPr id="3" name="Rectangle 2">
            <a:extLst>
              <a:ext uri="{FF2B5EF4-FFF2-40B4-BE49-F238E27FC236}">
                <a16:creationId xmlns:a16="http://schemas.microsoft.com/office/drawing/2014/main" id="{3A4B6F86-A731-4991-B44C-836A8FCC517F}"/>
              </a:ext>
            </a:extLst>
          </p:cNvPr>
          <p:cNvSpPr/>
          <p:nvPr/>
        </p:nvSpPr>
        <p:spPr>
          <a:xfrm>
            <a:off x="1238249" y="1671667"/>
            <a:ext cx="8954621" cy="2554545"/>
          </a:xfrm>
          <a:prstGeom prst="rect">
            <a:avLst/>
          </a:prstGeom>
        </p:spPr>
        <p:txBody>
          <a:bodyPr wrap="square">
            <a:spAutoFit/>
          </a:bodyPr>
          <a:lstStyle/>
          <a:p>
            <a:r>
              <a:rPr lang="en-US" sz="2000" dirty="0">
                <a:solidFill>
                  <a:srgbClr val="111111"/>
                </a:solidFill>
                <a:latin typeface="+mn-lt"/>
              </a:rPr>
              <a:t>Proteins are comprised of long chains of recurring monomers called amino acids. There are </a:t>
            </a:r>
            <a:r>
              <a:rPr lang="en-US" sz="2000" b="1" dirty="0">
                <a:solidFill>
                  <a:srgbClr val="111111"/>
                </a:solidFill>
                <a:latin typeface="+mn-lt"/>
              </a:rPr>
              <a:t>20</a:t>
            </a:r>
            <a:r>
              <a:rPr lang="en-US" sz="2000" dirty="0">
                <a:solidFill>
                  <a:srgbClr val="111111"/>
                </a:solidFill>
                <a:latin typeface="+mn-lt"/>
              </a:rPr>
              <a:t> different amino acids which are universal to all living organisms</a:t>
            </a:r>
            <a:endParaRPr lang="en-HK" sz="2000" dirty="0">
              <a:latin typeface="+mn-lt"/>
            </a:endParaRPr>
          </a:p>
          <a:p>
            <a:endParaRPr lang="en-US" sz="2000" dirty="0">
              <a:solidFill>
                <a:srgbClr val="111111"/>
              </a:solidFill>
              <a:latin typeface="+mn-lt"/>
            </a:endParaRPr>
          </a:p>
          <a:p>
            <a:r>
              <a:rPr lang="en-US" sz="2000" dirty="0">
                <a:solidFill>
                  <a:srgbClr val="111111"/>
                </a:solidFill>
                <a:latin typeface="+mn-lt"/>
              </a:rPr>
              <a:t>Amino acids share a common basic structure, with a central carbon atom bound to:</a:t>
            </a:r>
          </a:p>
          <a:p>
            <a:pPr>
              <a:buFont typeface="Arial" panose="020B0604020202020204" pitchFamily="34" charset="0"/>
              <a:buChar char="•"/>
            </a:pPr>
            <a:r>
              <a:rPr lang="en-US" sz="2000" dirty="0">
                <a:solidFill>
                  <a:srgbClr val="111111"/>
                </a:solidFill>
                <a:latin typeface="+mn-lt"/>
              </a:rPr>
              <a:t> An amine group (NH</a:t>
            </a:r>
            <a:r>
              <a:rPr lang="en-US" sz="2000" baseline="-25000" dirty="0">
                <a:solidFill>
                  <a:srgbClr val="111111"/>
                </a:solidFill>
                <a:latin typeface="+mn-lt"/>
              </a:rPr>
              <a:t>2</a:t>
            </a:r>
            <a:r>
              <a:rPr lang="en-US" sz="2000" dirty="0">
                <a:solidFill>
                  <a:srgbClr val="111111"/>
                </a:solidFill>
                <a:latin typeface="+mn-lt"/>
              </a:rPr>
              <a:t>)</a:t>
            </a:r>
          </a:p>
          <a:p>
            <a:pPr>
              <a:buFont typeface="Arial" panose="020B0604020202020204" pitchFamily="34" charset="0"/>
              <a:buChar char="•"/>
            </a:pPr>
            <a:r>
              <a:rPr lang="en-US" sz="2000" dirty="0">
                <a:solidFill>
                  <a:srgbClr val="111111"/>
                </a:solidFill>
                <a:latin typeface="+mn-lt"/>
              </a:rPr>
              <a:t> A carboxylic acid group (COOH)</a:t>
            </a:r>
          </a:p>
          <a:p>
            <a:pPr>
              <a:buFont typeface="Arial" panose="020B0604020202020204" pitchFamily="34" charset="0"/>
              <a:buChar char="•"/>
            </a:pPr>
            <a:r>
              <a:rPr lang="en-US" sz="2000" dirty="0">
                <a:solidFill>
                  <a:srgbClr val="111111"/>
                </a:solidFill>
                <a:latin typeface="+mn-lt"/>
              </a:rPr>
              <a:t> A hydrogen atom (H)</a:t>
            </a:r>
          </a:p>
          <a:p>
            <a:pPr>
              <a:buFont typeface="Arial" panose="020B0604020202020204" pitchFamily="34" charset="0"/>
              <a:buChar char="•"/>
            </a:pPr>
            <a:r>
              <a:rPr lang="en-US" sz="2000" dirty="0">
                <a:solidFill>
                  <a:srgbClr val="111111"/>
                </a:solidFill>
                <a:latin typeface="+mn-lt"/>
              </a:rPr>
              <a:t> A variable side chain (R)</a:t>
            </a:r>
            <a:endParaRPr lang="en-US" sz="2000" b="0" i="0" dirty="0">
              <a:solidFill>
                <a:srgbClr val="111111"/>
              </a:solidFill>
              <a:effectLst/>
              <a:latin typeface="+mn-lt"/>
            </a:endParaRPr>
          </a:p>
        </p:txBody>
      </p:sp>
      <p:pic>
        <p:nvPicPr>
          <p:cNvPr id="2050" name="Picture 2">
            <a:extLst>
              <a:ext uri="{FF2B5EF4-FFF2-40B4-BE49-F238E27FC236}">
                <a16:creationId xmlns:a16="http://schemas.microsoft.com/office/drawing/2014/main" id="{51225D8B-A80A-453C-8E5E-C14722C4B4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23821" y="4239436"/>
            <a:ext cx="3495675" cy="244792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0ED16F0A-63B2-48B3-BEA9-5368112D1259}"/>
              </a:ext>
            </a:extLst>
          </p:cNvPr>
          <p:cNvSpPr/>
          <p:nvPr/>
        </p:nvSpPr>
        <p:spPr>
          <a:xfrm>
            <a:off x="1238249" y="4390572"/>
            <a:ext cx="5343525" cy="2031325"/>
          </a:xfrm>
          <a:prstGeom prst="rect">
            <a:avLst/>
          </a:prstGeom>
        </p:spPr>
        <p:txBody>
          <a:bodyPr>
            <a:spAutoFit/>
          </a:bodyPr>
          <a:lstStyle/>
          <a:p>
            <a:pPr algn="just"/>
            <a:r>
              <a:rPr lang="en-US" sz="1800" dirty="0"/>
              <a:t>All amino acids are –amino acids. They are called -amino acids because the amino group (aNH2) is attached to the -carbon atom—that is, the carbon atom linked to the carbonyl carbon of the carboxyl group (</a:t>
            </a:r>
            <a:r>
              <a:rPr lang="en-US" sz="1800" dirty="0" err="1"/>
              <a:t>aCOOH</a:t>
            </a:r>
            <a:r>
              <a:rPr lang="en-US" sz="1800" dirty="0"/>
              <a:t>). </a:t>
            </a:r>
          </a:p>
          <a:p>
            <a:pPr algn="just"/>
            <a:endParaRPr lang="en-US" sz="1800" dirty="0"/>
          </a:p>
          <a:p>
            <a:pPr algn="just"/>
            <a:r>
              <a:rPr lang="en-US" sz="1800" dirty="0"/>
              <a:t>The basic formula of an amino acid is shown here</a:t>
            </a:r>
          </a:p>
        </p:txBody>
      </p:sp>
    </p:spTree>
    <p:extLst>
      <p:ext uri="{BB962C8B-B14F-4D97-AF65-F5344CB8AC3E}">
        <p14:creationId xmlns:p14="http://schemas.microsoft.com/office/powerpoint/2010/main" val="291436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My Image 1">
            <a:extLst>
              <a:ext uri="{FF2B5EF4-FFF2-40B4-BE49-F238E27FC236}">
                <a16:creationId xmlns:a16="http://schemas.microsoft.com/office/drawing/2014/main" id="{E05E5D33-2542-49EB-915E-2BB95E248F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8251" y="1517515"/>
            <a:ext cx="6850302" cy="5703556"/>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C9F2BFB2-30C2-42FD-8AED-2CE32D7B2C9D}"/>
              </a:ext>
            </a:extLst>
          </p:cNvPr>
          <p:cNvSpPr>
            <a:spLocks noGrp="1"/>
          </p:cNvSpPr>
          <p:nvPr>
            <p:ph type="title"/>
          </p:nvPr>
        </p:nvSpPr>
        <p:spPr>
          <a:xfrm>
            <a:off x="1238250" y="875489"/>
            <a:ext cx="9618662" cy="642026"/>
          </a:xfrm>
        </p:spPr>
        <p:txBody>
          <a:bodyPr/>
          <a:lstStyle/>
          <a:p>
            <a:r>
              <a:rPr lang="en-US" sz="2800" b="1" dirty="0"/>
              <a:t>Amino Acids : Chemical Structure</a:t>
            </a:r>
            <a:endParaRPr lang="id-ID" sz="2800" b="1" dirty="0"/>
          </a:p>
        </p:txBody>
      </p:sp>
    </p:spTree>
    <p:extLst>
      <p:ext uri="{BB962C8B-B14F-4D97-AF65-F5344CB8AC3E}">
        <p14:creationId xmlns:p14="http://schemas.microsoft.com/office/powerpoint/2010/main" val="40601055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9F2BFB2-30C2-42FD-8AED-2CE32D7B2C9D}"/>
              </a:ext>
            </a:extLst>
          </p:cNvPr>
          <p:cNvSpPr>
            <a:spLocks noGrp="1"/>
          </p:cNvSpPr>
          <p:nvPr>
            <p:ph type="title"/>
          </p:nvPr>
        </p:nvSpPr>
        <p:spPr>
          <a:xfrm>
            <a:off x="1238250" y="875489"/>
            <a:ext cx="9618662" cy="642026"/>
          </a:xfrm>
        </p:spPr>
        <p:txBody>
          <a:bodyPr/>
          <a:lstStyle/>
          <a:p>
            <a:r>
              <a:rPr lang="en-US" sz="2800" b="1" dirty="0"/>
              <a:t>Amino Acids : Molecular Representation</a:t>
            </a:r>
            <a:endParaRPr lang="id-ID" sz="2800" b="1" dirty="0"/>
          </a:p>
        </p:txBody>
      </p:sp>
      <p:pic>
        <p:nvPicPr>
          <p:cNvPr id="4" name="Picture 2" descr="My Image 2">
            <a:extLst>
              <a:ext uri="{FF2B5EF4-FFF2-40B4-BE49-F238E27FC236}">
                <a16:creationId xmlns:a16="http://schemas.microsoft.com/office/drawing/2014/main" id="{D2962293-BB12-4B6E-BF33-4815735B09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8250" y="1517515"/>
            <a:ext cx="6850302" cy="57035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44216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BA73A5A-197E-4B2D-BF62-61494C465A8B}"/>
              </a:ext>
            </a:extLst>
          </p:cNvPr>
          <p:cNvPicPr>
            <a:picLocks noChangeAspect="1"/>
          </p:cNvPicPr>
          <p:nvPr/>
        </p:nvPicPr>
        <p:blipFill rotWithShape="1">
          <a:blip r:embed="rId2"/>
          <a:srcRect t="6776"/>
          <a:stretch/>
        </p:blipFill>
        <p:spPr>
          <a:xfrm>
            <a:off x="6124022" y="1495090"/>
            <a:ext cx="4006694" cy="5370167"/>
          </a:xfrm>
          <a:prstGeom prst="rect">
            <a:avLst/>
          </a:prstGeom>
        </p:spPr>
      </p:pic>
      <p:sp>
        <p:nvSpPr>
          <p:cNvPr id="3" name="Rectangle 2">
            <a:extLst>
              <a:ext uri="{FF2B5EF4-FFF2-40B4-BE49-F238E27FC236}">
                <a16:creationId xmlns:a16="http://schemas.microsoft.com/office/drawing/2014/main" id="{44636D68-A703-4069-B60A-C05736B0A6EE}"/>
              </a:ext>
            </a:extLst>
          </p:cNvPr>
          <p:cNvSpPr/>
          <p:nvPr/>
        </p:nvSpPr>
        <p:spPr>
          <a:xfrm>
            <a:off x="1201839" y="1517515"/>
            <a:ext cx="4473247" cy="6186309"/>
          </a:xfrm>
          <a:prstGeom prst="rect">
            <a:avLst/>
          </a:prstGeom>
        </p:spPr>
        <p:txBody>
          <a:bodyPr wrap="square">
            <a:spAutoFit/>
          </a:bodyPr>
          <a:lstStyle/>
          <a:p>
            <a:pPr algn="just"/>
            <a:r>
              <a:rPr lang="en-US" sz="1800" dirty="0">
                <a:latin typeface="Times New Roman" panose="02020603050405020304" pitchFamily="18" charset="0"/>
                <a:cs typeface="Times New Roman" panose="02020603050405020304" pitchFamily="18" charset="0"/>
              </a:rPr>
              <a:t>The R-group of an amino acid determines whether it is hydrophobic or hydrophilic.</a:t>
            </a:r>
            <a:r>
              <a:rPr lang="en-HK" sz="1800" dirty="0">
                <a:latin typeface="Times New Roman" panose="02020603050405020304" pitchFamily="18" charset="0"/>
                <a:cs typeface="Times New Roman" panose="02020603050405020304" pitchFamily="18" charset="0"/>
              </a:rPr>
              <a:t> Hydropathy. For example, proteins </a:t>
            </a:r>
            <a:r>
              <a:rPr lang="en-US" sz="1800" dirty="0">
                <a:latin typeface="Times New Roman" panose="02020603050405020304" pitchFamily="18" charset="0"/>
                <a:cs typeface="Times New Roman" panose="02020603050405020304" pitchFamily="18" charset="0"/>
              </a:rPr>
              <a:t>that are localized in an aqueous environment have hydrophobic amino acids (and their hydrophobic R groups) located towards the center of the molecule, </a:t>
            </a:r>
            <a:r>
              <a:rPr lang="en-HK" sz="1800" dirty="0">
                <a:latin typeface="Times New Roman" panose="02020603050405020304" pitchFamily="18" charset="0"/>
                <a:cs typeface="Times New Roman" panose="02020603050405020304" pitchFamily="18" charset="0"/>
              </a:rPr>
              <a:t>away from water.</a:t>
            </a:r>
            <a:r>
              <a:rPr lang="en-US" sz="1800" dirty="0">
                <a:latin typeface="Times New Roman" panose="02020603050405020304" pitchFamily="18" charset="0"/>
                <a:cs typeface="Times New Roman" panose="02020603050405020304" pitchFamily="18" charset="0"/>
              </a:rPr>
              <a:t> </a:t>
            </a:r>
          </a:p>
          <a:p>
            <a:pPr algn="just"/>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Hydropathy is an important determinant of protein folding. One of the most widely </a:t>
            </a:r>
            <a:r>
              <a:rPr lang="en-US" sz="1800" dirty="0" err="1">
                <a:latin typeface="Times New Roman" panose="02020603050405020304" pitchFamily="18" charset="0"/>
                <a:cs typeface="Times New Roman" panose="02020603050405020304" pitchFamily="18" charset="0"/>
              </a:rPr>
              <a:t>usedhydropathy</a:t>
            </a:r>
            <a:r>
              <a:rPr lang="en-US" sz="1800" dirty="0">
                <a:latin typeface="Times New Roman" panose="02020603050405020304" pitchFamily="18" charset="0"/>
                <a:cs typeface="Times New Roman" panose="02020603050405020304" pitchFamily="18" charset="0"/>
              </a:rPr>
              <a:t> plots is that of </a:t>
            </a:r>
            <a:r>
              <a:rPr lang="en-US" sz="1800" dirty="0" err="1">
                <a:latin typeface="Times New Roman" panose="02020603050405020304" pitchFamily="18" charset="0"/>
                <a:cs typeface="Times New Roman" panose="02020603050405020304" pitchFamily="18" charset="0"/>
              </a:rPr>
              <a:t>Kyte</a:t>
            </a:r>
            <a:r>
              <a:rPr lang="en-US" sz="1800" dirty="0">
                <a:latin typeface="Times New Roman" panose="02020603050405020304" pitchFamily="18" charset="0"/>
                <a:cs typeface="Times New Roman" panose="02020603050405020304" pitchFamily="18" charset="0"/>
              </a:rPr>
              <a:t> and Doolittle (1982). The standard </a:t>
            </a:r>
            <a:r>
              <a:rPr lang="en-US" sz="1800" dirty="0" err="1">
                <a:latin typeface="Times New Roman" panose="02020603050405020304" pitchFamily="18" charset="0"/>
                <a:cs typeface="Times New Roman" panose="02020603050405020304" pitchFamily="18" charset="0"/>
              </a:rPr>
              <a:t>Kyte</a:t>
            </a:r>
            <a:r>
              <a:rPr lang="en-US" sz="1800" dirty="0">
                <a:latin typeface="Times New Roman" panose="02020603050405020304" pitchFamily="18" charset="0"/>
                <a:cs typeface="Times New Roman" panose="02020603050405020304" pitchFamily="18" charset="0"/>
              </a:rPr>
              <a:t> and Doolittle plot is a hydrophobicity plot.</a:t>
            </a:r>
          </a:p>
          <a:p>
            <a:pPr algn="just"/>
            <a:endParaRPr lang="en-US" sz="1800" dirty="0">
              <a:latin typeface="Times New Roman" panose="02020603050405020304" pitchFamily="18" charset="0"/>
              <a:cs typeface="Times New Roman" panose="02020603050405020304" pitchFamily="18" charset="0"/>
            </a:endParaRPr>
          </a:p>
          <a:p>
            <a:pPr algn="just"/>
            <a:r>
              <a:rPr lang="en-US" sz="1800" dirty="0" err="1">
                <a:latin typeface="Times New Roman" panose="02020603050405020304" pitchFamily="18" charset="0"/>
                <a:cs typeface="Times New Roman" panose="02020603050405020304" pitchFamily="18" charset="0"/>
              </a:rPr>
              <a:t>Hopp</a:t>
            </a:r>
            <a:r>
              <a:rPr lang="en-US" sz="1800" dirty="0">
                <a:latin typeface="Times New Roman" panose="02020603050405020304" pitchFamily="18" charset="0"/>
                <a:cs typeface="Times New Roman" panose="02020603050405020304" pitchFamily="18" charset="0"/>
              </a:rPr>
              <a:t> and Woods hydrophilicity/antigenicity plot. In this plot, hydrophilic amino acids get positive scores, and hydrophobic amino acids get negative scores</a:t>
            </a:r>
            <a:endParaRPr lang="en-HK" sz="1800" dirty="0">
              <a:latin typeface="Times New Roman" panose="02020603050405020304" pitchFamily="18" charset="0"/>
              <a:cs typeface="Times New Roman" panose="02020603050405020304" pitchFamily="18" charset="0"/>
            </a:endParaRPr>
          </a:p>
          <a:p>
            <a:pPr algn="just"/>
            <a:endParaRPr lang="en-HK" sz="1800" dirty="0">
              <a:latin typeface="Times New Roman" panose="02020603050405020304" pitchFamily="18" charset="0"/>
              <a:cs typeface="Times New Roman" panose="02020603050405020304" pitchFamily="18" charset="0"/>
            </a:endParaRPr>
          </a:p>
          <a:p>
            <a:pPr algn="just"/>
            <a:endParaRPr lang="en-HK" sz="1800" dirty="0">
              <a:latin typeface="Times New Roman" panose="02020603050405020304" pitchFamily="18" charset="0"/>
              <a:cs typeface="Times New Roman" panose="02020603050405020304" pitchFamily="18" charset="0"/>
            </a:endParaRPr>
          </a:p>
          <a:p>
            <a:pPr algn="just"/>
            <a:endParaRPr lang="en-US" sz="1800" dirty="0">
              <a:latin typeface="Times New Roman" panose="02020603050405020304" pitchFamily="18" charset="0"/>
              <a:cs typeface="Times New Roman" panose="02020603050405020304" pitchFamily="18" charset="0"/>
            </a:endParaRPr>
          </a:p>
          <a:p>
            <a:pPr algn="just"/>
            <a:endParaRPr lang="en-US" sz="1800" dirty="0">
              <a:latin typeface="Times New Roman" panose="02020603050405020304" pitchFamily="18" charset="0"/>
              <a:cs typeface="Times New Roman" panose="02020603050405020304" pitchFamily="18" charset="0"/>
            </a:endParaRPr>
          </a:p>
        </p:txBody>
      </p:sp>
      <p:sp>
        <p:nvSpPr>
          <p:cNvPr id="5" name="Title 1">
            <a:extLst>
              <a:ext uri="{FF2B5EF4-FFF2-40B4-BE49-F238E27FC236}">
                <a16:creationId xmlns:a16="http://schemas.microsoft.com/office/drawing/2014/main" id="{24B93C76-277A-4BEB-8DC5-71E0B517D0CD}"/>
              </a:ext>
            </a:extLst>
          </p:cNvPr>
          <p:cNvSpPr>
            <a:spLocks noGrp="1"/>
          </p:cNvSpPr>
          <p:nvPr>
            <p:ph type="title"/>
          </p:nvPr>
        </p:nvSpPr>
        <p:spPr>
          <a:xfrm>
            <a:off x="1238250" y="875489"/>
            <a:ext cx="8152493" cy="642026"/>
          </a:xfrm>
        </p:spPr>
        <p:txBody>
          <a:bodyPr/>
          <a:lstStyle/>
          <a:p>
            <a:r>
              <a:rPr lang="en-US" sz="2800" b="1" dirty="0"/>
              <a:t>Amino Acids : Molecular Representation</a:t>
            </a:r>
            <a:endParaRPr lang="id-ID" sz="2800" b="1" dirty="0"/>
          </a:p>
        </p:txBody>
      </p:sp>
      <p:sp>
        <p:nvSpPr>
          <p:cNvPr id="4" name="Rectangle 3">
            <a:extLst>
              <a:ext uri="{FF2B5EF4-FFF2-40B4-BE49-F238E27FC236}">
                <a16:creationId xmlns:a16="http://schemas.microsoft.com/office/drawing/2014/main" id="{47B2620F-B2E4-4BBC-9FBA-5939EC568FCA}"/>
              </a:ext>
            </a:extLst>
          </p:cNvPr>
          <p:cNvSpPr/>
          <p:nvPr/>
        </p:nvSpPr>
        <p:spPr>
          <a:xfrm>
            <a:off x="1118231" y="6408688"/>
            <a:ext cx="5343525" cy="415498"/>
          </a:xfrm>
          <a:prstGeom prst="rect">
            <a:avLst/>
          </a:prstGeom>
        </p:spPr>
        <p:txBody>
          <a:bodyPr>
            <a:spAutoFit/>
          </a:bodyPr>
          <a:lstStyle/>
          <a:p>
            <a:endParaRPr lang="en-HK" dirty="0"/>
          </a:p>
        </p:txBody>
      </p:sp>
    </p:spTree>
    <p:extLst>
      <p:ext uri="{BB962C8B-B14F-4D97-AF65-F5344CB8AC3E}">
        <p14:creationId xmlns:p14="http://schemas.microsoft.com/office/powerpoint/2010/main" val="30640910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9CF9C66-2D84-41B3-8917-76C4E24EE1EE}"/>
              </a:ext>
            </a:extLst>
          </p:cNvPr>
          <p:cNvSpPr/>
          <p:nvPr/>
        </p:nvSpPr>
        <p:spPr>
          <a:xfrm>
            <a:off x="1569358" y="2031389"/>
            <a:ext cx="2999921" cy="1384995"/>
          </a:xfrm>
          <a:prstGeom prst="rect">
            <a:avLst/>
          </a:prstGeom>
        </p:spPr>
        <p:txBody>
          <a:bodyPr wrap="square">
            <a:spAutoFit/>
          </a:bodyPr>
          <a:lstStyle/>
          <a:p>
            <a:pPr algn="ctr"/>
            <a:r>
              <a:rPr lang="en-US" dirty="0">
                <a:solidFill>
                  <a:srgbClr val="111111"/>
                </a:solidFill>
                <a:latin typeface="+mj-lt"/>
              </a:rPr>
              <a:t>Amino acids can be linked together in any sequence giving a huge range of possible </a:t>
            </a:r>
            <a:r>
              <a:rPr lang="en-US" i="1" dirty="0">
                <a:solidFill>
                  <a:srgbClr val="111111"/>
                </a:solidFill>
                <a:latin typeface="+mj-lt"/>
              </a:rPr>
              <a:t>polypeptides</a:t>
            </a:r>
            <a:endParaRPr lang="en-HK" i="1" dirty="0">
              <a:latin typeface="+mj-lt"/>
            </a:endParaRPr>
          </a:p>
        </p:txBody>
      </p:sp>
      <p:pic>
        <p:nvPicPr>
          <p:cNvPr id="3" name="Picture 2" descr="dipeptide">
            <a:extLst>
              <a:ext uri="{FF2B5EF4-FFF2-40B4-BE49-F238E27FC236}">
                <a16:creationId xmlns:a16="http://schemas.microsoft.com/office/drawing/2014/main" id="{E59358C1-A87C-4773-8269-AFE49BB750B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988" t="4117" r="2273"/>
          <a:stretch/>
        </p:blipFill>
        <p:spPr bwMode="auto">
          <a:xfrm>
            <a:off x="4920343" y="1378858"/>
            <a:ext cx="4891314" cy="2551400"/>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a:extLst>
              <a:ext uri="{FF2B5EF4-FFF2-40B4-BE49-F238E27FC236}">
                <a16:creationId xmlns:a16="http://schemas.microsoft.com/office/drawing/2014/main" id="{3806225C-92AC-404F-A0F7-4CCD39A00E5F}"/>
              </a:ext>
            </a:extLst>
          </p:cNvPr>
          <p:cNvSpPr>
            <a:spLocks noGrp="1"/>
          </p:cNvSpPr>
          <p:nvPr>
            <p:ph type="title"/>
          </p:nvPr>
        </p:nvSpPr>
        <p:spPr>
          <a:xfrm>
            <a:off x="1238250" y="875489"/>
            <a:ext cx="9618662" cy="642026"/>
          </a:xfrm>
        </p:spPr>
        <p:txBody>
          <a:bodyPr/>
          <a:lstStyle/>
          <a:p>
            <a:r>
              <a:rPr lang="en-US" sz="2800" b="1" dirty="0"/>
              <a:t>Amino Acids</a:t>
            </a:r>
            <a:endParaRPr lang="id-ID" sz="2800" b="1" dirty="0"/>
          </a:p>
        </p:txBody>
      </p:sp>
      <p:sp>
        <p:nvSpPr>
          <p:cNvPr id="5" name="Rectangle 4">
            <a:extLst>
              <a:ext uri="{FF2B5EF4-FFF2-40B4-BE49-F238E27FC236}">
                <a16:creationId xmlns:a16="http://schemas.microsoft.com/office/drawing/2014/main" id="{7B39A5E2-760B-4653-8724-0A5DDF6BC7DB}"/>
              </a:ext>
            </a:extLst>
          </p:cNvPr>
          <p:cNvSpPr/>
          <p:nvPr/>
        </p:nvSpPr>
        <p:spPr>
          <a:xfrm>
            <a:off x="1122136" y="4058810"/>
            <a:ext cx="9110436" cy="2862322"/>
          </a:xfrm>
          <a:prstGeom prst="rect">
            <a:avLst/>
          </a:prstGeom>
        </p:spPr>
        <p:txBody>
          <a:bodyPr wrap="square">
            <a:spAutoFit/>
          </a:bodyPr>
          <a:lstStyle/>
          <a:p>
            <a:pPr algn="just"/>
            <a:r>
              <a:rPr lang="en-US" sz="2000" dirty="0"/>
              <a:t>Amino acids are joined together on the ribosome to form long chains called </a:t>
            </a:r>
            <a:r>
              <a:rPr lang="en-US" sz="2000" i="1" dirty="0"/>
              <a:t>polypeptides</a:t>
            </a:r>
            <a:r>
              <a:rPr lang="en-US" sz="2000" dirty="0"/>
              <a:t>, which make up proteins. Each type of amino acid differs in the composition of the variable side chain.</a:t>
            </a:r>
          </a:p>
          <a:p>
            <a:pPr algn="just"/>
            <a:endParaRPr lang="en-US" sz="2000" dirty="0"/>
          </a:p>
          <a:p>
            <a:pPr algn="just"/>
            <a:r>
              <a:rPr lang="en-US" sz="2000" dirty="0"/>
              <a:t>These side chains will have distinct chemical properties (e.g. charged, non-polar, etc.) and hence cause the protein to fold and function differently according to its specific position within the polypeptide chain As most natural polypeptide chains contain between 50 – 2000 amino acid residues, organisms are capable of producing a huge range of possible polypeptides</a:t>
            </a:r>
          </a:p>
        </p:txBody>
      </p:sp>
    </p:spTree>
    <p:extLst>
      <p:ext uri="{BB962C8B-B14F-4D97-AF65-F5344CB8AC3E}">
        <p14:creationId xmlns:p14="http://schemas.microsoft.com/office/powerpoint/2010/main" val="8193743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800" b="1" dirty="0"/>
              <a:t>The Peptide Bond</a:t>
            </a:r>
            <a:endParaRPr lang="id-ID" sz="2800" b="1" dirty="0"/>
          </a:p>
        </p:txBody>
      </p:sp>
      <p:sp>
        <p:nvSpPr>
          <p:cNvPr id="4" name="Rectangle 3">
            <a:extLst>
              <a:ext uri="{FF2B5EF4-FFF2-40B4-BE49-F238E27FC236}">
                <a16:creationId xmlns:a16="http://schemas.microsoft.com/office/drawing/2014/main" id="{34C8ACB7-62F4-4DFA-BF4E-F704AD38BEDF}"/>
              </a:ext>
            </a:extLst>
          </p:cNvPr>
          <p:cNvSpPr/>
          <p:nvPr/>
        </p:nvSpPr>
        <p:spPr>
          <a:xfrm>
            <a:off x="1238250" y="1580677"/>
            <a:ext cx="8963585" cy="415498"/>
          </a:xfrm>
          <a:prstGeom prst="rect">
            <a:avLst/>
          </a:prstGeom>
        </p:spPr>
        <p:txBody>
          <a:bodyPr wrap="square">
            <a:spAutoFit/>
          </a:bodyPr>
          <a:lstStyle/>
          <a:p>
            <a:r>
              <a:rPr lang="en-HK" dirty="0"/>
              <a:t>Linkage between Amino Acids—The Peptide Bond</a:t>
            </a:r>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
        <p:nvSpPr>
          <p:cNvPr id="8" name="Rectangle 7">
            <a:extLst>
              <a:ext uri="{FF2B5EF4-FFF2-40B4-BE49-F238E27FC236}">
                <a16:creationId xmlns:a16="http://schemas.microsoft.com/office/drawing/2014/main" id="{E9AFE1A8-9AC7-4B74-B0A8-A80469EC458D}"/>
              </a:ext>
            </a:extLst>
          </p:cNvPr>
          <p:cNvSpPr/>
          <p:nvPr/>
        </p:nvSpPr>
        <p:spPr>
          <a:xfrm>
            <a:off x="1238250" y="2199706"/>
            <a:ext cx="4625521" cy="2246769"/>
          </a:xfrm>
          <a:prstGeom prst="rect">
            <a:avLst/>
          </a:prstGeom>
        </p:spPr>
        <p:txBody>
          <a:bodyPr wrap="square">
            <a:spAutoFit/>
          </a:bodyPr>
          <a:lstStyle/>
          <a:p>
            <a:pPr algn="just"/>
            <a:r>
              <a:rPr lang="en-US" sz="2000" dirty="0">
                <a:solidFill>
                  <a:srgbClr val="111111"/>
                </a:solidFill>
                <a:latin typeface="+mj-lt"/>
              </a:rPr>
              <a:t>Peptide bonds are formed between the amine and carboxylic acid groups of adjacent amino acids</a:t>
            </a:r>
          </a:p>
          <a:p>
            <a:pPr algn="just"/>
            <a:endParaRPr lang="en-US" sz="2000" dirty="0">
              <a:solidFill>
                <a:srgbClr val="111111"/>
              </a:solidFill>
              <a:latin typeface="+mj-lt"/>
            </a:endParaRPr>
          </a:p>
          <a:p>
            <a:pPr algn="just"/>
            <a:r>
              <a:rPr lang="en-US" sz="2000" dirty="0">
                <a:solidFill>
                  <a:srgbClr val="111111"/>
                </a:solidFill>
                <a:latin typeface="+mj-lt"/>
              </a:rPr>
              <a:t>The amine group loses a hydrogen atom (H) and the carboxylic acid loses a hydroxyl (OH) – this forms water (H</a:t>
            </a:r>
            <a:r>
              <a:rPr lang="en-US" sz="2000" baseline="-25000" dirty="0">
                <a:solidFill>
                  <a:srgbClr val="111111"/>
                </a:solidFill>
                <a:latin typeface="+mj-lt"/>
              </a:rPr>
              <a:t>2</a:t>
            </a:r>
            <a:r>
              <a:rPr lang="en-US" sz="2000" dirty="0">
                <a:solidFill>
                  <a:srgbClr val="111111"/>
                </a:solidFill>
                <a:latin typeface="+mj-lt"/>
              </a:rPr>
              <a:t>O) </a:t>
            </a:r>
          </a:p>
        </p:txBody>
      </p:sp>
      <p:pic>
        <p:nvPicPr>
          <p:cNvPr id="9" name="Picture 2" descr="peptide bond">
            <a:extLst>
              <a:ext uri="{FF2B5EF4-FFF2-40B4-BE49-F238E27FC236}">
                <a16:creationId xmlns:a16="http://schemas.microsoft.com/office/drawing/2014/main" id="{340870ED-7064-4CB6-9D13-3E4AC9D1AF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25425" y="2199706"/>
            <a:ext cx="4076410" cy="23722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728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800" b="1" dirty="0"/>
              <a:t>The Peptide Bond</a:t>
            </a:r>
            <a:endParaRPr lang="id-ID" sz="2800" b="1" dirty="0"/>
          </a:p>
        </p:txBody>
      </p:sp>
      <p:sp>
        <p:nvSpPr>
          <p:cNvPr id="4" name="Rectangle 3">
            <a:extLst>
              <a:ext uri="{FF2B5EF4-FFF2-40B4-BE49-F238E27FC236}">
                <a16:creationId xmlns:a16="http://schemas.microsoft.com/office/drawing/2014/main" id="{34C8ACB7-62F4-4DFA-BF4E-F704AD38BEDF}"/>
              </a:ext>
            </a:extLst>
          </p:cNvPr>
          <p:cNvSpPr/>
          <p:nvPr/>
        </p:nvSpPr>
        <p:spPr>
          <a:xfrm>
            <a:off x="1238250" y="1580677"/>
            <a:ext cx="4275044" cy="5632311"/>
          </a:xfrm>
          <a:prstGeom prst="rect">
            <a:avLst/>
          </a:prstGeom>
        </p:spPr>
        <p:txBody>
          <a:bodyPr wrap="square">
            <a:spAutoFit/>
          </a:bodyPr>
          <a:lstStyle/>
          <a:p>
            <a:r>
              <a:rPr lang="en-US" sz="1800" dirty="0"/>
              <a:t>Amino acids are linked together by peptide bonds (alpha peptide bonds), which are simply amide linkages between the NH2 and COOH groups of neighboring amino acids. The peptide bond has unique characteristics, which contribute to the overall structure of proteins. </a:t>
            </a:r>
          </a:p>
          <a:p>
            <a:endParaRPr lang="en-US" sz="1800" dirty="0"/>
          </a:p>
          <a:p>
            <a:r>
              <a:rPr lang="en-US" sz="1800" dirty="0"/>
              <a:t>The </a:t>
            </a:r>
            <a:r>
              <a:rPr lang="en-US" sz="1800" dirty="0" err="1"/>
              <a:t>CaC</a:t>
            </a:r>
            <a:r>
              <a:rPr lang="en-US" sz="1800" dirty="0"/>
              <a:t> bonds are not rigid and they can freely rotate, being only limited by the size and character of the R groups. In lysine, the -amino group (Figure 1.6D) also participates in the formation of a peptide bond, which is called an </a:t>
            </a:r>
            <a:r>
              <a:rPr lang="en-US" sz="1800" dirty="0" err="1"/>
              <a:t>isopeptide</a:t>
            </a:r>
            <a:r>
              <a:rPr lang="en-US" sz="1800" dirty="0"/>
              <a:t> bond because it does not involve the usual -amino group. </a:t>
            </a:r>
          </a:p>
          <a:p>
            <a:endParaRPr lang="en-US" sz="1800" dirty="0"/>
          </a:p>
          <a:p>
            <a:r>
              <a:rPr lang="en-HK" sz="1800" dirty="0"/>
              <a:t>The </a:t>
            </a:r>
            <a:r>
              <a:rPr lang="en-US" sz="1800" dirty="0"/>
              <a:t>angle of rotation (also called torsion angle or dihedral angle) around the </a:t>
            </a:r>
            <a:r>
              <a:rPr lang="en-US" sz="1800" dirty="0" err="1"/>
              <a:t>NaC</a:t>
            </a:r>
            <a:r>
              <a:rPr lang="en-US" sz="1800" dirty="0"/>
              <a:t> bond is called phi () and that around the </a:t>
            </a:r>
            <a:r>
              <a:rPr lang="en-US" sz="1800" dirty="0" err="1"/>
              <a:t>CaC</a:t>
            </a:r>
            <a:r>
              <a:rPr lang="en-US" sz="1800" dirty="0"/>
              <a:t> bond is called psi ()</a:t>
            </a:r>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pic>
        <p:nvPicPr>
          <p:cNvPr id="5" name="Picture 4">
            <a:extLst>
              <a:ext uri="{FF2B5EF4-FFF2-40B4-BE49-F238E27FC236}">
                <a16:creationId xmlns:a16="http://schemas.microsoft.com/office/drawing/2014/main" id="{43C14CAC-A46E-41DF-B374-6CEE4BB87502}"/>
              </a:ext>
            </a:extLst>
          </p:cNvPr>
          <p:cNvPicPr>
            <a:picLocks noChangeAspect="1"/>
          </p:cNvPicPr>
          <p:nvPr/>
        </p:nvPicPr>
        <p:blipFill>
          <a:blip r:embed="rId2"/>
          <a:stretch>
            <a:fillRect/>
          </a:stretch>
        </p:blipFill>
        <p:spPr>
          <a:xfrm>
            <a:off x="5800165" y="1505829"/>
            <a:ext cx="4562204" cy="3502400"/>
          </a:xfrm>
          <a:prstGeom prst="rect">
            <a:avLst/>
          </a:prstGeom>
        </p:spPr>
      </p:pic>
      <p:sp>
        <p:nvSpPr>
          <p:cNvPr id="3" name="Rectangle 2">
            <a:extLst>
              <a:ext uri="{FF2B5EF4-FFF2-40B4-BE49-F238E27FC236}">
                <a16:creationId xmlns:a16="http://schemas.microsoft.com/office/drawing/2014/main" id="{7FCA8356-D81C-44FF-968A-E4015A00607D}"/>
              </a:ext>
            </a:extLst>
          </p:cNvPr>
          <p:cNvSpPr/>
          <p:nvPr/>
        </p:nvSpPr>
        <p:spPr>
          <a:xfrm>
            <a:off x="5648325" y="5084571"/>
            <a:ext cx="4714044" cy="1815882"/>
          </a:xfrm>
          <a:prstGeom prst="rect">
            <a:avLst/>
          </a:prstGeom>
        </p:spPr>
        <p:txBody>
          <a:bodyPr wrap="square">
            <a:spAutoFit/>
          </a:bodyPr>
          <a:lstStyle/>
          <a:p>
            <a:pPr algn="just"/>
            <a:r>
              <a:rPr lang="en-US" sz="1600" dirty="0">
                <a:latin typeface="AdvP1491"/>
              </a:rPr>
              <a:t>(A) Peptide bond, peptide plane, phi and psi angles, and bond rotation involving two amino acids. </a:t>
            </a:r>
            <a:r>
              <a:rPr lang="en-US" sz="1600" dirty="0"/>
              <a:t>(B) Diagram of a typical Ramachandran plot (/ plot). </a:t>
            </a:r>
            <a:r>
              <a:rPr lang="en-HK" sz="1600" dirty="0"/>
              <a:t>(C) In computing a </a:t>
            </a:r>
            <a:r>
              <a:rPr lang="en-US" sz="1600" dirty="0"/>
              <a:t>Ramachandran plot, atoms are treated as hard spheres whose dimensions correspond to their van der Waals radii. The van der Waals radius and covalent radius are depicted for comparison.</a:t>
            </a:r>
            <a:endParaRPr lang="en-HK" sz="1600" dirty="0"/>
          </a:p>
        </p:txBody>
      </p:sp>
    </p:spTree>
    <p:extLst>
      <p:ext uri="{BB962C8B-B14F-4D97-AF65-F5344CB8AC3E}">
        <p14:creationId xmlns:p14="http://schemas.microsoft.com/office/powerpoint/2010/main" val="20947339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95565D0-0416-49AB-AECF-C92539027F66}"/>
              </a:ext>
            </a:extLst>
          </p:cNvPr>
          <p:cNvSpPr/>
          <p:nvPr/>
        </p:nvSpPr>
        <p:spPr>
          <a:xfrm>
            <a:off x="1022679" y="1553094"/>
            <a:ext cx="4492750" cy="5262979"/>
          </a:xfrm>
          <a:prstGeom prst="rect">
            <a:avLst/>
          </a:prstGeom>
        </p:spPr>
        <p:txBody>
          <a:bodyPr wrap="square">
            <a:spAutoFit/>
          </a:bodyPr>
          <a:lstStyle/>
          <a:p>
            <a:r>
              <a:rPr lang="en-US" dirty="0"/>
              <a:t>The amino acid sequence of polypeptides is coded for by genes</a:t>
            </a:r>
          </a:p>
          <a:p>
            <a:r>
              <a:rPr lang="en-US" dirty="0"/>
              <a:t>    </a:t>
            </a:r>
            <a:br>
              <a:rPr lang="en-US" dirty="0"/>
            </a:br>
            <a:r>
              <a:rPr lang="en-US" dirty="0"/>
              <a:t>Typically, one gene will code for one polypeptide – however there are exceptions to this rule:</a:t>
            </a:r>
          </a:p>
          <a:p>
            <a:pPr marL="457200" indent="-457200">
              <a:buAutoNum type="arabicPeriod"/>
            </a:pPr>
            <a:r>
              <a:rPr lang="en-US" dirty="0"/>
              <a:t>Genes may be alternatively spliced to generate multiple polypeptide variants</a:t>
            </a:r>
          </a:p>
          <a:p>
            <a:pPr marL="457200" indent="-457200">
              <a:buAutoNum type="arabicPeriod"/>
            </a:pPr>
            <a:r>
              <a:rPr lang="en-US" dirty="0"/>
              <a:t>Genes encoding tRNA sequences are transcribed but never translated</a:t>
            </a:r>
          </a:p>
          <a:p>
            <a:pPr marL="457200" indent="-457200">
              <a:buAutoNum type="arabicPeriod"/>
            </a:pPr>
            <a:r>
              <a:rPr lang="en-US" dirty="0"/>
              <a:t>Genes may be mutated (their base sequence is changed) and consequently produce an alternative polypeptide sequence</a:t>
            </a:r>
          </a:p>
        </p:txBody>
      </p:sp>
      <p:sp>
        <p:nvSpPr>
          <p:cNvPr id="3" name="Title 1">
            <a:extLst>
              <a:ext uri="{FF2B5EF4-FFF2-40B4-BE49-F238E27FC236}">
                <a16:creationId xmlns:a16="http://schemas.microsoft.com/office/drawing/2014/main" id="{08C8E4AA-CB97-4F0D-8459-1A886724BEEE}"/>
              </a:ext>
            </a:extLst>
          </p:cNvPr>
          <p:cNvSpPr>
            <a:spLocks noGrp="1"/>
          </p:cNvSpPr>
          <p:nvPr>
            <p:ph type="title"/>
          </p:nvPr>
        </p:nvSpPr>
        <p:spPr>
          <a:xfrm>
            <a:off x="1238250" y="875489"/>
            <a:ext cx="9618662" cy="642026"/>
          </a:xfrm>
        </p:spPr>
        <p:txBody>
          <a:bodyPr/>
          <a:lstStyle/>
          <a:p>
            <a:r>
              <a:rPr lang="en-US" sz="2800" b="1" dirty="0"/>
              <a:t>One Gene One Polypeptide</a:t>
            </a:r>
            <a:endParaRPr lang="id-ID" sz="2800" b="1" dirty="0"/>
          </a:p>
        </p:txBody>
      </p:sp>
      <p:sp>
        <p:nvSpPr>
          <p:cNvPr id="5" name="Rectangle 4">
            <a:extLst>
              <a:ext uri="{FF2B5EF4-FFF2-40B4-BE49-F238E27FC236}">
                <a16:creationId xmlns:a16="http://schemas.microsoft.com/office/drawing/2014/main" id="{B12EC9B2-3569-40D1-9755-8037C6A926C5}"/>
              </a:ext>
            </a:extLst>
          </p:cNvPr>
          <p:cNvSpPr/>
          <p:nvPr/>
        </p:nvSpPr>
        <p:spPr>
          <a:xfrm>
            <a:off x="6047581" y="3326426"/>
            <a:ext cx="5343525" cy="1384995"/>
          </a:xfrm>
          <a:prstGeom prst="rect">
            <a:avLst/>
          </a:prstGeom>
        </p:spPr>
        <p:txBody>
          <a:bodyPr>
            <a:spAutoFit/>
          </a:bodyPr>
          <a:lstStyle/>
          <a:p>
            <a:r>
              <a:rPr lang="en-HK" dirty="0"/>
              <a:t>Identification</a:t>
            </a:r>
          </a:p>
          <a:p>
            <a:r>
              <a:rPr lang="en-HK" dirty="0"/>
              <a:t>Functional Analysis</a:t>
            </a:r>
          </a:p>
          <a:p>
            <a:r>
              <a:rPr lang="en-HK" dirty="0"/>
              <a:t>Data Sharing</a:t>
            </a:r>
          </a:p>
          <a:p>
            <a:r>
              <a:rPr lang="en-HK" dirty="0"/>
              <a:t>Quantification</a:t>
            </a:r>
          </a:p>
        </p:txBody>
      </p:sp>
      <p:pic>
        <p:nvPicPr>
          <p:cNvPr id="8196" name="Picture 4" descr="one gene - one polypeptide">
            <a:extLst>
              <a:ext uri="{FF2B5EF4-FFF2-40B4-BE49-F238E27FC236}">
                <a16:creationId xmlns:a16="http://schemas.microsoft.com/office/drawing/2014/main" id="{39028712-94A8-4FE9-8629-9DFDB49CD89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308"/>
          <a:stretch/>
        </p:blipFill>
        <p:spPr bwMode="auto">
          <a:xfrm>
            <a:off x="5515429" y="1684403"/>
            <a:ext cx="5173209" cy="43253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10117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800" b="1" dirty="0"/>
              <a:t>Protein Structure and Function </a:t>
            </a:r>
            <a:endParaRPr lang="id-ID" sz="2800" b="1" dirty="0"/>
          </a:p>
        </p:txBody>
      </p:sp>
      <p:sp>
        <p:nvSpPr>
          <p:cNvPr id="4" name="Rectangle 3">
            <a:extLst>
              <a:ext uri="{FF2B5EF4-FFF2-40B4-BE49-F238E27FC236}">
                <a16:creationId xmlns:a16="http://schemas.microsoft.com/office/drawing/2014/main" id="{34C8ACB7-62F4-4DFA-BF4E-F704AD38BEDF}"/>
              </a:ext>
            </a:extLst>
          </p:cNvPr>
          <p:cNvSpPr/>
          <p:nvPr/>
        </p:nvSpPr>
        <p:spPr>
          <a:xfrm>
            <a:off x="1238250" y="1777901"/>
            <a:ext cx="8479909" cy="4616648"/>
          </a:xfrm>
          <a:prstGeom prst="rect">
            <a:avLst/>
          </a:prstGeom>
        </p:spPr>
        <p:txBody>
          <a:bodyPr wrap="square">
            <a:spAutoFit/>
          </a:bodyPr>
          <a:lstStyle/>
          <a:p>
            <a:r>
              <a:rPr lang="en-US" dirty="0"/>
              <a:t>Proteins govern most biological processes and functions. Recently, much attention has been paid to study the entire protein sets available in a cell. </a:t>
            </a:r>
          </a:p>
          <a:p>
            <a:endParaRPr lang="en-US" dirty="0"/>
          </a:p>
          <a:p>
            <a:r>
              <a:rPr lang="en-US" dirty="0"/>
              <a:t>The term "proteome", a portmanteau of protein and genome, was coined by Marc Wilkins in 1994 and broadly defined as the total set of proteins that could be expressed in a sample or organism at a given time or the set of proteins that can be detected by some method. This varies with time and distinct requirements, or stresses. </a:t>
            </a:r>
          </a:p>
          <a:p>
            <a:endParaRPr lang="en-US" dirty="0"/>
          </a:p>
          <a:p>
            <a:r>
              <a:rPr lang="en-US" dirty="0"/>
              <a:t>The related term ''proteomics'' was originally coined by Marc Wilkins and colleagues and is now widely identified as one of the omics- the set of post-genomic technologies which seek to further understand the genome in the molecules it encodes, their functions, interactions and connected properties.</a:t>
            </a:r>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Tree>
    <p:extLst>
      <p:ext uri="{BB962C8B-B14F-4D97-AF65-F5344CB8AC3E}">
        <p14:creationId xmlns:p14="http://schemas.microsoft.com/office/powerpoint/2010/main" val="24991906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800" b="1" dirty="0"/>
              <a:t>Protein Structure and Function </a:t>
            </a:r>
            <a:endParaRPr lang="id-ID" sz="2800" b="1" dirty="0"/>
          </a:p>
        </p:txBody>
      </p:sp>
      <p:sp>
        <p:nvSpPr>
          <p:cNvPr id="4" name="Rectangle 3">
            <a:extLst>
              <a:ext uri="{FF2B5EF4-FFF2-40B4-BE49-F238E27FC236}">
                <a16:creationId xmlns:a16="http://schemas.microsoft.com/office/drawing/2014/main" id="{34C8ACB7-62F4-4DFA-BF4E-F704AD38BEDF}"/>
              </a:ext>
            </a:extLst>
          </p:cNvPr>
          <p:cNvSpPr/>
          <p:nvPr/>
        </p:nvSpPr>
        <p:spPr>
          <a:xfrm>
            <a:off x="1308846" y="1577795"/>
            <a:ext cx="5391679" cy="4431983"/>
          </a:xfrm>
          <a:prstGeom prst="rect">
            <a:avLst/>
          </a:prstGeom>
        </p:spPr>
        <p:txBody>
          <a:bodyPr wrap="square">
            <a:spAutoFit/>
          </a:bodyPr>
          <a:lstStyle/>
          <a:p>
            <a:pPr algn="just"/>
            <a:r>
              <a:rPr lang="en-US" sz="2400" dirty="0">
                <a:latin typeface="+mn-lt"/>
              </a:rPr>
              <a:t>Proteins have four levels of structure: </a:t>
            </a:r>
            <a:r>
              <a:rPr lang="en-US" sz="2400" b="1" dirty="0">
                <a:latin typeface="+mn-lt"/>
              </a:rPr>
              <a:t>Primary, Secondary, Tertiary, and Quaternary. </a:t>
            </a:r>
            <a:r>
              <a:rPr lang="en-US" sz="2400" dirty="0">
                <a:latin typeface="+mn-lt"/>
              </a:rPr>
              <a:t>Each polypeptide chain, called a subunit, has its own primary, secondary, and tertiary </a:t>
            </a:r>
            <a:r>
              <a:rPr lang="en-HK" sz="2400" dirty="0">
                <a:latin typeface="+mn-lt"/>
              </a:rPr>
              <a:t>structure</a:t>
            </a:r>
            <a:endParaRPr lang="en-US" sz="2400" dirty="0">
              <a:latin typeface="+mn-lt"/>
            </a:endParaRPr>
          </a:p>
          <a:p>
            <a:pPr algn="just"/>
            <a:endParaRPr lang="en-US" sz="2400" dirty="0">
              <a:latin typeface="+mn-lt"/>
            </a:endParaRPr>
          </a:p>
          <a:p>
            <a:pPr algn="just"/>
            <a:r>
              <a:rPr lang="en-US" sz="2400" dirty="0">
                <a:solidFill>
                  <a:srgbClr val="111111"/>
                </a:solidFill>
                <a:latin typeface="+mn-lt"/>
              </a:rPr>
              <a:t>The amino acid sequence determines the three-dimensional conformation of a protein. </a:t>
            </a:r>
            <a:r>
              <a:rPr lang="en-US" sz="2400" dirty="0">
                <a:latin typeface="+mn-lt"/>
              </a:rPr>
              <a:t>Amino acids are covalently joined via peptide bonds to form long chains called polypeptides</a:t>
            </a:r>
            <a:endParaRPr lang="en-HK" sz="2400" dirty="0">
              <a:latin typeface="+mn-lt"/>
            </a:endParaRPr>
          </a:p>
          <a:p>
            <a:endParaRPr lang="en-US" sz="1800" dirty="0"/>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pic>
        <p:nvPicPr>
          <p:cNvPr id="10" name="Picture 2" descr="Protein Structure">
            <a:extLst>
              <a:ext uri="{FF2B5EF4-FFF2-40B4-BE49-F238E27FC236}">
                <a16:creationId xmlns:a16="http://schemas.microsoft.com/office/drawing/2014/main" id="{431F40F7-A4C6-4BFB-BB21-CE2EE790233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7033"/>
          <a:stretch/>
        </p:blipFill>
        <p:spPr bwMode="auto">
          <a:xfrm>
            <a:off x="7330813" y="4054983"/>
            <a:ext cx="3259209" cy="342828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Protein Structure">
            <a:extLst>
              <a:ext uri="{FF2B5EF4-FFF2-40B4-BE49-F238E27FC236}">
                <a16:creationId xmlns:a16="http://schemas.microsoft.com/office/drawing/2014/main" id="{06AB64A3-78D7-4F66-9521-C89F2768655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4106"/>
          <a:stretch/>
        </p:blipFill>
        <p:spPr bwMode="auto">
          <a:xfrm>
            <a:off x="7122518" y="79586"/>
            <a:ext cx="3312401" cy="40211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87478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800" b="1" dirty="0"/>
              <a:t>Protein Structure and Function </a:t>
            </a:r>
            <a:endParaRPr lang="id-ID" sz="2800" b="1" dirty="0"/>
          </a:p>
        </p:txBody>
      </p:sp>
      <p:sp>
        <p:nvSpPr>
          <p:cNvPr id="4" name="Rectangle 3">
            <a:extLst>
              <a:ext uri="{FF2B5EF4-FFF2-40B4-BE49-F238E27FC236}">
                <a16:creationId xmlns:a16="http://schemas.microsoft.com/office/drawing/2014/main" id="{34C8ACB7-62F4-4DFA-BF4E-F704AD38BEDF}"/>
              </a:ext>
            </a:extLst>
          </p:cNvPr>
          <p:cNvSpPr/>
          <p:nvPr/>
        </p:nvSpPr>
        <p:spPr>
          <a:xfrm>
            <a:off x="1238250" y="1563281"/>
            <a:ext cx="5656035" cy="5262979"/>
          </a:xfrm>
          <a:prstGeom prst="rect">
            <a:avLst/>
          </a:prstGeom>
        </p:spPr>
        <p:txBody>
          <a:bodyPr wrap="square">
            <a:spAutoFit/>
          </a:bodyPr>
          <a:lstStyle/>
          <a:p>
            <a:pPr marL="457200" indent="-457200" algn="just">
              <a:buAutoNum type="arabicPeriod"/>
            </a:pPr>
            <a:r>
              <a:rPr lang="en-US" sz="1600" dirty="0">
                <a:solidFill>
                  <a:srgbClr val="111111"/>
                </a:solidFill>
                <a:latin typeface="+mj-lt"/>
              </a:rPr>
              <a:t>The order of the amino acid sequence is called the </a:t>
            </a:r>
            <a:r>
              <a:rPr lang="en-US" sz="1600" b="1" i="1" dirty="0">
                <a:solidFill>
                  <a:srgbClr val="111111"/>
                </a:solidFill>
                <a:latin typeface="+mj-lt"/>
              </a:rPr>
              <a:t>primary structure</a:t>
            </a:r>
            <a:r>
              <a:rPr lang="en-US" sz="1600" dirty="0">
                <a:solidFill>
                  <a:srgbClr val="111111"/>
                </a:solidFill>
                <a:latin typeface="+mj-lt"/>
              </a:rPr>
              <a:t> and determines the way the chain will fold. Different amino acid sequences will fold into different configurations due to the chemical properties of the variable side chains</a:t>
            </a:r>
          </a:p>
          <a:p>
            <a:pPr marL="457200" indent="-457200" algn="just">
              <a:buFontTx/>
              <a:buAutoNum type="arabicPeriod"/>
            </a:pPr>
            <a:r>
              <a:rPr lang="en-US" sz="1600" dirty="0">
                <a:latin typeface="+mj-lt"/>
              </a:rPr>
              <a:t>Secondary structure refers to the conformation of the polypeptide backbone. </a:t>
            </a:r>
            <a:r>
              <a:rPr lang="en-US" sz="1600" dirty="0">
                <a:solidFill>
                  <a:srgbClr val="111111"/>
                </a:solidFill>
                <a:latin typeface="+mj-lt"/>
              </a:rPr>
              <a:t>Amino acid sequences will commonly fold into two stable configurations, called </a:t>
            </a:r>
            <a:r>
              <a:rPr lang="en-US" sz="1600" b="1" i="1" dirty="0">
                <a:solidFill>
                  <a:srgbClr val="111111"/>
                </a:solidFill>
                <a:latin typeface="+mj-lt"/>
              </a:rPr>
              <a:t>secondary structures</a:t>
            </a:r>
            <a:endParaRPr lang="en-US" sz="1600" b="1" dirty="0">
              <a:solidFill>
                <a:srgbClr val="111111"/>
              </a:solidFill>
              <a:latin typeface="+mj-lt"/>
            </a:endParaRPr>
          </a:p>
          <a:p>
            <a:pPr marL="977900" lvl="1" indent="-457200" algn="just">
              <a:buFontTx/>
              <a:buAutoNum type="arabicPeriod"/>
            </a:pPr>
            <a:r>
              <a:rPr lang="en-US" sz="1600" i="1" dirty="0">
                <a:solidFill>
                  <a:srgbClr val="111111"/>
                </a:solidFill>
                <a:latin typeface="+mj-lt"/>
              </a:rPr>
              <a:t>Alpha helices</a:t>
            </a:r>
            <a:r>
              <a:rPr lang="en-US" sz="1600" dirty="0">
                <a:solidFill>
                  <a:srgbClr val="111111"/>
                </a:solidFill>
                <a:latin typeface="+mj-lt"/>
              </a:rPr>
              <a:t> occur when the amino acid sequence folds into a coil / spiral arrangement</a:t>
            </a:r>
          </a:p>
          <a:p>
            <a:pPr marL="977900" lvl="1" indent="-457200" algn="just">
              <a:buFontTx/>
              <a:buAutoNum type="arabicPeriod"/>
            </a:pPr>
            <a:r>
              <a:rPr lang="en-US" sz="1600" i="1" dirty="0">
                <a:solidFill>
                  <a:srgbClr val="111111"/>
                </a:solidFill>
                <a:latin typeface="+mj-lt"/>
              </a:rPr>
              <a:t>Beta-pleated sheets</a:t>
            </a:r>
            <a:r>
              <a:rPr lang="en-US" sz="1600" dirty="0">
                <a:solidFill>
                  <a:srgbClr val="111111"/>
                </a:solidFill>
                <a:latin typeface="+mj-lt"/>
              </a:rPr>
              <a:t> occur when the amino acid sequence adopts a directionally-oriented staggered strand conformation</a:t>
            </a:r>
          </a:p>
          <a:p>
            <a:pPr algn="just"/>
            <a:br>
              <a:rPr lang="en-US" sz="1600" dirty="0">
                <a:solidFill>
                  <a:srgbClr val="111111"/>
                </a:solidFill>
                <a:latin typeface="+mj-lt"/>
              </a:rPr>
            </a:br>
            <a:r>
              <a:rPr lang="en-US" sz="1600" dirty="0">
                <a:solidFill>
                  <a:srgbClr val="111111"/>
                </a:solidFill>
                <a:latin typeface="+mj-lt"/>
              </a:rPr>
              <a:t>Both </a:t>
            </a:r>
            <a:r>
              <a:rPr lang="en-US" sz="1600" dirty="0">
                <a:solidFill>
                  <a:srgbClr val="000000"/>
                </a:solidFill>
                <a:latin typeface="+mj-lt"/>
              </a:rPr>
              <a:t>α</a:t>
            </a:r>
            <a:r>
              <a:rPr lang="en-US" sz="1600" i="1" dirty="0">
                <a:solidFill>
                  <a:srgbClr val="000000"/>
                </a:solidFill>
                <a:latin typeface="+mj-lt"/>
              </a:rPr>
              <a:t>-</a:t>
            </a:r>
            <a:r>
              <a:rPr lang="en-US" sz="1600" dirty="0">
                <a:solidFill>
                  <a:srgbClr val="111111"/>
                </a:solidFill>
                <a:latin typeface="+mj-lt"/>
              </a:rPr>
              <a:t>helices and </a:t>
            </a:r>
            <a:r>
              <a:rPr lang="en-US" sz="1600" dirty="0">
                <a:solidFill>
                  <a:srgbClr val="000000"/>
                </a:solidFill>
                <a:latin typeface="+mj-lt"/>
              </a:rPr>
              <a:t>β</a:t>
            </a:r>
            <a:r>
              <a:rPr lang="en-US" sz="1600" dirty="0">
                <a:solidFill>
                  <a:srgbClr val="111111"/>
                </a:solidFill>
                <a:latin typeface="+mj-lt"/>
              </a:rPr>
              <a:t>-pleated sheets result from </a:t>
            </a:r>
            <a:r>
              <a:rPr lang="en-US" sz="1600" u="sng" dirty="0">
                <a:solidFill>
                  <a:srgbClr val="111111"/>
                </a:solidFill>
                <a:latin typeface="+mj-lt"/>
              </a:rPr>
              <a:t>hydrogen bonds</a:t>
            </a:r>
            <a:r>
              <a:rPr lang="en-US" sz="1600" dirty="0">
                <a:solidFill>
                  <a:srgbClr val="111111"/>
                </a:solidFill>
                <a:latin typeface="+mj-lt"/>
              </a:rPr>
              <a:t> forming between non-adjacent amine and carboxyl groups. </a:t>
            </a:r>
          </a:p>
          <a:p>
            <a:pPr algn="just"/>
            <a:endParaRPr lang="en-US" sz="1600" dirty="0">
              <a:solidFill>
                <a:srgbClr val="111111"/>
              </a:solidFill>
              <a:latin typeface="+mj-lt"/>
            </a:endParaRPr>
          </a:p>
          <a:p>
            <a:pPr algn="just"/>
            <a:r>
              <a:rPr lang="en-US" sz="1600" dirty="0">
                <a:solidFill>
                  <a:srgbClr val="111111"/>
                </a:solidFill>
                <a:latin typeface="+mj-lt"/>
              </a:rPr>
              <a:t>Note :</a:t>
            </a:r>
          </a:p>
          <a:p>
            <a:pPr marL="342900" indent="-342900" algn="just">
              <a:buAutoNum type="arabicPeriod"/>
            </a:pPr>
            <a:r>
              <a:rPr lang="en-US" sz="1600" dirty="0">
                <a:solidFill>
                  <a:srgbClr val="111111"/>
                </a:solidFill>
                <a:latin typeface="+mj-lt"/>
              </a:rPr>
              <a:t>Where no secondary structure exists, the polypeptide chain will form a random coil</a:t>
            </a:r>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pic>
        <p:nvPicPr>
          <p:cNvPr id="8" name="Picture 2" descr="Protein Structure">
            <a:extLst>
              <a:ext uri="{FF2B5EF4-FFF2-40B4-BE49-F238E27FC236}">
                <a16:creationId xmlns:a16="http://schemas.microsoft.com/office/drawing/2014/main" id="{0A8BB662-BFBF-48FF-BC0C-97B3F230EB1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4106"/>
          <a:stretch/>
        </p:blipFill>
        <p:spPr bwMode="auto">
          <a:xfrm>
            <a:off x="7122518" y="323743"/>
            <a:ext cx="3312401" cy="402115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secondary structure">
            <a:extLst>
              <a:ext uri="{FF2B5EF4-FFF2-40B4-BE49-F238E27FC236}">
                <a16:creationId xmlns:a16="http://schemas.microsoft.com/office/drawing/2014/main" id="{CC183CDD-2147-42DF-B849-89C748B231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94285" y="4390663"/>
            <a:ext cx="3641953" cy="23034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66399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800" b="1" dirty="0"/>
              <a:t>Protein Structure and Function </a:t>
            </a:r>
            <a:endParaRPr lang="id-ID" sz="2800" b="1" dirty="0"/>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
        <p:nvSpPr>
          <p:cNvPr id="3" name="Rectangle 2">
            <a:extLst>
              <a:ext uri="{FF2B5EF4-FFF2-40B4-BE49-F238E27FC236}">
                <a16:creationId xmlns:a16="http://schemas.microsoft.com/office/drawing/2014/main" id="{488BAA79-4342-419C-B994-45659B2549DC}"/>
              </a:ext>
            </a:extLst>
          </p:cNvPr>
          <p:cNvSpPr/>
          <p:nvPr/>
        </p:nvSpPr>
        <p:spPr>
          <a:xfrm>
            <a:off x="1287367" y="1620426"/>
            <a:ext cx="8335604" cy="1754326"/>
          </a:xfrm>
          <a:prstGeom prst="rect">
            <a:avLst/>
          </a:prstGeom>
        </p:spPr>
        <p:txBody>
          <a:bodyPr wrap="square">
            <a:spAutoFit/>
          </a:bodyPr>
          <a:lstStyle/>
          <a:p>
            <a:r>
              <a:rPr lang="en-US" sz="1800" dirty="0">
                <a:solidFill>
                  <a:srgbClr val="111111"/>
                </a:solidFill>
                <a:latin typeface="+mj-lt"/>
              </a:rPr>
              <a:t>The amino acid sequence determines the three-dimensional conformation of a protein</a:t>
            </a:r>
            <a:endParaRPr lang="en-HK" sz="1800" dirty="0">
              <a:latin typeface="+mj-lt"/>
            </a:endParaRPr>
          </a:p>
          <a:p>
            <a:endParaRPr lang="en-US" sz="1800" dirty="0">
              <a:latin typeface="+mj-lt"/>
            </a:endParaRPr>
          </a:p>
          <a:p>
            <a:pPr marL="457200" indent="-457200">
              <a:buAutoNum type="arabicPeriod"/>
            </a:pPr>
            <a:r>
              <a:rPr lang="en-US" sz="1800" dirty="0">
                <a:latin typeface="+mj-lt"/>
              </a:rPr>
              <a:t>Tertiary structure of a protein refers to its three-dimensional structure—that is, further folding of the secondary structure in the three-dimensional space. </a:t>
            </a:r>
          </a:p>
          <a:p>
            <a:pPr marL="457200" indent="-457200">
              <a:buAutoNum type="arabicPeriod"/>
            </a:pPr>
            <a:r>
              <a:rPr lang="en-US" sz="1800" dirty="0">
                <a:latin typeface="+mj-lt"/>
              </a:rPr>
              <a:t>Quaternary structure refers to a structure achieved by proteins composed of more than one polypeptide chain. </a:t>
            </a:r>
          </a:p>
        </p:txBody>
      </p:sp>
      <p:pic>
        <p:nvPicPr>
          <p:cNvPr id="8" name="Picture 2" descr="Protein Structure">
            <a:extLst>
              <a:ext uri="{FF2B5EF4-FFF2-40B4-BE49-F238E27FC236}">
                <a16:creationId xmlns:a16="http://schemas.microsoft.com/office/drawing/2014/main" id="{5B879846-9076-44C8-B7E6-E68510301BA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7033"/>
          <a:stretch/>
        </p:blipFill>
        <p:spPr bwMode="auto">
          <a:xfrm>
            <a:off x="6342744" y="3232521"/>
            <a:ext cx="4057338" cy="4267813"/>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protein folding">
            <a:extLst>
              <a:ext uri="{FF2B5EF4-FFF2-40B4-BE49-F238E27FC236}">
                <a16:creationId xmlns:a16="http://schemas.microsoft.com/office/drawing/2014/main" id="{9AF1F872-8154-4CF5-B597-FEE1D4A51B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7943" y="3374751"/>
            <a:ext cx="4898589" cy="1991677"/>
          </a:xfrm>
          <a:prstGeom prst="rect">
            <a:avLst/>
          </a:prstGeom>
          <a:noFill/>
          <a:extLst>
            <a:ext uri="{909E8E84-426E-40DD-AFC4-6F175D3DCCD1}">
              <a14:hiddenFill xmlns:a14="http://schemas.microsoft.com/office/drawing/2010/main">
                <a:solidFill>
                  <a:srgbClr val="FFFFFF"/>
                </a:solidFill>
              </a14:hiddenFill>
            </a:ext>
          </a:extLst>
        </p:spPr>
      </p:pic>
      <p:pic>
        <p:nvPicPr>
          <p:cNvPr id="10246" name="Picture 6" descr="quaternary structure">
            <a:extLst>
              <a:ext uri="{FF2B5EF4-FFF2-40B4-BE49-F238E27FC236}">
                <a16:creationId xmlns:a16="http://schemas.microsoft.com/office/drawing/2014/main" id="{6358A808-612C-446F-87A7-A76FD11620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7535" y="5297714"/>
            <a:ext cx="3835208" cy="21028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63008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800" b="1" dirty="0"/>
              <a:t>Protein Structure and Function </a:t>
            </a:r>
            <a:endParaRPr lang="id-ID" sz="2800" b="1" dirty="0"/>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pic>
        <p:nvPicPr>
          <p:cNvPr id="3" name="Picture 2">
            <a:extLst>
              <a:ext uri="{FF2B5EF4-FFF2-40B4-BE49-F238E27FC236}">
                <a16:creationId xmlns:a16="http://schemas.microsoft.com/office/drawing/2014/main" id="{9A4CA015-4DA2-4C1F-8BC0-7A376DFC96B6}"/>
              </a:ext>
            </a:extLst>
          </p:cNvPr>
          <p:cNvPicPr>
            <a:picLocks noChangeAspect="1"/>
          </p:cNvPicPr>
          <p:nvPr/>
        </p:nvPicPr>
        <p:blipFill>
          <a:blip r:embed="rId2"/>
          <a:stretch>
            <a:fillRect/>
          </a:stretch>
        </p:blipFill>
        <p:spPr>
          <a:xfrm>
            <a:off x="2320719" y="1517515"/>
            <a:ext cx="6045612" cy="4281412"/>
          </a:xfrm>
          <a:prstGeom prst="rect">
            <a:avLst/>
          </a:prstGeom>
        </p:spPr>
      </p:pic>
      <p:sp>
        <p:nvSpPr>
          <p:cNvPr id="4" name="Rectangle 3">
            <a:extLst>
              <a:ext uri="{FF2B5EF4-FFF2-40B4-BE49-F238E27FC236}">
                <a16:creationId xmlns:a16="http://schemas.microsoft.com/office/drawing/2014/main" id="{D3768321-A3FD-4C3E-ADF4-4C44CAD6DA8A}"/>
              </a:ext>
            </a:extLst>
          </p:cNvPr>
          <p:cNvSpPr/>
          <p:nvPr/>
        </p:nvSpPr>
        <p:spPr>
          <a:xfrm>
            <a:off x="1071335" y="5942152"/>
            <a:ext cx="8849179" cy="954107"/>
          </a:xfrm>
          <a:prstGeom prst="rect">
            <a:avLst/>
          </a:prstGeom>
        </p:spPr>
        <p:txBody>
          <a:bodyPr wrap="square">
            <a:spAutoFit/>
          </a:bodyPr>
          <a:lstStyle/>
          <a:p>
            <a:pPr algn="ctr"/>
            <a:r>
              <a:rPr lang="en-US" sz="1400" dirty="0"/>
              <a:t>Amino acid structure and peptide bond. All amino acids except glycine (in which R = H) are chiral because the -carbon is asymmetric. (A) Basic formula of amino acids; (B) L-configuration of amino acid per Fischer’s system; (C) S-configuration of amino acid per </a:t>
            </a:r>
            <a:r>
              <a:rPr lang="en-US" sz="1400" dirty="0" err="1"/>
              <a:t>CahnIngoldPrelog</a:t>
            </a:r>
            <a:r>
              <a:rPr lang="en-US" sz="1400" dirty="0"/>
              <a:t> rules; (D) the numbering of carbon atoms for lysine; (E) the peptide bond is a </a:t>
            </a:r>
            <a:r>
              <a:rPr lang="en-US" sz="1400" i="1" dirty="0"/>
              <a:t>trans </a:t>
            </a:r>
            <a:r>
              <a:rPr lang="en-US" sz="1400" dirty="0"/>
              <a:t>bond on the amide plane (in color).</a:t>
            </a:r>
          </a:p>
        </p:txBody>
      </p:sp>
    </p:spTree>
    <p:extLst>
      <p:ext uri="{BB962C8B-B14F-4D97-AF65-F5344CB8AC3E}">
        <p14:creationId xmlns:p14="http://schemas.microsoft.com/office/powerpoint/2010/main" val="28504649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800" b="1" dirty="0"/>
              <a:t>Protein Structure and Function </a:t>
            </a:r>
            <a:endParaRPr lang="id-ID" sz="2800" b="1" dirty="0"/>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
        <p:nvSpPr>
          <p:cNvPr id="3" name="Rectangle 2">
            <a:extLst>
              <a:ext uri="{FF2B5EF4-FFF2-40B4-BE49-F238E27FC236}">
                <a16:creationId xmlns:a16="http://schemas.microsoft.com/office/drawing/2014/main" id="{28647F32-91D3-4C00-8DB4-2BF8EB940227}"/>
              </a:ext>
            </a:extLst>
          </p:cNvPr>
          <p:cNvSpPr/>
          <p:nvPr/>
        </p:nvSpPr>
        <p:spPr>
          <a:xfrm>
            <a:off x="1238250" y="1539141"/>
            <a:ext cx="9255579" cy="6370975"/>
          </a:xfrm>
          <a:prstGeom prst="rect">
            <a:avLst/>
          </a:prstGeom>
        </p:spPr>
        <p:txBody>
          <a:bodyPr wrap="square">
            <a:spAutoFit/>
          </a:bodyPr>
          <a:lstStyle/>
          <a:p>
            <a:r>
              <a:rPr lang="en-US" sz="2400" dirty="0">
                <a:solidFill>
                  <a:srgbClr val="000000"/>
                </a:solidFill>
                <a:latin typeface="AdvP1491"/>
              </a:rPr>
              <a:t>The 3D structures of many proteins and other biological macromolecules have been </a:t>
            </a:r>
            <a:r>
              <a:rPr lang="en-US" sz="2400">
                <a:solidFill>
                  <a:srgbClr val="000000"/>
                </a:solidFill>
                <a:latin typeface="AdvP1491"/>
              </a:rPr>
              <a:t>determined using various </a:t>
            </a:r>
            <a:r>
              <a:rPr lang="en-US" sz="2400" dirty="0">
                <a:solidFill>
                  <a:srgbClr val="000000"/>
                </a:solidFill>
                <a:latin typeface="AdvP1491"/>
              </a:rPr>
              <a:t>techniques of modern structural biology. These</a:t>
            </a:r>
          </a:p>
          <a:p>
            <a:r>
              <a:rPr lang="en-US" sz="2400" dirty="0">
                <a:solidFill>
                  <a:srgbClr val="000000"/>
                </a:solidFill>
                <a:latin typeface="AdvP1491"/>
              </a:rPr>
              <a:t>structures are deposited in the </a:t>
            </a:r>
            <a:r>
              <a:rPr lang="en-US" sz="2400" dirty="0">
                <a:solidFill>
                  <a:srgbClr val="000000"/>
                </a:solidFill>
                <a:latin typeface="AdvP2437"/>
              </a:rPr>
              <a:t>PDB </a:t>
            </a:r>
            <a:r>
              <a:rPr lang="en-US" sz="2400" dirty="0">
                <a:solidFill>
                  <a:srgbClr val="000000"/>
                </a:solidFill>
                <a:latin typeface="AdvP1491"/>
              </a:rPr>
              <a:t>(</a:t>
            </a:r>
            <a:r>
              <a:rPr lang="en-US" sz="2400" dirty="0">
                <a:solidFill>
                  <a:srgbClr val="000000"/>
                </a:solidFill>
                <a:latin typeface="AdvP2437"/>
              </a:rPr>
              <a:t>Protein Data</a:t>
            </a:r>
          </a:p>
          <a:p>
            <a:r>
              <a:rPr lang="en-US" sz="2400" dirty="0">
                <a:solidFill>
                  <a:srgbClr val="000000"/>
                </a:solidFill>
                <a:latin typeface="AdvP2437"/>
              </a:rPr>
              <a:t>Bank</a:t>
            </a:r>
            <a:r>
              <a:rPr lang="en-US" sz="2400" dirty="0">
                <a:solidFill>
                  <a:srgbClr val="000000"/>
                </a:solidFill>
                <a:latin typeface="AdvP1491"/>
              </a:rPr>
              <a:t>) database and are given a PDB ID. The PDB ID</a:t>
            </a:r>
          </a:p>
          <a:p>
            <a:r>
              <a:rPr lang="en-US" sz="2400" dirty="0">
                <a:solidFill>
                  <a:srgbClr val="000000"/>
                </a:solidFill>
                <a:latin typeface="AdvP1491"/>
              </a:rPr>
              <a:t>is a four-character unique identifier, consisting of numbers</a:t>
            </a:r>
          </a:p>
          <a:p>
            <a:r>
              <a:rPr lang="en-US" sz="2400" dirty="0">
                <a:solidFill>
                  <a:srgbClr val="000000"/>
                </a:solidFill>
                <a:latin typeface="AdvP1491"/>
              </a:rPr>
              <a:t>and letters, assigned to a protein or other biological</a:t>
            </a:r>
          </a:p>
          <a:p>
            <a:r>
              <a:rPr lang="en-US" sz="2400" dirty="0">
                <a:solidFill>
                  <a:srgbClr val="000000"/>
                </a:solidFill>
                <a:latin typeface="AdvP1491"/>
              </a:rPr>
              <a:t>macromolecule submitted to the PDB. The PDB is</a:t>
            </a:r>
          </a:p>
          <a:p>
            <a:r>
              <a:rPr lang="en-US" sz="2400" dirty="0">
                <a:solidFill>
                  <a:srgbClr val="000000"/>
                </a:solidFill>
                <a:latin typeface="AdvP1491"/>
              </a:rPr>
              <a:t>an archive of the structure of proteins and other biological</a:t>
            </a:r>
          </a:p>
          <a:p>
            <a:r>
              <a:rPr lang="en-US" sz="2400" dirty="0">
                <a:solidFill>
                  <a:srgbClr val="000000"/>
                </a:solidFill>
                <a:latin typeface="AdvP1491"/>
              </a:rPr>
              <a:t>macromolecules; the structures have been</a:t>
            </a:r>
          </a:p>
          <a:p>
            <a:r>
              <a:rPr lang="en-US" sz="2400" dirty="0">
                <a:solidFill>
                  <a:srgbClr val="000000"/>
                </a:solidFill>
                <a:latin typeface="AdvP1491"/>
              </a:rPr>
              <a:t>determined using techniques like X-ray crystallography,</a:t>
            </a:r>
          </a:p>
          <a:p>
            <a:r>
              <a:rPr lang="en-US" sz="2400" dirty="0">
                <a:solidFill>
                  <a:srgbClr val="000000"/>
                </a:solidFill>
                <a:latin typeface="AdvP1491"/>
              </a:rPr>
              <a:t>nuclear magnetic resonance (NMR) spectroscopy,</a:t>
            </a:r>
          </a:p>
          <a:p>
            <a:r>
              <a:rPr lang="en-US" sz="2400" dirty="0">
                <a:solidFill>
                  <a:srgbClr val="000000"/>
                </a:solidFill>
                <a:latin typeface="AdvP1491"/>
              </a:rPr>
              <a:t>and cryo-electron microscopy. After structural information</a:t>
            </a:r>
          </a:p>
          <a:p>
            <a:r>
              <a:rPr lang="en-US" sz="2400" dirty="0">
                <a:solidFill>
                  <a:srgbClr val="000000"/>
                </a:solidFill>
                <a:latin typeface="AdvP1491"/>
              </a:rPr>
              <a:t>is submitted to the PDB, the submission is</a:t>
            </a:r>
          </a:p>
          <a:p>
            <a:r>
              <a:rPr lang="en-US" sz="2400" dirty="0">
                <a:solidFill>
                  <a:srgbClr val="000000"/>
                </a:solidFill>
                <a:latin typeface="AdvP1491"/>
              </a:rPr>
              <a:t>annotated and publicly released by the </a:t>
            </a:r>
            <a:r>
              <a:rPr lang="en-US" sz="2400" dirty="0">
                <a:solidFill>
                  <a:srgbClr val="000000"/>
                </a:solidFill>
                <a:latin typeface="AdvP2437"/>
              </a:rPr>
              <a:t>wwPDB</a:t>
            </a:r>
          </a:p>
          <a:p>
            <a:r>
              <a:rPr lang="en-US" sz="2400" dirty="0">
                <a:solidFill>
                  <a:srgbClr val="000000"/>
                </a:solidFill>
                <a:latin typeface="AdvP1491"/>
              </a:rPr>
              <a:t>(</a:t>
            </a:r>
            <a:r>
              <a:rPr lang="en-US" sz="2400" dirty="0">
                <a:solidFill>
                  <a:srgbClr val="0081AD"/>
                </a:solidFill>
                <a:latin typeface="AdvP1491"/>
              </a:rPr>
              <a:t>http://www.wwpdb.org/</a:t>
            </a:r>
            <a:r>
              <a:rPr lang="en-US" sz="2400" dirty="0">
                <a:solidFill>
                  <a:srgbClr val="000000"/>
                </a:solidFill>
                <a:latin typeface="AdvP1491"/>
              </a:rPr>
              <a:t>). As of July 30, 2013, there</a:t>
            </a:r>
          </a:p>
          <a:p>
            <a:r>
              <a:rPr lang="en-US" sz="2400" dirty="0">
                <a:solidFill>
                  <a:srgbClr val="000000"/>
                </a:solidFill>
                <a:latin typeface="AdvP1491"/>
              </a:rPr>
              <a:t>were 92,689 structures in the PDB.</a:t>
            </a:r>
            <a:endParaRPr lang="en-HK" dirty="0"/>
          </a:p>
        </p:txBody>
      </p:sp>
    </p:spTree>
    <p:extLst>
      <p:ext uri="{BB962C8B-B14F-4D97-AF65-F5344CB8AC3E}">
        <p14:creationId xmlns:p14="http://schemas.microsoft.com/office/powerpoint/2010/main" val="2438366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8C8E4AA-CB97-4F0D-8459-1A886724BEEE}"/>
              </a:ext>
            </a:extLst>
          </p:cNvPr>
          <p:cNvSpPr>
            <a:spLocks noGrp="1"/>
          </p:cNvSpPr>
          <p:nvPr>
            <p:ph type="title"/>
          </p:nvPr>
        </p:nvSpPr>
        <p:spPr>
          <a:xfrm>
            <a:off x="1238250" y="875489"/>
            <a:ext cx="9618662" cy="642026"/>
          </a:xfrm>
        </p:spPr>
        <p:txBody>
          <a:bodyPr/>
          <a:lstStyle/>
          <a:p>
            <a:r>
              <a:rPr lang="en-US" sz="2800" b="1" dirty="0"/>
              <a:t>Bioinformatics in Proteomics research </a:t>
            </a:r>
            <a:endParaRPr lang="id-ID" sz="2800" b="1" dirty="0"/>
          </a:p>
        </p:txBody>
      </p:sp>
      <p:sp>
        <p:nvSpPr>
          <p:cNvPr id="5" name="Rectangle 4">
            <a:extLst>
              <a:ext uri="{FF2B5EF4-FFF2-40B4-BE49-F238E27FC236}">
                <a16:creationId xmlns:a16="http://schemas.microsoft.com/office/drawing/2014/main" id="{B12EC9B2-3569-40D1-9755-8037C6A926C5}"/>
              </a:ext>
            </a:extLst>
          </p:cNvPr>
          <p:cNvSpPr/>
          <p:nvPr/>
        </p:nvSpPr>
        <p:spPr>
          <a:xfrm>
            <a:off x="1339851" y="1764608"/>
            <a:ext cx="2506436" cy="1384995"/>
          </a:xfrm>
          <a:prstGeom prst="rect">
            <a:avLst/>
          </a:prstGeom>
        </p:spPr>
        <p:txBody>
          <a:bodyPr wrap="square">
            <a:spAutoFit/>
          </a:bodyPr>
          <a:lstStyle/>
          <a:p>
            <a:r>
              <a:rPr lang="en-HK" dirty="0"/>
              <a:t>Identification</a:t>
            </a:r>
          </a:p>
          <a:p>
            <a:r>
              <a:rPr lang="en-HK" dirty="0"/>
              <a:t>Functional Analysis</a:t>
            </a:r>
          </a:p>
          <a:p>
            <a:r>
              <a:rPr lang="en-HK" dirty="0"/>
              <a:t>Data Sharing</a:t>
            </a:r>
          </a:p>
          <a:p>
            <a:r>
              <a:rPr lang="en-HK" dirty="0"/>
              <a:t>Quantification</a:t>
            </a:r>
          </a:p>
        </p:txBody>
      </p:sp>
      <p:sp>
        <p:nvSpPr>
          <p:cNvPr id="4" name="Rectangle 3">
            <a:extLst>
              <a:ext uri="{FF2B5EF4-FFF2-40B4-BE49-F238E27FC236}">
                <a16:creationId xmlns:a16="http://schemas.microsoft.com/office/drawing/2014/main" id="{0B003610-A4AA-4511-9263-D53130DC7F29}"/>
              </a:ext>
            </a:extLst>
          </p:cNvPr>
          <p:cNvSpPr/>
          <p:nvPr/>
        </p:nvSpPr>
        <p:spPr>
          <a:xfrm>
            <a:off x="4837793" y="1819155"/>
            <a:ext cx="5343525" cy="2677656"/>
          </a:xfrm>
          <a:prstGeom prst="rect">
            <a:avLst/>
          </a:prstGeom>
        </p:spPr>
        <p:txBody>
          <a:bodyPr>
            <a:spAutoFit/>
          </a:bodyPr>
          <a:lstStyle/>
          <a:p>
            <a:pPr marL="457200" indent="-457200">
              <a:buAutoNum type="arabicParenBoth"/>
            </a:pPr>
            <a:r>
              <a:rPr lang="en-US" dirty="0"/>
              <a:t>identify peptides, proteins, and their modifications</a:t>
            </a:r>
          </a:p>
          <a:p>
            <a:pPr marL="457200" indent="-457200">
              <a:buAutoNum type="arabicParenBoth"/>
            </a:pPr>
            <a:r>
              <a:rPr lang="en-US" dirty="0"/>
              <a:t>annotate the data with existing biological knowledge, and</a:t>
            </a:r>
          </a:p>
          <a:p>
            <a:pPr marL="457200" indent="-457200">
              <a:buAutoNum type="arabicParenBoth"/>
            </a:pPr>
            <a:r>
              <a:rPr lang="en-US" dirty="0"/>
              <a:t>share the data using online repositories. Finally, </a:t>
            </a:r>
          </a:p>
          <a:p>
            <a:pPr marL="457200" indent="-457200">
              <a:buAutoNum type="arabicParenBoth"/>
            </a:pPr>
            <a:r>
              <a:rPr lang="en-US" dirty="0"/>
              <a:t>the different techniques for quantifying peptides and proteins will be introduced.</a:t>
            </a:r>
          </a:p>
        </p:txBody>
      </p:sp>
    </p:spTree>
    <p:extLst>
      <p:ext uri="{BB962C8B-B14F-4D97-AF65-F5344CB8AC3E}">
        <p14:creationId xmlns:p14="http://schemas.microsoft.com/office/powerpoint/2010/main" val="25537553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D040640-0A0F-4540-9B08-7C05ADA537CA}"/>
              </a:ext>
            </a:extLst>
          </p:cNvPr>
          <p:cNvSpPr/>
          <p:nvPr/>
        </p:nvSpPr>
        <p:spPr>
          <a:xfrm>
            <a:off x="1238250" y="1517515"/>
            <a:ext cx="9052379" cy="5586145"/>
          </a:xfrm>
          <a:prstGeom prst="rect">
            <a:avLst/>
          </a:prstGeom>
        </p:spPr>
        <p:txBody>
          <a:bodyPr wrap="square">
            <a:spAutoFit/>
          </a:bodyPr>
          <a:lstStyle/>
          <a:p>
            <a:r>
              <a:rPr lang="en-HK" dirty="0"/>
              <a:t>Diabetes research</a:t>
            </a:r>
          </a:p>
          <a:p>
            <a:r>
              <a:rPr lang="en-HK" dirty="0" err="1"/>
              <a:t>Tumor</a:t>
            </a:r>
            <a:r>
              <a:rPr lang="en-HK" dirty="0"/>
              <a:t> metastasis</a:t>
            </a:r>
          </a:p>
          <a:p>
            <a:r>
              <a:rPr lang="en-HK" dirty="0"/>
              <a:t>Nutrition research</a:t>
            </a:r>
          </a:p>
          <a:p>
            <a:r>
              <a:rPr lang="en-HK" dirty="0" err="1"/>
              <a:t>Fetal</a:t>
            </a:r>
            <a:r>
              <a:rPr lang="en-HK" dirty="0"/>
              <a:t> and maternal medicine</a:t>
            </a:r>
          </a:p>
          <a:p>
            <a:r>
              <a:rPr lang="en-HK" dirty="0"/>
              <a:t>Renal disease diagnosis</a:t>
            </a:r>
          </a:p>
          <a:p>
            <a:r>
              <a:rPr lang="en-HK" dirty="0"/>
              <a:t>Neurology</a:t>
            </a:r>
          </a:p>
          <a:p>
            <a:r>
              <a:rPr lang="en-HK" dirty="0"/>
              <a:t>Urological cancer research</a:t>
            </a:r>
          </a:p>
          <a:p>
            <a:r>
              <a:rPr lang="en-HK" dirty="0"/>
              <a:t>Antibody profiling for study and treatment disease</a:t>
            </a:r>
          </a:p>
          <a:p>
            <a:endParaRPr lang="en-HK" dirty="0"/>
          </a:p>
          <a:p>
            <a:r>
              <a:rPr lang="en-HK" dirty="0"/>
              <a:t>With years’ experience in advanced experiment </a:t>
            </a:r>
            <a:r>
              <a:rPr lang="en-HK" dirty="0" err="1"/>
              <a:t>equipments</a:t>
            </a:r>
            <a:r>
              <a:rPr lang="en-HK" dirty="0"/>
              <a:t>, Creative Proteomics can provide the following bioinformatics services in proteomics:</a:t>
            </a:r>
          </a:p>
          <a:p>
            <a:endParaRPr lang="en-HK" dirty="0"/>
          </a:p>
          <a:p>
            <a:r>
              <a:rPr lang="en-HK" dirty="0"/>
              <a:t>Functional annotation and enrichment analysis</a:t>
            </a:r>
          </a:p>
          <a:p>
            <a:r>
              <a:rPr lang="en-HK" dirty="0"/>
              <a:t>Clustering analysis</a:t>
            </a:r>
          </a:p>
          <a:p>
            <a:r>
              <a:rPr lang="en-HK" dirty="0"/>
              <a:t>Network analysis</a:t>
            </a:r>
          </a:p>
          <a:p>
            <a:r>
              <a:rPr lang="en-HK" dirty="0"/>
              <a:t>Statistical analysis</a:t>
            </a:r>
          </a:p>
          <a:p>
            <a:r>
              <a:rPr lang="en-HK" dirty="0"/>
              <a:t>Proteomic analysis of post-translational modifications</a:t>
            </a:r>
          </a:p>
        </p:txBody>
      </p:sp>
      <p:sp>
        <p:nvSpPr>
          <p:cNvPr id="4" name="Title 1">
            <a:extLst>
              <a:ext uri="{FF2B5EF4-FFF2-40B4-BE49-F238E27FC236}">
                <a16:creationId xmlns:a16="http://schemas.microsoft.com/office/drawing/2014/main" id="{7369EE02-09DC-4802-AF94-883000BA27E9}"/>
              </a:ext>
            </a:extLst>
          </p:cNvPr>
          <p:cNvSpPr>
            <a:spLocks noGrp="1"/>
          </p:cNvSpPr>
          <p:nvPr>
            <p:ph type="title"/>
          </p:nvPr>
        </p:nvSpPr>
        <p:spPr>
          <a:xfrm>
            <a:off x="1238250" y="875489"/>
            <a:ext cx="9618662" cy="642026"/>
          </a:xfrm>
        </p:spPr>
        <p:txBody>
          <a:bodyPr/>
          <a:lstStyle/>
          <a:p>
            <a:r>
              <a:rPr lang="en-US" sz="2800" b="1" dirty="0"/>
              <a:t>Bioinformatics in Proteomics research </a:t>
            </a:r>
            <a:endParaRPr lang="id-ID" sz="2800" b="1" dirty="0"/>
          </a:p>
        </p:txBody>
      </p:sp>
    </p:spTree>
    <p:extLst>
      <p:ext uri="{BB962C8B-B14F-4D97-AF65-F5344CB8AC3E}">
        <p14:creationId xmlns:p14="http://schemas.microsoft.com/office/powerpoint/2010/main" val="21377805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38250" y="1847494"/>
            <a:ext cx="9154687" cy="3928838"/>
          </a:xfrm>
        </p:spPr>
        <p:txBody>
          <a:bodyPr>
            <a:normAutofit/>
          </a:bodyPr>
          <a:lstStyle/>
          <a:p>
            <a:pPr marL="342900" lvl="0" indent="-342900">
              <a:buFont typeface="Symbol" panose="05050102010706020507" pitchFamily="18" charset="2"/>
              <a:buChar char=""/>
            </a:pPr>
            <a:endParaRPr lang="en-US" sz="2000" dirty="0"/>
          </a:p>
          <a:p>
            <a:endParaRPr lang="en-US" sz="2000" dirty="0"/>
          </a:p>
          <a:p>
            <a:endParaRPr lang="id-ID" sz="2000" dirty="0"/>
          </a:p>
        </p:txBody>
      </p:sp>
      <p:sp>
        <p:nvSpPr>
          <p:cNvPr id="7" name="Title 1">
            <a:extLst>
              <a:ext uri="{FF2B5EF4-FFF2-40B4-BE49-F238E27FC236}">
                <a16:creationId xmlns:a16="http://schemas.microsoft.com/office/drawing/2014/main" id="{2EA7FAA0-CA95-4687-828E-03EB29DED4AA}"/>
              </a:ext>
            </a:extLst>
          </p:cNvPr>
          <p:cNvSpPr>
            <a:spLocks noGrp="1"/>
          </p:cNvSpPr>
          <p:nvPr>
            <p:ph type="title"/>
          </p:nvPr>
        </p:nvSpPr>
        <p:spPr>
          <a:xfrm>
            <a:off x="1238250" y="796075"/>
            <a:ext cx="9618662" cy="1260475"/>
          </a:xfrm>
        </p:spPr>
        <p:txBody>
          <a:bodyPr/>
          <a:lstStyle/>
          <a:p>
            <a:r>
              <a:rPr lang="en-US" sz="4000" b="1" dirty="0"/>
              <a:t>References</a:t>
            </a:r>
            <a:endParaRPr lang="id-ID" sz="4000" b="1" dirty="0"/>
          </a:p>
        </p:txBody>
      </p:sp>
      <p:sp>
        <p:nvSpPr>
          <p:cNvPr id="2" name="Rectangle 1">
            <a:extLst>
              <a:ext uri="{FF2B5EF4-FFF2-40B4-BE49-F238E27FC236}">
                <a16:creationId xmlns:a16="http://schemas.microsoft.com/office/drawing/2014/main" id="{B3509AFA-2B94-4D5A-A25C-3F04BFE9CD3F}"/>
              </a:ext>
            </a:extLst>
          </p:cNvPr>
          <p:cNvSpPr/>
          <p:nvPr/>
        </p:nvSpPr>
        <p:spPr>
          <a:xfrm>
            <a:off x="1238251" y="2056550"/>
            <a:ext cx="8212138" cy="3847207"/>
          </a:xfrm>
          <a:prstGeom prst="rect">
            <a:avLst/>
          </a:prstGeom>
        </p:spPr>
        <p:txBody>
          <a:bodyPr wrap="square">
            <a:spAutoFit/>
          </a:bodyPr>
          <a:lstStyle/>
          <a:p>
            <a:pPr marL="342900" lvl="0" indent="-342900">
              <a:spcAft>
                <a:spcPts val="0"/>
              </a:spcAft>
              <a:buFont typeface="+mj-lt"/>
              <a:buAutoNum type="arabicPeriod"/>
            </a:pPr>
            <a:r>
              <a:rPr lang="en-AU" sz="2400" dirty="0" err="1">
                <a:latin typeface="Arial" panose="020B0604020202020204" pitchFamily="34" charset="0"/>
                <a:ea typeface="Times New Roman" panose="02020603050405020304" pitchFamily="18" charset="0"/>
                <a:cs typeface="Times New Roman" panose="02020603050405020304" pitchFamily="18" charset="0"/>
              </a:rPr>
              <a:t>Lesk</a:t>
            </a:r>
            <a:r>
              <a:rPr lang="en-AU" sz="2400" dirty="0">
                <a:latin typeface="Arial" panose="020B0604020202020204" pitchFamily="34" charset="0"/>
                <a:ea typeface="Times New Roman" panose="02020603050405020304" pitchFamily="18" charset="0"/>
                <a:cs typeface="Times New Roman" panose="02020603050405020304" pitchFamily="18" charset="0"/>
              </a:rPr>
              <a:t>, Arthur M.. (2014). </a:t>
            </a:r>
            <a:r>
              <a:rPr lang="en-AU" sz="2400" i="1" dirty="0">
                <a:latin typeface="Arial" panose="020B0604020202020204" pitchFamily="34" charset="0"/>
                <a:ea typeface="Times New Roman" panose="02020603050405020304" pitchFamily="18" charset="0"/>
                <a:cs typeface="Times New Roman" panose="02020603050405020304" pitchFamily="18" charset="0"/>
              </a:rPr>
              <a:t>Introduction to Bioinformatics</a:t>
            </a:r>
            <a:r>
              <a:rPr lang="en-AU" sz="2400" dirty="0">
                <a:latin typeface="Arial" panose="020B0604020202020204" pitchFamily="34" charset="0"/>
                <a:ea typeface="Times New Roman" panose="02020603050405020304" pitchFamily="18" charset="0"/>
                <a:cs typeface="Times New Roman" panose="02020603050405020304" pitchFamily="18" charset="0"/>
              </a:rPr>
              <a:t>. 4. Oxford University Press, United Kingdom. ISBN: 978-0199651566. (*)</a:t>
            </a:r>
            <a:endParaRPr lang="en-HK" sz="2800" dirty="0">
              <a:latin typeface="Verdana" panose="020B0604030504040204" pitchFamily="34" charset="0"/>
              <a:ea typeface="Times New Roman" panose="02020603050405020304" pitchFamily="18" charset="0"/>
              <a:cs typeface="Times New Roman" panose="02020603050405020304" pitchFamily="18" charset="0"/>
            </a:endParaRPr>
          </a:p>
          <a:p>
            <a:pPr marL="342900" lvl="0" indent="-342900">
              <a:spcAft>
                <a:spcPts val="0"/>
              </a:spcAft>
              <a:buFont typeface="+mj-lt"/>
              <a:buAutoNum type="arabicPeriod"/>
            </a:pPr>
            <a:r>
              <a:rPr lang="en-AU" sz="2400" dirty="0" err="1">
                <a:latin typeface="Arial" panose="020B0604020202020204" pitchFamily="34" charset="0"/>
                <a:ea typeface="Times New Roman" panose="02020603050405020304" pitchFamily="18" charset="0"/>
                <a:cs typeface="Times New Roman" panose="02020603050405020304" pitchFamily="18" charset="0"/>
              </a:rPr>
              <a:t>Choudhuri</a:t>
            </a:r>
            <a:r>
              <a:rPr lang="en-AU" sz="2400" dirty="0">
                <a:latin typeface="Arial" panose="020B0604020202020204" pitchFamily="34" charset="0"/>
                <a:ea typeface="Times New Roman" panose="02020603050405020304" pitchFamily="18" charset="0"/>
                <a:cs typeface="Times New Roman" panose="02020603050405020304" pitchFamily="18" charset="0"/>
              </a:rPr>
              <a:t>, S.. (2014) </a:t>
            </a:r>
            <a:r>
              <a:rPr lang="en-AU" sz="2400" i="1" dirty="0">
                <a:latin typeface="Arial" panose="020B0604020202020204" pitchFamily="34" charset="0"/>
                <a:ea typeface="Times New Roman" panose="02020603050405020304" pitchFamily="18" charset="0"/>
                <a:cs typeface="Times New Roman" panose="02020603050405020304" pitchFamily="18" charset="0"/>
              </a:rPr>
              <a:t>Bioinformatics for Beginners: Genes, Genomes, Molecular Evolution, Databases and Analytical Tools</a:t>
            </a:r>
            <a:r>
              <a:rPr lang="en-AU" sz="2400" dirty="0">
                <a:latin typeface="Arial" panose="020B0604020202020204" pitchFamily="34" charset="0"/>
                <a:ea typeface="Times New Roman" panose="02020603050405020304" pitchFamily="18" charset="0"/>
                <a:cs typeface="Times New Roman" panose="02020603050405020304" pitchFamily="18" charset="0"/>
              </a:rPr>
              <a:t>. Elsevier. ISBN 978-0124104716. </a:t>
            </a:r>
          </a:p>
          <a:p>
            <a:pPr marL="342900" lvl="0" indent="-342900">
              <a:spcAft>
                <a:spcPts val="0"/>
              </a:spcAft>
              <a:buFont typeface="+mj-lt"/>
              <a:buAutoNum type="arabicPeriod"/>
            </a:pPr>
            <a:r>
              <a:rPr lang="en-AU" sz="2400" dirty="0">
                <a:latin typeface="Arial" panose="020B0604020202020204" pitchFamily="34" charset="0"/>
                <a:ea typeface="Times New Roman" panose="02020603050405020304" pitchFamily="18" charset="0"/>
                <a:cs typeface="Times New Roman" panose="02020603050405020304" pitchFamily="18" charset="0"/>
              </a:rPr>
              <a:t>Simon, E. J.. (2020). Biology : The Core. 3rd Edition. Pearson: Hoboken, NJ. ISBN 9780134891514</a:t>
            </a:r>
          </a:p>
          <a:p>
            <a:pPr marL="342900" lvl="0" indent="-342900">
              <a:spcAft>
                <a:spcPts val="0"/>
              </a:spcAft>
              <a:buFont typeface="+mj-lt"/>
              <a:buAutoNum type="arabicPeriod"/>
            </a:pPr>
            <a:r>
              <a:rPr lang="en-AU" sz="2400" dirty="0">
                <a:latin typeface="Arial" panose="020B0604020202020204" pitchFamily="34" charset="0"/>
                <a:ea typeface="Times New Roman" panose="02020603050405020304" pitchFamily="18" charset="0"/>
                <a:cs typeface="Times New Roman" panose="02020603050405020304" pitchFamily="18" charset="0"/>
              </a:rPr>
              <a:t>https://ib.bioninja.com.au/</a:t>
            </a:r>
          </a:p>
          <a:p>
            <a:pPr marL="342900" lvl="0" indent="-342900">
              <a:spcAft>
                <a:spcPts val="0"/>
              </a:spcAft>
              <a:buFont typeface="+mj-lt"/>
              <a:buAutoNum type="arabicPeriod"/>
            </a:pPr>
            <a:endParaRPr lang="en-HK" sz="2800" dirty="0">
              <a:effectLst/>
              <a:latin typeface="Verdana" panose="020B060403050404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36838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_Flow_SignoffStatus xmlns="47793baa-3cbb-486e-a055-4d42ce3882d7" xsi:nil="true"/>
    <_dlc_DocId xmlns="9fdf624c-fedc-4f6c-b928-0c7bf4c9e100">J56STF5CZXNR-2061195910-691142</_dlc_DocId>
    <_dlc_DocIdUrl xmlns="9fdf624c-fedc-4f6c-b928-0c7bf4c9e100">
      <Url>https://binusianorg.sharepoint.com/sites/arc/_layouts/15/DocIdRedir.aspx?ID=J56STF5CZXNR-2061195910-691142</Url>
      <Description>J56STF5CZXNR-2061195910-691142</Description>
    </_dlc_DocIdUrl>
  </documentManagement>
</p:properties>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ct:contentTypeSchema xmlns:ct="http://schemas.microsoft.com/office/2006/metadata/contentType" xmlns:ma="http://schemas.microsoft.com/office/2006/metadata/properties/metaAttributes" ct:_="" ma:_="" ma:contentTypeName="Document" ma:contentTypeID="0x010100144340CFFCDDB44F9904404F1FA9688C" ma:contentTypeVersion="15" ma:contentTypeDescription="Create a new document." ma:contentTypeScope="" ma:versionID="939164fb4ce9d77da8b44cb5205bf59b">
  <xsd:schema xmlns:xsd="http://www.w3.org/2001/XMLSchema" xmlns:xs="http://www.w3.org/2001/XMLSchema" xmlns:p="http://schemas.microsoft.com/office/2006/metadata/properties" xmlns:ns2="9fdf624c-fedc-4f6c-b928-0c7bf4c9e100" xmlns:ns3="47793baa-3cbb-486e-a055-4d42ce3882d7" xmlns:ns4="http://schemas.microsoft.com/sharepoint/v3/fields" targetNamespace="http://schemas.microsoft.com/office/2006/metadata/properties" ma:root="true" ma:fieldsID="63b003db5a72b2282a54ad3b1f995462" ns2:_="" ns3:_="" ns4:_="">
    <xsd:import namespace="9fdf624c-fedc-4f6c-b928-0c7bf4c9e100"/>
    <xsd:import namespace="47793baa-3cbb-486e-a055-4d42ce3882d7"/>
    <xsd:import namespace="http://schemas.microsoft.com/sharepoint/v3/fields"/>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2:SharedWithUsers" minOccurs="0"/>
                <xsd:element ref="ns2:SharedWithDetails" minOccurs="0"/>
                <xsd:element ref="ns3:MediaServiceLocation" minOccurs="0"/>
                <xsd:element ref="ns3:MediaServiceAutoKeyPoints" minOccurs="0"/>
                <xsd:element ref="ns3:MediaServiceKeyPoints" minOccurs="0"/>
                <xsd:element ref="ns3:_Flow_SignoffStatus" minOccurs="0"/>
                <xsd:element ref="ns4:_Versio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df624c-fedc-4f6c-b928-0c7bf4c9e100"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7793baa-3cbb-486e-a055-4d42ce3882d7"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_Flow_SignoffStatus" ma:index="23" nillable="true" ma:displayName="Sign-off status" ma:internalName="Sign_x002d_off_x0020_status">
      <xsd:simpleType>
        <xsd:restriction base="dms:Text"/>
      </xsd:simpleType>
    </xsd:element>
    <xsd:element name="MediaLengthInSeconds" ma:index="25"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24" nillable="true" ma:displayName="Version" ma:internalName="_Vers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ED985A4-BE78-47BD-93FF-32CA6D846AD3}">
  <ds:schemaRefs>
    <ds:schemaRef ds:uri="http://schemas.microsoft.com/sharepoint/v3/contenttype/forms"/>
  </ds:schemaRefs>
</ds:datastoreItem>
</file>

<file path=customXml/itemProps2.xml><?xml version="1.0" encoding="utf-8"?>
<ds:datastoreItem xmlns:ds="http://schemas.openxmlformats.org/officeDocument/2006/customXml" ds:itemID="{3F313E50-9F1C-4EB2-8248-D1942A92381A}">
  <ds:schemaRefs>
    <ds:schemaRef ds:uri="http://schemas.microsoft.com/office/2006/metadata/properties"/>
    <ds:schemaRef ds:uri="http://schemas.microsoft.com/office/infopath/2007/PartnerControls"/>
    <ds:schemaRef ds:uri="http://schemas.microsoft.com/sharepoint/v3/fields"/>
    <ds:schemaRef ds:uri="47793baa-3cbb-486e-a055-4d42ce3882d7"/>
    <ds:schemaRef ds:uri="9fdf624c-fedc-4f6c-b928-0c7bf4c9e100"/>
  </ds:schemaRefs>
</ds:datastoreItem>
</file>

<file path=customXml/itemProps3.xml><?xml version="1.0" encoding="utf-8"?>
<ds:datastoreItem xmlns:ds="http://schemas.openxmlformats.org/officeDocument/2006/customXml" ds:itemID="{CA6D8D10-5CE6-45C0-899F-3757B0B76385}">
  <ds:schemaRefs>
    <ds:schemaRef ds:uri="http://schemas.microsoft.com/sharepoint/events"/>
  </ds:schemaRefs>
</ds:datastoreItem>
</file>

<file path=customXml/itemProps4.xml><?xml version="1.0" encoding="utf-8"?>
<ds:datastoreItem xmlns:ds="http://schemas.openxmlformats.org/officeDocument/2006/customXml" ds:itemID="{61361C9D-5A18-4E58-8BA9-7D22F5AD4AB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fdf624c-fedc-4f6c-b928-0c7bf4c9e100"/>
    <ds:schemaRef ds:uri="47793baa-3cbb-486e-a055-4d42ce3882d7"/>
    <ds:schemaRef ds:uri="http://schemas.microsoft.com/sharepoint/v3/field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2699</TotalTime>
  <Words>1869</Words>
  <Application>Microsoft Office PowerPoint</Application>
  <PresentationFormat>Custom</PresentationFormat>
  <Paragraphs>145</Paragraphs>
  <Slides>21</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21</vt:i4>
      </vt:variant>
    </vt:vector>
  </HeadingPairs>
  <TitlesOfParts>
    <vt:vector size="33" baseType="lpstr">
      <vt:lpstr>AdvP1491</vt:lpstr>
      <vt:lpstr>AdvP2437</vt:lpstr>
      <vt:lpstr>Arial</vt:lpstr>
      <vt:lpstr>Calibri</vt:lpstr>
      <vt:lpstr>inherit</vt:lpstr>
      <vt:lpstr>Open Sans</vt:lpstr>
      <vt:lpstr>StoneSerifITCPro-Bold</vt:lpstr>
      <vt:lpstr>StoneSerifITCPro-Medium</vt:lpstr>
      <vt:lpstr>Symbol</vt:lpstr>
      <vt:lpstr>Times New Roman</vt:lpstr>
      <vt:lpstr>Verdana</vt:lpstr>
      <vt:lpstr>Office Theme</vt:lpstr>
      <vt:lpstr>PowerPoint Presentation</vt:lpstr>
      <vt:lpstr>Learning Objectives</vt:lpstr>
      <vt:lpstr>Translation and Proteomics</vt:lpstr>
      <vt:lpstr>Translation and Proteonomics</vt:lpstr>
      <vt:lpstr>Amino Acids</vt:lpstr>
      <vt:lpstr>Amino Acids : Chemical Structure</vt:lpstr>
      <vt:lpstr>Amino Acids : Molecular Representation</vt:lpstr>
      <vt:lpstr>Amino Acids : Molecular Representation</vt:lpstr>
      <vt:lpstr>Amino Acids</vt:lpstr>
      <vt:lpstr>The Peptide Bond</vt:lpstr>
      <vt:lpstr>The Peptide Bond</vt:lpstr>
      <vt:lpstr>One Gene One Polypeptide</vt:lpstr>
      <vt:lpstr>Protein Structure and Function </vt:lpstr>
      <vt:lpstr>Protein Structure and Function </vt:lpstr>
      <vt:lpstr>Protein Structure and Function </vt:lpstr>
      <vt:lpstr>Protein Structure and Function </vt:lpstr>
      <vt:lpstr>Protein Structure and Function </vt:lpstr>
      <vt:lpstr>Protein Structure and Function </vt:lpstr>
      <vt:lpstr>Bioinformatics in Proteomics research </vt:lpstr>
      <vt:lpstr>Bioinformatics in Proteomics research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FABIAN</dc:creator>
  <cp:lastModifiedBy>FABIAN</cp:lastModifiedBy>
  <cp:revision>9</cp:revision>
  <dcterms:created xsi:type="dcterms:W3CDTF">2022-07-03T12:41:11Z</dcterms:created>
  <dcterms:modified xsi:type="dcterms:W3CDTF">2022-12-23T05:21:22Z</dcterms:modified>
</cp:coreProperties>
</file>