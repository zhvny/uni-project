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42"/>
  </p:notesMasterIdLst>
  <p:sldIdLst>
    <p:sldId id="256" r:id="rId6"/>
    <p:sldId id="257" r:id="rId7"/>
    <p:sldId id="267" r:id="rId8"/>
    <p:sldId id="270" r:id="rId9"/>
    <p:sldId id="271" r:id="rId10"/>
    <p:sldId id="272" r:id="rId11"/>
    <p:sldId id="273" r:id="rId12"/>
    <p:sldId id="279" r:id="rId13"/>
    <p:sldId id="276" r:id="rId14"/>
    <p:sldId id="277" r:id="rId15"/>
    <p:sldId id="278" r:id="rId16"/>
    <p:sldId id="280" r:id="rId17"/>
    <p:sldId id="281" r:id="rId18"/>
    <p:sldId id="282" r:id="rId19"/>
    <p:sldId id="283" r:id="rId20"/>
    <p:sldId id="284" r:id="rId21"/>
    <p:sldId id="274" r:id="rId22"/>
    <p:sldId id="269"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 id="297" r:id="rId36"/>
    <p:sldId id="298" r:id="rId37"/>
    <p:sldId id="299" r:id="rId38"/>
    <p:sldId id="300" r:id="rId39"/>
    <p:sldId id="301" r:id="rId40"/>
    <p:sldId id="259" r:id="rId41"/>
  </p:sldIdLst>
  <p:sldSz cx="10688638" cy="7562850"/>
  <p:notesSz cx="6858000" cy="9144000"/>
  <p:defaultTextStyle>
    <a:defPPr>
      <a:defRPr lang="en-US"/>
    </a:defPPr>
    <a:lvl1pPr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1pPr>
    <a:lvl2pPr marL="520700" indent="-635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2pPr>
    <a:lvl3pPr marL="1041400" indent="-1270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3pPr>
    <a:lvl4pPr marL="1563688" indent="-1920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4pPr>
    <a:lvl5pPr marL="2084388" indent="-2555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5pPr>
    <a:lvl6pPr marL="2286000" algn="l" defTabSz="914400" rtl="0" eaLnBrk="1" latinLnBrk="0" hangingPunct="1">
      <a:defRPr sz="2100" kern="1200">
        <a:solidFill>
          <a:schemeClr val="tx1"/>
        </a:solidFill>
        <a:latin typeface="Calibri" pitchFamily="34" charset="0"/>
        <a:ea typeface="MS PGothic" pitchFamily="34" charset="-128"/>
        <a:cs typeface="+mn-cs"/>
      </a:defRPr>
    </a:lvl6pPr>
    <a:lvl7pPr marL="2743200" algn="l" defTabSz="914400" rtl="0" eaLnBrk="1" latinLnBrk="0" hangingPunct="1">
      <a:defRPr sz="2100" kern="1200">
        <a:solidFill>
          <a:schemeClr val="tx1"/>
        </a:solidFill>
        <a:latin typeface="Calibri" pitchFamily="34" charset="0"/>
        <a:ea typeface="MS PGothic" pitchFamily="34" charset="-128"/>
        <a:cs typeface="+mn-cs"/>
      </a:defRPr>
    </a:lvl7pPr>
    <a:lvl8pPr marL="3200400" algn="l" defTabSz="914400" rtl="0" eaLnBrk="1" latinLnBrk="0" hangingPunct="1">
      <a:defRPr sz="2100" kern="1200">
        <a:solidFill>
          <a:schemeClr val="tx1"/>
        </a:solidFill>
        <a:latin typeface="Calibri" pitchFamily="34" charset="0"/>
        <a:ea typeface="MS PGothic" pitchFamily="34" charset="-128"/>
        <a:cs typeface="+mn-cs"/>
      </a:defRPr>
    </a:lvl8pPr>
    <a:lvl9pPr marL="3657600" algn="l" defTabSz="914400" rtl="0" eaLnBrk="1" latinLnBrk="0" hangingPunct="1">
      <a:defRPr sz="2100" kern="1200">
        <a:solidFill>
          <a:schemeClr val="tx1"/>
        </a:solidFill>
        <a:latin typeface="Calibri" pitchFamily="34" charset="0"/>
        <a:ea typeface="MS PGothic" pitchFamily="34" charset="-128"/>
        <a:cs typeface="+mn-cs"/>
      </a:defRPr>
    </a:lvl9pPr>
  </p:defaultTextStyle>
  <p:extLst>
    <p:ext uri="{521415D9-36F7-43E2-AB2F-B90AF26B5E84}">
      <p14:sectionLst xmlns:p14="http://schemas.microsoft.com/office/powerpoint/2010/main">
        <p14:section name="COVER" id="{6D91671F-11EC-43A0-B0B5-6D80C965B915}">
          <p14:sldIdLst>
            <p14:sldId id="256"/>
          </p14:sldIdLst>
        </p14:section>
        <p14:section name="COURSE CONTENT" id="{6162E7E0-B512-4FEF-B619-C9187795397D}">
          <p14:sldIdLst>
            <p14:sldId id="257"/>
            <p14:sldId id="267"/>
            <p14:sldId id="270"/>
            <p14:sldId id="271"/>
            <p14:sldId id="272"/>
            <p14:sldId id="273"/>
            <p14:sldId id="279"/>
            <p14:sldId id="276"/>
            <p14:sldId id="277"/>
            <p14:sldId id="278"/>
            <p14:sldId id="280"/>
            <p14:sldId id="281"/>
            <p14:sldId id="282"/>
            <p14:sldId id="283"/>
            <p14:sldId id="284"/>
            <p14:sldId id="274"/>
            <p14:sldId id="269"/>
            <p14:sldId id="285"/>
            <p14:sldId id="286"/>
            <p14:sldId id="287"/>
            <p14:sldId id="288"/>
            <p14:sldId id="289"/>
            <p14:sldId id="290"/>
            <p14:sldId id="291"/>
            <p14:sldId id="292"/>
            <p14:sldId id="293"/>
            <p14:sldId id="294"/>
            <p14:sldId id="295"/>
            <p14:sldId id="296"/>
            <p14:sldId id="297"/>
            <p14:sldId id="298"/>
            <p14:sldId id="299"/>
            <p14:sldId id="300"/>
            <p14:sldId id="301"/>
          </p14:sldIdLst>
        </p14:section>
        <p14:section name="REFERENCES" id="{11ED6803-A38C-4226-8496-86D05012E7E0}">
          <p14:sldIdLst>
            <p14:sldId id="259"/>
          </p14:sldIdLst>
        </p14:section>
      </p14:sectionLst>
    </p:ext>
    <p:ext uri="{EFAFB233-063F-42B5-8137-9DF3F51BA10A}">
      <p15:sldGuideLst xmlns:p15="http://schemas.microsoft.com/office/powerpoint/2012/main">
        <p15:guide id="1" orient="horz" pos="2382">
          <p15:clr>
            <a:srgbClr val="A4A3A4"/>
          </p15:clr>
        </p15:guide>
        <p15:guide id="2" pos="33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079B8"/>
    <a:srgbClr val="946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8670"/>
    <p:restoredTop sz="93484"/>
  </p:normalViewPr>
  <p:slideViewPr>
    <p:cSldViewPr snapToGrid="0" snapToObjects="1">
      <p:cViewPr varScale="1">
        <p:scale>
          <a:sx n="79" d="100"/>
          <a:sy n="79" d="100"/>
        </p:scale>
        <p:origin x="1507" y="86"/>
      </p:cViewPr>
      <p:guideLst>
        <p:guide orient="horz" pos="2382"/>
        <p:guide pos="3367"/>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userId="f46cf8bb-4ec7-4653-94a9-ff26fa22481f" providerId="ADAL" clId="{1C76F308-48BD-419F-83A9-61767AD554C6}"/>
    <pc:docChg chg="custSel modMainMaster">
      <pc:chgData name="Fabian" userId="f46cf8bb-4ec7-4653-94a9-ff26fa22481f" providerId="ADAL" clId="{1C76F308-48BD-419F-83A9-61767AD554C6}" dt="2022-12-23T05:21:48.821" v="6" actId="478"/>
      <pc:docMkLst>
        <pc:docMk/>
      </pc:docMkLst>
      <pc:sldMasterChg chg="modSldLayout">
        <pc:chgData name="Fabian" userId="f46cf8bb-4ec7-4653-94a9-ff26fa22481f" providerId="ADAL" clId="{1C76F308-48BD-419F-83A9-61767AD554C6}" dt="2022-12-23T05:21:48.821" v="6" actId="478"/>
        <pc:sldMasterMkLst>
          <pc:docMk/>
          <pc:sldMasterMk cId="0" sldId="2147483648"/>
        </pc:sldMasterMkLst>
        <pc:sldLayoutChg chg="delSp">
          <pc:chgData name="Fabian" userId="f46cf8bb-4ec7-4653-94a9-ff26fa22481f" providerId="ADAL" clId="{1C76F308-48BD-419F-83A9-61767AD554C6}" dt="2022-12-23T05:21:39.603" v="0" actId="478"/>
          <pc:sldLayoutMkLst>
            <pc:docMk/>
            <pc:sldMasterMk cId="0" sldId="2147483648"/>
            <pc:sldLayoutMk cId="0" sldId="2147483649"/>
          </pc:sldLayoutMkLst>
          <pc:picChg chg="del">
            <ac:chgData name="Fabian" userId="f46cf8bb-4ec7-4653-94a9-ff26fa22481f" providerId="ADAL" clId="{1C76F308-48BD-419F-83A9-61767AD554C6}" dt="2022-12-23T05:21:39.603" v="0" actId="478"/>
            <ac:picMkLst>
              <pc:docMk/>
              <pc:sldMasterMk cId="0" sldId="2147483648"/>
              <pc:sldLayoutMk cId="0" sldId="2147483649"/>
              <ac:picMk id="11" creationId="{0D00FE9A-5B56-CC4A-AE9A-C22895A4A65F}"/>
            </ac:picMkLst>
          </pc:picChg>
        </pc:sldLayoutChg>
        <pc:sldLayoutChg chg="delSp">
          <pc:chgData name="Fabian" userId="f46cf8bb-4ec7-4653-94a9-ff26fa22481f" providerId="ADAL" clId="{1C76F308-48BD-419F-83A9-61767AD554C6}" dt="2022-12-23T05:21:42.108" v="1" actId="478"/>
          <pc:sldLayoutMkLst>
            <pc:docMk/>
            <pc:sldMasterMk cId="0" sldId="2147483648"/>
            <pc:sldLayoutMk cId="0" sldId="2147483650"/>
          </pc:sldLayoutMkLst>
          <pc:picChg chg="del">
            <ac:chgData name="Fabian" userId="f46cf8bb-4ec7-4653-94a9-ff26fa22481f" providerId="ADAL" clId="{1C76F308-48BD-419F-83A9-61767AD554C6}" dt="2022-12-23T05:21:42.108" v="1" actId="478"/>
            <ac:picMkLst>
              <pc:docMk/>
              <pc:sldMasterMk cId="0" sldId="2147483648"/>
              <pc:sldLayoutMk cId="0" sldId="2147483650"/>
              <ac:picMk id="11" creationId="{B629EBDB-E5DA-C246-981F-4C19F8FC4578}"/>
            </ac:picMkLst>
          </pc:picChg>
        </pc:sldLayoutChg>
        <pc:sldLayoutChg chg="delSp">
          <pc:chgData name="Fabian" userId="f46cf8bb-4ec7-4653-94a9-ff26fa22481f" providerId="ADAL" clId="{1C76F308-48BD-419F-83A9-61767AD554C6}" dt="2022-12-23T05:21:43.586" v="2" actId="478"/>
          <pc:sldLayoutMkLst>
            <pc:docMk/>
            <pc:sldMasterMk cId="0" sldId="2147483648"/>
            <pc:sldLayoutMk cId="0" sldId="2147483651"/>
          </pc:sldLayoutMkLst>
          <pc:picChg chg="del">
            <ac:chgData name="Fabian" userId="f46cf8bb-4ec7-4653-94a9-ff26fa22481f" providerId="ADAL" clId="{1C76F308-48BD-419F-83A9-61767AD554C6}" dt="2022-12-23T05:21:43.586" v="2" actId="478"/>
            <ac:picMkLst>
              <pc:docMk/>
              <pc:sldMasterMk cId="0" sldId="2147483648"/>
              <pc:sldLayoutMk cId="0" sldId="2147483651"/>
              <ac:picMk id="7" creationId="{EB33BA03-3A39-B849-9650-5243CD565A8A}"/>
            </ac:picMkLst>
          </pc:picChg>
        </pc:sldLayoutChg>
        <pc:sldLayoutChg chg="delSp">
          <pc:chgData name="Fabian" userId="f46cf8bb-4ec7-4653-94a9-ff26fa22481f" providerId="ADAL" clId="{1C76F308-48BD-419F-83A9-61767AD554C6}" dt="2022-12-23T05:21:45.623" v="3" actId="478"/>
          <pc:sldLayoutMkLst>
            <pc:docMk/>
            <pc:sldMasterMk cId="0" sldId="2147483648"/>
            <pc:sldLayoutMk cId="0" sldId="2147483652"/>
          </pc:sldLayoutMkLst>
          <pc:picChg chg="del">
            <ac:chgData name="Fabian" userId="f46cf8bb-4ec7-4653-94a9-ff26fa22481f" providerId="ADAL" clId="{1C76F308-48BD-419F-83A9-61767AD554C6}" dt="2022-12-23T05:21:45.623" v="3" actId="478"/>
            <ac:picMkLst>
              <pc:docMk/>
              <pc:sldMasterMk cId="0" sldId="2147483648"/>
              <pc:sldLayoutMk cId="0" sldId="2147483652"/>
              <ac:picMk id="12" creationId="{3DC9F73C-0878-E542-8513-409788190553}"/>
            </ac:picMkLst>
          </pc:picChg>
        </pc:sldLayoutChg>
        <pc:sldLayoutChg chg="delSp">
          <pc:chgData name="Fabian" userId="f46cf8bb-4ec7-4653-94a9-ff26fa22481f" providerId="ADAL" clId="{1C76F308-48BD-419F-83A9-61767AD554C6}" dt="2022-12-23T05:21:47.142" v="4" actId="478"/>
          <pc:sldLayoutMkLst>
            <pc:docMk/>
            <pc:sldMasterMk cId="0" sldId="2147483648"/>
            <pc:sldLayoutMk cId="0" sldId="2147483653"/>
          </pc:sldLayoutMkLst>
          <pc:picChg chg="del">
            <ac:chgData name="Fabian" userId="f46cf8bb-4ec7-4653-94a9-ff26fa22481f" providerId="ADAL" clId="{1C76F308-48BD-419F-83A9-61767AD554C6}" dt="2022-12-23T05:21:47.142" v="4" actId="478"/>
            <ac:picMkLst>
              <pc:docMk/>
              <pc:sldMasterMk cId="0" sldId="2147483648"/>
              <pc:sldLayoutMk cId="0" sldId="2147483653"/>
              <ac:picMk id="13" creationId="{07D22DC1-2584-BA45-ADB4-CB64B76C9196}"/>
            </ac:picMkLst>
          </pc:picChg>
        </pc:sldLayoutChg>
        <pc:sldLayoutChg chg="delSp modSp">
          <pc:chgData name="Fabian" userId="f46cf8bb-4ec7-4653-94a9-ff26fa22481f" providerId="ADAL" clId="{1C76F308-48BD-419F-83A9-61767AD554C6}" dt="2022-12-23T05:21:48.821" v="6" actId="478"/>
          <pc:sldLayoutMkLst>
            <pc:docMk/>
            <pc:sldMasterMk cId="0" sldId="2147483648"/>
            <pc:sldLayoutMk cId="0" sldId="2147483654"/>
          </pc:sldLayoutMkLst>
          <pc:picChg chg="del mod">
            <ac:chgData name="Fabian" userId="f46cf8bb-4ec7-4653-94a9-ff26fa22481f" providerId="ADAL" clId="{1C76F308-48BD-419F-83A9-61767AD554C6}" dt="2022-12-23T05:21:48.821" v="6" actId="478"/>
            <ac:picMkLst>
              <pc:docMk/>
              <pc:sldMasterMk cId="0" sldId="2147483648"/>
              <pc:sldLayoutMk cId="0" sldId="2147483654"/>
              <ac:picMk id="8" creationId="{1A1711B1-0CB2-3642-B322-BB9057DC06A4}"/>
            </ac:picMkLst>
          </pc:picChg>
        </pc:sldLayoutChg>
      </pc:sldMasterChg>
    </pc:docChg>
  </pc:docChgLst>
  <pc:docChgLst>
    <pc:chgData name="Fabian Surya Pramudya" userId="f46cf8bb-4ec7-4653-94a9-ff26fa22481f" providerId="ADAL" clId="{5E1B20A8-2F3C-44C2-AD2E-78B907422A42}"/>
    <pc:docChg chg="undo redo custSel addSld delSld modSld sldOrd modSection">
      <pc:chgData name="Fabian Surya Pramudya" userId="f46cf8bb-4ec7-4653-94a9-ff26fa22481f" providerId="ADAL" clId="{5E1B20A8-2F3C-44C2-AD2E-78B907422A42}" dt="2022-08-15T06:19:33.700" v="1483" actId="20577"/>
      <pc:docMkLst>
        <pc:docMk/>
      </pc:docMkLst>
      <pc:sldChg chg="modSp">
        <pc:chgData name="Fabian Surya Pramudya" userId="f46cf8bb-4ec7-4653-94a9-ff26fa22481f" providerId="ADAL" clId="{5E1B20A8-2F3C-44C2-AD2E-78B907422A42}" dt="2022-08-15T05:19:46.359" v="1101" actId="20577"/>
        <pc:sldMkLst>
          <pc:docMk/>
          <pc:sldMk cId="3560658300" sldId="257"/>
        </pc:sldMkLst>
        <pc:spChg chg="mod">
          <ac:chgData name="Fabian Surya Pramudya" userId="f46cf8bb-4ec7-4653-94a9-ff26fa22481f" providerId="ADAL" clId="{5E1B20A8-2F3C-44C2-AD2E-78B907422A42}" dt="2022-08-15T05:19:46.359" v="1101" actId="20577"/>
          <ac:spMkLst>
            <pc:docMk/>
            <pc:sldMk cId="3560658300" sldId="257"/>
            <ac:spMk id="3" creationId="{00000000-0000-0000-0000-000000000000}"/>
          </ac:spMkLst>
        </pc:spChg>
      </pc:sldChg>
      <pc:sldChg chg="addSp delSp modSp add del">
        <pc:chgData name="Fabian Surya Pramudya" userId="f46cf8bb-4ec7-4653-94a9-ff26fa22481f" providerId="ADAL" clId="{5E1B20A8-2F3C-44C2-AD2E-78B907422A42}" dt="2022-08-13T09:27:57.755" v="155" actId="1076"/>
        <pc:sldMkLst>
          <pc:docMk/>
          <pc:sldMk cId="926067889" sldId="267"/>
        </pc:sldMkLst>
        <pc:spChg chg="del">
          <ac:chgData name="Fabian Surya Pramudya" userId="f46cf8bb-4ec7-4653-94a9-ff26fa22481f" providerId="ADAL" clId="{5E1B20A8-2F3C-44C2-AD2E-78B907422A42}" dt="2022-08-13T08:22:14.913" v="76" actId="478"/>
          <ac:spMkLst>
            <pc:docMk/>
            <pc:sldMk cId="926067889" sldId="267"/>
            <ac:spMk id="2" creationId="{00000000-0000-0000-0000-000000000000}"/>
          </ac:spMkLst>
        </pc:spChg>
        <pc:spChg chg="del">
          <ac:chgData name="Fabian Surya Pramudya" userId="f46cf8bb-4ec7-4653-94a9-ff26fa22481f" providerId="ADAL" clId="{5E1B20A8-2F3C-44C2-AD2E-78B907422A42}" dt="2022-08-13T08:22:14.913" v="76" actId="478"/>
          <ac:spMkLst>
            <pc:docMk/>
            <pc:sldMk cId="926067889" sldId="267"/>
            <ac:spMk id="3" creationId="{00000000-0000-0000-0000-000000000000}"/>
          </ac:spMkLst>
        </pc:spChg>
        <pc:spChg chg="del">
          <ac:chgData name="Fabian Surya Pramudya" userId="f46cf8bb-4ec7-4653-94a9-ff26fa22481f" providerId="ADAL" clId="{5E1B20A8-2F3C-44C2-AD2E-78B907422A42}" dt="2022-08-13T08:22:14.913" v="76" actId="478"/>
          <ac:spMkLst>
            <pc:docMk/>
            <pc:sldMk cId="926067889" sldId="267"/>
            <ac:spMk id="4" creationId="{34C8ACB7-62F4-4DFA-BF4E-F704AD38BEDF}"/>
          </ac:spMkLst>
        </pc:spChg>
        <pc:spChg chg="del">
          <ac:chgData name="Fabian Surya Pramudya" userId="f46cf8bb-4ec7-4653-94a9-ff26fa22481f" providerId="ADAL" clId="{5E1B20A8-2F3C-44C2-AD2E-78B907422A42}" dt="2022-08-13T08:22:14.913" v="76" actId="478"/>
          <ac:spMkLst>
            <pc:docMk/>
            <pc:sldMk cId="926067889" sldId="267"/>
            <ac:spMk id="5" creationId="{D934DCAF-DCA4-40F5-A05C-BFB58A4FAD24}"/>
          </ac:spMkLst>
        </pc:spChg>
        <pc:spChg chg="del">
          <ac:chgData name="Fabian Surya Pramudya" userId="f46cf8bb-4ec7-4653-94a9-ff26fa22481f" providerId="ADAL" clId="{5E1B20A8-2F3C-44C2-AD2E-78B907422A42}" dt="2022-08-13T08:22:14.913" v="76" actId="478"/>
          <ac:spMkLst>
            <pc:docMk/>
            <pc:sldMk cId="926067889" sldId="267"/>
            <ac:spMk id="6" creationId="{231EE643-7E31-4D2B-AEE7-C081544ABC23}"/>
          </ac:spMkLst>
        </pc:spChg>
        <pc:spChg chg="add del mod">
          <ac:chgData name="Fabian Surya Pramudya" userId="f46cf8bb-4ec7-4653-94a9-ff26fa22481f" providerId="ADAL" clId="{5E1B20A8-2F3C-44C2-AD2E-78B907422A42}" dt="2022-08-13T08:22:17.562" v="77" actId="478"/>
          <ac:spMkLst>
            <pc:docMk/>
            <pc:sldMk cId="926067889" sldId="267"/>
            <ac:spMk id="8" creationId="{EB51D3CC-5368-420F-AC0A-557C34B13699}"/>
          </ac:spMkLst>
        </pc:spChg>
        <pc:spChg chg="add del mod">
          <ac:chgData name="Fabian Surya Pramudya" userId="f46cf8bb-4ec7-4653-94a9-ff26fa22481f" providerId="ADAL" clId="{5E1B20A8-2F3C-44C2-AD2E-78B907422A42}" dt="2022-08-13T08:22:18.396" v="78" actId="478"/>
          <ac:spMkLst>
            <pc:docMk/>
            <pc:sldMk cId="926067889" sldId="267"/>
            <ac:spMk id="10" creationId="{B00AAC65-4059-4442-8AF4-15A8389A999F}"/>
          </ac:spMkLst>
        </pc:spChg>
        <pc:spChg chg="add mod">
          <ac:chgData name="Fabian Surya Pramudya" userId="f46cf8bb-4ec7-4653-94a9-ff26fa22481f" providerId="ADAL" clId="{5E1B20A8-2F3C-44C2-AD2E-78B907422A42}" dt="2022-08-13T09:27:52.609" v="152" actId="14100"/>
          <ac:spMkLst>
            <pc:docMk/>
            <pc:sldMk cId="926067889" sldId="267"/>
            <ac:spMk id="12" creationId="{B35C6DFB-AB91-4B8F-B19D-559F6B82A741}"/>
          </ac:spMkLst>
        </pc:spChg>
        <pc:spChg chg="add mod">
          <ac:chgData name="Fabian Surya Pramudya" userId="f46cf8bb-4ec7-4653-94a9-ff26fa22481f" providerId="ADAL" clId="{5E1B20A8-2F3C-44C2-AD2E-78B907422A42}" dt="2022-08-13T08:23:14.396" v="113" actId="20577"/>
          <ac:spMkLst>
            <pc:docMk/>
            <pc:sldMk cId="926067889" sldId="267"/>
            <ac:spMk id="13" creationId="{2107014C-6DA2-445E-8632-9E1AEC574392}"/>
          </ac:spMkLst>
        </pc:spChg>
        <pc:picChg chg="add mod">
          <ac:chgData name="Fabian Surya Pramudya" userId="f46cf8bb-4ec7-4653-94a9-ff26fa22481f" providerId="ADAL" clId="{5E1B20A8-2F3C-44C2-AD2E-78B907422A42}" dt="2022-08-13T09:27:57.755" v="155" actId="1076"/>
          <ac:picMkLst>
            <pc:docMk/>
            <pc:sldMk cId="926067889" sldId="267"/>
            <ac:picMk id="11" creationId="{AFA48A9B-5646-4F96-80A5-8C869EC67C07}"/>
          </ac:picMkLst>
        </pc:picChg>
      </pc:sldChg>
      <pc:sldChg chg="delSp add del">
        <pc:chgData name="Fabian Surya Pramudya" userId="f46cf8bb-4ec7-4653-94a9-ff26fa22481f" providerId="ADAL" clId="{5E1B20A8-2F3C-44C2-AD2E-78B907422A42}" dt="2022-08-15T03:51:53.742" v="752" actId="2696"/>
        <pc:sldMkLst>
          <pc:docMk/>
          <pc:sldMk cId="1611038089" sldId="268"/>
        </pc:sldMkLst>
        <pc:spChg chg="del">
          <ac:chgData name="Fabian Surya Pramudya" userId="f46cf8bb-4ec7-4653-94a9-ff26fa22481f" providerId="ADAL" clId="{5E1B20A8-2F3C-44C2-AD2E-78B907422A42}" dt="2022-08-15T03:14:10.601" v="714" actId="478"/>
          <ac:spMkLst>
            <pc:docMk/>
            <pc:sldMk cId="1611038089" sldId="268"/>
            <ac:spMk id="4" creationId="{34C8ACB7-62F4-4DFA-BF4E-F704AD38BEDF}"/>
          </ac:spMkLst>
        </pc:spChg>
        <pc:spChg chg="del">
          <ac:chgData name="Fabian Surya Pramudya" userId="f46cf8bb-4ec7-4653-94a9-ff26fa22481f" providerId="ADAL" clId="{5E1B20A8-2F3C-44C2-AD2E-78B907422A42}" dt="2022-08-15T03:14:10.601" v="714" actId="478"/>
          <ac:spMkLst>
            <pc:docMk/>
            <pc:sldMk cId="1611038089" sldId="268"/>
            <ac:spMk id="5" creationId="{D934DCAF-DCA4-40F5-A05C-BFB58A4FAD24}"/>
          </ac:spMkLst>
        </pc:spChg>
        <pc:spChg chg="del">
          <ac:chgData name="Fabian Surya Pramudya" userId="f46cf8bb-4ec7-4653-94a9-ff26fa22481f" providerId="ADAL" clId="{5E1B20A8-2F3C-44C2-AD2E-78B907422A42}" dt="2022-08-15T03:14:10.601" v="714" actId="478"/>
          <ac:spMkLst>
            <pc:docMk/>
            <pc:sldMk cId="1611038089" sldId="268"/>
            <ac:spMk id="6" creationId="{231EE643-7E31-4D2B-AEE7-C081544ABC23}"/>
          </ac:spMkLst>
        </pc:spChg>
      </pc:sldChg>
      <pc:sldChg chg="add del">
        <pc:chgData name="Fabian Surya Pramudya" userId="f46cf8bb-4ec7-4653-94a9-ff26fa22481f" providerId="ADAL" clId="{5E1B20A8-2F3C-44C2-AD2E-78B907422A42}" dt="2022-08-13T08:21:42.828" v="59" actId="2696"/>
        <pc:sldMkLst>
          <pc:docMk/>
          <pc:sldMk cId="1743960619" sldId="268"/>
        </pc:sldMkLst>
      </pc:sldChg>
      <pc:sldChg chg="add del">
        <pc:chgData name="Fabian Surya Pramudya" userId="f46cf8bb-4ec7-4653-94a9-ff26fa22481f" providerId="ADAL" clId="{5E1B20A8-2F3C-44C2-AD2E-78B907422A42}" dt="2022-08-13T08:21:42.851" v="60" actId="2696"/>
        <pc:sldMkLst>
          <pc:docMk/>
          <pc:sldMk cId="1818244574" sldId="269"/>
        </pc:sldMkLst>
      </pc:sldChg>
      <pc:sldChg chg="addSp delSp modSp add ord">
        <pc:chgData name="Fabian Surya Pramudya" userId="f46cf8bb-4ec7-4653-94a9-ff26fa22481f" providerId="ADAL" clId="{5E1B20A8-2F3C-44C2-AD2E-78B907422A42}" dt="2022-08-15T05:57:38.097" v="1300"/>
        <pc:sldMkLst>
          <pc:docMk/>
          <pc:sldMk cId="3229238678" sldId="269"/>
        </pc:sldMkLst>
        <pc:spChg chg="mod">
          <ac:chgData name="Fabian Surya Pramudya" userId="f46cf8bb-4ec7-4653-94a9-ff26fa22481f" providerId="ADAL" clId="{5E1B20A8-2F3C-44C2-AD2E-78B907422A42}" dt="2022-08-15T02:59:10.856" v="685" actId="404"/>
          <ac:spMkLst>
            <pc:docMk/>
            <pc:sldMk cId="3229238678" sldId="269"/>
            <ac:spMk id="2" creationId="{00000000-0000-0000-0000-000000000000}"/>
          </ac:spMkLst>
        </pc:spChg>
        <pc:spChg chg="del">
          <ac:chgData name="Fabian Surya Pramudya" userId="f46cf8bb-4ec7-4653-94a9-ff26fa22481f" providerId="ADAL" clId="{5E1B20A8-2F3C-44C2-AD2E-78B907422A42}" dt="2022-08-14T22:25:57.320" v="619" actId="478"/>
          <ac:spMkLst>
            <pc:docMk/>
            <pc:sldMk cId="3229238678" sldId="269"/>
            <ac:spMk id="3" creationId="{00000000-0000-0000-0000-000000000000}"/>
          </ac:spMkLst>
        </pc:spChg>
        <pc:spChg chg="mod">
          <ac:chgData name="Fabian Surya Pramudya" userId="f46cf8bb-4ec7-4653-94a9-ff26fa22481f" providerId="ADAL" clId="{5E1B20A8-2F3C-44C2-AD2E-78B907422A42}" dt="2022-08-15T03:13:58.028" v="711" actId="1076"/>
          <ac:spMkLst>
            <pc:docMk/>
            <pc:sldMk cId="3229238678" sldId="269"/>
            <ac:spMk id="4" creationId="{34C8ACB7-62F4-4DFA-BF4E-F704AD38BEDF}"/>
          </ac:spMkLst>
        </pc:spChg>
        <pc:spChg chg="del">
          <ac:chgData name="Fabian Surya Pramudya" userId="f46cf8bb-4ec7-4653-94a9-ff26fa22481f" providerId="ADAL" clId="{5E1B20A8-2F3C-44C2-AD2E-78B907422A42}" dt="2022-08-15T02:52:33.759" v="632" actId="478"/>
          <ac:spMkLst>
            <pc:docMk/>
            <pc:sldMk cId="3229238678" sldId="269"/>
            <ac:spMk id="5" creationId="{D934DCAF-DCA4-40F5-A05C-BFB58A4FAD24}"/>
          </ac:spMkLst>
        </pc:spChg>
        <pc:spChg chg="del">
          <ac:chgData name="Fabian Surya Pramudya" userId="f46cf8bb-4ec7-4653-94a9-ff26fa22481f" providerId="ADAL" clId="{5E1B20A8-2F3C-44C2-AD2E-78B907422A42}" dt="2022-08-15T02:52:34.209" v="633" actId="478"/>
          <ac:spMkLst>
            <pc:docMk/>
            <pc:sldMk cId="3229238678" sldId="269"/>
            <ac:spMk id="6" creationId="{231EE643-7E31-4D2B-AEE7-C081544ABC23}"/>
          </ac:spMkLst>
        </pc:spChg>
        <pc:spChg chg="add del mod">
          <ac:chgData name="Fabian Surya Pramudya" userId="f46cf8bb-4ec7-4653-94a9-ff26fa22481f" providerId="ADAL" clId="{5E1B20A8-2F3C-44C2-AD2E-78B907422A42}" dt="2022-08-14T22:25:59.794" v="620" actId="478"/>
          <ac:spMkLst>
            <pc:docMk/>
            <pc:sldMk cId="3229238678" sldId="269"/>
            <ac:spMk id="8" creationId="{F44AEC5A-F695-4E31-A630-2B651AB4F6AB}"/>
          </ac:spMkLst>
        </pc:spChg>
        <pc:spChg chg="add mod">
          <ac:chgData name="Fabian Surya Pramudya" userId="f46cf8bb-4ec7-4653-94a9-ff26fa22481f" providerId="ADAL" clId="{5E1B20A8-2F3C-44C2-AD2E-78B907422A42}" dt="2022-08-15T05:57:38.097" v="1300"/>
          <ac:spMkLst>
            <pc:docMk/>
            <pc:sldMk cId="3229238678" sldId="269"/>
            <ac:spMk id="9" creationId="{AA931C2E-32EE-41F6-B43E-2ABDAD170A5A}"/>
          </ac:spMkLst>
        </pc:spChg>
        <pc:picChg chg="add mod">
          <ac:chgData name="Fabian Surya Pramudya" userId="f46cf8bb-4ec7-4653-94a9-ff26fa22481f" providerId="ADAL" clId="{5E1B20A8-2F3C-44C2-AD2E-78B907422A42}" dt="2022-08-15T03:13:38.560" v="708" actId="1076"/>
          <ac:picMkLst>
            <pc:docMk/>
            <pc:sldMk cId="3229238678" sldId="269"/>
            <ac:picMk id="10" creationId="{73AE663D-A575-4454-BDE1-77408461A6BF}"/>
          </ac:picMkLst>
        </pc:picChg>
      </pc:sldChg>
      <pc:sldChg chg="add del">
        <pc:chgData name="Fabian Surya Pramudya" userId="f46cf8bb-4ec7-4653-94a9-ff26fa22481f" providerId="ADAL" clId="{5E1B20A8-2F3C-44C2-AD2E-78B907422A42}" dt="2022-08-13T08:21:42.878" v="61" actId="2696"/>
        <pc:sldMkLst>
          <pc:docMk/>
          <pc:sldMk cId="725621139" sldId="270"/>
        </pc:sldMkLst>
      </pc:sldChg>
      <pc:sldChg chg="delSp modSp add">
        <pc:chgData name="Fabian Surya Pramudya" userId="f46cf8bb-4ec7-4653-94a9-ff26fa22481f" providerId="ADAL" clId="{5E1B20A8-2F3C-44C2-AD2E-78B907422A42}" dt="2022-08-13T09:34:36.079" v="183"/>
        <pc:sldMkLst>
          <pc:docMk/>
          <pc:sldMk cId="1753019831" sldId="270"/>
        </pc:sldMkLst>
        <pc:spChg chg="mod">
          <ac:chgData name="Fabian Surya Pramudya" userId="f46cf8bb-4ec7-4653-94a9-ff26fa22481f" providerId="ADAL" clId="{5E1B20A8-2F3C-44C2-AD2E-78B907422A42}" dt="2022-08-13T09:34:36.079" v="183"/>
          <ac:spMkLst>
            <pc:docMk/>
            <pc:sldMk cId="1753019831" sldId="270"/>
            <ac:spMk id="12" creationId="{B35C6DFB-AB91-4B8F-B19D-559F6B82A741}"/>
          </ac:spMkLst>
        </pc:spChg>
        <pc:picChg chg="del">
          <ac:chgData name="Fabian Surya Pramudya" userId="f46cf8bb-4ec7-4653-94a9-ff26fa22481f" providerId="ADAL" clId="{5E1B20A8-2F3C-44C2-AD2E-78B907422A42}" dt="2022-08-13T09:28:16.007" v="158" actId="478"/>
          <ac:picMkLst>
            <pc:docMk/>
            <pc:sldMk cId="1753019831" sldId="270"/>
            <ac:picMk id="11" creationId="{AFA48A9B-5646-4F96-80A5-8C869EC67C07}"/>
          </ac:picMkLst>
        </pc:picChg>
      </pc:sldChg>
      <pc:sldChg chg="addSp modSp add">
        <pc:chgData name="Fabian Surya Pramudya" userId="f46cf8bb-4ec7-4653-94a9-ff26fa22481f" providerId="ADAL" clId="{5E1B20A8-2F3C-44C2-AD2E-78B907422A42}" dt="2022-08-13T09:34:14.588" v="180" actId="20577"/>
        <pc:sldMkLst>
          <pc:docMk/>
          <pc:sldMk cId="2840628972" sldId="271"/>
        </pc:sldMkLst>
        <pc:spChg chg="mod">
          <ac:chgData name="Fabian Surya Pramudya" userId="f46cf8bb-4ec7-4653-94a9-ff26fa22481f" providerId="ADAL" clId="{5E1B20A8-2F3C-44C2-AD2E-78B907422A42}" dt="2022-08-13T09:34:14.588" v="180" actId="20577"/>
          <ac:spMkLst>
            <pc:docMk/>
            <pc:sldMk cId="2840628972" sldId="271"/>
            <ac:spMk id="12" creationId="{B35C6DFB-AB91-4B8F-B19D-559F6B82A741}"/>
          </ac:spMkLst>
        </pc:spChg>
        <pc:picChg chg="add mod">
          <ac:chgData name="Fabian Surya Pramudya" userId="f46cf8bb-4ec7-4653-94a9-ff26fa22481f" providerId="ADAL" clId="{5E1B20A8-2F3C-44C2-AD2E-78B907422A42}" dt="2022-08-13T09:34:09.598" v="177" actId="1076"/>
          <ac:picMkLst>
            <pc:docMk/>
            <pc:sldMk cId="2840628972" sldId="271"/>
            <ac:picMk id="2" creationId="{C2857C47-F2CF-4C56-8904-AD5BF0E15EEB}"/>
          </ac:picMkLst>
        </pc:picChg>
      </pc:sldChg>
      <pc:sldChg chg="delSp modSp add">
        <pc:chgData name="Fabian Surya Pramudya" userId="f46cf8bb-4ec7-4653-94a9-ff26fa22481f" providerId="ADAL" clId="{5E1B20A8-2F3C-44C2-AD2E-78B907422A42}" dt="2022-08-13T09:43:07.011" v="211" actId="6549"/>
        <pc:sldMkLst>
          <pc:docMk/>
          <pc:sldMk cId="667011531" sldId="272"/>
        </pc:sldMkLst>
        <pc:spChg chg="mod">
          <ac:chgData name="Fabian Surya Pramudya" userId="f46cf8bb-4ec7-4653-94a9-ff26fa22481f" providerId="ADAL" clId="{5E1B20A8-2F3C-44C2-AD2E-78B907422A42}" dt="2022-08-13T09:43:07.011" v="211" actId="6549"/>
          <ac:spMkLst>
            <pc:docMk/>
            <pc:sldMk cId="667011531" sldId="272"/>
            <ac:spMk id="12" creationId="{B35C6DFB-AB91-4B8F-B19D-559F6B82A741}"/>
          </ac:spMkLst>
        </pc:spChg>
        <pc:spChg chg="mod">
          <ac:chgData name="Fabian Surya Pramudya" userId="f46cf8bb-4ec7-4653-94a9-ff26fa22481f" providerId="ADAL" clId="{5E1B20A8-2F3C-44C2-AD2E-78B907422A42}" dt="2022-08-13T09:34:54.672" v="207" actId="20577"/>
          <ac:spMkLst>
            <pc:docMk/>
            <pc:sldMk cId="667011531" sldId="272"/>
            <ac:spMk id="13" creationId="{2107014C-6DA2-445E-8632-9E1AEC574392}"/>
          </ac:spMkLst>
        </pc:spChg>
        <pc:picChg chg="del">
          <ac:chgData name="Fabian Surya Pramudya" userId="f46cf8bb-4ec7-4653-94a9-ff26fa22481f" providerId="ADAL" clId="{5E1B20A8-2F3C-44C2-AD2E-78B907422A42}" dt="2022-08-13T09:34:58.580" v="209" actId="478"/>
          <ac:picMkLst>
            <pc:docMk/>
            <pc:sldMk cId="667011531" sldId="272"/>
            <ac:picMk id="2" creationId="{C2857C47-F2CF-4C56-8904-AD5BF0E15EEB}"/>
          </ac:picMkLst>
        </pc:picChg>
      </pc:sldChg>
      <pc:sldChg chg="add del">
        <pc:chgData name="Fabian Surya Pramudya" userId="f46cf8bb-4ec7-4653-94a9-ff26fa22481f" providerId="ADAL" clId="{5E1B20A8-2F3C-44C2-AD2E-78B907422A42}" dt="2022-08-13T08:21:42.900" v="62" actId="2696"/>
        <pc:sldMkLst>
          <pc:docMk/>
          <pc:sldMk cId="1855590551" sldId="272"/>
        </pc:sldMkLst>
      </pc:sldChg>
      <pc:sldChg chg="add del">
        <pc:chgData name="Fabian Surya Pramudya" userId="f46cf8bb-4ec7-4653-94a9-ff26fa22481f" providerId="ADAL" clId="{5E1B20A8-2F3C-44C2-AD2E-78B907422A42}" dt="2022-08-13T08:21:42.914" v="63" actId="2696"/>
        <pc:sldMkLst>
          <pc:docMk/>
          <pc:sldMk cId="3792457658" sldId="273"/>
        </pc:sldMkLst>
      </pc:sldChg>
      <pc:sldChg chg="addSp delSp modSp add">
        <pc:chgData name="Fabian Surya Pramudya" userId="f46cf8bb-4ec7-4653-94a9-ff26fa22481f" providerId="ADAL" clId="{5E1B20A8-2F3C-44C2-AD2E-78B907422A42}" dt="2022-08-13T09:55:16.379" v="254" actId="6549"/>
        <pc:sldMkLst>
          <pc:docMk/>
          <pc:sldMk cId="3966278525" sldId="273"/>
        </pc:sldMkLst>
        <pc:spChg chg="del">
          <ac:chgData name="Fabian Surya Pramudya" userId="f46cf8bb-4ec7-4653-94a9-ff26fa22481f" providerId="ADAL" clId="{5E1B20A8-2F3C-44C2-AD2E-78B907422A42}" dt="2022-08-13T09:44:14.705" v="213" actId="478"/>
          <ac:spMkLst>
            <pc:docMk/>
            <pc:sldMk cId="3966278525" sldId="273"/>
            <ac:spMk id="12" creationId="{B35C6DFB-AB91-4B8F-B19D-559F6B82A741}"/>
          </ac:spMkLst>
        </pc:spChg>
        <pc:spChg chg="mod">
          <ac:chgData name="Fabian Surya Pramudya" userId="f46cf8bb-4ec7-4653-94a9-ff26fa22481f" providerId="ADAL" clId="{5E1B20A8-2F3C-44C2-AD2E-78B907422A42}" dt="2022-08-13T09:55:16.379" v="254" actId="6549"/>
          <ac:spMkLst>
            <pc:docMk/>
            <pc:sldMk cId="3966278525" sldId="273"/>
            <ac:spMk id="13" creationId="{2107014C-6DA2-445E-8632-9E1AEC574392}"/>
          </ac:spMkLst>
        </pc:spChg>
        <pc:picChg chg="add mod">
          <ac:chgData name="Fabian Surya Pramudya" userId="f46cf8bb-4ec7-4653-94a9-ff26fa22481f" providerId="ADAL" clId="{5E1B20A8-2F3C-44C2-AD2E-78B907422A42}" dt="2022-08-13T09:44:18.596" v="217" actId="1076"/>
          <ac:picMkLst>
            <pc:docMk/>
            <pc:sldMk cId="3966278525" sldId="273"/>
            <ac:picMk id="2" creationId="{D831D709-C056-4CE3-82D7-44456400EF6F}"/>
          </ac:picMkLst>
        </pc:picChg>
      </pc:sldChg>
      <pc:sldChg chg="add del">
        <pc:chgData name="Fabian Surya Pramudya" userId="f46cf8bb-4ec7-4653-94a9-ff26fa22481f" providerId="ADAL" clId="{5E1B20A8-2F3C-44C2-AD2E-78B907422A42}" dt="2022-08-13T08:21:42.922" v="64" actId="2696"/>
        <pc:sldMkLst>
          <pc:docMk/>
          <pc:sldMk cId="719793287" sldId="274"/>
        </pc:sldMkLst>
      </pc:sldChg>
      <pc:sldChg chg="addSp delSp modSp add">
        <pc:chgData name="Fabian Surya Pramudya" userId="f46cf8bb-4ec7-4653-94a9-ff26fa22481f" providerId="ADAL" clId="{5E1B20A8-2F3C-44C2-AD2E-78B907422A42}" dt="2022-08-13T09:55:52.386" v="268" actId="1076"/>
        <pc:sldMkLst>
          <pc:docMk/>
          <pc:sldMk cId="2226986967" sldId="274"/>
        </pc:sldMkLst>
        <pc:spChg chg="add mod">
          <ac:chgData name="Fabian Surya Pramudya" userId="f46cf8bb-4ec7-4653-94a9-ff26fa22481f" providerId="ADAL" clId="{5E1B20A8-2F3C-44C2-AD2E-78B907422A42}" dt="2022-08-13T09:55:52.386" v="268" actId="1076"/>
          <ac:spMkLst>
            <pc:docMk/>
            <pc:sldMk cId="2226986967" sldId="274"/>
            <ac:spMk id="3" creationId="{A25CBA53-C0FD-444A-876E-147BCB6129B9}"/>
          </ac:spMkLst>
        </pc:spChg>
        <pc:spChg chg="mod">
          <ac:chgData name="Fabian Surya Pramudya" userId="f46cf8bb-4ec7-4653-94a9-ff26fa22481f" providerId="ADAL" clId="{5E1B20A8-2F3C-44C2-AD2E-78B907422A42}" dt="2022-08-13T09:55:48.429" v="265" actId="20577"/>
          <ac:spMkLst>
            <pc:docMk/>
            <pc:sldMk cId="2226986967" sldId="274"/>
            <ac:spMk id="13" creationId="{2107014C-6DA2-445E-8632-9E1AEC574392}"/>
          </ac:spMkLst>
        </pc:spChg>
        <pc:picChg chg="del">
          <ac:chgData name="Fabian Surya Pramudya" userId="f46cf8bb-4ec7-4653-94a9-ff26fa22481f" providerId="ADAL" clId="{5E1B20A8-2F3C-44C2-AD2E-78B907422A42}" dt="2022-08-13T09:55:50.219" v="266" actId="478"/>
          <ac:picMkLst>
            <pc:docMk/>
            <pc:sldMk cId="2226986967" sldId="274"/>
            <ac:picMk id="2" creationId="{D831D709-C056-4CE3-82D7-44456400EF6F}"/>
          </ac:picMkLst>
        </pc:picChg>
      </pc:sldChg>
      <pc:sldChg chg="delSp add del">
        <pc:chgData name="Fabian Surya Pramudya" userId="f46cf8bb-4ec7-4653-94a9-ff26fa22481f" providerId="ADAL" clId="{5E1B20A8-2F3C-44C2-AD2E-78B907422A42}" dt="2022-08-13T10:03:25.886" v="304" actId="2696"/>
        <pc:sldMkLst>
          <pc:docMk/>
          <pc:sldMk cId="1870778907" sldId="275"/>
        </pc:sldMkLst>
        <pc:picChg chg="del">
          <ac:chgData name="Fabian Surya Pramudya" userId="f46cf8bb-4ec7-4653-94a9-ff26fa22481f" providerId="ADAL" clId="{5E1B20A8-2F3C-44C2-AD2E-78B907422A42}" dt="2022-08-13T10:03:05.098" v="290" actId="478"/>
          <ac:picMkLst>
            <pc:docMk/>
            <pc:sldMk cId="1870778907" sldId="275"/>
            <ac:picMk id="2" creationId="{D831D709-C056-4CE3-82D7-44456400EF6F}"/>
          </ac:picMkLst>
        </pc:picChg>
      </pc:sldChg>
      <pc:sldChg chg="add del">
        <pc:chgData name="Fabian Surya Pramudya" userId="f46cf8bb-4ec7-4653-94a9-ff26fa22481f" providerId="ADAL" clId="{5E1B20A8-2F3C-44C2-AD2E-78B907422A42}" dt="2022-08-13T08:21:42.938" v="65" actId="2696"/>
        <pc:sldMkLst>
          <pc:docMk/>
          <pc:sldMk cId="1972431647" sldId="275"/>
        </pc:sldMkLst>
      </pc:sldChg>
      <pc:sldChg chg="add del">
        <pc:chgData name="Fabian Surya Pramudya" userId="f46cf8bb-4ec7-4653-94a9-ff26fa22481f" providerId="ADAL" clId="{5E1B20A8-2F3C-44C2-AD2E-78B907422A42}" dt="2022-08-13T08:21:42.954" v="66" actId="2696"/>
        <pc:sldMkLst>
          <pc:docMk/>
          <pc:sldMk cId="652382001" sldId="276"/>
        </pc:sldMkLst>
      </pc:sldChg>
      <pc:sldChg chg="addSp delSp modSp add ord">
        <pc:chgData name="Fabian Surya Pramudya" userId="f46cf8bb-4ec7-4653-94a9-ff26fa22481f" providerId="ADAL" clId="{5E1B20A8-2F3C-44C2-AD2E-78B907422A42}" dt="2022-08-13T16:08:52.399" v="407" actId="1076"/>
        <pc:sldMkLst>
          <pc:docMk/>
          <pc:sldMk cId="1639565346" sldId="276"/>
        </pc:sldMkLst>
        <pc:spChg chg="mod">
          <ac:chgData name="Fabian Surya Pramudya" userId="f46cf8bb-4ec7-4653-94a9-ff26fa22481f" providerId="ADAL" clId="{5E1B20A8-2F3C-44C2-AD2E-78B907422A42}" dt="2022-08-13T10:03:13.020" v="298" actId="20577"/>
          <ac:spMkLst>
            <pc:docMk/>
            <pc:sldMk cId="1639565346" sldId="276"/>
            <ac:spMk id="13" creationId="{2107014C-6DA2-445E-8632-9E1AEC574392}"/>
          </ac:spMkLst>
        </pc:spChg>
        <pc:picChg chg="del">
          <ac:chgData name="Fabian Surya Pramudya" userId="f46cf8bb-4ec7-4653-94a9-ff26fa22481f" providerId="ADAL" clId="{5E1B20A8-2F3C-44C2-AD2E-78B907422A42}" dt="2022-08-13T10:03:07.543" v="291" actId="478"/>
          <ac:picMkLst>
            <pc:docMk/>
            <pc:sldMk cId="1639565346" sldId="276"/>
            <ac:picMk id="2" creationId="{D831D709-C056-4CE3-82D7-44456400EF6F}"/>
          </ac:picMkLst>
        </pc:picChg>
        <pc:picChg chg="add mod">
          <ac:chgData name="Fabian Surya Pramudya" userId="f46cf8bb-4ec7-4653-94a9-ff26fa22481f" providerId="ADAL" clId="{5E1B20A8-2F3C-44C2-AD2E-78B907422A42}" dt="2022-08-13T10:03:21.273" v="302" actId="1076"/>
          <ac:picMkLst>
            <pc:docMk/>
            <pc:sldMk cId="1639565346" sldId="276"/>
            <ac:picMk id="3" creationId="{EEDBB79C-CD80-4AE1-82AE-5B6D7C74D8BE}"/>
          </ac:picMkLst>
        </pc:picChg>
        <pc:picChg chg="add mod">
          <ac:chgData name="Fabian Surya Pramudya" userId="f46cf8bb-4ec7-4653-94a9-ff26fa22481f" providerId="ADAL" clId="{5E1B20A8-2F3C-44C2-AD2E-78B907422A42}" dt="2022-08-13T16:08:52.399" v="407" actId="1076"/>
          <ac:picMkLst>
            <pc:docMk/>
            <pc:sldMk cId="1639565346" sldId="276"/>
            <ac:picMk id="5" creationId="{D0C1F2B1-5E02-4570-8D37-BDF59D95F4A6}"/>
          </ac:picMkLst>
        </pc:picChg>
      </pc:sldChg>
      <pc:sldChg chg="add del">
        <pc:chgData name="Fabian Surya Pramudya" userId="f46cf8bb-4ec7-4653-94a9-ff26fa22481f" providerId="ADAL" clId="{5E1B20A8-2F3C-44C2-AD2E-78B907422A42}" dt="2022-08-13T08:21:42.991" v="67" actId="2696"/>
        <pc:sldMkLst>
          <pc:docMk/>
          <pc:sldMk cId="6848129" sldId="277"/>
        </pc:sldMkLst>
      </pc:sldChg>
      <pc:sldChg chg="addSp delSp modSp add">
        <pc:chgData name="Fabian Surya Pramudya" userId="f46cf8bb-4ec7-4653-94a9-ff26fa22481f" providerId="ADAL" clId="{5E1B20A8-2F3C-44C2-AD2E-78B907422A42}" dt="2022-08-13T16:09:36.799" v="426" actId="14100"/>
        <pc:sldMkLst>
          <pc:docMk/>
          <pc:sldMk cId="1534541357" sldId="277"/>
        </pc:sldMkLst>
        <pc:picChg chg="add del">
          <ac:chgData name="Fabian Surya Pramudya" userId="f46cf8bb-4ec7-4653-94a9-ff26fa22481f" providerId="ADAL" clId="{5E1B20A8-2F3C-44C2-AD2E-78B907422A42}" dt="2022-08-13T16:08:46.441" v="403"/>
          <ac:picMkLst>
            <pc:docMk/>
            <pc:sldMk cId="1534541357" sldId="277"/>
            <ac:picMk id="4" creationId="{2F09F017-795B-4843-A43A-7E73AA372BE9}"/>
          </ac:picMkLst>
        </pc:picChg>
        <pc:picChg chg="add mod">
          <ac:chgData name="Fabian Surya Pramudya" userId="f46cf8bb-4ec7-4653-94a9-ff26fa22481f" providerId="ADAL" clId="{5E1B20A8-2F3C-44C2-AD2E-78B907422A42}" dt="2022-08-13T16:09:36.799" v="426" actId="14100"/>
          <ac:picMkLst>
            <pc:docMk/>
            <pc:sldMk cId="1534541357" sldId="277"/>
            <ac:picMk id="5" creationId="{FC1A73BB-BA30-4839-9378-C298D21D517E}"/>
          </ac:picMkLst>
        </pc:picChg>
      </pc:sldChg>
      <pc:sldChg chg="add del">
        <pc:chgData name="Fabian Surya Pramudya" userId="f46cf8bb-4ec7-4653-94a9-ff26fa22481f" providerId="ADAL" clId="{5E1B20A8-2F3C-44C2-AD2E-78B907422A42}" dt="2022-08-13T08:21:43.009" v="68" actId="2696"/>
        <pc:sldMkLst>
          <pc:docMk/>
          <pc:sldMk cId="380393927" sldId="278"/>
        </pc:sldMkLst>
      </pc:sldChg>
      <pc:sldChg chg="addSp delSp modSp add">
        <pc:chgData name="Fabian Surya Pramudya" userId="f46cf8bb-4ec7-4653-94a9-ff26fa22481f" providerId="ADAL" clId="{5E1B20A8-2F3C-44C2-AD2E-78B907422A42}" dt="2022-08-13T16:11:10.243" v="432" actId="14100"/>
        <pc:sldMkLst>
          <pc:docMk/>
          <pc:sldMk cId="1254154205" sldId="278"/>
        </pc:sldMkLst>
        <pc:picChg chg="add del mod">
          <ac:chgData name="Fabian Surya Pramudya" userId="f46cf8bb-4ec7-4653-94a9-ff26fa22481f" providerId="ADAL" clId="{5E1B20A8-2F3C-44C2-AD2E-78B907422A42}" dt="2022-08-13T16:03:37.667" v="387"/>
          <ac:picMkLst>
            <pc:docMk/>
            <pc:sldMk cId="1254154205" sldId="278"/>
            <ac:picMk id="2" creationId="{319D9D31-E4FF-43C0-AE19-9BE4A926C3B1}"/>
          </ac:picMkLst>
        </pc:picChg>
        <pc:picChg chg="add del">
          <ac:chgData name="Fabian Surya Pramudya" userId="f46cf8bb-4ec7-4653-94a9-ff26fa22481f" providerId="ADAL" clId="{5E1B20A8-2F3C-44C2-AD2E-78B907422A42}" dt="2022-08-13T15:41:11.686" v="362" actId="478"/>
          <ac:picMkLst>
            <pc:docMk/>
            <pc:sldMk cId="1254154205" sldId="278"/>
            <ac:picMk id="4" creationId="{13E7E33B-A887-41DB-A1EB-57388D2A21A4}"/>
          </ac:picMkLst>
        </pc:picChg>
        <pc:picChg chg="add del mod">
          <ac:chgData name="Fabian Surya Pramudya" userId="f46cf8bb-4ec7-4653-94a9-ff26fa22481f" providerId="ADAL" clId="{5E1B20A8-2F3C-44C2-AD2E-78B907422A42}" dt="2022-08-13T15:53:27.302" v="376" actId="478"/>
          <ac:picMkLst>
            <pc:docMk/>
            <pc:sldMk cId="1254154205" sldId="278"/>
            <ac:picMk id="5" creationId="{6EA567E5-2371-49EB-9FB7-F2F081FFC0C6}"/>
          </ac:picMkLst>
        </pc:picChg>
        <pc:picChg chg="add mod">
          <ac:chgData name="Fabian Surya Pramudya" userId="f46cf8bb-4ec7-4653-94a9-ff26fa22481f" providerId="ADAL" clId="{5E1B20A8-2F3C-44C2-AD2E-78B907422A42}" dt="2022-08-13T16:11:10.243" v="432" actId="14100"/>
          <ac:picMkLst>
            <pc:docMk/>
            <pc:sldMk cId="1254154205" sldId="278"/>
            <ac:picMk id="6" creationId="{BC2FCBE5-B70F-4FDC-A0BB-2E70A3772CAC}"/>
          </ac:picMkLst>
        </pc:picChg>
        <pc:picChg chg="add del mod">
          <ac:chgData name="Fabian Surya Pramudya" userId="f46cf8bb-4ec7-4653-94a9-ff26fa22481f" providerId="ADAL" clId="{5E1B20A8-2F3C-44C2-AD2E-78B907422A42}" dt="2022-08-13T16:10:43.042" v="427" actId="478"/>
          <ac:picMkLst>
            <pc:docMk/>
            <pc:sldMk cId="1254154205" sldId="278"/>
            <ac:picMk id="7" creationId="{D696C344-E341-4660-ADF3-93242A024138}"/>
          </ac:picMkLst>
        </pc:picChg>
        <pc:picChg chg="add del mod">
          <ac:chgData name="Fabian Surya Pramudya" userId="f46cf8bb-4ec7-4653-94a9-ff26fa22481f" providerId="ADAL" clId="{5E1B20A8-2F3C-44C2-AD2E-78B907422A42}" dt="2022-08-13T15:53:34.889" v="382" actId="478"/>
          <ac:picMkLst>
            <pc:docMk/>
            <pc:sldMk cId="1254154205" sldId="278"/>
            <ac:picMk id="8" creationId="{D819217E-BAE7-48DF-9329-028406A04ED0}"/>
          </ac:picMkLst>
        </pc:picChg>
        <pc:picChg chg="add del mod">
          <ac:chgData name="Fabian Surya Pramudya" userId="f46cf8bb-4ec7-4653-94a9-ff26fa22481f" providerId="ADAL" clId="{5E1B20A8-2F3C-44C2-AD2E-78B907422A42}" dt="2022-08-13T16:10:43.568" v="428" actId="478"/>
          <ac:picMkLst>
            <pc:docMk/>
            <pc:sldMk cId="1254154205" sldId="278"/>
            <ac:picMk id="9" creationId="{D4B10CBB-DEB2-47A9-9E07-90481B1E5BA9}"/>
          </ac:picMkLst>
        </pc:picChg>
        <pc:picChg chg="add del">
          <ac:chgData name="Fabian Surya Pramudya" userId="f46cf8bb-4ec7-4653-94a9-ff26fa22481f" providerId="ADAL" clId="{5E1B20A8-2F3C-44C2-AD2E-78B907422A42}" dt="2022-08-13T15:53:28.744" v="378" actId="478"/>
          <ac:picMkLst>
            <pc:docMk/>
            <pc:sldMk cId="1254154205" sldId="278"/>
            <ac:picMk id="10" creationId="{8C8E54A2-DF8D-4820-BFD7-C92171DD6660}"/>
          </ac:picMkLst>
        </pc:picChg>
        <pc:picChg chg="add del">
          <ac:chgData name="Fabian Surya Pramudya" userId="f46cf8bb-4ec7-4653-94a9-ff26fa22481f" providerId="ADAL" clId="{5E1B20A8-2F3C-44C2-AD2E-78B907422A42}" dt="2022-08-13T15:53:27.873" v="377" actId="478"/>
          <ac:picMkLst>
            <pc:docMk/>
            <pc:sldMk cId="1254154205" sldId="278"/>
            <ac:picMk id="11" creationId="{D5BFB768-DDAE-4666-A4DF-B3C046DE241A}"/>
          </ac:picMkLst>
        </pc:picChg>
        <pc:picChg chg="add del">
          <ac:chgData name="Fabian Surya Pramudya" userId="f46cf8bb-4ec7-4653-94a9-ff26fa22481f" providerId="ADAL" clId="{5E1B20A8-2F3C-44C2-AD2E-78B907422A42}" dt="2022-08-13T15:53:26.519" v="375" actId="478"/>
          <ac:picMkLst>
            <pc:docMk/>
            <pc:sldMk cId="1254154205" sldId="278"/>
            <ac:picMk id="12" creationId="{936D696A-6AE0-4779-B73A-D664CB4C1C2C}"/>
          </ac:picMkLst>
        </pc:picChg>
      </pc:sldChg>
      <pc:sldChg chg="add del">
        <pc:chgData name="Fabian Surya Pramudya" userId="f46cf8bb-4ec7-4653-94a9-ff26fa22481f" providerId="ADAL" clId="{5E1B20A8-2F3C-44C2-AD2E-78B907422A42}" dt="2022-08-13T08:21:43.026" v="69" actId="2696"/>
        <pc:sldMkLst>
          <pc:docMk/>
          <pc:sldMk cId="3227304945" sldId="279"/>
        </pc:sldMkLst>
      </pc:sldChg>
      <pc:sldChg chg="addSp modSp add ord">
        <pc:chgData name="Fabian Surya Pramudya" userId="f46cf8bb-4ec7-4653-94a9-ff26fa22481f" providerId="ADAL" clId="{5E1B20A8-2F3C-44C2-AD2E-78B907422A42}" dt="2022-08-13T16:04:13.906" v="402"/>
        <pc:sldMkLst>
          <pc:docMk/>
          <pc:sldMk cId="4134227903" sldId="279"/>
        </pc:sldMkLst>
        <pc:spChg chg="add mod">
          <ac:chgData name="Fabian Surya Pramudya" userId="f46cf8bb-4ec7-4653-94a9-ff26fa22481f" providerId="ADAL" clId="{5E1B20A8-2F3C-44C2-AD2E-78B907422A42}" dt="2022-08-13T10:04:49.568" v="342" actId="2711"/>
          <ac:spMkLst>
            <pc:docMk/>
            <pc:sldMk cId="4134227903" sldId="279"/>
            <ac:spMk id="2" creationId="{E8160A5E-8EB5-456F-9839-D5ACAAFC9A29}"/>
          </ac:spMkLst>
        </pc:spChg>
        <pc:spChg chg="add mod">
          <ac:chgData name="Fabian Surya Pramudya" userId="f46cf8bb-4ec7-4653-94a9-ff26fa22481f" providerId="ADAL" clId="{5E1B20A8-2F3C-44C2-AD2E-78B907422A42}" dt="2022-08-13T10:04:42.830" v="341" actId="1076"/>
          <ac:spMkLst>
            <pc:docMk/>
            <pc:sldMk cId="4134227903" sldId="279"/>
            <ac:spMk id="4" creationId="{3666661D-F7D7-47A8-BA81-1C710CEDD86D}"/>
          </ac:spMkLst>
        </pc:spChg>
        <pc:spChg chg="add mod ord">
          <ac:chgData name="Fabian Surya Pramudya" userId="f46cf8bb-4ec7-4653-94a9-ff26fa22481f" providerId="ADAL" clId="{5E1B20A8-2F3C-44C2-AD2E-78B907422A42}" dt="2022-08-13T10:20:17.743" v="345" actId="167"/>
          <ac:spMkLst>
            <pc:docMk/>
            <pc:sldMk cId="4134227903" sldId="279"/>
            <ac:spMk id="5" creationId="{692E840C-9F0E-489F-B303-6E4F1C85AEB7}"/>
          </ac:spMkLst>
        </pc:spChg>
        <pc:spChg chg="add mod ord">
          <ac:chgData name="Fabian Surya Pramudya" userId="f46cf8bb-4ec7-4653-94a9-ff26fa22481f" providerId="ADAL" clId="{5E1B20A8-2F3C-44C2-AD2E-78B907422A42}" dt="2022-08-13T10:20:50.589" v="357" actId="167"/>
          <ac:spMkLst>
            <pc:docMk/>
            <pc:sldMk cId="4134227903" sldId="279"/>
            <ac:spMk id="7" creationId="{FDF21E8D-D554-4AE1-94EE-86EF1DB7BDC5}"/>
          </ac:spMkLst>
        </pc:spChg>
        <pc:spChg chg="add mod ord">
          <ac:chgData name="Fabian Surya Pramudya" userId="f46cf8bb-4ec7-4653-94a9-ff26fa22481f" providerId="ADAL" clId="{5E1B20A8-2F3C-44C2-AD2E-78B907422A42}" dt="2022-08-13T10:20:50.589" v="357" actId="167"/>
          <ac:spMkLst>
            <pc:docMk/>
            <pc:sldMk cId="4134227903" sldId="279"/>
            <ac:spMk id="8" creationId="{85172B34-3F86-4C7D-A8F8-190C6B3D501C}"/>
          </ac:spMkLst>
        </pc:spChg>
      </pc:sldChg>
      <pc:sldChg chg="add del">
        <pc:chgData name="Fabian Surya Pramudya" userId="f46cf8bb-4ec7-4653-94a9-ff26fa22481f" providerId="ADAL" clId="{5E1B20A8-2F3C-44C2-AD2E-78B907422A42}" dt="2022-08-13T08:21:43.076" v="71" actId="2696"/>
        <pc:sldMkLst>
          <pc:docMk/>
          <pc:sldMk cId="477361850" sldId="280"/>
        </pc:sldMkLst>
      </pc:sldChg>
      <pc:sldChg chg="delSp modSp add">
        <pc:chgData name="Fabian Surya Pramudya" userId="f46cf8bb-4ec7-4653-94a9-ff26fa22481f" providerId="ADAL" clId="{5E1B20A8-2F3C-44C2-AD2E-78B907422A42}" dt="2022-08-13T16:12:06.942" v="450" actId="14100"/>
        <pc:sldMkLst>
          <pc:docMk/>
          <pc:sldMk cId="2097849307" sldId="280"/>
        </pc:sldMkLst>
        <pc:picChg chg="del mod">
          <ac:chgData name="Fabian Surya Pramudya" userId="f46cf8bb-4ec7-4653-94a9-ff26fa22481f" providerId="ADAL" clId="{5E1B20A8-2F3C-44C2-AD2E-78B907422A42}" dt="2022-08-13T16:11:21.032" v="441" actId="478"/>
          <ac:picMkLst>
            <pc:docMk/>
            <pc:sldMk cId="2097849307" sldId="280"/>
            <ac:picMk id="2" creationId="{319D9D31-E4FF-43C0-AE19-9BE4A926C3B1}"/>
          </ac:picMkLst>
        </pc:picChg>
        <pc:picChg chg="del mod">
          <ac:chgData name="Fabian Surya Pramudya" userId="f46cf8bb-4ec7-4653-94a9-ff26fa22481f" providerId="ADAL" clId="{5E1B20A8-2F3C-44C2-AD2E-78B907422A42}" dt="2022-08-13T16:09:10.263" v="420"/>
          <ac:picMkLst>
            <pc:docMk/>
            <pc:sldMk cId="2097849307" sldId="280"/>
            <ac:picMk id="5" creationId="{6EA567E5-2371-49EB-9FB7-F2F081FFC0C6}"/>
          </ac:picMkLst>
        </pc:picChg>
        <pc:picChg chg="del mod">
          <ac:chgData name="Fabian Surya Pramudya" userId="f46cf8bb-4ec7-4653-94a9-ff26fa22481f" providerId="ADAL" clId="{5E1B20A8-2F3C-44C2-AD2E-78B907422A42}" dt="2022-08-13T16:11:24.230" v="443" actId="478"/>
          <ac:picMkLst>
            <pc:docMk/>
            <pc:sldMk cId="2097849307" sldId="280"/>
            <ac:picMk id="6" creationId="{BC2FCBE5-B70F-4FDC-A0BB-2E70A3772CAC}"/>
          </ac:picMkLst>
        </pc:picChg>
        <pc:picChg chg="mod">
          <ac:chgData name="Fabian Surya Pramudya" userId="f46cf8bb-4ec7-4653-94a9-ff26fa22481f" providerId="ADAL" clId="{5E1B20A8-2F3C-44C2-AD2E-78B907422A42}" dt="2022-08-13T16:12:06.942" v="450" actId="14100"/>
          <ac:picMkLst>
            <pc:docMk/>
            <pc:sldMk cId="2097849307" sldId="280"/>
            <ac:picMk id="7" creationId="{D696C344-E341-4660-ADF3-93242A024138}"/>
          </ac:picMkLst>
        </pc:picChg>
        <pc:picChg chg="del mod">
          <ac:chgData name="Fabian Surya Pramudya" userId="f46cf8bb-4ec7-4653-94a9-ff26fa22481f" providerId="ADAL" clId="{5E1B20A8-2F3C-44C2-AD2E-78B907422A42}" dt="2022-08-13T16:11:20.369" v="440" actId="478"/>
          <ac:picMkLst>
            <pc:docMk/>
            <pc:sldMk cId="2097849307" sldId="280"/>
            <ac:picMk id="8" creationId="{D819217E-BAE7-48DF-9329-028406A04ED0}"/>
          </ac:picMkLst>
        </pc:picChg>
        <pc:picChg chg="del mod">
          <ac:chgData name="Fabian Surya Pramudya" userId="f46cf8bb-4ec7-4653-94a9-ff26fa22481f" providerId="ADAL" clId="{5E1B20A8-2F3C-44C2-AD2E-78B907422A42}" dt="2022-08-13T16:11:17.311" v="436" actId="478"/>
          <ac:picMkLst>
            <pc:docMk/>
            <pc:sldMk cId="2097849307" sldId="280"/>
            <ac:picMk id="9" creationId="{D4B10CBB-DEB2-47A9-9E07-90481B1E5BA9}"/>
          </ac:picMkLst>
        </pc:picChg>
        <pc:picChg chg="del mod">
          <ac:chgData name="Fabian Surya Pramudya" userId="f46cf8bb-4ec7-4653-94a9-ff26fa22481f" providerId="ADAL" clId="{5E1B20A8-2F3C-44C2-AD2E-78B907422A42}" dt="2022-08-13T16:11:59.549" v="448" actId="478"/>
          <ac:picMkLst>
            <pc:docMk/>
            <pc:sldMk cId="2097849307" sldId="280"/>
            <ac:picMk id="10" creationId="{8C8E54A2-DF8D-4820-BFD7-C92171DD6660}"/>
          </ac:picMkLst>
        </pc:picChg>
        <pc:picChg chg="del mod">
          <ac:chgData name="Fabian Surya Pramudya" userId="f46cf8bb-4ec7-4653-94a9-ff26fa22481f" providerId="ADAL" clId="{5E1B20A8-2F3C-44C2-AD2E-78B907422A42}" dt="2022-08-13T16:11:18.931" v="438" actId="478"/>
          <ac:picMkLst>
            <pc:docMk/>
            <pc:sldMk cId="2097849307" sldId="280"/>
            <ac:picMk id="11" creationId="{D5BFB768-DDAE-4666-A4DF-B3C046DE241A}"/>
          </ac:picMkLst>
        </pc:picChg>
        <pc:picChg chg="del mod">
          <ac:chgData name="Fabian Surya Pramudya" userId="f46cf8bb-4ec7-4653-94a9-ff26fa22481f" providerId="ADAL" clId="{5E1B20A8-2F3C-44C2-AD2E-78B907422A42}" dt="2022-08-13T16:11:16.275" v="434" actId="478"/>
          <ac:picMkLst>
            <pc:docMk/>
            <pc:sldMk cId="2097849307" sldId="280"/>
            <ac:picMk id="12" creationId="{936D696A-6AE0-4779-B73A-D664CB4C1C2C}"/>
          </ac:picMkLst>
        </pc:picChg>
      </pc:sldChg>
      <pc:sldChg chg="add del">
        <pc:chgData name="Fabian Surya Pramudya" userId="f46cf8bb-4ec7-4653-94a9-ff26fa22481f" providerId="ADAL" clId="{5E1B20A8-2F3C-44C2-AD2E-78B907422A42}" dt="2022-08-13T08:21:43.053" v="70" actId="2696"/>
        <pc:sldMkLst>
          <pc:docMk/>
          <pc:sldMk cId="2924175496" sldId="281"/>
        </pc:sldMkLst>
      </pc:sldChg>
      <pc:sldChg chg="delSp modSp add">
        <pc:chgData name="Fabian Surya Pramudya" userId="f46cf8bb-4ec7-4653-94a9-ff26fa22481f" providerId="ADAL" clId="{5E1B20A8-2F3C-44C2-AD2E-78B907422A42}" dt="2022-08-13T16:12:33.297" v="467" actId="14100"/>
        <pc:sldMkLst>
          <pc:docMk/>
          <pc:sldMk cId="3782288744" sldId="281"/>
        </pc:sldMkLst>
        <pc:picChg chg="del">
          <ac:chgData name="Fabian Surya Pramudya" userId="f46cf8bb-4ec7-4653-94a9-ff26fa22481f" providerId="ADAL" clId="{5E1B20A8-2F3C-44C2-AD2E-78B907422A42}" dt="2022-08-13T16:12:19.918" v="460" actId="478"/>
          <ac:picMkLst>
            <pc:docMk/>
            <pc:sldMk cId="3782288744" sldId="281"/>
            <ac:picMk id="2" creationId="{319D9D31-E4FF-43C0-AE19-9BE4A926C3B1}"/>
          </ac:picMkLst>
        </pc:picChg>
        <pc:picChg chg="del">
          <ac:chgData name="Fabian Surya Pramudya" userId="f46cf8bb-4ec7-4653-94a9-ff26fa22481f" providerId="ADAL" clId="{5E1B20A8-2F3C-44C2-AD2E-78B907422A42}" dt="2022-08-13T16:12:19.443" v="459" actId="478"/>
          <ac:picMkLst>
            <pc:docMk/>
            <pc:sldMk cId="3782288744" sldId="281"/>
            <ac:picMk id="5" creationId="{6EA567E5-2371-49EB-9FB7-F2F081FFC0C6}"/>
          </ac:picMkLst>
        </pc:picChg>
        <pc:picChg chg="del">
          <ac:chgData name="Fabian Surya Pramudya" userId="f46cf8bb-4ec7-4653-94a9-ff26fa22481f" providerId="ADAL" clId="{5E1B20A8-2F3C-44C2-AD2E-78B907422A42}" dt="2022-08-13T16:12:18.899" v="458" actId="478"/>
          <ac:picMkLst>
            <pc:docMk/>
            <pc:sldMk cId="3782288744" sldId="281"/>
            <ac:picMk id="6" creationId="{BC2FCBE5-B70F-4FDC-A0BB-2E70A3772CAC}"/>
          </ac:picMkLst>
        </pc:picChg>
        <pc:picChg chg="del">
          <ac:chgData name="Fabian Surya Pramudya" userId="f46cf8bb-4ec7-4653-94a9-ff26fa22481f" providerId="ADAL" clId="{5E1B20A8-2F3C-44C2-AD2E-78B907422A42}" dt="2022-08-13T16:12:18.179" v="457" actId="478"/>
          <ac:picMkLst>
            <pc:docMk/>
            <pc:sldMk cId="3782288744" sldId="281"/>
            <ac:picMk id="7" creationId="{D696C344-E341-4660-ADF3-93242A024138}"/>
          </ac:picMkLst>
        </pc:picChg>
        <pc:picChg chg="mod">
          <ac:chgData name="Fabian Surya Pramudya" userId="f46cf8bb-4ec7-4653-94a9-ff26fa22481f" providerId="ADAL" clId="{5E1B20A8-2F3C-44C2-AD2E-78B907422A42}" dt="2022-08-13T16:12:33.297" v="467" actId="14100"/>
          <ac:picMkLst>
            <pc:docMk/>
            <pc:sldMk cId="3782288744" sldId="281"/>
            <ac:picMk id="8" creationId="{D819217E-BAE7-48DF-9329-028406A04ED0}"/>
          </ac:picMkLst>
        </pc:picChg>
        <pc:picChg chg="del mod">
          <ac:chgData name="Fabian Surya Pramudya" userId="f46cf8bb-4ec7-4653-94a9-ff26fa22481f" providerId="ADAL" clId="{5E1B20A8-2F3C-44C2-AD2E-78B907422A42}" dt="2022-08-13T16:12:20.548" v="461" actId="478"/>
          <ac:picMkLst>
            <pc:docMk/>
            <pc:sldMk cId="3782288744" sldId="281"/>
            <ac:picMk id="9" creationId="{D4B10CBB-DEB2-47A9-9E07-90481B1E5BA9}"/>
          </ac:picMkLst>
        </pc:picChg>
        <pc:picChg chg="del">
          <ac:chgData name="Fabian Surya Pramudya" userId="f46cf8bb-4ec7-4653-94a9-ff26fa22481f" providerId="ADAL" clId="{5E1B20A8-2F3C-44C2-AD2E-78B907422A42}" dt="2022-08-13T16:12:14.267" v="454" actId="478"/>
          <ac:picMkLst>
            <pc:docMk/>
            <pc:sldMk cId="3782288744" sldId="281"/>
            <ac:picMk id="10" creationId="{8C8E54A2-DF8D-4820-BFD7-C92171DD6660}"/>
          </ac:picMkLst>
        </pc:picChg>
        <pc:picChg chg="del">
          <ac:chgData name="Fabian Surya Pramudya" userId="f46cf8bb-4ec7-4653-94a9-ff26fa22481f" providerId="ADAL" clId="{5E1B20A8-2F3C-44C2-AD2E-78B907422A42}" dt="2022-08-13T16:12:13.407" v="452" actId="478"/>
          <ac:picMkLst>
            <pc:docMk/>
            <pc:sldMk cId="3782288744" sldId="281"/>
            <ac:picMk id="11" creationId="{D5BFB768-DDAE-4666-A4DF-B3C046DE241A}"/>
          </ac:picMkLst>
        </pc:picChg>
        <pc:picChg chg="del mod">
          <ac:chgData name="Fabian Surya Pramudya" userId="f46cf8bb-4ec7-4653-94a9-ff26fa22481f" providerId="ADAL" clId="{5E1B20A8-2F3C-44C2-AD2E-78B907422A42}" dt="2022-08-13T16:12:13.918" v="453" actId="478"/>
          <ac:picMkLst>
            <pc:docMk/>
            <pc:sldMk cId="3782288744" sldId="281"/>
            <ac:picMk id="12" creationId="{936D696A-6AE0-4779-B73A-D664CB4C1C2C}"/>
          </ac:picMkLst>
        </pc:picChg>
      </pc:sldChg>
      <pc:sldChg chg="delSp modSp add">
        <pc:chgData name="Fabian Surya Pramudya" userId="f46cf8bb-4ec7-4653-94a9-ff26fa22481f" providerId="ADAL" clId="{5E1B20A8-2F3C-44C2-AD2E-78B907422A42}" dt="2022-08-13T16:13:17.227" v="508" actId="1076"/>
        <pc:sldMkLst>
          <pc:docMk/>
          <pc:sldMk cId="2627273032" sldId="282"/>
        </pc:sldMkLst>
        <pc:picChg chg="del">
          <ac:chgData name="Fabian Surya Pramudya" userId="f46cf8bb-4ec7-4653-94a9-ff26fa22481f" providerId="ADAL" clId="{5E1B20A8-2F3C-44C2-AD2E-78B907422A42}" dt="2022-08-13T16:12:46.493" v="476" actId="478"/>
          <ac:picMkLst>
            <pc:docMk/>
            <pc:sldMk cId="2627273032" sldId="282"/>
            <ac:picMk id="2" creationId="{319D9D31-E4FF-43C0-AE19-9BE4A926C3B1}"/>
          </ac:picMkLst>
        </pc:picChg>
        <pc:picChg chg="del">
          <ac:chgData name="Fabian Surya Pramudya" userId="f46cf8bb-4ec7-4653-94a9-ff26fa22481f" providerId="ADAL" clId="{5E1B20A8-2F3C-44C2-AD2E-78B907422A42}" dt="2022-08-13T16:12:43.546" v="471" actId="478"/>
          <ac:picMkLst>
            <pc:docMk/>
            <pc:sldMk cId="2627273032" sldId="282"/>
            <ac:picMk id="5" creationId="{6EA567E5-2371-49EB-9FB7-F2F081FFC0C6}"/>
          </ac:picMkLst>
        </pc:picChg>
        <pc:picChg chg="del">
          <ac:chgData name="Fabian Surya Pramudya" userId="f46cf8bb-4ec7-4653-94a9-ff26fa22481f" providerId="ADAL" clId="{5E1B20A8-2F3C-44C2-AD2E-78B907422A42}" dt="2022-08-13T16:12:45.880" v="475" actId="478"/>
          <ac:picMkLst>
            <pc:docMk/>
            <pc:sldMk cId="2627273032" sldId="282"/>
            <ac:picMk id="6" creationId="{BC2FCBE5-B70F-4FDC-A0BB-2E70A3772CAC}"/>
          </ac:picMkLst>
        </pc:picChg>
        <pc:picChg chg="del">
          <ac:chgData name="Fabian Surya Pramudya" userId="f46cf8bb-4ec7-4653-94a9-ff26fa22481f" providerId="ADAL" clId="{5E1B20A8-2F3C-44C2-AD2E-78B907422A42}" dt="2022-08-13T16:12:45.208" v="474" actId="478"/>
          <ac:picMkLst>
            <pc:docMk/>
            <pc:sldMk cId="2627273032" sldId="282"/>
            <ac:picMk id="7" creationId="{D696C344-E341-4660-ADF3-93242A024138}"/>
          </ac:picMkLst>
        </pc:picChg>
        <pc:picChg chg="del">
          <ac:chgData name="Fabian Surya Pramudya" userId="f46cf8bb-4ec7-4653-94a9-ff26fa22481f" providerId="ADAL" clId="{5E1B20A8-2F3C-44C2-AD2E-78B907422A42}" dt="2022-08-13T16:12:44.605" v="473" actId="478"/>
          <ac:picMkLst>
            <pc:docMk/>
            <pc:sldMk cId="2627273032" sldId="282"/>
            <ac:picMk id="8" creationId="{D819217E-BAE7-48DF-9329-028406A04ED0}"/>
          </ac:picMkLst>
        </pc:picChg>
        <pc:picChg chg="mod">
          <ac:chgData name="Fabian Surya Pramudya" userId="f46cf8bb-4ec7-4653-94a9-ff26fa22481f" providerId="ADAL" clId="{5E1B20A8-2F3C-44C2-AD2E-78B907422A42}" dt="2022-08-13T16:13:17.227" v="508" actId="1076"/>
          <ac:picMkLst>
            <pc:docMk/>
            <pc:sldMk cId="2627273032" sldId="282"/>
            <ac:picMk id="9" creationId="{D4B10CBB-DEB2-47A9-9E07-90481B1E5BA9}"/>
          </ac:picMkLst>
        </pc:picChg>
        <pc:picChg chg="del">
          <ac:chgData name="Fabian Surya Pramudya" userId="f46cf8bb-4ec7-4653-94a9-ff26fa22481f" providerId="ADAL" clId="{5E1B20A8-2F3C-44C2-AD2E-78B907422A42}" dt="2022-08-13T16:12:42.541" v="470" actId="478"/>
          <ac:picMkLst>
            <pc:docMk/>
            <pc:sldMk cId="2627273032" sldId="282"/>
            <ac:picMk id="10" creationId="{8C8E54A2-DF8D-4820-BFD7-C92171DD6660}"/>
          </ac:picMkLst>
        </pc:picChg>
        <pc:picChg chg="del">
          <ac:chgData name="Fabian Surya Pramudya" userId="f46cf8bb-4ec7-4653-94a9-ff26fa22481f" providerId="ADAL" clId="{5E1B20A8-2F3C-44C2-AD2E-78B907422A42}" dt="2022-08-13T16:12:41.983" v="469" actId="478"/>
          <ac:picMkLst>
            <pc:docMk/>
            <pc:sldMk cId="2627273032" sldId="282"/>
            <ac:picMk id="11" creationId="{D5BFB768-DDAE-4666-A4DF-B3C046DE241A}"/>
          </ac:picMkLst>
        </pc:picChg>
        <pc:picChg chg="del">
          <ac:chgData name="Fabian Surya Pramudya" userId="f46cf8bb-4ec7-4653-94a9-ff26fa22481f" providerId="ADAL" clId="{5E1B20A8-2F3C-44C2-AD2E-78B907422A42}" dt="2022-08-13T16:12:41.372" v="468" actId="478"/>
          <ac:picMkLst>
            <pc:docMk/>
            <pc:sldMk cId="2627273032" sldId="282"/>
            <ac:picMk id="12" creationId="{936D696A-6AE0-4779-B73A-D664CB4C1C2C}"/>
          </ac:picMkLst>
        </pc:picChg>
      </pc:sldChg>
      <pc:sldChg chg="add del">
        <pc:chgData name="Fabian Surya Pramudya" userId="f46cf8bb-4ec7-4653-94a9-ff26fa22481f" providerId="ADAL" clId="{5E1B20A8-2F3C-44C2-AD2E-78B907422A42}" dt="2022-08-13T08:21:43.089" v="72" actId="2696"/>
        <pc:sldMkLst>
          <pc:docMk/>
          <pc:sldMk cId="3597124479" sldId="282"/>
        </pc:sldMkLst>
      </pc:sldChg>
      <pc:sldChg chg="addSp delSp modSp add">
        <pc:chgData name="Fabian Surya Pramudya" userId="f46cf8bb-4ec7-4653-94a9-ff26fa22481f" providerId="ADAL" clId="{5E1B20A8-2F3C-44C2-AD2E-78B907422A42}" dt="2022-08-13T16:16:06.412" v="536" actId="1076"/>
        <pc:sldMkLst>
          <pc:docMk/>
          <pc:sldMk cId="1576730580" sldId="283"/>
        </pc:sldMkLst>
        <pc:picChg chg="add del">
          <ac:chgData name="Fabian Surya Pramudya" userId="f46cf8bb-4ec7-4653-94a9-ff26fa22481f" providerId="ADAL" clId="{5E1B20A8-2F3C-44C2-AD2E-78B907422A42}" dt="2022-08-13T16:13:47.239" v="521" actId="478"/>
          <ac:picMkLst>
            <pc:docMk/>
            <pc:sldMk cId="1576730580" sldId="283"/>
            <ac:picMk id="2" creationId="{319D9D31-E4FF-43C0-AE19-9BE4A926C3B1}"/>
          </ac:picMkLst>
        </pc:picChg>
        <pc:picChg chg="add del">
          <ac:chgData name="Fabian Surya Pramudya" userId="f46cf8bb-4ec7-4653-94a9-ff26fa22481f" providerId="ADAL" clId="{5E1B20A8-2F3C-44C2-AD2E-78B907422A42}" dt="2022-08-13T16:13:48.245" v="522" actId="478"/>
          <ac:picMkLst>
            <pc:docMk/>
            <pc:sldMk cId="1576730580" sldId="283"/>
            <ac:picMk id="5" creationId="{6EA567E5-2371-49EB-9FB7-F2F081FFC0C6}"/>
          </ac:picMkLst>
        </pc:picChg>
        <pc:picChg chg="add del">
          <ac:chgData name="Fabian Surya Pramudya" userId="f46cf8bb-4ec7-4653-94a9-ff26fa22481f" providerId="ADAL" clId="{5E1B20A8-2F3C-44C2-AD2E-78B907422A42}" dt="2022-08-13T16:13:46.746" v="520" actId="478"/>
          <ac:picMkLst>
            <pc:docMk/>
            <pc:sldMk cId="1576730580" sldId="283"/>
            <ac:picMk id="6" creationId="{BC2FCBE5-B70F-4FDC-A0BB-2E70A3772CAC}"/>
          </ac:picMkLst>
        </pc:picChg>
        <pc:picChg chg="add del">
          <ac:chgData name="Fabian Surya Pramudya" userId="f46cf8bb-4ec7-4653-94a9-ff26fa22481f" providerId="ADAL" clId="{5E1B20A8-2F3C-44C2-AD2E-78B907422A42}" dt="2022-08-13T16:13:45.079" v="519" actId="478"/>
          <ac:picMkLst>
            <pc:docMk/>
            <pc:sldMk cId="1576730580" sldId="283"/>
            <ac:picMk id="7" creationId="{D696C344-E341-4660-ADF3-93242A024138}"/>
          </ac:picMkLst>
        </pc:picChg>
        <pc:picChg chg="add del mod">
          <ac:chgData name="Fabian Surya Pramudya" userId="f46cf8bb-4ec7-4653-94a9-ff26fa22481f" providerId="ADAL" clId="{5E1B20A8-2F3C-44C2-AD2E-78B907422A42}" dt="2022-08-13T16:13:44.653" v="518" actId="478"/>
          <ac:picMkLst>
            <pc:docMk/>
            <pc:sldMk cId="1576730580" sldId="283"/>
            <ac:picMk id="8" creationId="{D819217E-BAE7-48DF-9329-028406A04ED0}"/>
          </ac:picMkLst>
        </pc:picChg>
        <pc:picChg chg="add del">
          <ac:chgData name="Fabian Surya Pramudya" userId="f46cf8bb-4ec7-4653-94a9-ff26fa22481f" providerId="ADAL" clId="{5E1B20A8-2F3C-44C2-AD2E-78B907422A42}" dt="2022-08-13T16:13:44.243" v="517" actId="478"/>
          <ac:picMkLst>
            <pc:docMk/>
            <pc:sldMk cId="1576730580" sldId="283"/>
            <ac:picMk id="9" creationId="{D4B10CBB-DEB2-47A9-9E07-90481B1E5BA9}"/>
          </ac:picMkLst>
        </pc:picChg>
        <pc:picChg chg="add del mod">
          <ac:chgData name="Fabian Surya Pramudya" userId="f46cf8bb-4ec7-4653-94a9-ff26fa22481f" providerId="ADAL" clId="{5E1B20A8-2F3C-44C2-AD2E-78B907422A42}" dt="2022-08-13T16:15:57.547" v="535" actId="1076"/>
          <ac:picMkLst>
            <pc:docMk/>
            <pc:sldMk cId="1576730580" sldId="283"/>
            <ac:picMk id="10" creationId="{8C8E54A2-DF8D-4820-BFD7-C92171DD6660}"/>
          </ac:picMkLst>
        </pc:picChg>
        <pc:picChg chg="add del mod modCrop">
          <ac:chgData name="Fabian Surya Pramudya" userId="f46cf8bb-4ec7-4653-94a9-ff26fa22481f" providerId="ADAL" clId="{5E1B20A8-2F3C-44C2-AD2E-78B907422A42}" dt="2022-08-13T16:16:06.412" v="536" actId="1076"/>
          <ac:picMkLst>
            <pc:docMk/>
            <pc:sldMk cId="1576730580" sldId="283"/>
            <ac:picMk id="11" creationId="{D5BFB768-DDAE-4666-A4DF-B3C046DE241A}"/>
          </ac:picMkLst>
        </pc:picChg>
        <pc:picChg chg="add del mod">
          <ac:chgData name="Fabian Surya Pramudya" userId="f46cf8bb-4ec7-4653-94a9-ff26fa22481f" providerId="ADAL" clId="{5E1B20A8-2F3C-44C2-AD2E-78B907422A42}" dt="2022-08-13T16:13:48.903" v="523" actId="478"/>
          <ac:picMkLst>
            <pc:docMk/>
            <pc:sldMk cId="1576730580" sldId="283"/>
            <ac:picMk id="12" creationId="{936D696A-6AE0-4779-B73A-D664CB4C1C2C}"/>
          </ac:picMkLst>
        </pc:picChg>
      </pc:sldChg>
      <pc:sldChg chg="del">
        <pc:chgData name="Fabian Surya Pramudya" userId="f46cf8bb-4ec7-4653-94a9-ff26fa22481f" providerId="ADAL" clId="{5E1B20A8-2F3C-44C2-AD2E-78B907422A42}" dt="2022-08-13T08:21:43.107" v="73" actId="2696"/>
        <pc:sldMkLst>
          <pc:docMk/>
          <pc:sldMk cId="1743787489" sldId="283"/>
        </pc:sldMkLst>
      </pc:sldChg>
      <pc:sldChg chg="delSp modSp add">
        <pc:chgData name="Fabian Surya Pramudya" userId="f46cf8bb-4ec7-4653-94a9-ff26fa22481f" providerId="ADAL" clId="{5E1B20A8-2F3C-44C2-AD2E-78B907422A42}" dt="2022-08-13T16:16:45.164" v="552" actId="1076"/>
        <pc:sldMkLst>
          <pc:docMk/>
          <pc:sldMk cId="116038201" sldId="284"/>
        </pc:sldMkLst>
        <pc:picChg chg="del">
          <ac:chgData name="Fabian Surya Pramudya" userId="f46cf8bb-4ec7-4653-94a9-ff26fa22481f" providerId="ADAL" clId="{5E1B20A8-2F3C-44C2-AD2E-78B907422A42}" dt="2022-08-13T16:16:29.195" v="545" actId="478"/>
          <ac:picMkLst>
            <pc:docMk/>
            <pc:sldMk cId="116038201" sldId="284"/>
            <ac:picMk id="2" creationId="{319D9D31-E4FF-43C0-AE19-9BE4A926C3B1}"/>
          </ac:picMkLst>
        </pc:picChg>
        <pc:picChg chg="del">
          <ac:chgData name="Fabian Surya Pramudya" userId="f46cf8bb-4ec7-4653-94a9-ff26fa22481f" providerId="ADAL" clId="{5E1B20A8-2F3C-44C2-AD2E-78B907422A42}" dt="2022-08-13T16:16:34.133" v="547" actId="478"/>
          <ac:picMkLst>
            <pc:docMk/>
            <pc:sldMk cId="116038201" sldId="284"/>
            <ac:picMk id="3" creationId="{EEDBB79C-CD80-4AE1-82AE-5B6D7C74D8BE}"/>
          </ac:picMkLst>
        </pc:picChg>
        <pc:picChg chg="del">
          <ac:chgData name="Fabian Surya Pramudya" userId="f46cf8bb-4ec7-4653-94a9-ff26fa22481f" providerId="ADAL" clId="{5E1B20A8-2F3C-44C2-AD2E-78B907422A42}" dt="2022-08-13T16:16:28.729" v="544" actId="478"/>
          <ac:picMkLst>
            <pc:docMk/>
            <pc:sldMk cId="116038201" sldId="284"/>
            <ac:picMk id="5" creationId="{6EA567E5-2371-49EB-9FB7-F2F081FFC0C6}"/>
          </ac:picMkLst>
        </pc:picChg>
        <pc:picChg chg="del">
          <ac:chgData name="Fabian Surya Pramudya" userId="f46cf8bb-4ec7-4653-94a9-ff26fa22481f" providerId="ADAL" clId="{5E1B20A8-2F3C-44C2-AD2E-78B907422A42}" dt="2022-08-13T16:16:28.151" v="543" actId="478"/>
          <ac:picMkLst>
            <pc:docMk/>
            <pc:sldMk cId="116038201" sldId="284"/>
            <ac:picMk id="6" creationId="{BC2FCBE5-B70F-4FDC-A0BB-2E70A3772CAC}"/>
          </ac:picMkLst>
        </pc:picChg>
        <pc:picChg chg="del">
          <ac:chgData name="Fabian Surya Pramudya" userId="f46cf8bb-4ec7-4653-94a9-ff26fa22481f" providerId="ADAL" clId="{5E1B20A8-2F3C-44C2-AD2E-78B907422A42}" dt="2022-08-13T16:16:27.477" v="542" actId="478"/>
          <ac:picMkLst>
            <pc:docMk/>
            <pc:sldMk cId="116038201" sldId="284"/>
            <ac:picMk id="7" creationId="{D696C344-E341-4660-ADF3-93242A024138}"/>
          </ac:picMkLst>
        </pc:picChg>
        <pc:picChg chg="del">
          <ac:chgData name="Fabian Surya Pramudya" userId="f46cf8bb-4ec7-4653-94a9-ff26fa22481f" providerId="ADAL" clId="{5E1B20A8-2F3C-44C2-AD2E-78B907422A42}" dt="2022-08-13T16:16:26.355" v="541" actId="478"/>
          <ac:picMkLst>
            <pc:docMk/>
            <pc:sldMk cId="116038201" sldId="284"/>
            <ac:picMk id="8" creationId="{D819217E-BAE7-48DF-9329-028406A04ED0}"/>
          </ac:picMkLst>
        </pc:picChg>
        <pc:picChg chg="del">
          <ac:chgData name="Fabian Surya Pramudya" userId="f46cf8bb-4ec7-4653-94a9-ff26fa22481f" providerId="ADAL" clId="{5E1B20A8-2F3C-44C2-AD2E-78B907422A42}" dt="2022-08-13T16:16:25.817" v="540" actId="478"/>
          <ac:picMkLst>
            <pc:docMk/>
            <pc:sldMk cId="116038201" sldId="284"/>
            <ac:picMk id="9" creationId="{D4B10CBB-DEB2-47A9-9E07-90481B1E5BA9}"/>
          </ac:picMkLst>
        </pc:picChg>
        <pc:picChg chg="del">
          <ac:chgData name="Fabian Surya Pramudya" userId="f46cf8bb-4ec7-4653-94a9-ff26fa22481f" providerId="ADAL" clId="{5E1B20A8-2F3C-44C2-AD2E-78B907422A42}" dt="2022-08-13T16:16:25.346" v="539" actId="478"/>
          <ac:picMkLst>
            <pc:docMk/>
            <pc:sldMk cId="116038201" sldId="284"/>
            <ac:picMk id="10" creationId="{8C8E54A2-DF8D-4820-BFD7-C92171DD6660}"/>
          </ac:picMkLst>
        </pc:picChg>
        <pc:picChg chg="del">
          <ac:chgData name="Fabian Surya Pramudya" userId="f46cf8bb-4ec7-4653-94a9-ff26fa22481f" providerId="ADAL" clId="{5E1B20A8-2F3C-44C2-AD2E-78B907422A42}" dt="2022-08-13T16:16:24.897" v="538" actId="478"/>
          <ac:picMkLst>
            <pc:docMk/>
            <pc:sldMk cId="116038201" sldId="284"/>
            <ac:picMk id="11" creationId="{D5BFB768-DDAE-4666-A4DF-B3C046DE241A}"/>
          </ac:picMkLst>
        </pc:picChg>
        <pc:picChg chg="mod">
          <ac:chgData name="Fabian Surya Pramudya" userId="f46cf8bb-4ec7-4653-94a9-ff26fa22481f" providerId="ADAL" clId="{5E1B20A8-2F3C-44C2-AD2E-78B907422A42}" dt="2022-08-13T16:16:45.164" v="552" actId="1076"/>
          <ac:picMkLst>
            <pc:docMk/>
            <pc:sldMk cId="116038201" sldId="284"/>
            <ac:picMk id="12" creationId="{936D696A-6AE0-4779-B73A-D664CB4C1C2C}"/>
          </ac:picMkLst>
        </pc:picChg>
      </pc:sldChg>
      <pc:sldChg chg="add del">
        <pc:chgData name="Fabian Surya Pramudya" userId="f46cf8bb-4ec7-4653-94a9-ff26fa22481f" providerId="ADAL" clId="{5E1B20A8-2F3C-44C2-AD2E-78B907422A42}" dt="2022-08-13T16:19:56.776" v="553" actId="2696"/>
        <pc:sldMkLst>
          <pc:docMk/>
          <pc:sldMk cId="602712102" sldId="285"/>
        </pc:sldMkLst>
      </pc:sldChg>
      <pc:sldChg chg="addSp delSp modSp add">
        <pc:chgData name="Fabian Surya Pramudya" userId="f46cf8bb-4ec7-4653-94a9-ff26fa22481f" providerId="ADAL" clId="{5E1B20A8-2F3C-44C2-AD2E-78B907422A42}" dt="2022-08-15T04:05:40.138" v="811" actId="20577"/>
        <pc:sldMkLst>
          <pc:docMk/>
          <pc:sldMk cId="1000676962" sldId="285"/>
        </pc:sldMkLst>
        <pc:spChg chg="del">
          <ac:chgData name="Fabian Surya Pramudya" userId="f46cf8bb-4ec7-4653-94a9-ff26fa22481f" providerId="ADAL" clId="{5E1B20A8-2F3C-44C2-AD2E-78B907422A42}" dt="2022-08-15T03:13:19.982" v="700" actId="478"/>
          <ac:spMkLst>
            <pc:docMk/>
            <pc:sldMk cId="1000676962" sldId="285"/>
            <ac:spMk id="4" creationId="{34C8ACB7-62F4-4DFA-BF4E-F704AD38BEDF}"/>
          </ac:spMkLst>
        </pc:spChg>
        <pc:spChg chg="add mod">
          <ac:chgData name="Fabian Surya Pramudya" userId="f46cf8bb-4ec7-4653-94a9-ff26fa22481f" providerId="ADAL" clId="{5E1B20A8-2F3C-44C2-AD2E-78B907422A42}" dt="2022-08-15T04:05:40.138" v="811" actId="20577"/>
          <ac:spMkLst>
            <pc:docMk/>
            <pc:sldMk cId="1000676962" sldId="285"/>
            <ac:spMk id="5" creationId="{DDF8308B-FB8E-4662-8E8C-447F76222EA2}"/>
          </ac:spMkLst>
        </pc:spChg>
        <pc:spChg chg="del">
          <ac:chgData name="Fabian Surya Pramudya" userId="f46cf8bb-4ec7-4653-94a9-ff26fa22481f" providerId="ADAL" clId="{5E1B20A8-2F3C-44C2-AD2E-78B907422A42}" dt="2022-08-15T03:13:19.982" v="700" actId="478"/>
          <ac:spMkLst>
            <pc:docMk/>
            <pc:sldMk cId="1000676962" sldId="285"/>
            <ac:spMk id="9" creationId="{AA931C2E-32EE-41F6-B43E-2ABDAD170A5A}"/>
          </ac:spMkLst>
        </pc:spChg>
        <pc:picChg chg="add mod modCrop">
          <ac:chgData name="Fabian Surya Pramudya" userId="f46cf8bb-4ec7-4653-94a9-ff26fa22481f" providerId="ADAL" clId="{5E1B20A8-2F3C-44C2-AD2E-78B907422A42}" dt="2022-08-15T04:05:27.969" v="808" actId="1076"/>
          <ac:picMkLst>
            <pc:docMk/>
            <pc:sldMk cId="1000676962" sldId="285"/>
            <ac:picMk id="3" creationId="{3B6ABA98-3EAF-47EC-A344-1329DEEB5C8D}"/>
          </ac:picMkLst>
        </pc:picChg>
        <pc:picChg chg="del">
          <ac:chgData name="Fabian Surya Pramudya" userId="f46cf8bb-4ec7-4653-94a9-ff26fa22481f" providerId="ADAL" clId="{5E1B20A8-2F3C-44C2-AD2E-78B907422A42}" dt="2022-08-15T03:13:19.982" v="700" actId="478"/>
          <ac:picMkLst>
            <pc:docMk/>
            <pc:sldMk cId="1000676962" sldId="285"/>
            <ac:picMk id="10" creationId="{73AE663D-A575-4454-BDE1-77408461A6BF}"/>
          </ac:picMkLst>
        </pc:picChg>
      </pc:sldChg>
      <pc:sldChg chg="addSp delSp modSp add">
        <pc:chgData name="Fabian Surya Pramudya" userId="f46cf8bb-4ec7-4653-94a9-ff26fa22481f" providerId="ADAL" clId="{5E1B20A8-2F3C-44C2-AD2E-78B907422A42}" dt="2022-08-15T04:05:50.565" v="817" actId="14100"/>
        <pc:sldMkLst>
          <pc:docMk/>
          <pc:sldMk cId="791952212" sldId="286"/>
        </pc:sldMkLst>
        <pc:picChg chg="del">
          <ac:chgData name="Fabian Surya Pramudya" userId="f46cf8bb-4ec7-4653-94a9-ff26fa22481f" providerId="ADAL" clId="{5E1B20A8-2F3C-44C2-AD2E-78B907422A42}" dt="2022-08-15T03:14:16.384" v="716" actId="478"/>
          <ac:picMkLst>
            <pc:docMk/>
            <pc:sldMk cId="791952212" sldId="286"/>
            <ac:picMk id="3" creationId="{3B6ABA98-3EAF-47EC-A344-1329DEEB5C8D}"/>
          </ac:picMkLst>
        </pc:picChg>
        <pc:picChg chg="add mod">
          <ac:chgData name="Fabian Surya Pramudya" userId="f46cf8bb-4ec7-4653-94a9-ff26fa22481f" providerId="ADAL" clId="{5E1B20A8-2F3C-44C2-AD2E-78B907422A42}" dt="2022-08-15T04:05:50.565" v="817" actId="14100"/>
          <ac:picMkLst>
            <pc:docMk/>
            <pc:sldMk cId="791952212" sldId="286"/>
            <ac:picMk id="4" creationId="{324BA8C3-C1F8-4C8F-93F5-7654F8138B1A}"/>
          </ac:picMkLst>
        </pc:picChg>
      </pc:sldChg>
      <pc:sldChg chg="addSp modSp add">
        <pc:chgData name="Fabian Surya Pramudya" userId="f46cf8bb-4ec7-4653-94a9-ff26fa22481f" providerId="ADAL" clId="{5E1B20A8-2F3C-44C2-AD2E-78B907422A42}" dt="2022-08-15T06:17:01.641" v="1336" actId="14100"/>
        <pc:sldMkLst>
          <pc:docMk/>
          <pc:sldMk cId="3118720535" sldId="287"/>
        </pc:sldMkLst>
        <pc:picChg chg="add mod">
          <ac:chgData name="Fabian Surya Pramudya" userId="f46cf8bb-4ec7-4653-94a9-ff26fa22481f" providerId="ADAL" clId="{5E1B20A8-2F3C-44C2-AD2E-78B907422A42}" dt="2022-08-15T06:17:01.641" v="1336" actId="14100"/>
          <ac:picMkLst>
            <pc:docMk/>
            <pc:sldMk cId="3118720535" sldId="287"/>
            <ac:picMk id="3" creationId="{DE7E8F8B-880E-47DC-BAB1-6D9075FA725C}"/>
          </ac:picMkLst>
        </pc:picChg>
      </pc:sldChg>
      <pc:sldChg chg="addSp modSp add">
        <pc:chgData name="Fabian Surya Pramudya" userId="f46cf8bb-4ec7-4653-94a9-ff26fa22481f" providerId="ADAL" clId="{5E1B20A8-2F3C-44C2-AD2E-78B907422A42}" dt="2022-08-15T06:17:08.982" v="1338" actId="14100"/>
        <pc:sldMkLst>
          <pc:docMk/>
          <pc:sldMk cId="2842086149" sldId="288"/>
        </pc:sldMkLst>
        <pc:picChg chg="add mod">
          <ac:chgData name="Fabian Surya Pramudya" userId="f46cf8bb-4ec7-4653-94a9-ff26fa22481f" providerId="ADAL" clId="{5E1B20A8-2F3C-44C2-AD2E-78B907422A42}" dt="2022-08-15T06:17:08.982" v="1338" actId="14100"/>
          <ac:picMkLst>
            <pc:docMk/>
            <pc:sldMk cId="2842086149" sldId="288"/>
            <ac:picMk id="3" creationId="{B0D44517-219A-4C2F-A92F-B97371CC6B74}"/>
          </ac:picMkLst>
        </pc:picChg>
      </pc:sldChg>
      <pc:sldChg chg="addSp modSp add">
        <pc:chgData name="Fabian Surya Pramudya" userId="f46cf8bb-4ec7-4653-94a9-ff26fa22481f" providerId="ADAL" clId="{5E1B20A8-2F3C-44C2-AD2E-78B907422A42}" dt="2022-08-15T06:17:14.557" v="1340" actId="14100"/>
        <pc:sldMkLst>
          <pc:docMk/>
          <pc:sldMk cId="535278253" sldId="289"/>
        </pc:sldMkLst>
        <pc:picChg chg="add mod">
          <ac:chgData name="Fabian Surya Pramudya" userId="f46cf8bb-4ec7-4653-94a9-ff26fa22481f" providerId="ADAL" clId="{5E1B20A8-2F3C-44C2-AD2E-78B907422A42}" dt="2022-08-15T06:17:14.557" v="1340" actId="14100"/>
          <ac:picMkLst>
            <pc:docMk/>
            <pc:sldMk cId="535278253" sldId="289"/>
            <ac:picMk id="3" creationId="{1C2E0AF9-A23B-4EE4-B7E9-66074AFA1C9A}"/>
          </ac:picMkLst>
        </pc:picChg>
      </pc:sldChg>
      <pc:sldChg chg="addSp delSp modSp add">
        <pc:chgData name="Fabian Surya Pramudya" userId="f46cf8bb-4ec7-4653-94a9-ff26fa22481f" providerId="ADAL" clId="{5E1B20A8-2F3C-44C2-AD2E-78B907422A42}" dt="2022-08-15T06:17:19.873" v="1342" actId="14100"/>
        <pc:sldMkLst>
          <pc:docMk/>
          <pc:sldMk cId="91561091" sldId="290"/>
        </pc:sldMkLst>
        <pc:picChg chg="del">
          <ac:chgData name="Fabian Surya Pramudya" userId="f46cf8bb-4ec7-4653-94a9-ff26fa22481f" providerId="ADAL" clId="{5E1B20A8-2F3C-44C2-AD2E-78B907422A42}" dt="2022-08-15T03:16:43.203" v="730" actId="478"/>
          <ac:picMkLst>
            <pc:docMk/>
            <pc:sldMk cId="91561091" sldId="290"/>
            <ac:picMk id="3" creationId="{1C2E0AF9-A23B-4EE4-B7E9-66074AFA1C9A}"/>
          </ac:picMkLst>
        </pc:picChg>
        <pc:picChg chg="add mod">
          <ac:chgData name="Fabian Surya Pramudya" userId="f46cf8bb-4ec7-4653-94a9-ff26fa22481f" providerId="ADAL" clId="{5E1B20A8-2F3C-44C2-AD2E-78B907422A42}" dt="2022-08-15T06:17:19.873" v="1342" actId="14100"/>
          <ac:picMkLst>
            <pc:docMk/>
            <pc:sldMk cId="91561091" sldId="290"/>
            <ac:picMk id="4" creationId="{47E58943-A40D-4AE2-A086-4A0194623564}"/>
          </ac:picMkLst>
        </pc:picChg>
      </pc:sldChg>
      <pc:sldChg chg="addSp modSp add">
        <pc:chgData name="Fabian Surya Pramudya" userId="f46cf8bb-4ec7-4653-94a9-ff26fa22481f" providerId="ADAL" clId="{5E1B20A8-2F3C-44C2-AD2E-78B907422A42}" dt="2022-08-15T06:17:31.568" v="1346" actId="14100"/>
        <pc:sldMkLst>
          <pc:docMk/>
          <pc:sldMk cId="3706597577" sldId="291"/>
        </pc:sldMkLst>
        <pc:picChg chg="add mod">
          <ac:chgData name="Fabian Surya Pramudya" userId="f46cf8bb-4ec7-4653-94a9-ff26fa22481f" providerId="ADAL" clId="{5E1B20A8-2F3C-44C2-AD2E-78B907422A42}" dt="2022-08-15T06:17:31.568" v="1346" actId="14100"/>
          <ac:picMkLst>
            <pc:docMk/>
            <pc:sldMk cId="3706597577" sldId="291"/>
            <ac:picMk id="3" creationId="{9F7E79E0-AED1-41CE-9EFC-3FC0D819231E}"/>
          </ac:picMkLst>
        </pc:picChg>
      </pc:sldChg>
      <pc:sldChg chg="addSp modSp add">
        <pc:chgData name="Fabian Surya Pramudya" userId="f46cf8bb-4ec7-4653-94a9-ff26fa22481f" providerId="ADAL" clId="{5E1B20A8-2F3C-44C2-AD2E-78B907422A42}" dt="2022-08-15T06:17:39.584" v="1348" actId="14100"/>
        <pc:sldMkLst>
          <pc:docMk/>
          <pc:sldMk cId="4059557668" sldId="292"/>
        </pc:sldMkLst>
        <pc:picChg chg="add mod">
          <ac:chgData name="Fabian Surya Pramudya" userId="f46cf8bb-4ec7-4653-94a9-ff26fa22481f" providerId="ADAL" clId="{5E1B20A8-2F3C-44C2-AD2E-78B907422A42}" dt="2022-08-15T06:17:39.584" v="1348" actId="14100"/>
          <ac:picMkLst>
            <pc:docMk/>
            <pc:sldMk cId="4059557668" sldId="292"/>
            <ac:picMk id="3" creationId="{16C835A9-583B-4D9A-9B77-37D5655FBD91}"/>
          </ac:picMkLst>
        </pc:picChg>
      </pc:sldChg>
      <pc:sldChg chg="addSp modSp add">
        <pc:chgData name="Fabian Surya Pramudya" userId="f46cf8bb-4ec7-4653-94a9-ff26fa22481f" providerId="ADAL" clId="{5E1B20A8-2F3C-44C2-AD2E-78B907422A42}" dt="2022-08-15T03:49:17.138" v="742" actId="1076"/>
        <pc:sldMkLst>
          <pc:docMk/>
          <pc:sldMk cId="2748393233" sldId="293"/>
        </pc:sldMkLst>
        <pc:picChg chg="add mod">
          <ac:chgData name="Fabian Surya Pramudya" userId="f46cf8bb-4ec7-4653-94a9-ff26fa22481f" providerId="ADAL" clId="{5E1B20A8-2F3C-44C2-AD2E-78B907422A42}" dt="2022-08-15T03:49:17.138" v="742" actId="1076"/>
          <ac:picMkLst>
            <pc:docMk/>
            <pc:sldMk cId="2748393233" sldId="293"/>
            <ac:picMk id="3" creationId="{7C03E4D4-BABF-4F59-B1D9-A676A9FD0D62}"/>
          </ac:picMkLst>
        </pc:picChg>
      </pc:sldChg>
      <pc:sldChg chg="addSp modSp add">
        <pc:chgData name="Fabian Surya Pramudya" userId="f46cf8bb-4ec7-4653-94a9-ff26fa22481f" providerId="ADAL" clId="{5E1B20A8-2F3C-44C2-AD2E-78B907422A42}" dt="2022-08-15T06:17:47.698" v="1350" actId="14100"/>
        <pc:sldMkLst>
          <pc:docMk/>
          <pc:sldMk cId="4258915805" sldId="294"/>
        </pc:sldMkLst>
        <pc:picChg chg="add mod">
          <ac:chgData name="Fabian Surya Pramudya" userId="f46cf8bb-4ec7-4653-94a9-ff26fa22481f" providerId="ADAL" clId="{5E1B20A8-2F3C-44C2-AD2E-78B907422A42}" dt="2022-08-15T06:17:47.698" v="1350" actId="14100"/>
          <ac:picMkLst>
            <pc:docMk/>
            <pc:sldMk cId="4258915805" sldId="294"/>
            <ac:picMk id="3" creationId="{2C4D8B80-33E3-4A94-8F31-C3CE7A7D6B64}"/>
          </ac:picMkLst>
        </pc:picChg>
      </pc:sldChg>
      <pc:sldChg chg="addSp delSp modSp add">
        <pc:chgData name="Fabian Surya Pramudya" userId="f46cf8bb-4ec7-4653-94a9-ff26fa22481f" providerId="ADAL" clId="{5E1B20A8-2F3C-44C2-AD2E-78B907422A42}" dt="2022-08-15T06:17:55.360" v="1352" actId="14100"/>
        <pc:sldMkLst>
          <pc:docMk/>
          <pc:sldMk cId="4852497" sldId="295"/>
        </pc:sldMkLst>
        <pc:picChg chg="del">
          <ac:chgData name="Fabian Surya Pramudya" userId="f46cf8bb-4ec7-4653-94a9-ff26fa22481f" providerId="ADAL" clId="{5E1B20A8-2F3C-44C2-AD2E-78B907422A42}" dt="2022-08-15T03:50:00.618" v="745" actId="478"/>
          <ac:picMkLst>
            <pc:docMk/>
            <pc:sldMk cId="4852497" sldId="295"/>
            <ac:picMk id="3" creationId="{2C4D8B80-33E3-4A94-8F31-C3CE7A7D6B64}"/>
          </ac:picMkLst>
        </pc:picChg>
        <pc:picChg chg="add mod">
          <ac:chgData name="Fabian Surya Pramudya" userId="f46cf8bb-4ec7-4653-94a9-ff26fa22481f" providerId="ADAL" clId="{5E1B20A8-2F3C-44C2-AD2E-78B907422A42}" dt="2022-08-15T06:17:55.360" v="1352" actId="14100"/>
          <ac:picMkLst>
            <pc:docMk/>
            <pc:sldMk cId="4852497" sldId="295"/>
            <ac:picMk id="4" creationId="{4A0F24F4-0EEB-4E2A-B2F3-897E6747DE53}"/>
          </ac:picMkLst>
        </pc:picChg>
      </pc:sldChg>
      <pc:sldChg chg="addSp modSp add">
        <pc:chgData name="Fabian Surya Pramudya" userId="f46cf8bb-4ec7-4653-94a9-ff26fa22481f" providerId="ADAL" clId="{5E1B20A8-2F3C-44C2-AD2E-78B907422A42}" dt="2022-08-15T06:18:03.900" v="1354" actId="14100"/>
        <pc:sldMkLst>
          <pc:docMk/>
          <pc:sldMk cId="3357688052" sldId="296"/>
        </pc:sldMkLst>
        <pc:picChg chg="add mod">
          <ac:chgData name="Fabian Surya Pramudya" userId="f46cf8bb-4ec7-4653-94a9-ff26fa22481f" providerId="ADAL" clId="{5E1B20A8-2F3C-44C2-AD2E-78B907422A42}" dt="2022-08-15T06:18:03.900" v="1354" actId="14100"/>
          <ac:picMkLst>
            <pc:docMk/>
            <pc:sldMk cId="3357688052" sldId="296"/>
            <ac:picMk id="3" creationId="{49F1E0CC-0752-45BF-8877-4C0760E990D7}"/>
          </ac:picMkLst>
        </pc:picChg>
      </pc:sldChg>
      <pc:sldChg chg="addSp modSp add">
        <pc:chgData name="Fabian Surya Pramudya" userId="f46cf8bb-4ec7-4653-94a9-ff26fa22481f" providerId="ADAL" clId="{5E1B20A8-2F3C-44C2-AD2E-78B907422A42}" dt="2022-08-15T06:18:11.869" v="1356" actId="14100"/>
        <pc:sldMkLst>
          <pc:docMk/>
          <pc:sldMk cId="1696105806" sldId="297"/>
        </pc:sldMkLst>
        <pc:picChg chg="add mod">
          <ac:chgData name="Fabian Surya Pramudya" userId="f46cf8bb-4ec7-4653-94a9-ff26fa22481f" providerId="ADAL" clId="{5E1B20A8-2F3C-44C2-AD2E-78B907422A42}" dt="2022-08-15T06:18:11.869" v="1356" actId="14100"/>
          <ac:picMkLst>
            <pc:docMk/>
            <pc:sldMk cId="1696105806" sldId="297"/>
            <ac:picMk id="3" creationId="{89AA572D-3514-4B27-81F3-82764D24651D}"/>
          </ac:picMkLst>
        </pc:picChg>
      </pc:sldChg>
      <pc:sldChg chg="addSp modSp add">
        <pc:chgData name="Fabian Surya Pramudya" userId="f46cf8bb-4ec7-4653-94a9-ff26fa22481f" providerId="ADAL" clId="{5E1B20A8-2F3C-44C2-AD2E-78B907422A42}" dt="2022-08-15T06:19:33.700" v="1483" actId="20577"/>
        <pc:sldMkLst>
          <pc:docMk/>
          <pc:sldMk cId="3743692595" sldId="298"/>
        </pc:sldMkLst>
        <pc:spChg chg="mod">
          <ac:chgData name="Fabian Surya Pramudya" userId="f46cf8bb-4ec7-4653-94a9-ff26fa22481f" providerId="ADAL" clId="{5E1B20A8-2F3C-44C2-AD2E-78B907422A42}" dt="2022-08-15T06:18:48.305" v="1375" actId="20577"/>
          <ac:spMkLst>
            <pc:docMk/>
            <pc:sldMk cId="3743692595" sldId="298"/>
            <ac:spMk id="2" creationId="{00000000-0000-0000-0000-000000000000}"/>
          </ac:spMkLst>
        </pc:spChg>
        <pc:spChg chg="add mod">
          <ac:chgData name="Fabian Surya Pramudya" userId="f46cf8bb-4ec7-4653-94a9-ff26fa22481f" providerId="ADAL" clId="{5E1B20A8-2F3C-44C2-AD2E-78B907422A42}" dt="2022-08-15T05:10:13.921" v="986" actId="14100"/>
          <ac:spMkLst>
            <pc:docMk/>
            <pc:sldMk cId="3743692595" sldId="298"/>
            <ac:spMk id="4" creationId="{61BE01BD-8AB0-44F6-BB50-FF15A05E9109}"/>
          </ac:spMkLst>
        </pc:spChg>
        <pc:spChg chg="add mod">
          <ac:chgData name="Fabian Surya Pramudya" userId="f46cf8bb-4ec7-4653-94a9-ff26fa22481f" providerId="ADAL" clId="{5E1B20A8-2F3C-44C2-AD2E-78B907422A42}" dt="2022-08-15T06:19:33.700" v="1483" actId="20577"/>
          <ac:spMkLst>
            <pc:docMk/>
            <pc:sldMk cId="3743692595" sldId="298"/>
            <ac:spMk id="5" creationId="{5E7FDD02-7F90-4601-8652-07686A69246A}"/>
          </ac:spMkLst>
        </pc:spChg>
        <pc:picChg chg="add mod">
          <ac:chgData name="Fabian Surya Pramudya" userId="f46cf8bb-4ec7-4653-94a9-ff26fa22481f" providerId="ADAL" clId="{5E1B20A8-2F3C-44C2-AD2E-78B907422A42}" dt="2022-08-15T04:09:06.766" v="877" actId="1076"/>
          <ac:picMkLst>
            <pc:docMk/>
            <pc:sldMk cId="3743692595" sldId="298"/>
            <ac:picMk id="3" creationId="{CF3D0F84-E3FF-4F50-B1E8-9091A937B845}"/>
          </ac:picMkLst>
        </pc:picChg>
      </pc:sldChg>
      <pc:sldChg chg="addSp delSp modSp add setBg">
        <pc:chgData name="Fabian Surya Pramudya" userId="f46cf8bb-4ec7-4653-94a9-ff26fa22481f" providerId="ADAL" clId="{5E1B20A8-2F3C-44C2-AD2E-78B907422A42}" dt="2022-08-15T05:55:58.784" v="1265" actId="20577"/>
        <pc:sldMkLst>
          <pc:docMk/>
          <pc:sldMk cId="2243591938" sldId="299"/>
        </pc:sldMkLst>
        <pc:spChg chg="mod">
          <ac:chgData name="Fabian Surya Pramudya" userId="f46cf8bb-4ec7-4653-94a9-ff26fa22481f" providerId="ADAL" clId="{5E1B20A8-2F3C-44C2-AD2E-78B907422A42}" dt="2022-08-15T05:18:38.993" v="1038"/>
          <ac:spMkLst>
            <pc:docMk/>
            <pc:sldMk cId="2243591938" sldId="299"/>
            <ac:spMk id="2" creationId="{00000000-0000-0000-0000-000000000000}"/>
          </ac:spMkLst>
        </pc:spChg>
        <pc:spChg chg="del">
          <ac:chgData name="Fabian Surya Pramudya" userId="f46cf8bb-4ec7-4653-94a9-ff26fa22481f" providerId="ADAL" clId="{5E1B20A8-2F3C-44C2-AD2E-78B907422A42}" dt="2022-08-15T05:18:30.112" v="1035" actId="478"/>
          <ac:spMkLst>
            <pc:docMk/>
            <pc:sldMk cId="2243591938" sldId="299"/>
            <ac:spMk id="4" creationId="{61BE01BD-8AB0-44F6-BB50-FF15A05E9109}"/>
          </ac:spMkLst>
        </pc:spChg>
        <pc:spChg chg="add del mod">
          <ac:chgData name="Fabian Surya Pramudya" userId="f46cf8bb-4ec7-4653-94a9-ff26fa22481f" providerId="ADAL" clId="{5E1B20A8-2F3C-44C2-AD2E-78B907422A42}" dt="2022-08-15T05:51:30.677" v="1126" actId="478"/>
          <ac:spMkLst>
            <pc:docMk/>
            <pc:sldMk cId="2243591938" sldId="299"/>
            <ac:spMk id="5" creationId="{5E7FDD02-7F90-4601-8652-07686A69246A}"/>
          </ac:spMkLst>
        </pc:spChg>
        <pc:spChg chg="add del mod">
          <ac:chgData name="Fabian Surya Pramudya" userId="f46cf8bb-4ec7-4653-94a9-ff26fa22481f" providerId="ADAL" clId="{5E1B20A8-2F3C-44C2-AD2E-78B907422A42}" dt="2022-08-15T05:51:36.906" v="1130" actId="478"/>
          <ac:spMkLst>
            <pc:docMk/>
            <pc:sldMk cId="2243591938" sldId="299"/>
            <ac:spMk id="6" creationId="{738A85F2-EC20-4452-B2DE-3281DF469632}"/>
          </ac:spMkLst>
        </pc:spChg>
        <pc:spChg chg="add mod">
          <ac:chgData name="Fabian Surya Pramudya" userId="f46cf8bb-4ec7-4653-94a9-ff26fa22481f" providerId="ADAL" clId="{5E1B20A8-2F3C-44C2-AD2E-78B907422A42}" dt="2022-08-15T05:55:58.784" v="1265" actId="20577"/>
          <ac:spMkLst>
            <pc:docMk/>
            <pc:sldMk cId="2243591938" sldId="299"/>
            <ac:spMk id="7" creationId="{12E008DE-782D-490C-8426-B5A0B1ECA6B4}"/>
          </ac:spMkLst>
        </pc:spChg>
        <pc:spChg chg="add del">
          <ac:chgData name="Fabian Surya Pramudya" userId="f46cf8bb-4ec7-4653-94a9-ff26fa22481f" providerId="ADAL" clId="{5E1B20A8-2F3C-44C2-AD2E-78B907422A42}" dt="2022-08-15T05:50:56.535" v="1116"/>
          <ac:spMkLst>
            <pc:docMk/>
            <pc:sldMk cId="2243591938" sldId="299"/>
            <ac:spMk id="8" creationId="{BCFCF93B-7B66-4AF3-BA0F-69096B2DE7F4}"/>
          </ac:spMkLst>
        </pc:spChg>
        <pc:picChg chg="del">
          <ac:chgData name="Fabian Surya Pramudya" userId="f46cf8bb-4ec7-4653-94a9-ff26fa22481f" providerId="ADAL" clId="{5E1B20A8-2F3C-44C2-AD2E-78B907422A42}" dt="2022-08-15T05:11:04.030" v="1023" actId="478"/>
          <ac:picMkLst>
            <pc:docMk/>
            <pc:sldMk cId="2243591938" sldId="299"/>
            <ac:picMk id="3" creationId="{CF3D0F84-E3FF-4F50-B1E8-9091A937B845}"/>
          </ac:picMkLst>
        </pc:picChg>
      </pc:sldChg>
      <pc:sldChg chg="addSp delSp modSp add">
        <pc:chgData name="Fabian Surya Pramudya" userId="f46cf8bb-4ec7-4653-94a9-ff26fa22481f" providerId="ADAL" clId="{5E1B20A8-2F3C-44C2-AD2E-78B907422A42}" dt="2022-08-15T05:56:31.109" v="1291" actId="1076"/>
        <pc:sldMkLst>
          <pc:docMk/>
          <pc:sldMk cId="1858385367" sldId="300"/>
        </pc:sldMkLst>
        <pc:spChg chg="del mod">
          <ac:chgData name="Fabian Surya Pramudya" userId="f46cf8bb-4ec7-4653-94a9-ff26fa22481f" providerId="ADAL" clId="{5E1B20A8-2F3C-44C2-AD2E-78B907422A42}" dt="2022-08-15T05:48:26.616" v="1110" actId="478"/>
          <ac:spMkLst>
            <pc:docMk/>
            <pc:sldMk cId="1858385367" sldId="300"/>
            <ac:spMk id="5" creationId="{5E7FDD02-7F90-4601-8652-07686A69246A}"/>
          </ac:spMkLst>
        </pc:spChg>
        <pc:spChg chg="del mod">
          <ac:chgData name="Fabian Surya Pramudya" userId="f46cf8bb-4ec7-4653-94a9-ff26fa22481f" providerId="ADAL" clId="{5E1B20A8-2F3C-44C2-AD2E-78B907422A42}" dt="2022-08-15T05:56:28.155" v="1290"/>
          <ac:spMkLst>
            <pc:docMk/>
            <pc:sldMk cId="1858385367" sldId="300"/>
            <ac:spMk id="6" creationId="{738A85F2-EC20-4452-B2DE-3281DF469632}"/>
          </ac:spMkLst>
        </pc:spChg>
        <pc:spChg chg="mod">
          <ac:chgData name="Fabian Surya Pramudya" userId="f46cf8bb-4ec7-4653-94a9-ff26fa22481f" providerId="ADAL" clId="{5E1B20A8-2F3C-44C2-AD2E-78B907422A42}" dt="2022-08-15T05:56:18.996" v="1283"/>
          <ac:spMkLst>
            <pc:docMk/>
            <pc:sldMk cId="1858385367" sldId="300"/>
            <ac:spMk id="7" creationId="{12E008DE-782D-490C-8426-B5A0B1ECA6B4}"/>
          </ac:spMkLst>
        </pc:spChg>
        <pc:picChg chg="add mod">
          <ac:chgData name="Fabian Surya Pramudya" userId="f46cf8bb-4ec7-4653-94a9-ff26fa22481f" providerId="ADAL" clId="{5E1B20A8-2F3C-44C2-AD2E-78B907422A42}" dt="2022-08-15T05:56:31.109" v="1291" actId="1076"/>
          <ac:picMkLst>
            <pc:docMk/>
            <pc:sldMk cId="1858385367" sldId="300"/>
            <ac:picMk id="3" creationId="{E615BDEE-EF87-4165-A02E-F76CBDCE8853}"/>
          </ac:picMkLst>
        </pc:picChg>
      </pc:sldChg>
      <pc:sldChg chg="delSp modSp add">
        <pc:chgData name="Fabian Surya Pramudya" userId="f46cf8bb-4ec7-4653-94a9-ff26fa22481f" providerId="ADAL" clId="{5E1B20A8-2F3C-44C2-AD2E-78B907422A42}" dt="2022-08-15T06:16:24.493" v="1334" actId="5793"/>
        <pc:sldMkLst>
          <pc:docMk/>
          <pc:sldMk cId="1390868762" sldId="301"/>
        </pc:sldMkLst>
        <pc:spChg chg="mod">
          <ac:chgData name="Fabian Surya Pramudya" userId="f46cf8bb-4ec7-4653-94a9-ff26fa22481f" providerId="ADAL" clId="{5E1B20A8-2F3C-44C2-AD2E-78B907422A42}" dt="2022-08-15T06:16:24.493" v="1334" actId="5793"/>
          <ac:spMkLst>
            <pc:docMk/>
            <pc:sldMk cId="1390868762" sldId="301"/>
            <ac:spMk id="7" creationId="{12E008DE-782D-490C-8426-B5A0B1ECA6B4}"/>
          </ac:spMkLst>
        </pc:spChg>
        <pc:picChg chg="del">
          <ac:chgData name="Fabian Surya Pramudya" userId="f46cf8bb-4ec7-4653-94a9-ff26fa22481f" providerId="ADAL" clId="{5E1B20A8-2F3C-44C2-AD2E-78B907422A42}" dt="2022-08-15T05:57:02.872" v="1293" actId="478"/>
          <ac:picMkLst>
            <pc:docMk/>
            <pc:sldMk cId="1390868762" sldId="301"/>
            <ac:picMk id="3" creationId="{E615BDEE-EF87-4165-A02E-F76CBDCE885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42327A3B-766F-4631-90B1-9B3D33DE7C5C}" type="datetimeFigureOut">
              <a:rPr lang="en-US"/>
              <a:pPr>
                <a:defRPr/>
              </a:pPr>
              <a:t>12/23/2022</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98F58BAA-C397-4D9C-949B-0B7D3F08F4B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1" descr="Background 01-01.jpg"/>
          <p:cNvPicPr>
            <a:picLocks noChangeAspect="1"/>
          </p:cNvPicPr>
          <p:nvPr userDrawn="1"/>
        </p:nvPicPr>
        <p:blipFill>
          <a:blip r:embed="rId2" cstate="screen">
            <a:alphaModFix/>
          </a:blip>
          <a:srcRect/>
          <a:stretch>
            <a:fillRect/>
          </a:stretch>
        </p:blipFill>
        <p:spPr bwMode="auto">
          <a:xfrm>
            <a:off x="0" y="3175"/>
            <a:ext cx="10688638" cy="75565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9EA64FB5-AD3D-6B4E-9CDC-DAE578F5C07C}"/>
              </a:ext>
            </a:extLst>
          </p:cNvPr>
          <p:cNvPicPr>
            <a:picLocks noChangeAspect="1"/>
          </p:cNvPicPr>
          <p:nvPr userDrawn="1"/>
        </p:nvPicPr>
        <p:blipFill rotWithShape="1">
          <a:blip r:embed="rId3"/>
          <a:srcRect l="20942" t="89154" r="21091" b="4449"/>
          <a:stretch/>
        </p:blipFill>
        <p:spPr>
          <a:xfrm>
            <a:off x="5080503" y="646216"/>
            <a:ext cx="4004840" cy="625040"/>
          </a:xfrm>
          <a:prstGeom prst="rect">
            <a:avLst/>
          </a:prstGeom>
          <a:ln w="3175">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2B2341-C3BD-4867-8D41-5F80C1709B34}" type="datetimeFigureOut">
              <a:rPr lang="en-US"/>
              <a:pPr>
                <a:defRPr/>
              </a:pPr>
              <a:t>12/23/2022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D7FA9F5-F61B-45A1-B5E1-F65A5889B2EE}" type="slidenum">
              <a:rPr lang="en-US"/>
              <a:pPr>
                <a:defRPr/>
              </a:pPr>
              <a:t>‹#›</a:t>
            </a:fld>
            <a:endParaRPr lang="en-US"/>
          </a:p>
        </p:txBody>
      </p:sp>
      <p:pic>
        <p:nvPicPr>
          <p:cNvPr id="7" name="Picture 1" descr="Background 01-02.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9" name="Title Placeholder 1"/>
          <p:cNvSpPr>
            <a:spLocks noGrp="1"/>
          </p:cNvSpPr>
          <p:nvPr>
            <p:ph type="title"/>
          </p:nvPr>
        </p:nvSpPr>
        <p:spPr bwMode="auto">
          <a:xfrm>
            <a:off x="1238250" y="7493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 name="Text Placeholder 2"/>
          <p:cNvSpPr>
            <a:spLocks noGrp="1"/>
          </p:cNvSpPr>
          <p:nvPr>
            <p:ph idx="13"/>
          </p:nvPr>
        </p:nvSpPr>
        <p:spPr bwMode="auto">
          <a:xfrm>
            <a:off x="1238250" y="20097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5317F68B-01F1-E94A-99D3-3F09D8A936B7}"/>
              </a:ext>
            </a:extLst>
          </p:cNvPr>
          <p:cNvPicPr>
            <a:picLocks noChangeAspect="1"/>
          </p:cNvPicPr>
          <p:nvPr userDrawn="1"/>
        </p:nvPicPr>
        <p:blipFill rotWithShape="1">
          <a:blip r:embed="rId3"/>
          <a:srcRect l="20942" t="89154" r="21091" b="4449"/>
          <a:stretch/>
        </p:blipFill>
        <p:spPr>
          <a:xfrm>
            <a:off x="3392488" y="6813668"/>
            <a:ext cx="4004840" cy="625040"/>
          </a:xfrm>
          <a:prstGeom prst="rect">
            <a:avLst/>
          </a:prstGeom>
          <a:ln w="3175">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329" y="4859832"/>
            <a:ext cx="9085342" cy="1502066"/>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44329" y="3205459"/>
            <a:ext cx="9085342" cy="1654373"/>
          </a:xfrm>
        </p:spPr>
        <p:txBody>
          <a:bodyPr anchor="b"/>
          <a:lstStyle>
            <a:lvl1pPr marL="0" indent="0">
              <a:buNone/>
              <a:defRPr sz="2300">
                <a:solidFill>
                  <a:schemeClr val="tx1">
                    <a:tint val="75000"/>
                  </a:schemeClr>
                </a:solidFill>
              </a:defRPr>
            </a:lvl1pPr>
            <a:lvl2pPr marL="521437" indent="0">
              <a:buNone/>
              <a:defRPr sz="2100">
                <a:solidFill>
                  <a:schemeClr val="tx1">
                    <a:tint val="75000"/>
                  </a:schemeClr>
                </a:solidFill>
              </a:defRPr>
            </a:lvl2pPr>
            <a:lvl3pPr marL="1042873" indent="0">
              <a:buNone/>
              <a:defRPr sz="1800">
                <a:solidFill>
                  <a:schemeClr val="tx1">
                    <a:tint val="75000"/>
                  </a:schemeClr>
                </a:solidFill>
              </a:defRPr>
            </a:lvl3pPr>
            <a:lvl4pPr marL="1564310" indent="0">
              <a:buNone/>
              <a:defRPr sz="1600">
                <a:solidFill>
                  <a:schemeClr val="tx1">
                    <a:tint val="75000"/>
                  </a:schemeClr>
                </a:solidFill>
              </a:defRPr>
            </a:lvl4pPr>
            <a:lvl5pPr marL="2085746" indent="0">
              <a:buNone/>
              <a:defRPr sz="1600">
                <a:solidFill>
                  <a:schemeClr val="tx1">
                    <a:tint val="75000"/>
                  </a:schemeClr>
                </a:solidFill>
              </a:defRPr>
            </a:lvl5pPr>
            <a:lvl6pPr marL="2607183" indent="0">
              <a:buNone/>
              <a:defRPr sz="1600">
                <a:solidFill>
                  <a:schemeClr val="tx1">
                    <a:tint val="75000"/>
                  </a:schemeClr>
                </a:solidFill>
              </a:defRPr>
            </a:lvl6pPr>
            <a:lvl7pPr marL="3128620" indent="0">
              <a:buNone/>
              <a:defRPr sz="1600">
                <a:solidFill>
                  <a:schemeClr val="tx1">
                    <a:tint val="75000"/>
                  </a:schemeClr>
                </a:solidFill>
              </a:defRPr>
            </a:lvl7pPr>
            <a:lvl8pPr marL="3650056" indent="0">
              <a:buNone/>
              <a:defRPr sz="1600">
                <a:solidFill>
                  <a:schemeClr val="tx1">
                    <a:tint val="75000"/>
                  </a:schemeClr>
                </a:solidFill>
              </a:defRPr>
            </a:lvl8pPr>
            <a:lvl9pPr marL="4171493"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B24E772-3899-4649-A2AA-7CF914911BC6}" type="datetimeFigureOut">
              <a:rPr lang="en-US"/>
              <a:pPr>
                <a:defRPr/>
              </a:pPr>
              <a:t>12/23/2022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72044D-538C-4006-A81A-9ADFE14E08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4432" y="1764666"/>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33391" y="1764666"/>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2569E45-41F7-4121-96F3-D9854AFC6DC8}" type="datetimeFigureOut">
              <a:rPr lang="en-US"/>
              <a:pPr>
                <a:defRPr/>
              </a:pPr>
              <a:t>12/23/2022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504BA8-D676-4613-9C2C-2877DCA64D8F}" type="slidenum">
              <a:rPr lang="en-US"/>
              <a:pPr>
                <a:defRPr/>
              </a:pPr>
              <a:t>‹#›</a:t>
            </a:fld>
            <a:endParaRPr lang="en-US"/>
          </a:p>
        </p:txBody>
      </p:sp>
      <p:pic>
        <p:nvPicPr>
          <p:cNvPr id="8" name="Picture 1" descr="Background 01-03.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10"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3"/>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descr="A screenshot of a cell phone&#10;&#10;Description automatically generated">
            <a:extLst>
              <a:ext uri="{FF2B5EF4-FFF2-40B4-BE49-F238E27FC236}">
                <a16:creationId xmlns:a16="http://schemas.microsoft.com/office/drawing/2014/main" id="{E24EA1D8-E779-9B4C-A906-459512BC2D87}"/>
              </a:ext>
            </a:extLst>
          </p:cNvPr>
          <p:cNvPicPr>
            <a:picLocks noChangeAspect="1"/>
          </p:cNvPicPr>
          <p:nvPr userDrawn="1"/>
        </p:nvPicPr>
        <p:blipFill rotWithShape="1">
          <a:blip r:embed="rId3"/>
          <a:srcRect l="20942" t="89154" r="21091" b="4449"/>
          <a:stretch/>
        </p:blipFill>
        <p:spPr>
          <a:xfrm>
            <a:off x="3350299" y="6745088"/>
            <a:ext cx="4004840" cy="625040"/>
          </a:xfrm>
          <a:prstGeom prst="rect">
            <a:avLst/>
          </a:prstGeom>
          <a:ln w="3175">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lvl1pPr>
              <a:defRPr/>
            </a:lvl1pPr>
          </a:lstStyle>
          <a:p>
            <a:pPr>
              <a:defRPr/>
            </a:pPr>
            <a:fld id="{34384A83-4D5A-429E-BDC6-FD1381510BEB}" type="datetimeFigureOut">
              <a:rPr lang="en-US"/>
              <a:pPr>
                <a:defRPr/>
              </a:pPr>
              <a:t>12/23/2022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CA70E03-8071-4189-BFD0-FC7EEE7DCDB5}" type="slidenum">
              <a:rPr lang="en-US"/>
              <a:pPr>
                <a:defRPr/>
              </a:pPr>
              <a:t>‹#›</a:t>
            </a:fld>
            <a:endParaRPr lang="en-US"/>
          </a:p>
        </p:txBody>
      </p:sp>
      <p:sp>
        <p:nvSpPr>
          <p:cNvPr id="10"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0859D3EC-5E23-3B41-9DA0-38316698BC36}"/>
              </a:ext>
            </a:extLst>
          </p:cNvPr>
          <p:cNvPicPr>
            <a:picLocks noChangeAspect="1"/>
          </p:cNvPicPr>
          <p:nvPr userDrawn="1"/>
        </p:nvPicPr>
        <p:blipFill rotWithShape="1">
          <a:blip r:embed="rId2"/>
          <a:srcRect l="20942" t="89154" r="21091" b="4449"/>
          <a:stretch/>
        </p:blipFill>
        <p:spPr>
          <a:xfrm>
            <a:off x="3341899" y="6779378"/>
            <a:ext cx="4004840" cy="625040"/>
          </a:xfrm>
          <a:prstGeom prst="rect">
            <a:avLst/>
          </a:prstGeom>
          <a:ln w="3175">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12/23/2022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sp>
        <p:nvSpPr>
          <p:cNvPr id="6"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7" name="Text Placeholder 2"/>
          <p:cNvSpPr>
            <a:spLocks noGrp="1"/>
          </p:cNvSpPr>
          <p:nvPr>
            <p:ph idx="1"/>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screenshot of a cell phone&#10;&#10;Description automatically generated">
            <a:extLst>
              <a:ext uri="{FF2B5EF4-FFF2-40B4-BE49-F238E27FC236}">
                <a16:creationId xmlns:a16="http://schemas.microsoft.com/office/drawing/2014/main" id="{EDE9ED95-923D-3548-823B-31E4248CF767}"/>
              </a:ext>
            </a:extLst>
          </p:cNvPr>
          <p:cNvPicPr>
            <a:picLocks noChangeAspect="1"/>
          </p:cNvPicPr>
          <p:nvPr userDrawn="1"/>
        </p:nvPicPr>
        <p:blipFill rotWithShape="1">
          <a:blip r:embed="rId2"/>
          <a:srcRect l="20942" t="89154" r="21091" b="4449"/>
          <a:stretch/>
        </p:blipFill>
        <p:spPr>
          <a:xfrm>
            <a:off x="3341899" y="6786998"/>
            <a:ext cx="4004840" cy="625040"/>
          </a:xfrm>
          <a:prstGeom prst="rect">
            <a:avLst/>
          </a:prstGeom>
          <a:ln w="3175">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059D9E7-C17C-4132-9B73-48A51CFD46B3}" type="datetimeFigureOut">
              <a:rPr lang="en-US"/>
              <a:pPr>
                <a:defRPr/>
              </a:pPr>
              <a:t>12/23/2022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96416AF-AB6B-466F-BD3E-24BE387F4714}" type="slidenum">
              <a:rPr lang="en-US"/>
              <a:pPr>
                <a:defRPr/>
              </a:pPr>
              <a:t>‹#›</a:t>
            </a:fld>
            <a:endParaRPr lang="en-US"/>
          </a:p>
        </p:txBody>
      </p:sp>
      <p:pic>
        <p:nvPicPr>
          <p:cNvPr id="5" name="Picture 1" descr="Background 01-04.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 descr="Background 01-02.jpg"/>
          <p:cNvPicPr>
            <a:picLocks noChangeAspect="1"/>
          </p:cNvPicPr>
          <p:nvPr userDrawn="1"/>
        </p:nvPicPr>
        <p:blipFill>
          <a:blip r:embed="rId9" cstate="screen"/>
          <a:srcRect/>
          <a:stretch>
            <a:fillRect/>
          </a:stretch>
        </p:blipFill>
        <p:spPr bwMode="auto">
          <a:xfrm>
            <a:off x="0" y="0"/>
            <a:ext cx="10688638" cy="7556500"/>
          </a:xfrm>
          <a:prstGeom prst="rect">
            <a:avLst/>
          </a:prstGeom>
          <a:noFill/>
          <a:ln w="9525">
            <a:noFill/>
            <a:miter lim="800000"/>
            <a:headEnd/>
            <a:tailEnd/>
          </a:ln>
        </p:spPr>
      </p:pic>
      <p:sp>
        <p:nvSpPr>
          <p:cNvPr id="1026" name="Title Placeholder 1"/>
          <p:cNvSpPr>
            <a:spLocks noGrp="1"/>
          </p:cNvSpPr>
          <p:nvPr>
            <p:ph type="title"/>
          </p:nvPr>
        </p:nvSpPr>
        <p:spPr bwMode="auto">
          <a:xfrm>
            <a:off x="120015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20015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988" y="7010400"/>
            <a:ext cx="2493962" cy="401638"/>
          </a:xfrm>
          <a:prstGeom prst="rect">
            <a:avLst/>
          </a:prstGeom>
        </p:spPr>
        <p:txBody>
          <a:bodyPr vert="horz" wrap="square" lIns="104287" tIns="52144" rIns="104287" bIns="52144" numCol="1" anchor="ctr" anchorCtr="0" compatLnSpc="1">
            <a:prstTxWarp prst="textNoShape">
              <a:avLst/>
            </a:prstTxWarp>
          </a:bodyPr>
          <a:lstStyle>
            <a:lvl1pPr>
              <a:defRPr sz="1400" smtClean="0">
                <a:solidFill>
                  <a:srgbClr val="898989"/>
                </a:solidFill>
              </a:defRPr>
            </a:lvl1pPr>
          </a:lstStyle>
          <a:p>
            <a:pPr>
              <a:defRPr/>
            </a:pPr>
            <a:fld id="{22E5663C-481F-407A-A60F-1F041C634F4F}" type="datetimeFigureOut">
              <a:rPr lang="en-US"/>
              <a:pPr>
                <a:defRPr/>
              </a:pPr>
              <a:t>12/23/2022</a:t>
            </a:fld>
            <a:endParaRPr lang="en-US"/>
          </a:p>
        </p:txBody>
      </p:sp>
      <p:sp>
        <p:nvSpPr>
          <p:cNvPr id="5" name="Footer Placeholder 4"/>
          <p:cNvSpPr>
            <a:spLocks noGrp="1"/>
          </p:cNvSpPr>
          <p:nvPr>
            <p:ph type="ftr" sz="quarter" idx="3"/>
          </p:nvPr>
        </p:nvSpPr>
        <p:spPr>
          <a:xfrm>
            <a:off x="3651250" y="7010400"/>
            <a:ext cx="3386138" cy="401638"/>
          </a:xfrm>
          <a:prstGeom prst="rect">
            <a:avLst/>
          </a:prstGeom>
        </p:spPr>
        <p:txBody>
          <a:bodyPr vert="horz" lIns="104287" tIns="52144" rIns="104287" bIns="52144" rtlCol="0" anchor="ctr"/>
          <a:lstStyle>
            <a:lvl1pPr algn="ctr" defTabSz="521437" fontAlgn="auto">
              <a:spcBef>
                <a:spcPts val="0"/>
              </a:spcBef>
              <a:spcAft>
                <a:spcPts val="0"/>
              </a:spcAft>
              <a:defRPr sz="14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7659688" y="7010400"/>
            <a:ext cx="2493962" cy="401638"/>
          </a:xfrm>
          <a:prstGeom prst="rect">
            <a:avLst/>
          </a:prstGeom>
        </p:spPr>
        <p:txBody>
          <a:bodyPr vert="horz" wrap="square" lIns="104287" tIns="52144" rIns="104287" bIns="52144" numCol="1" anchor="ctr" anchorCtr="0" compatLnSpc="1">
            <a:prstTxWarp prst="textNoShape">
              <a:avLst/>
            </a:prstTxWarp>
          </a:bodyPr>
          <a:lstStyle>
            <a:lvl1pPr algn="r">
              <a:defRPr sz="1400" smtClean="0">
                <a:solidFill>
                  <a:srgbClr val="898989"/>
                </a:solidFill>
              </a:defRPr>
            </a:lvl1pPr>
          </a:lstStyle>
          <a:p>
            <a:pPr>
              <a:defRPr/>
            </a:pPr>
            <a:fld id="{F1FCD700-A755-4C30-8B04-5025159A3A5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p:titleStyle>
    <p:bodyStyle>
      <a:lvl1pPr marL="390525" indent="-390525" algn="l" defTabSz="520700" rtl="0" eaLnBrk="0" fontAlgn="base" hangingPunct="0">
        <a:spcBef>
          <a:spcPct val="20000"/>
        </a:spcBef>
        <a:spcAft>
          <a:spcPct val="0"/>
        </a:spcAft>
        <a:buFont typeface="Arial" pitchFamily="34" charset="0"/>
        <a:buChar char="•"/>
        <a:defRPr sz="3600" kern="1200">
          <a:solidFill>
            <a:schemeClr val="tx1"/>
          </a:solidFill>
          <a:latin typeface="Open Sans"/>
          <a:ea typeface="MS PGothic" pitchFamily="34" charset="-128"/>
          <a:cs typeface="Open Sans"/>
        </a:defRPr>
      </a:lvl1pPr>
      <a:lvl2pPr marL="846138" indent="-325438" algn="l" defTabSz="520700" rtl="0" eaLnBrk="0" fontAlgn="base" hangingPunct="0">
        <a:spcBef>
          <a:spcPct val="20000"/>
        </a:spcBef>
        <a:spcAft>
          <a:spcPct val="0"/>
        </a:spcAft>
        <a:buFont typeface="Arial" pitchFamily="34" charset="0"/>
        <a:buChar char="–"/>
        <a:defRPr sz="3200" kern="1200">
          <a:solidFill>
            <a:schemeClr val="tx1"/>
          </a:solidFill>
          <a:latin typeface="Open Sans"/>
          <a:ea typeface="MS PGothic" pitchFamily="34" charset="-128"/>
          <a:cs typeface="+mn-cs"/>
        </a:defRPr>
      </a:lvl2pPr>
      <a:lvl3pPr marL="1303338" indent="-260350" algn="l" defTabSz="520700" rtl="0" eaLnBrk="0" fontAlgn="base" hangingPunct="0">
        <a:spcBef>
          <a:spcPct val="20000"/>
        </a:spcBef>
        <a:spcAft>
          <a:spcPct val="0"/>
        </a:spcAft>
        <a:buFont typeface="Arial" pitchFamily="34" charset="0"/>
        <a:buChar char="•"/>
        <a:defRPr sz="2700" kern="1200">
          <a:solidFill>
            <a:schemeClr val="tx1"/>
          </a:solidFill>
          <a:latin typeface="Open Sans"/>
          <a:ea typeface="MS PGothic" pitchFamily="34" charset="-128"/>
          <a:cs typeface="+mn-cs"/>
        </a:defRPr>
      </a:lvl3pPr>
      <a:lvl4pPr marL="1824038" indent="-260350"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4pPr>
      <a:lvl5pPr marL="2346325" indent="-260350"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5pPr>
      <a:lvl6pPr marL="2867901" indent="-260718" algn="l" defTabSz="521437" rtl="0" eaLnBrk="1" latinLnBrk="0" hangingPunct="1">
        <a:spcBef>
          <a:spcPct val="20000"/>
        </a:spcBef>
        <a:buFont typeface="Arial"/>
        <a:buChar char="•"/>
        <a:defRPr sz="2300" kern="1200">
          <a:solidFill>
            <a:schemeClr val="tx1"/>
          </a:solidFill>
          <a:latin typeface="+mn-lt"/>
          <a:ea typeface="+mn-ea"/>
          <a:cs typeface="+mn-cs"/>
        </a:defRPr>
      </a:lvl6pPr>
      <a:lvl7pPr marL="3389338" indent="-260718" algn="l" defTabSz="521437" rtl="0" eaLnBrk="1" latinLnBrk="0" hangingPunct="1">
        <a:spcBef>
          <a:spcPct val="20000"/>
        </a:spcBef>
        <a:buFont typeface="Arial"/>
        <a:buChar char="•"/>
        <a:defRPr sz="2300" kern="1200">
          <a:solidFill>
            <a:schemeClr val="tx1"/>
          </a:solidFill>
          <a:latin typeface="+mn-lt"/>
          <a:ea typeface="+mn-ea"/>
          <a:cs typeface="+mn-cs"/>
        </a:defRPr>
      </a:lvl7pPr>
      <a:lvl8pPr marL="3910775" indent="-260718" algn="l" defTabSz="521437" rtl="0" eaLnBrk="1" latinLnBrk="0" hangingPunct="1">
        <a:spcBef>
          <a:spcPct val="20000"/>
        </a:spcBef>
        <a:buFont typeface="Arial"/>
        <a:buChar char="•"/>
        <a:defRPr sz="2300" kern="1200">
          <a:solidFill>
            <a:schemeClr val="tx1"/>
          </a:solidFill>
          <a:latin typeface="+mn-lt"/>
          <a:ea typeface="+mn-ea"/>
          <a:cs typeface="+mn-cs"/>
        </a:defRPr>
      </a:lvl8pPr>
      <a:lvl9pPr marL="4432211" indent="-260718" algn="l" defTabSz="521437"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21437" rtl="0" eaLnBrk="1" latinLnBrk="0" hangingPunct="1">
        <a:defRPr sz="2100" kern="1200">
          <a:solidFill>
            <a:schemeClr val="tx1"/>
          </a:solidFill>
          <a:latin typeface="+mn-lt"/>
          <a:ea typeface="+mn-ea"/>
          <a:cs typeface="+mn-cs"/>
        </a:defRPr>
      </a:lvl1pPr>
      <a:lvl2pPr marL="521437" algn="l" defTabSz="521437" rtl="0" eaLnBrk="1" latinLnBrk="0" hangingPunct="1">
        <a:defRPr sz="2100" kern="1200">
          <a:solidFill>
            <a:schemeClr val="tx1"/>
          </a:solidFill>
          <a:latin typeface="+mn-lt"/>
          <a:ea typeface="+mn-ea"/>
          <a:cs typeface="+mn-cs"/>
        </a:defRPr>
      </a:lvl2pPr>
      <a:lvl3pPr marL="1042873" algn="l" defTabSz="521437" rtl="0" eaLnBrk="1" latinLnBrk="0" hangingPunct="1">
        <a:defRPr sz="2100" kern="1200">
          <a:solidFill>
            <a:schemeClr val="tx1"/>
          </a:solidFill>
          <a:latin typeface="+mn-lt"/>
          <a:ea typeface="+mn-ea"/>
          <a:cs typeface="+mn-cs"/>
        </a:defRPr>
      </a:lvl3pPr>
      <a:lvl4pPr marL="1564310" algn="l" defTabSz="521437" rtl="0" eaLnBrk="1" latinLnBrk="0" hangingPunct="1">
        <a:defRPr sz="2100" kern="1200">
          <a:solidFill>
            <a:schemeClr val="tx1"/>
          </a:solidFill>
          <a:latin typeface="+mn-lt"/>
          <a:ea typeface="+mn-ea"/>
          <a:cs typeface="+mn-cs"/>
        </a:defRPr>
      </a:lvl4pPr>
      <a:lvl5pPr marL="2085746" algn="l" defTabSz="521437" rtl="0" eaLnBrk="1" latinLnBrk="0" hangingPunct="1">
        <a:defRPr sz="2100" kern="1200">
          <a:solidFill>
            <a:schemeClr val="tx1"/>
          </a:solidFill>
          <a:latin typeface="+mn-lt"/>
          <a:ea typeface="+mn-ea"/>
          <a:cs typeface="+mn-cs"/>
        </a:defRPr>
      </a:lvl5pPr>
      <a:lvl6pPr marL="2607183" algn="l" defTabSz="521437" rtl="0" eaLnBrk="1" latinLnBrk="0" hangingPunct="1">
        <a:defRPr sz="2100" kern="1200">
          <a:solidFill>
            <a:schemeClr val="tx1"/>
          </a:solidFill>
          <a:latin typeface="+mn-lt"/>
          <a:ea typeface="+mn-ea"/>
          <a:cs typeface="+mn-cs"/>
        </a:defRPr>
      </a:lvl6pPr>
      <a:lvl7pPr marL="3128620" algn="l" defTabSz="521437" rtl="0" eaLnBrk="1" latinLnBrk="0" hangingPunct="1">
        <a:defRPr sz="2100" kern="1200">
          <a:solidFill>
            <a:schemeClr val="tx1"/>
          </a:solidFill>
          <a:latin typeface="+mn-lt"/>
          <a:ea typeface="+mn-ea"/>
          <a:cs typeface="+mn-cs"/>
        </a:defRPr>
      </a:lvl7pPr>
      <a:lvl8pPr marL="3650056" algn="l" defTabSz="521437" rtl="0" eaLnBrk="1" latinLnBrk="0" hangingPunct="1">
        <a:defRPr sz="2100" kern="1200">
          <a:solidFill>
            <a:schemeClr val="tx1"/>
          </a:solidFill>
          <a:latin typeface="+mn-lt"/>
          <a:ea typeface="+mn-ea"/>
          <a:cs typeface="+mn-cs"/>
        </a:defRPr>
      </a:lvl8pPr>
      <a:lvl9pPr marL="4171493" algn="l" defTabSz="521437"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en.wikipedia.org/wiki/SIMD" TargetMode="External"/><Relationship Id="rId2" Type="http://schemas.openxmlformats.org/officeDocument/2006/relationships/hyperlink" Target="https://en.wikipedia.org/wiki/FPGA" TargetMode="External"/><Relationship Id="rId1" Type="http://schemas.openxmlformats.org/officeDocument/2006/relationships/slideLayout" Target="../slideLayouts/slideLayout2.xml"/><Relationship Id="rId4" Type="http://schemas.openxmlformats.org/officeDocument/2006/relationships/hyperlink" Target="https://en.wikipedia.org/wiki/BLAST_(biotechnology)#cite_note-29"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CE9AF79D-845E-461B-ADC4-7B9B51F04481}"/>
              </a:ext>
            </a:extLst>
          </p:cNvPr>
          <p:cNvSpPr>
            <a:spLocks noChangeArrowheads="1"/>
          </p:cNvSpPr>
          <p:nvPr/>
        </p:nvSpPr>
        <p:spPr bwMode="auto">
          <a:xfrm>
            <a:off x="2120202" y="2029767"/>
            <a:ext cx="8568435" cy="1010294"/>
          </a:xfrm>
          <a:prstGeom prst="rect">
            <a:avLst/>
          </a:prstGeom>
          <a:noFill/>
          <a:ln w="9525">
            <a:noFill/>
            <a:miter lim="800000"/>
            <a:headEnd/>
            <a:tailEnd/>
          </a:ln>
        </p:spPr>
        <p:txBody>
          <a:bodyPr/>
          <a:lstStyle/>
          <a:p>
            <a:pPr>
              <a:spcBef>
                <a:spcPct val="20000"/>
              </a:spcBef>
              <a:tabLst>
                <a:tab pos="1320800" algn="l"/>
                <a:tab pos="2054225" algn="l"/>
              </a:tabLst>
            </a:pPr>
            <a:r>
              <a:rPr lang="en-US" sz="2400" dirty="0">
                <a:solidFill>
                  <a:schemeClr val="bg1"/>
                </a:solidFill>
                <a:latin typeface="Open Sans"/>
              </a:rPr>
              <a:t>Course		 	: </a:t>
            </a:r>
            <a:r>
              <a:rPr lang="en-HK" sz="2400" dirty="0">
                <a:solidFill>
                  <a:schemeClr val="bg1"/>
                </a:solidFill>
                <a:latin typeface="Open Sans"/>
              </a:rPr>
              <a:t>Computational Physics and Biology</a:t>
            </a:r>
            <a:endParaRPr lang="en-US" sz="2400" dirty="0">
              <a:solidFill>
                <a:schemeClr val="bg1"/>
              </a:solidFill>
              <a:latin typeface="Open Sans"/>
            </a:endParaRPr>
          </a:p>
          <a:p>
            <a:pPr>
              <a:spcBef>
                <a:spcPct val="20000"/>
              </a:spcBef>
              <a:tabLst>
                <a:tab pos="1320800" algn="l"/>
                <a:tab pos="2054225" algn="l"/>
              </a:tabLst>
            </a:pPr>
            <a:r>
              <a:rPr lang="en-US" sz="2400" dirty="0">
                <a:solidFill>
                  <a:schemeClr val="bg1"/>
                </a:solidFill>
                <a:latin typeface="Open Sans"/>
              </a:rPr>
              <a:t>Effective Period	: June 2022</a:t>
            </a:r>
            <a:endParaRPr lang="en-US" sz="1400" dirty="0">
              <a:solidFill>
                <a:schemeClr val="bg1"/>
              </a:solidFill>
              <a:latin typeface="Open Sans"/>
            </a:endParaRPr>
          </a:p>
        </p:txBody>
      </p:sp>
      <p:sp>
        <p:nvSpPr>
          <p:cNvPr id="18" name="Rectangle 6">
            <a:extLst>
              <a:ext uri="{FF2B5EF4-FFF2-40B4-BE49-F238E27FC236}">
                <a16:creationId xmlns:a16="http://schemas.microsoft.com/office/drawing/2014/main" id="{32DB365E-C0A0-4B3F-B6B1-8D39827C09A3}"/>
              </a:ext>
            </a:extLst>
          </p:cNvPr>
          <p:cNvSpPr txBox="1">
            <a:spLocks noChangeArrowheads="1"/>
          </p:cNvSpPr>
          <p:nvPr/>
        </p:nvSpPr>
        <p:spPr>
          <a:xfrm>
            <a:off x="2120201" y="3754525"/>
            <a:ext cx="8568435" cy="2384425"/>
          </a:xfrm>
          <a:prstGeom prst="rect">
            <a:avLst/>
          </a:prstGeom>
          <a:noFill/>
        </p:spPr>
        <p:txBody>
          <a:bodyPr>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eaLnBrk="1" hangingPunct="1"/>
            <a:r>
              <a:rPr lang="en-GB" sz="4000" b="1" dirty="0">
                <a:solidFill>
                  <a:schemeClr val="bg1"/>
                </a:solidFill>
              </a:rPr>
              <a:t>Introduction to Bioinformatics</a:t>
            </a:r>
            <a:br>
              <a:rPr lang="en-AU" dirty="0">
                <a:solidFill>
                  <a:schemeClr val="bg1"/>
                </a:solidFill>
              </a:rPr>
            </a:br>
            <a:br>
              <a:rPr lang="en-AU" dirty="0">
                <a:solidFill>
                  <a:schemeClr val="bg1"/>
                </a:solidFill>
              </a:rPr>
            </a:br>
            <a:r>
              <a:rPr lang="en-US" sz="2800" b="1" dirty="0">
                <a:solidFill>
                  <a:schemeClr val="bg1"/>
                </a:solidFill>
              </a:rPr>
              <a:t>Session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sz="4000" b="1" dirty="0" err="1"/>
              <a:t>Learning</a:t>
            </a:r>
            <a:r>
              <a:rPr lang="id-ID" sz="4000" b="1" dirty="0"/>
              <a:t> </a:t>
            </a:r>
            <a:r>
              <a:rPr lang="id-ID" sz="4000" b="1" dirty="0" err="1"/>
              <a:t>Objectives</a:t>
            </a:r>
            <a:endParaRPr lang="id-ID" sz="4000" b="1" dirty="0"/>
          </a:p>
        </p:txBody>
      </p:sp>
      <p:sp>
        <p:nvSpPr>
          <p:cNvPr id="3" name="Content Placeholder 2"/>
          <p:cNvSpPr>
            <a:spLocks noGrp="1"/>
          </p:cNvSpPr>
          <p:nvPr>
            <p:ph idx="1"/>
          </p:nvPr>
        </p:nvSpPr>
        <p:spPr/>
        <p:txBody>
          <a:bodyPr/>
          <a:lstStyle/>
          <a:p>
            <a:r>
              <a:rPr lang="en-AU" dirty="0">
                <a:latin typeface="Open Sans" panose="020B0606030504020204" pitchFamily="34" charset="0"/>
                <a:ea typeface="Open Sans" panose="020B0606030504020204" pitchFamily="34" charset="0"/>
                <a:cs typeface="Open Sans" panose="020B0606030504020204" pitchFamily="34" charset="0"/>
              </a:rPr>
              <a:t>Sequence Alignment</a:t>
            </a:r>
          </a:p>
          <a:p>
            <a:r>
              <a:rPr lang="en-AU" dirty="0" err="1">
                <a:latin typeface="Open Sans" panose="020B0606030504020204" pitchFamily="34" charset="0"/>
                <a:ea typeface="Open Sans" panose="020B0606030504020204" pitchFamily="34" charset="0"/>
                <a:cs typeface="Open Sans" panose="020B0606030504020204" pitchFamily="34" charset="0"/>
              </a:rPr>
              <a:t>Similiarity</a:t>
            </a:r>
            <a:r>
              <a:rPr lang="en-AU" dirty="0">
                <a:latin typeface="Open Sans" panose="020B0606030504020204" pitchFamily="34" charset="0"/>
                <a:ea typeface="Open Sans" panose="020B0606030504020204" pitchFamily="34" charset="0"/>
                <a:cs typeface="Open Sans" panose="020B0606030504020204" pitchFamily="34" charset="0"/>
              </a:rPr>
              <a:t> and Identity</a:t>
            </a:r>
          </a:p>
          <a:p>
            <a:r>
              <a:rPr lang="en-AU" dirty="0">
                <a:latin typeface="Open Sans" panose="020B0606030504020204" pitchFamily="34" charset="0"/>
                <a:ea typeface="Open Sans" panose="020B0606030504020204" pitchFamily="34" charset="0"/>
                <a:cs typeface="Open Sans" panose="020B0606030504020204" pitchFamily="34" charset="0"/>
              </a:rPr>
              <a:t>Global and Local Alignment</a:t>
            </a:r>
          </a:p>
          <a:p>
            <a:r>
              <a:rPr lang="en-AU" dirty="0">
                <a:latin typeface="Open Sans" panose="020B0606030504020204" pitchFamily="34" charset="0"/>
                <a:ea typeface="Open Sans" panose="020B0606030504020204" pitchFamily="34" charset="0"/>
                <a:cs typeface="Open Sans" panose="020B0606030504020204" pitchFamily="34" charset="0"/>
              </a:rPr>
              <a:t>Simple Alignment &amp; Scoring</a:t>
            </a:r>
          </a:p>
          <a:p>
            <a:r>
              <a:rPr lang="en-AU" dirty="0">
                <a:latin typeface="Open Sans" panose="020B0606030504020204" pitchFamily="34" charset="0"/>
                <a:ea typeface="Open Sans" panose="020B0606030504020204" pitchFamily="34" charset="0"/>
                <a:cs typeface="Open Sans" panose="020B0606030504020204" pitchFamily="34" charset="0"/>
              </a:rPr>
              <a:t>BLAST</a:t>
            </a:r>
          </a:p>
          <a:p>
            <a:endParaRPr lang="en-AU" dirty="0">
              <a:effectLst/>
              <a:latin typeface="Open Sans" panose="020B0606030504020204" pitchFamily="34" charset="0"/>
              <a:ea typeface="Open Sans" panose="020B0606030504020204" pitchFamily="34" charset="0"/>
              <a:cs typeface="Open Sans" panose="020B0606030504020204" pitchFamily="34" charset="0"/>
            </a:endParaRPr>
          </a:p>
          <a:p>
            <a:endParaRPr lang="id-ID" dirty="0">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560658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FA48A9B-5646-4F96-80A5-8C869EC67C07}"/>
              </a:ext>
            </a:extLst>
          </p:cNvPr>
          <p:cNvPicPr>
            <a:picLocks noChangeAspect="1"/>
          </p:cNvPicPr>
          <p:nvPr/>
        </p:nvPicPr>
        <p:blipFill>
          <a:blip r:embed="rId2"/>
          <a:stretch>
            <a:fillRect/>
          </a:stretch>
        </p:blipFill>
        <p:spPr>
          <a:xfrm>
            <a:off x="2556163" y="4081328"/>
            <a:ext cx="5955653" cy="3213899"/>
          </a:xfrm>
          <a:prstGeom prst="rect">
            <a:avLst/>
          </a:prstGeom>
        </p:spPr>
      </p:pic>
      <p:sp>
        <p:nvSpPr>
          <p:cNvPr id="12" name="Rectangle 11">
            <a:extLst>
              <a:ext uri="{FF2B5EF4-FFF2-40B4-BE49-F238E27FC236}">
                <a16:creationId xmlns:a16="http://schemas.microsoft.com/office/drawing/2014/main" id="{B35C6DFB-AB91-4B8F-B19D-559F6B82A741}"/>
              </a:ext>
            </a:extLst>
          </p:cNvPr>
          <p:cNvSpPr/>
          <p:nvPr/>
        </p:nvSpPr>
        <p:spPr>
          <a:xfrm>
            <a:off x="1238250" y="1517515"/>
            <a:ext cx="8892886" cy="2862322"/>
          </a:xfrm>
          <a:prstGeom prst="rect">
            <a:avLst/>
          </a:prstGeom>
        </p:spPr>
        <p:txBody>
          <a:bodyPr wrap="square">
            <a:spAutoFit/>
          </a:bodyPr>
          <a:lstStyle/>
          <a:p>
            <a:pPr algn="just"/>
            <a:r>
              <a:rPr lang="en-US" sz="1800" dirty="0">
                <a:solidFill>
                  <a:srgbClr val="000000"/>
                </a:solidFill>
                <a:latin typeface="Arial" panose="020B0604020202020204" pitchFamily="34" charset="0"/>
              </a:rPr>
              <a:t>When we have two sets of DNA sequences, as Biologists we would certainly want to know their similarity profile. This is because similarity tells a lot about genetic conservation and their functions.</a:t>
            </a:r>
          </a:p>
          <a:p>
            <a:pPr algn="just"/>
            <a:endParaRPr lang="en-US" sz="1800" dirty="0">
              <a:solidFill>
                <a:srgbClr val="000000"/>
              </a:solidFill>
              <a:latin typeface="Arial" panose="020B0604020202020204" pitchFamily="34" charset="0"/>
            </a:endParaRPr>
          </a:p>
          <a:p>
            <a:pPr algn="just"/>
            <a:r>
              <a:rPr lang="en-US" sz="1800" dirty="0">
                <a:solidFill>
                  <a:srgbClr val="000000"/>
                </a:solidFill>
                <a:latin typeface="Arial" panose="020B0604020202020204" pitchFamily="34" charset="0"/>
              </a:rPr>
              <a:t>To be able to do so, a task known as sequence alignment has to be performed to find the blocks of matches and pinpoint any mutation that are of interest. These blocks of matched DNA bases are technically inferring the level of biological conservation between these two sequences.</a:t>
            </a:r>
          </a:p>
          <a:p>
            <a:pPr algn="just"/>
            <a:endParaRPr lang="en-US" sz="1800" dirty="0">
              <a:solidFill>
                <a:srgbClr val="000000"/>
              </a:solidFill>
              <a:latin typeface="Arial" panose="020B0604020202020204" pitchFamily="34" charset="0"/>
            </a:endParaRPr>
          </a:p>
          <a:p>
            <a:pPr algn="just"/>
            <a:endParaRPr lang="en-US" sz="1800" dirty="0">
              <a:solidFill>
                <a:srgbClr val="000000"/>
              </a:solidFill>
              <a:latin typeface="Arial" panose="020B0604020202020204" pitchFamily="34" charset="0"/>
            </a:endParaRPr>
          </a:p>
        </p:txBody>
      </p:sp>
      <p:sp>
        <p:nvSpPr>
          <p:cNvPr id="13" name="Title 1">
            <a:extLst>
              <a:ext uri="{FF2B5EF4-FFF2-40B4-BE49-F238E27FC236}">
                <a16:creationId xmlns:a16="http://schemas.microsoft.com/office/drawing/2014/main" id="{2107014C-6DA2-445E-8632-9E1AEC574392}"/>
              </a:ext>
            </a:extLst>
          </p:cNvPr>
          <p:cNvSpPr>
            <a:spLocks noGrp="1"/>
          </p:cNvSpPr>
          <p:nvPr>
            <p:ph type="title"/>
          </p:nvPr>
        </p:nvSpPr>
        <p:spPr>
          <a:xfrm>
            <a:off x="1238250" y="875489"/>
            <a:ext cx="9618662" cy="642026"/>
          </a:xfrm>
        </p:spPr>
        <p:txBody>
          <a:bodyPr/>
          <a:lstStyle/>
          <a:p>
            <a:r>
              <a:rPr lang="en-US" sz="2800" b="1" dirty="0"/>
              <a:t>Sequence Alignment</a:t>
            </a:r>
            <a:endParaRPr lang="id-ID" sz="2800" b="1" dirty="0"/>
          </a:p>
        </p:txBody>
      </p:sp>
    </p:spTree>
    <p:extLst>
      <p:ext uri="{BB962C8B-B14F-4D97-AF65-F5344CB8AC3E}">
        <p14:creationId xmlns:p14="http://schemas.microsoft.com/office/powerpoint/2010/main" val="926067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5C6DFB-AB91-4B8F-B19D-559F6B82A741}"/>
              </a:ext>
            </a:extLst>
          </p:cNvPr>
          <p:cNvSpPr/>
          <p:nvPr/>
        </p:nvSpPr>
        <p:spPr>
          <a:xfrm>
            <a:off x="1238250" y="1517515"/>
            <a:ext cx="8892886" cy="8079135"/>
          </a:xfrm>
          <a:prstGeom prst="rect">
            <a:avLst/>
          </a:prstGeom>
        </p:spPr>
        <p:txBody>
          <a:bodyPr wrap="square">
            <a:spAutoFit/>
          </a:bodyPr>
          <a:lstStyle/>
          <a:p>
            <a:endParaRPr lang="en-HK" dirty="0"/>
          </a:p>
          <a:p>
            <a:r>
              <a:rPr lang="en-US" dirty="0"/>
              <a:t>Identifying similarity between two sequences</a:t>
            </a:r>
          </a:p>
          <a:p>
            <a:r>
              <a:rPr lang="en-US" dirty="0"/>
              <a:t>2.Sequence specifies the function of a protein</a:t>
            </a:r>
          </a:p>
          <a:p>
            <a:r>
              <a:rPr lang="en-US" dirty="0"/>
              <a:t>3.Similarity in sequence can imply similarity in function.</a:t>
            </a:r>
          </a:p>
          <a:p>
            <a:r>
              <a:rPr lang="en-US" dirty="0"/>
              <a:t>•Assign function to uncharacterized sequences based on characterized sequences</a:t>
            </a:r>
          </a:p>
          <a:p>
            <a:r>
              <a:rPr lang="en-US" dirty="0"/>
              <a:t>4.Sequence from different species can be compared to estimate the evolutionary relationships between species </a:t>
            </a:r>
          </a:p>
          <a:p>
            <a:endParaRPr lang="en-US" dirty="0"/>
          </a:p>
          <a:p>
            <a:endParaRPr lang="en-HK" dirty="0"/>
          </a:p>
          <a:p>
            <a:r>
              <a:rPr lang="en-US" dirty="0"/>
              <a:t>First of all, we need sequence alignment to identify regions of similarities between sequences. Sequences with high similarities contain similar biological function.</a:t>
            </a:r>
          </a:p>
          <a:p>
            <a:r>
              <a:rPr lang="en-US" dirty="0"/>
              <a:t>•The level of similarities also contains the information of evolutionary relationships between species. For example comparing between human DNA and the DNA from monkeys.</a:t>
            </a:r>
          </a:p>
          <a:p>
            <a:endParaRPr lang="en-US" dirty="0"/>
          </a:p>
          <a:p>
            <a:r>
              <a:rPr lang="en-US" dirty="0"/>
              <a:t>Sequence Alignment is the KEY to:</a:t>
            </a:r>
          </a:p>
          <a:p>
            <a:r>
              <a:rPr lang="en-US" dirty="0"/>
              <a:t>1.Finding important regions of interest in DNA, RNA sequences and/or Amino Acid residues.</a:t>
            </a:r>
          </a:p>
          <a:p>
            <a:r>
              <a:rPr lang="en-US" dirty="0"/>
              <a:t>2.Predict / determine biological functions.</a:t>
            </a:r>
          </a:p>
          <a:p>
            <a:r>
              <a:rPr lang="en-US" dirty="0"/>
              <a:t>3.Predict / determine / evaluate genetic evolution.</a:t>
            </a:r>
          </a:p>
          <a:p>
            <a:endParaRPr lang="en-US" dirty="0"/>
          </a:p>
          <a:p>
            <a:endParaRPr lang="en-US" dirty="0"/>
          </a:p>
        </p:txBody>
      </p:sp>
      <p:sp>
        <p:nvSpPr>
          <p:cNvPr id="13" name="Title 1">
            <a:extLst>
              <a:ext uri="{FF2B5EF4-FFF2-40B4-BE49-F238E27FC236}">
                <a16:creationId xmlns:a16="http://schemas.microsoft.com/office/drawing/2014/main" id="{2107014C-6DA2-445E-8632-9E1AEC574392}"/>
              </a:ext>
            </a:extLst>
          </p:cNvPr>
          <p:cNvSpPr>
            <a:spLocks noGrp="1"/>
          </p:cNvSpPr>
          <p:nvPr>
            <p:ph type="title"/>
          </p:nvPr>
        </p:nvSpPr>
        <p:spPr>
          <a:xfrm>
            <a:off x="1238250" y="875489"/>
            <a:ext cx="9618662" cy="642026"/>
          </a:xfrm>
        </p:spPr>
        <p:txBody>
          <a:bodyPr/>
          <a:lstStyle/>
          <a:p>
            <a:r>
              <a:rPr lang="en-US" sz="2800" b="1" dirty="0"/>
              <a:t>Sequence Alignment</a:t>
            </a:r>
            <a:endParaRPr lang="id-ID" sz="2800" b="1" dirty="0"/>
          </a:p>
        </p:txBody>
      </p:sp>
    </p:spTree>
    <p:extLst>
      <p:ext uri="{BB962C8B-B14F-4D97-AF65-F5344CB8AC3E}">
        <p14:creationId xmlns:p14="http://schemas.microsoft.com/office/powerpoint/2010/main" val="1753019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5C6DFB-AB91-4B8F-B19D-559F6B82A741}"/>
              </a:ext>
            </a:extLst>
          </p:cNvPr>
          <p:cNvSpPr/>
          <p:nvPr/>
        </p:nvSpPr>
        <p:spPr>
          <a:xfrm>
            <a:off x="1238250" y="1590251"/>
            <a:ext cx="8892886" cy="1200329"/>
          </a:xfrm>
          <a:prstGeom prst="rect">
            <a:avLst/>
          </a:prstGeom>
        </p:spPr>
        <p:txBody>
          <a:bodyPr wrap="square">
            <a:spAutoFit/>
          </a:bodyPr>
          <a:lstStyle/>
          <a:p>
            <a:r>
              <a:rPr lang="en-US" sz="1800" dirty="0"/>
              <a:t>Sequence alignment will be able to uncover the evolutionary relationship between closely and loosely related species. By doing so we will be able to know the history of creation and specific things such as shared genes and unique genes which are important in the study of healthcare, pharmacy and genetic engineering.</a:t>
            </a:r>
          </a:p>
        </p:txBody>
      </p:sp>
      <p:sp>
        <p:nvSpPr>
          <p:cNvPr id="13" name="Title 1">
            <a:extLst>
              <a:ext uri="{FF2B5EF4-FFF2-40B4-BE49-F238E27FC236}">
                <a16:creationId xmlns:a16="http://schemas.microsoft.com/office/drawing/2014/main" id="{2107014C-6DA2-445E-8632-9E1AEC574392}"/>
              </a:ext>
            </a:extLst>
          </p:cNvPr>
          <p:cNvSpPr>
            <a:spLocks noGrp="1"/>
          </p:cNvSpPr>
          <p:nvPr>
            <p:ph type="title"/>
          </p:nvPr>
        </p:nvSpPr>
        <p:spPr>
          <a:xfrm>
            <a:off x="1238250" y="875489"/>
            <a:ext cx="9618662" cy="642026"/>
          </a:xfrm>
        </p:spPr>
        <p:txBody>
          <a:bodyPr/>
          <a:lstStyle/>
          <a:p>
            <a:r>
              <a:rPr lang="en-US" sz="2800" b="1" dirty="0"/>
              <a:t>Sequence Alignment</a:t>
            </a:r>
            <a:endParaRPr lang="id-ID" sz="2800" b="1" dirty="0"/>
          </a:p>
        </p:txBody>
      </p:sp>
      <p:pic>
        <p:nvPicPr>
          <p:cNvPr id="2" name="Picture 1">
            <a:extLst>
              <a:ext uri="{FF2B5EF4-FFF2-40B4-BE49-F238E27FC236}">
                <a16:creationId xmlns:a16="http://schemas.microsoft.com/office/drawing/2014/main" id="{C2857C47-F2CF-4C56-8904-AD5BF0E15EEB}"/>
              </a:ext>
            </a:extLst>
          </p:cNvPr>
          <p:cNvPicPr>
            <a:picLocks noChangeAspect="1"/>
          </p:cNvPicPr>
          <p:nvPr/>
        </p:nvPicPr>
        <p:blipFill>
          <a:blip r:embed="rId2"/>
          <a:stretch>
            <a:fillRect/>
          </a:stretch>
        </p:blipFill>
        <p:spPr>
          <a:xfrm>
            <a:off x="2422659" y="3105212"/>
            <a:ext cx="5843319" cy="3662362"/>
          </a:xfrm>
          <a:prstGeom prst="rect">
            <a:avLst/>
          </a:prstGeom>
        </p:spPr>
      </p:pic>
    </p:spTree>
    <p:extLst>
      <p:ext uri="{BB962C8B-B14F-4D97-AF65-F5344CB8AC3E}">
        <p14:creationId xmlns:p14="http://schemas.microsoft.com/office/powerpoint/2010/main" val="2840628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5C6DFB-AB91-4B8F-B19D-559F6B82A741}"/>
              </a:ext>
            </a:extLst>
          </p:cNvPr>
          <p:cNvSpPr/>
          <p:nvPr/>
        </p:nvSpPr>
        <p:spPr>
          <a:xfrm>
            <a:off x="1238250" y="1590251"/>
            <a:ext cx="8892886" cy="3970318"/>
          </a:xfrm>
          <a:prstGeom prst="rect">
            <a:avLst/>
          </a:prstGeom>
        </p:spPr>
        <p:txBody>
          <a:bodyPr wrap="square">
            <a:spAutoFit/>
          </a:bodyPr>
          <a:lstStyle/>
          <a:p>
            <a:endParaRPr lang="en-HK" dirty="0"/>
          </a:p>
          <a:p>
            <a:r>
              <a:rPr lang="en-HK" b="1" dirty="0"/>
              <a:t>Term 1 –Similarity</a:t>
            </a:r>
            <a:endParaRPr lang="en-HK" dirty="0"/>
          </a:p>
          <a:p>
            <a:r>
              <a:rPr lang="en-US" dirty="0"/>
              <a:t>1.Statistical assessment on how well database and query sequences match that can infer homology.</a:t>
            </a:r>
          </a:p>
          <a:p>
            <a:r>
              <a:rPr lang="en-US" dirty="0"/>
              <a:t>2.This term usually being used in amino acid sequence similarity searching.</a:t>
            </a:r>
          </a:p>
          <a:p>
            <a:endParaRPr lang="en-HK" dirty="0"/>
          </a:p>
          <a:p>
            <a:r>
              <a:rPr lang="en-HK" b="1" dirty="0"/>
              <a:t>Term 2 –Identity</a:t>
            </a:r>
            <a:endParaRPr lang="en-HK" dirty="0"/>
          </a:p>
          <a:p>
            <a:r>
              <a:rPr lang="en-US" dirty="0"/>
              <a:t>1.Sequence identity is the amount of characters which match exactly between two different sequences.</a:t>
            </a:r>
          </a:p>
          <a:p>
            <a:r>
              <a:rPr lang="en-US" dirty="0"/>
              <a:t>2.Hereby, gaps are not counted and the measurement is relational to the shorter of the two sequences.</a:t>
            </a:r>
          </a:p>
          <a:p>
            <a:endParaRPr lang="en-US" dirty="0"/>
          </a:p>
        </p:txBody>
      </p:sp>
      <p:sp>
        <p:nvSpPr>
          <p:cNvPr id="13" name="Title 1">
            <a:extLst>
              <a:ext uri="{FF2B5EF4-FFF2-40B4-BE49-F238E27FC236}">
                <a16:creationId xmlns:a16="http://schemas.microsoft.com/office/drawing/2014/main" id="{2107014C-6DA2-445E-8632-9E1AEC574392}"/>
              </a:ext>
            </a:extLst>
          </p:cNvPr>
          <p:cNvSpPr>
            <a:spLocks noGrp="1"/>
          </p:cNvSpPr>
          <p:nvPr>
            <p:ph type="title"/>
          </p:nvPr>
        </p:nvSpPr>
        <p:spPr>
          <a:xfrm>
            <a:off x="1238250" y="875489"/>
            <a:ext cx="9618662" cy="642026"/>
          </a:xfrm>
        </p:spPr>
        <p:txBody>
          <a:bodyPr/>
          <a:lstStyle/>
          <a:p>
            <a:r>
              <a:rPr lang="en-US" sz="2800" b="1" dirty="0" err="1"/>
              <a:t>Similiarity</a:t>
            </a:r>
            <a:r>
              <a:rPr lang="en-US" sz="2800" b="1" dirty="0"/>
              <a:t> VS Identity</a:t>
            </a:r>
            <a:endParaRPr lang="id-ID" sz="2800" b="1" dirty="0"/>
          </a:p>
        </p:txBody>
      </p:sp>
    </p:spTree>
    <p:extLst>
      <p:ext uri="{BB962C8B-B14F-4D97-AF65-F5344CB8AC3E}">
        <p14:creationId xmlns:p14="http://schemas.microsoft.com/office/powerpoint/2010/main" val="667011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107014C-6DA2-445E-8632-9E1AEC574392}"/>
              </a:ext>
            </a:extLst>
          </p:cNvPr>
          <p:cNvSpPr>
            <a:spLocks noGrp="1"/>
          </p:cNvSpPr>
          <p:nvPr>
            <p:ph type="title"/>
          </p:nvPr>
        </p:nvSpPr>
        <p:spPr>
          <a:xfrm>
            <a:off x="1238250" y="875489"/>
            <a:ext cx="9618662" cy="642026"/>
          </a:xfrm>
        </p:spPr>
        <p:txBody>
          <a:bodyPr/>
          <a:lstStyle/>
          <a:p>
            <a:r>
              <a:rPr lang="en-US" sz="2800" b="1" dirty="0"/>
              <a:t>Global VS Local Alignment</a:t>
            </a:r>
            <a:endParaRPr lang="id-ID" sz="2800" b="1" dirty="0"/>
          </a:p>
        </p:txBody>
      </p:sp>
      <p:pic>
        <p:nvPicPr>
          <p:cNvPr id="2" name="Picture 1">
            <a:extLst>
              <a:ext uri="{FF2B5EF4-FFF2-40B4-BE49-F238E27FC236}">
                <a16:creationId xmlns:a16="http://schemas.microsoft.com/office/drawing/2014/main" id="{D831D709-C056-4CE3-82D7-44456400EF6F}"/>
              </a:ext>
            </a:extLst>
          </p:cNvPr>
          <p:cNvPicPr>
            <a:picLocks noChangeAspect="1"/>
          </p:cNvPicPr>
          <p:nvPr/>
        </p:nvPicPr>
        <p:blipFill>
          <a:blip r:embed="rId2"/>
          <a:stretch>
            <a:fillRect/>
          </a:stretch>
        </p:blipFill>
        <p:spPr>
          <a:xfrm>
            <a:off x="1206825" y="1603806"/>
            <a:ext cx="8274988" cy="5083555"/>
          </a:xfrm>
          <a:prstGeom prst="rect">
            <a:avLst/>
          </a:prstGeom>
        </p:spPr>
      </p:pic>
    </p:spTree>
    <p:extLst>
      <p:ext uri="{BB962C8B-B14F-4D97-AF65-F5344CB8AC3E}">
        <p14:creationId xmlns:p14="http://schemas.microsoft.com/office/powerpoint/2010/main" val="3966278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F21E8D-D554-4AE1-94EE-86EF1DB7BDC5}"/>
              </a:ext>
            </a:extLst>
          </p:cNvPr>
          <p:cNvSpPr/>
          <p:nvPr/>
        </p:nvSpPr>
        <p:spPr>
          <a:xfrm>
            <a:off x="3530528" y="4966855"/>
            <a:ext cx="2226036" cy="50915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K"/>
          </a:p>
        </p:txBody>
      </p:sp>
      <p:sp>
        <p:nvSpPr>
          <p:cNvPr id="8" name="Rectangle 7">
            <a:extLst>
              <a:ext uri="{FF2B5EF4-FFF2-40B4-BE49-F238E27FC236}">
                <a16:creationId xmlns:a16="http://schemas.microsoft.com/office/drawing/2014/main" id="{85172B34-3F86-4C7D-A8F8-190C6B3D501C}"/>
              </a:ext>
            </a:extLst>
          </p:cNvPr>
          <p:cNvSpPr/>
          <p:nvPr/>
        </p:nvSpPr>
        <p:spPr>
          <a:xfrm>
            <a:off x="6207377" y="4966855"/>
            <a:ext cx="2919186" cy="50915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K"/>
          </a:p>
        </p:txBody>
      </p:sp>
      <p:sp>
        <p:nvSpPr>
          <p:cNvPr id="5" name="Rectangle 4">
            <a:extLst>
              <a:ext uri="{FF2B5EF4-FFF2-40B4-BE49-F238E27FC236}">
                <a16:creationId xmlns:a16="http://schemas.microsoft.com/office/drawing/2014/main" id="{692E840C-9F0E-489F-B303-6E4F1C85AEB7}"/>
              </a:ext>
            </a:extLst>
          </p:cNvPr>
          <p:cNvSpPr/>
          <p:nvPr/>
        </p:nvSpPr>
        <p:spPr>
          <a:xfrm>
            <a:off x="1238250" y="4966855"/>
            <a:ext cx="1661319" cy="50915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K"/>
          </a:p>
        </p:txBody>
      </p:sp>
      <p:sp>
        <p:nvSpPr>
          <p:cNvPr id="13" name="Title 1">
            <a:extLst>
              <a:ext uri="{FF2B5EF4-FFF2-40B4-BE49-F238E27FC236}">
                <a16:creationId xmlns:a16="http://schemas.microsoft.com/office/drawing/2014/main" id="{2107014C-6DA2-445E-8632-9E1AEC574392}"/>
              </a:ext>
            </a:extLst>
          </p:cNvPr>
          <p:cNvSpPr>
            <a:spLocks noGrp="1"/>
          </p:cNvSpPr>
          <p:nvPr>
            <p:ph type="title"/>
          </p:nvPr>
        </p:nvSpPr>
        <p:spPr>
          <a:xfrm>
            <a:off x="1238250" y="875489"/>
            <a:ext cx="9618662" cy="642026"/>
          </a:xfrm>
        </p:spPr>
        <p:txBody>
          <a:bodyPr/>
          <a:lstStyle/>
          <a:p>
            <a:r>
              <a:rPr lang="en-US" sz="2800" b="1" dirty="0"/>
              <a:t>Simple Alignment</a:t>
            </a:r>
            <a:endParaRPr lang="id-ID" sz="2800" b="1" dirty="0"/>
          </a:p>
        </p:txBody>
      </p:sp>
      <p:pic>
        <p:nvPicPr>
          <p:cNvPr id="3" name="Picture 2">
            <a:extLst>
              <a:ext uri="{FF2B5EF4-FFF2-40B4-BE49-F238E27FC236}">
                <a16:creationId xmlns:a16="http://schemas.microsoft.com/office/drawing/2014/main" id="{EEDBB79C-CD80-4AE1-82AE-5B6D7C74D8BE}"/>
              </a:ext>
            </a:extLst>
          </p:cNvPr>
          <p:cNvPicPr>
            <a:picLocks noChangeAspect="1"/>
          </p:cNvPicPr>
          <p:nvPr/>
        </p:nvPicPr>
        <p:blipFill>
          <a:blip r:embed="rId2"/>
          <a:stretch>
            <a:fillRect/>
          </a:stretch>
        </p:blipFill>
        <p:spPr>
          <a:xfrm>
            <a:off x="1487126" y="1624058"/>
            <a:ext cx="7722565" cy="1120486"/>
          </a:xfrm>
          <a:prstGeom prst="rect">
            <a:avLst/>
          </a:prstGeom>
        </p:spPr>
      </p:pic>
      <p:sp>
        <p:nvSpPr>
          <p:cNvPr id="2" name="Rectangle 1">
            <a:extLst>
              <a:ext uri="{FF2B5EF4-FFF2-40B4-BE49-F238E27FC236}">
                <a16:creationId xmlns:a16="http://schemas.microsoft.com/office/drawing/2014/main" id="{E8160A5E-8EB5-456F-9839-D5ACAAFC9A29}"/>
              </a:ext>
            </a:extLst>
          </p:cNvPr>
          <p:cNvSpPr/>
          <p:nvPr/>
        </p:nvSpPr>
        <p:spPr>
          <a:xfrm>
            <a:off x="1487126" y="2979826"/>
            <a:ext cx="7563356" cy="1631216"/>
          </a:xfrm>
          <a:prstGeom prst="rect">
            <a:avLst/>
          </a:prstGeom>
        </p:spPr>
        <p:txBody>
          <a:bodyPr wrap="square">
            <a:spAutoFit/>
          </a:bodyPr>
          <a:lstStyle/>
          <a:p>
            <a:r>
              <a:rPr lang="en-US" sz="2000" dirty="0">
                <a:solidFill>
                  <a:srgbClr val="000000"/>
                </a:solidFill>
                <a:latin typeface="Arial" panose="020B0604020202020204" pitchFamily="34" charset="0"/>
                <a:cs typeface="Arial" panose="020B0604020202020204" pitchFamily="34" charset="0"/>
              </a:rPr>
              <a:t>Take these two DNA sequences as examples. Consider these questions:</a:t>
            </a:r>
          </a:p>
          <a:p>
            <a:endParaRPr lang="en-US" sz="2000" dirty="0">
              <a:solidFill>
                <a:srgbClr val="000000"/>
              </a:solidFill>
              <a:latin typeface="Arial" panose="020B0604020202020204" pitchFamily="34" charset="0"/>
              <a:cs typeface="Arial" panose="020B0604020202020204" pitchFamily="34" charset="0"/>
            </a:endParaRPr>
          </a:p>
          <a:p>
            <a:pPr marL="457200" indent="-457200">
              <a:buAutoNum type="arabicPeriod"/>
            </a:pPr>
            <a:r>
              <a:rPr lang="en-US" sz="2000" dirty="0">
                <a:solidFill>
                  <a:srgbClr val="000000"/>
                </a:solidFill>
                <a:latin typeface="Arial" panose="020B0604020202020204" pitchFamily="34" charset="0"/>
                <a:cs typeface="Arial" panose="020B0604020202020204" pitchFamily="34" charset="0"/>
              </a:rPr>
              <a:t>How do I align them?</a:t>
            </a:r>
          </a:p>
          <a:p>
            <a:pPr marL="457200" indent="-457200">
              <a:buAutoNum type="arabicPeriod"/>
            </a:pPr>
            <a:r>
              <a:rPr lang="en-US" sz="2000" dirty="0">
                <a:solidFill>
                  <a:srgbClr val="000000"/>
                </a:solidFill>
                <a:latin typeface="Arial" panose="020B0604020202020204" pitchFamily="34" charset="0"/>
                <a:cs typeface="Arial" panose="020B0604020202020204" pitchFamily="34" charset="0"/>
              </a:rPr>
              <a:t>How do I interpret the alignment?</a:t>
            </a:r>
          </a:p>
        </p:txBody>
      </p:sp>
      <p:sp>
        <p:nvSpPr>
          <p:cNvPr id="4" name="Rectangle 3">
            <a:extLst>
              <a:ext uri="{FF2B5EF4-FFF2-40B4-BE49-F238E27FC236}">
                <a16:creationId xmlns:a16="http://schemas.microsoft.com/office/drawing/2014/main" id="{3666661D-F7D7-47A8-BA81-1C710CEDD86D}"/>
              </a:ext>
            </a:extLst>
          </p:cNvPr>
          <p:cNvSpPr/>
          <p:nvPr/>
        </p:nvSpPr>
        <p:spPr>
          <a:xfrm>
            <a:off x="1487126" y="4636903"/>
            <a:ext cx="7563356" cy="1569660"/>
          </a:xfrm>
          <a:prstGeom prst="rect">
            <a:avLst/>
          </a:prstGeom>
        </p:spPr>
        <p:txBody>
          <a:bodyPr wrap="square">
            <a:spAutoFit/>
          </a:bodyPr>
          <a:lstStyle/>
          <a:p>
            <a:pPr algn="ctr"/>
            <a:endParaRPr lang="en-HK" sz="1600" dirty="0"/>
          </a:p>
          <a:p>
            <a:pPr algn="ctr"/>
            <a:r>
              <a:rPr lang="en-HK" sz="3600" dirty="0"/>
              <a:t>GAP 			MATCHED		MISMATCHED</a:t>
            </a:r>
          </a:p>
          <a:p>
            <a:pPr algn="ctr"/>
            <a:endParaRPr lang="en-US" sz="2400" b="1" dirty="0">
              <a:latin typeface="Arial" panose="020B0604020202020204" pitchFamily="34" charset="0"/>
            </a:endParaRPr>
          </a:p>
          <a:p>
            <a:pPr algn="ctr"/>
            <a:r>
              <a:rPr lang="en-US" sz="2000" dirty="0">
                <a:latin typeface="Arial" panose="020B0604020202020204" pitchFamily="34" charset="0"/>
              </a:rPr>
              <a:t>The next slides will show you the meaning of these terms.</a:t>
            </a:r>
            <a:endParaRPr lang="en-HK" sz="2000" dirty="0"/>
          </a:p>
        </p:txBody>
      </p:sp>
    </p:spTree>
    <p:extLst>
      <p:ext uri="{BB962C8B-B14F-4D97-AF65-F5344CB8AC3E}">
        <p14:creationId xmlns:p14="http://schemas.microsoft.com/office/powerpoint/2010/main" val="4134227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107014C-6DA2-445E-8632-9E1AEC574392}"/>
              </a:ext>
            </a:extLst>
          </p:cNvPr>
          <p:cNvSpPr>
            <a:spLocks noGrp="1"/>
          </p:cNvSpPr>
          <p:nvPr>
            <p:ph type="title"/>
          </p:nvPr>
        </p:nvSpPr>
        <p:spPr>
          <a:xfrm>
            <a:off x="1238250" y="875489"/>
            <a:ext cx="9618662" cy="642026"/>
          </a:xfrm>
        </p:spPr>
        <p:txBody>
          <a:bodyPr/>
          <a:lstStyle/>
          <a:p>
            <a:r>
              <a:rPr lang="en-US" sz="2800" b="1" dirty="0"/>
              <a:t>Simple Alignment</a:t>
            </a:r>
            <a:endParaRPr lang="id-ID" sz="2800" b="1" dirty="0"/>
          </a:p>
        </p:txBody>
      </p:sp>
      <p:pic>
        <p:nvPicPr>
          <p:cNvPr id="3" name="Picture 2">
            <a:extLst>
              <a:ext uri="{FF2B5EF4-FFF2-40B4-BE49-F238E27FC236}">
                <a16:creationId xmlns:a16="http://schemas.microsoft.com/office/drawing/2014/main" id="{EEDBB79C-CD80-4AE1-82AE-5B6D7C74D8BE}"/>
              </a:ext>
            </a:extLst>
          </p:cNvPr>
          <p:cNvPicPr>
            <a:picLocks noChangeAspect="1"/>
          </p:cNvPicPr>
          <p:nvPr/>
        </p:nvPicPr>
        <p:blipFill>
          <a:blip r:embed="rId2"/>
          <a:stretch>
            <a:fillRect/>
          </a:stretch>
        </p:blipFill>
        <p:spPr>
          <a:xfrm>
            <a:off x="1487126" y="1624058"/>
            <a:ext cx="7722565" cy="1120486"/>
          </a:xfrm>
          <a:prstGeom prst="rect">
            <a:avLst/>
          </a:prstGeom>
        </p:spPr>
      </p:pic>
      <p:pic>
        <p:nvPicPr>
          <p:cNvPr id="5" name="Picture 4">
            <a:extLst>
              <a:ext uri="{FF2B5EF4-FFF2-40B4-BE49-F238E27FC236}">
                <a16:creationId xmlns:a16="http://schemas.microsoft.com/office/drawing/2014/main" id="{D0C1F2B1-5E02-4570-8D37-BDF59D95F4A6}"/>
              </a:ext>
            </a:extLst>
          </p:cNvPr>
          <p:cNvPicPr>
            <a:picLocks noChangeAspect="1"/>
          </p:cNvPicPr>
          <p:nvPr/>
        </p:nvPicPr>
        <p:blipFill>
          <a:blip r:embed="rId3"/>
          <a:stretch>
            <a:fillRect/>
          </a:stretch>
        </p:blipFill>
        <p:spPr>
          <a:xfrm>
            <a:off x="1487126" y="2851087"/>
            <a:ext cx="7915008" cy="3005527"/>
          </a:xfrm>
          <a:prstGeom prst="rect">
            <a:avLst/>
          </a:prstGeom>
        </p:spPr>
      </p:pic>
    </p:spTree>
    <p:extLst>
      <p:ext uri="{BB962C8B-B14F-4D97-AF65-F5344CB8AC3E}">
        <p14:creationId xmlns:p14="http://schemas.microsoft.com/office/powerpoint/2010/main" val="1639565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107014C-6DA2-445E-8632-9E1AEC574392}"/>
              </a:ext>
            </a:extLst>
          </p:cNvPr>
          <p:cNvSpPr>
            <a:spLocks noGrp="1"/>
          </p:cNvSpPr>
          <p:nvPr>
            <p:ph type="title"/>
          </p:nvPr>
        </p:nvSpPr>
        <p:spPr>
          <a:xfrm>
            <a:off x="1238250" y="875489"/>
            <a:ext cx="9618662" cy="642026"/>
          </a:xfrm>
        </p:spPr>
        <p:txBody>
          <a:bodyPr/>
          <a:lstStyle/>
          <a:p>
            <a:r>
              <a:rPr lang="en-US" sz="2800" b="1" dirty="0"/>
              <a:t>Simple Alignment</a:t>
            </a:r>
            <a:endParaRPr lang="id-ID" sz="2800" b="1" dirty="0"/>
          </a:p>
        </p:txBody>
      </p:sp>
      <p:pic>
        <p:nvPicPr>
          <p:cNvPr id="3" name="Picture 2">
            <a:extLst>
              <a:ext uri="{FF2B5EF4-FFF2-40B4-BE49-F238E27FC236}">
                <a16:creationId xmlns:a16="http://schemas.microsoft.com/office/drawing/2014/main" id="{EEDBB79C-CD80-4AE1-82AE-5B6D7C74D8BE}"/>
              </a:ext>
            </a:extLst>
          </p:cNvPr>
          <p:cNvPicPr>
            <a:picLocks noChangeAspect="1"/>
          </p:cNvPicPr>
          <p:nvPr/>
        </p:nvPicPr>
        <p:blipFill>
          <a:blip r:embed="rId2"/>
          <a:stretch>
            <a:fillRect/>
          </a:stretch>
        </p:blipFill>
        <p:spPr>
          <a:xfrm>
            <a:off x="1487126" y="1624058"/>
            <a:ext cx="7722565" cy="1120486"/>
          </a:xfrm>
          <a:prstGeom prst="rect">
            <a:avLst/>
          </a:prstGeom>
        </p:spPr>
      </p:pic>
      <p:pic>
        <p:nvPicPr>
          <p:cNvPr id="5" name="Picture 4">
            <a:extLst>
              <a:ext uri="{FF2B5EF4-FFF2-40B4-BE49-F238E27FC236}">
                <a16:creationId xmlns:a16="http://schemas.microsoft.com/office/drawing/2014/main" id="{FC1A73BB-BA30-4839-9378-C298D21D517E}"/>
              </a:ext>
            </a:extLst>
          </p:cNvPr>
          <p:cNvPicPr>
            <a:picLocks noChangeAspect="1"/>
          </p:cNvPicPr>
          <p:nvPr/>
        </p:nvPicPr>
        <p:blipFill>
          <a:blip r:embed="rId3"/>
          <a:stretch>
            <a:fillRect/>
          </a:stretch>
        </p:blipFill>
        <p:spPr>
          <a:xfrm>
            <a:off x="1787236" y="2851088"/>
            <a:ext cx="7076209" cy="2863686"/>
          </a:xfrm>
          <a:prstGeom prst="rect">
            <a:avLst/>
          </a:prstGeom>
        </p:spPr>
      </p:pic>
    </p:spTree>
    <p:extLst>
      <p:ext uri="{BB962C8B-B14F-4D97-AF65-F5344CB8AC3E}">
        <p14:creationId xmlns:p14="http://schemas.microsoft.com/office/powerpoint/2010/main" val="1534541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107014C-6DA2-445E-8632-9E1AEC574392}"/>
              </a:ext>
            </a:extLst>
          </p:cNvPr>
          <p:cNvSpPr>
            <a:spLocks noGrp="1"/>
          </p:cNvSpPr>
          <p:nvPr>
            <p:ph type="title"/>
          </p:nvPr>
        </p:nvSpPr>
        <p:spPr>
          <a:xfrm>
            <a:off x="1238250" y="875489"/>
            <a:ext cx="9618662" cy="642026"/>
          </a:xfrm>
        </p:spPr>
        <p:txBody>
          <a:bodyPr/>
          <a:lstStyle/>
          <a:p>
            <a:r>
              <a:rPr lang="en-US" sz="2800" b="1" dirty="0"/>
              <a:t>Simple Alignment</a:t>
            </a:r>
            <a:endParaRPr lang="id-ID" sz="2800" b="1" dirty="0"/>
          </a:p>
        </p:txBody>
      </p:sp>
      <p:pic>
        <p:nvPicPr>
          <p:cNvPr id="3" name="Picture 2">
            <a:extLst>
              <a:ext uri="{FF2B5EF4-FFF2-40B4-BE49-F238E27FC236}">
                <a16:creationId xmlns:a16="http://schemas.microsoft.com/office/drawing/2014/main" id="{EEDBB79C-CD80-4AE1-82AE-5B6D7C74D8BE}"/>
              </a:ext>
            </a:extLst>
          </p:cNvPr>
          <p:cNvPicPr>
            <a:picLocks noChangeAspect="1"/>
          </p:cNvPicPr>
          <p:nvPr/>
        </p:nvPicPr>
        <p:blipFill>
          <a:blip r:embed="rId2"/>
          <a:stretch>
            <a:fillRect/>
          </a:stretch>
        </p:blipFill>
        <p:spPr>
          <a:xfrm>
            <a:off x="1487126" y="1624058"/>
            <a:ext cx="7722565" cy="1120486"/>
          </a:xfrm>
          <a:prstGeom prst="rect">
            <a:avLst/>
          </a:prstGeom>
        </p:spPr>
      </p:pic>
      <p:pic>
        <p:nvPicPr>
          <p:cNvPr id="6" name="Picture 5">
            <a:extLst>
              <a:ext uri="{FF2B5EF4-FFF2-40B4-BE49-F238E27FC236}">
                <a16:creationId xmlns:a16="http://schemas.microsoft.com/office/drawing/2014/main" id="{BC2FCBE5-B70F-4FDC-A0BB-2E70A3772CAC}"/>
              </a:ext>
            </a:extLst>
          </p:cNvPr>
          <p:cNvPicPr>
            <a:picLocks noChangeAspect="1"/>
          </p:cNvPicPr>
          <p:nvPr/>
        </p:nvPicPr>
        <p:blipFill>
          <a:blip r:embed="rId3"/>
          <a:stretch>
            <a:fillRect/>
          </a:stretch>
        </p:blipFill>
        <p:spPr>
          <a:xfrm>
            <a:off x="1745673" y="2964907"/>
            <a:ext cx="7087029" cy="2355238"/>
          </a:xfrm>
          <a:prstGeom prst="rect">
            <a:avLst/>
          </a:prstGeom>
        </p:spPr>
      </p:pic>
    </p:spTree>
    <p:extLst>
      <p:ext uri="{BB962C8B-B14F-4D97-AF65-F5344CB8AC3E}">
        <p14:creationId xmlns:p14="http://schemas.microsoft.com/office/powerpoint/2010/main" val="1254154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107014C-6DA2-445E-8632-9E1AEC574392}"/>
              </a:ext>
            </a:extLst>
          </p:cNvPr>
          <p:cNvSpPr>
            <a:spLocks noGrp="1"/>
          </p:cNvSpPr>
          <p:nvPr>
            <p:ph type="title"/>
          </p:nvPr>
        </p:nvSpPr>
        <p:spPr>
          <a:xfrm>
            <a:off x="1238250" y="875489"/>
            <a:ext cx="9618662" cy="642026"/>
          </a:xfrm>
        </p:spPr>
        <p:txBody>
          <a:bodyPr/>
          <a:lstStyle/>
          <a:p>
            <a:r>
              <a:rPr lang="en-US" sz="2800" b="1" dirty="0"/>
              <a:t>Simple Alignment</a:t>
            </a:r>
            <a:endParaRPr lang="id-ID" sz="2800" b="1" dirty="0"/>
          </a:p>
        </p:txBody>
      </p:sp>
      <p:pic>
        <p:nvPicPr>
          <p:cNvPr id="3" name="Picture 2">
            <a:extLst>
              <a:ext uri="{FF2B5EF4-FFF2-40B4-BE49-F238E27FC236}">
                <a16:creationId xmlns:a16="http://schemas.microsoft.com/office/drawing/2014/main" id="{EEDBB79C-CD80-4AE1-82AE-5B6D7C74D8BE}"/>
              </a:ext>
            </a:extLst>
          </p:cNvPr>
          <p:cNvPicPr>
            <a:picLocks noChangeAspect="1"/>
          </p:cNvPicPr>
          <p:nvPr/>
        </p:nvPicPr>
        <p:blipFill>
          <a:blip r:embed="rId2"/>
          <a:stretch>
            <a:fillRect/>
          </a:stretch>
        </p:blipFill>
        <p:spPr>
          <a:xfrm>
            <a:off x="1487126" y="1624058"/>
            <a:ext cx="7722565" cy="1120486"/>
          </a:xfrm>
          <a:prstGeom prst="rect">
            <a:avLst/>
          </a:prstGeom>
        </p:spPr>
      </p:pic>
      <p:pic>
        <p:nvPicPr>
          <p:cNvPr id="7" name="Picture 6">
            <a:extLst>
              <a:ext uri="{FF2B5EF4-FFF2-40B4-BE49-F238E27FC236}">
                <a16:creationId xmlns:a16="http://schemas.microsoft.com/office/drawing/2014/main" id="{D696C344-E341-4660-ADF3-93242A024138}"/>
              </a:ext>
            </a:extLst>
          </p:cNvPr>
          <p:cNvPicPr>
            <a:picLocks noChangeAspect="1"/>
          </p:cNvPicPr>
          <p:nvPr/>
        </p:nvPicPr>
        <p:blipFill>
          <a:blip r:embed="rId3"/>
          <a:stretch>
            <a:fillRect/>
          </a:stretch>
        </p:blipFill>
        <p:spPr>
          <a:xfrm>
            <a:off x="1652586" y="2851086"/>
            <a:ext cx="7501752" cy="2593750"/>
          </a:xfrm>
          <a:prstGeom prst="rect">
            <a:avLst/>
          </a:prstGeom>
        </p:spPr>
      </p:pic>
    </p:spTree>
    <p:extLst>
      <p:ext uri="{BB962C8B-B14F-4D97-AF65-F5344CB8AC3E}">
        <p14:creationId xmlns:p14="http://schemas.microsoft.com/office/powerpoint/2010/main" val="2097849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107014C-6DA2-445E-8632-9E1AEC574392}"/>
              </a:ext>
            </a:extLst>
          </p:cNvPr>
          <p:cNvSpPr>
            <a:spLocks noGrp="1"/>
          </p:cNvSpPr>
          <p:nvPr>
            <p:ph type="title"/>
          </p:nvPr>
        </p:nvSpPr>
        <p:spPr>
          <a:xfrm>
            <a:off x="1238250" y="875489"/>
            <a:ext cx="9618662" cy="642026"/>
          </a:xfrm>
        </p:spPr>
        <p:txBody>
          <a:bodyPr/>
          <a:lstStyle/>
          <a:p>
            <a:r>
              <a:rPr lang="en-US" sz="2800" b="1" dirty="0"/>
              <a:t>Simple Alignment</a:t>
            </a:r>
            <a:endParaRPr lang="id-ID" sz="2800" b="1" dirty="0"/>
          </a:p>
        </p:txBody>
      </p:sp>
      <p:pic>
        <p:nvPicPr>
          <p:cNvPr id="3" name="Picture 2">
            <a:extLst>
              <a:ext uri="{FF2B5EF4-FFF2-40B4-BE49-F238E27FC236}">
                <a16:creationId xmlns:a16="http://schemas.microsoft.com/office/drawing/2014/main" id="{EEDBB79C-CD80-4AE1-82AE-5B6D7C74D8BE}"/>
              </a:ext>
            </a:extLst>
          </p:cNvPr>
          <p:cNvPicPr>
            <a:picLocks noChangeAspect="1"/>
          </p:cNvPicPr>
          <p:nvPr/>
        </p:nvPicPr>
        <p:blipFill>
          <a:blip r:embed="rId2"/>
          <a:stretch>
            <a:fillRect/>
          </a:stretch>
        </p:blipFill>
        <p:spPr>
          <a:xfrm>
            <a:off x="1487126" y="1624058"/>
            <a:ext cx="7722565" cy="1120486"/>
          </a:xfrm>
          <a:prstGeom prst="rect">
            <a:avLst/>
          </a:prstGeom>
        </p:spPr>
      </p:pic>
      <p:pic>
        <p:nvPicPr>
          <p:cNvPr id="8" name="Picture 7">
            <a:extLst>
              <a:ext uri="{FF2B5EF4-FFF2-40B4-BE49-F238E27FC236}">
                <a16:creationId xmlns:a16="http://schemas.microsoft.com/office/drawing/2014/main" id="{D819217E-BAE7-48DF-9329-028406A04ED0}"/>
              </a:ext>
            </a:extLst>
          </p:cNvPr>
          <p:cNvPicPr>
            <a:picLocks noChangeAspect="1"/>
          </p:cNvPicPr>
          <p:nvPr/>
        </p:nvPicPr>
        <p:blipFill>
          <a:blip r:embed="rId3"/>
          <a:stretch>
            <a:fillRect/>
          </a:stretch>
        </p:blipFill>
        <p:spPr>
          <a:xfrm>
            <a:off x="1238250" y="2873601"/>
            <a:ext cx="8473803" cy="3321113"/>
          </a:xfrm>
          <a:prstGeom prst="rect">
            <a:avLst/>
          </a:prstGeom>
        </p:spPr>
      </p:pic>
    </p:spTree>
    <p:extLst>
      <p:ext uri="{BB962C8B-B14F-4D97-AF65-F5344CB8AC3E}">
        <p14:creationId xmlns:p14="http://schemas.microsoft.com/office/powerpoint/2010/main" val="3782288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107014C-6DA2-445E-8632-9E1AEC574392}"/>
              </a:ext>
            </a:extLst>
          </p:cNvPr>
          <p:cNvSpPr>
            <a:spLocks noGrp="1"/>
          </p:cNvSpPr>
          <p:nvPr>
            <p:ph type="title"/>
          </p:nvPr>
        </p:nvSpPr>
        <p:spPr>
          <a:xfrm>
            <a:off x="1238250" y="875489"/>
            <a:ext cx="9618662" cy="642026"/>
          </a:xfrm>
        </p:spPr>
        <p:txBody>
          <a:bodyPr/>
          <a:lstStyle/>
          <a:p>
            <a:r>
              <a:rPr lang="en-US" sz="2800" b="1" dirty="0"/>
              <a:t>Simple Alignment</a:t>
            </a:r>
            <a:endParaRPr lang="id-ID" sz="2800" b="1" dirty="0"/>
          </a:p>
        </p:txBody>
      </p:sp>
      <p:pic>
        <p:nvPicPr>
          <p:cNvPr id="3" name="Picture 2">
            <a:extLst>
              <a:ext uri="{FF2B5EF4-FFF2-40B4-BE49-F238E27FC236}">
                <a16:creationId xmlns:a16="http://schemas.microsoft.com/office/drawing/2014/main" id="{EEDBB79C-CD80-4AE1-82AE-5B6D7C74D8BE}"/>
              </a:ext>
            </a:extLst>
          </p:cNvPr>
          <p:cNvPicPr>
            <a:picLocks noChangeAspect="1"/>
          </p:cNvPicPr>
          <p:nvPr/>
        </p:nvPicPr>
        <p:blipFill>
          <a:blip r:embed="rId2"/>
          <a:stretch>
            <a:fillRect/>
          </a:stretch>
        </p:blipFill>
        <p:spPr>
          <a:xfrm>
            <a:off x="1487126" y="1624058"/>
            <a:ext cx="7722565" cy="1120486"/>
          </a:xfrm>
          <a:prstGeom prst="rect">
            <a:avLst/>
          </a:prstGeom>
        </p:spPr>
      </p:pic>
      <p:pic>
        <p:nvPicPr>
          <p:cNvPr id="9" name="Picture 8">
            <a:extLst>
              <a:ext uri="{FF2B5EF4-FFF2-40B4-BE49-F238E27FC236}">
                <a16:creationId xmlns:a16="http://schemas.microsoft.com/office/drawing/2014/main" id="{D4B10CBB-DEB2-47A9-9E07-90481B1E5BA9}"/>
              </a:ext>
            </a:extLst>
          </p:cNvPr>
          <p:cNvPicPr>
            <a:picLocks noChangeAspect="1"/>
          </p:cNvPicPr>
          <p:nvPr/>
        </p:nvPicPr>
        <p:blipFill>
          <a:blip r:embed="rId3"/>
          <a:stretch>
            <a:fillRect/>
          </a:stretch>
        </p:blipFill>
        <p:spPr>
          <a:xfrm>
            <a:off x="1965063" y="3002972"/>
            <a:ext cx="7029450" cy="2238375"/>
          </a:xfrm>
          <a:prstGeom prst="rect">
            <a:avLst/>
          </a:prstGeom>
        </p:spPr>
      </p:pic>
    </p:spTree>
    <p:extLst>
      <p:ext uri="{BB962C8B-B14F-4D97-AF65-F5344CB8AC3E}">
        <p14:creationId xmlns:p14="http://schemas.microsoft.com/office/powerpoint/2010/main" val="2627273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107014C-6DA2-445E-8632-9E1AEC574392}"/>
              </a:ext>
            </a:extLst>
          </p:cNvPr>
          <p:cNvSpPr>
            <a:spLocks noGrp="1"/>
          </p:cNvSpPr>
          <p:nvPr>
            <p:ph type="title"/>
          </p:nvPr>
        </p:nvSpPr>
        <p:spPr>
          <a:xfrm>
            <a:off x="1238250" y="875489"/>
            <a:ext cx="9618662" cy="642026"/>
          </a:xfrm>
        </p:spPr>
        <p:txBody>
          <a:bodyPr/>
          <a:lstStyle/>
          <a:p>
            <a:r>
              <a:rPr lang="en-US" sz="2800" b="1" dirty="0"/>
              <a:t>Simple Alignment</a:t>
            </a:r>
            <a:endParaRPr lang="id-ID" sz="2800" b="1" dirty="0"/>
          </a:p>
        </p:txBody>
      </p:sp>
      <p:pic>
        <p:nvPicPr>
          <p:cNvPr id="3" name="Picture 2">
            <a:extLst>
              <a:ext uri="{FF2B5EF4-FFF2-40B4-BE49-F238E27FC236}">
                <a16:creationId xmlns:a16="http://schemas.microsoft.com/office/drawing/2014/main" id="{EEDBB79C-CD80-4AE1-82AE-5B6D7C74D8BE}"/>
              </a:ext>
            </a:extLst>
          </p:cNvPr>
          <p:cNvPicPr>
            <a:picLocks noChangeAspect="1"/>
          </p:cNvPicPr>
          <p:nvPr/>
        </p:nvPicPr>
        <p:blipFill>
          <a:blip r:embed="rId2"/>
          <a:stretch>
            <a:fillRect/>
          </a:stretch>
        </p:blipFill>
        <p:spPr>
          <a:xfrm>
            <a:off x="1487126" y="1624058"/>
            <a:ext cx="7722565" cy="1120486"/>
          </a:xfrm>
          <a:prstGeom prst="rect">
            <a:avLst/>
          </a:prstGeom>
        </p:spPr>
      </p:pic>
      <p:pic>
        <p:nvPicPr>
          <p:cNvPr id="10" name="Picture 9">
            <a:extLst>
              <a:ext uri="{FF2B5EF4-FFF2-40B4-BE49-F238E27FC236}">
                <a16:creationId xmlns:a16="http://schemas.microsoft.com/office/drawing/2014/main" id="{8C8E54A2-DF8D-4820-BFD7-C92171DD6660}"/>
              </a:ext>
            </a:extLst>
          </p:cNvPr>
          <p:cNvPicPr>
            <a:picLocks noChangeAspect="1"/>
          </p:cNvPicPr>
          <p:nvPr/>
        </p:nvPicPr>
        <p:blipFill>
          <a:blip r:embed="rId3"/>
          <a:stretch>
            <a:fillRect/>
          </a:stretch>
        </p:blipFill>
        <p:spPr>
          <a:xfrm>
            <a:off x="1901258" y="4033955"/>
            <a:ext cx="7308433" cy="2919143"/>
          </a:xfrm>
          <a:prstGeom prst="rect">
            <a:avLst/>
          </a:prstGeom>
        </p:spPr>
      </p:pic>
      <p:pic>
        <p:nvPicPr>
          <p:cNvPr id="11" name="Picture 10">
            <a:extLst>
              <a:ext uri="{FF2B5EF4-FFF2-40B4-BE49-F238E27FC236}">
                <a16:creationId xmlns:a16="http://schemas.microsoft.com/office/drawing/2014/main" id="{D5BFB768-DDAE-4666-A4DF-B3C046DE241A}"/>
              </a:ext>
            </a:extLst>
          </p:cNvPr>
          <p:cNvPicPr>
            <a:picLocks noChangeAspect="1"/>
          </p:cNvPicPr>
          <p:nvPr/>
        </p:nvPicPr>
        <p:blipFill rotWithShape="1">
          <a:blip r:embed="rId4"/>
          <a:srcRect b="38113"/>
          <a:stretch/>
        </p:blipFill>
        <p:spPr>
          <a:xfrm>
            <a:off x="2504124" y="2722896"/>
            <a:ext cx="5680389" cy="1230133"/>
          </a:xfrm>
          <a:prstGeom prst="rect">
            <a:avLst/>
          </a:prstGeom>
        </p:spPr>
      </p:pic>
    </p:spTree>
    <p:extLst>
      <p:ext uri="{BB962C8B-B14F-4D97-AF65-F5344CB8AC3E}">
        <p14:creationId xmlns:p14="http://schemas.microsoft.com/office/powerpoint/2010/main" val="1576730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107014C-6DA2-445E-8632-9E1AEC574392}"/>
              </a:ext>
            </a:extLst>
          </p:cNvPr>
          <p:cNvSpPr>
            <a:spLocks noGrp="1"/>
          </p:cNvSpPr>
          <p:nvPr>
            <p:ph type="title"/>
          </p:nvPr>
        </p:nvSpPr>
        <p:spPr>
          <a:xfrm>
            <a:off x="1238250" y="875489"/>
            <a:ext cx="9618662" cy="642026"/>
          </a:xfrm>
        </p:spPr>
        <p:txBody>
          <a:bodyPr/>
          <a:lstStyle/>
          <a:p>
            <a:r>
              <a:rPr lang="en-US" sz="2800" b="1" dirty="0"/>
              <a:t>Simple Alignment</a:t>
            </a:r>
            <a:endParaRPr lang="id-ID" sz="2800" b="1" dirty="0"/>
          </a:p>
        </p:txBody>
      </p:sp>
      <p:pic>
        <p:nvPicPr>
          <p:cNvPr id="12" name="Picture 11">
            <a:extLst>
              <a:ext uri="{FF2B5EF4-FFF2-40B4-BE49-F238E27FC236}">
                <a16:creationId xmlns:a16="http://schemas.microsoft.com/office/drawing/2014/main" id="{936D696A-6AE0-4779-B73A-D664CB4C1C2C}"/>
              </a:ext>
            </a:extLst>
          </p:cNvPr>
          <p:cNvPicPr>
            <a:picLocks noChangeAspect="1"/>
          </p:cNvPicPr>
          <p:nvPr/>
        </p:nvPicPr>
        <p:blipFill>
          <a:blip r:embed="rId2"/>
          <a:stretch>
            <a:fillRect/>
          </a:stretch>
        </p:blipFill>
        <p:spPr>
          <a:xfrm>
            <a:off x="1238250" y="1621424"/>
            <a:ext cx="8985092" cy="5169846"/>
          </a:xfrm>
          <a:prstGeom prst="rect">
            <a:avLst/>
          </a:prstGeom>
        </p:spPr>
      </p:pic>
    </p:spTree>
    <p:extLst>
      <p:ext uri="{BB962C8B-B14F-4D97-AF65-F5344CB8AC3E}">
        <p14:creationId xmlns:p14="http://schemas.microsoft.com/office/powerpoint/2010/main" val="116038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107014C-6DA2-445E-8632-9E1AEC574392}"/>
              </a:ext>
            </a:extLst>
          </p:cNvPr>
          <p:cNvSpPr>
            <a:spLocks noGrp="1"/>
          </p:cNvSpPr>
          <p:nvPr>
            <p:ph type="title"/>
          </p:nvPr>
        </p:nvSpPr>
        <p:spPr>
          <a:xfrm>
            <a:off x="1238250" y="875489"/>
            <a:ext cx="9618662" cy="642026"/>
          </a:xfrm>
        </p:spPr>
        <p:txBody>
          <a:bodyPr/>
          <a:lstStyle/>
          <a:p>
            <a:r>
              <a:rPr lang="en-US" sz="2800" b="1" dirty="0"/>
              <a:t>Issues in Alignment</a:t>
            </a:r>
            <a:endParaRPr lang="id-ID" sz="2800" b="1" dirty="0"/>
          </a:p>
        </p:txBody>
      </p:sp>
      <p:sp>
        <p:nvSpPr>
          <p:cNvPr id="3" name="Rectangle 2">
            <a:extLst>
              <a:ext uri="{FF2B5EF4-FFF2-40B4-BE49-F238E27FC236}">
                <a16:creationId xmlns:a16="http://schemas.microsoft.com/office/drawing/2014/main" id="{A25CBA53-C0FD-444A-876E-147BCB6129B9}"/>
              </a:ext>
            </a:extLst>
          </p:cNvPr>
          <p:cNvSpPr/>
          <p:nvPr/>
        </p:nvSpPr>
        <p:spPr>
          <a:xfrm>
            <a:off x="1238250" y="1517515"/>
            <a:ext cx="5343525" cy="3647152"/>
          </a:xfrm>
          <a:prstGeom prst="rect">
            <a:avLst/>
          </a:prstGeom>
        </p:spPr>
        <p:txBody>
          <a:bodyPr>
            <a:spAutoFit/>
          </a:bodyPr>
          <a:lstStyle/>
          <a:p>
            <a:endParaRPr lang="en-HK" sz="1100" dirty="0">
              <a:solidFill>
                <a:srgbClr val="000000"/>
              </a:solidFill>
            </a:endParaRPr>
          </a:p>
          <a:p>
            <a:r>
              <a:rPr lang="en-US" sz="2000" dirty="0">
                <a:solidFill>
                  <a:srgbClr val="000000"/>
                </a:solidFill>
              </a:rPr>
              <a:t>1.What type of alignment?</a:t>
            </a:r>
          </a:p>
          <a:p>
            <a:r>
              <a:rPr lang="en-US" sz="2000" dirty="0">
                <a:solidFill>
                  <a:srgbClr val="000000"/>
                </a:solidFill>
                <a:latin typeface="Arial" panose="020B0604020202020204" pitchFamily="34" charset="0"/>
              </a:rPr>
              <a:t>•</a:t>
            </a:r>
            <a:r>
              <a:rPr lang="en-US" sz="2000" dirty="0">
                <a:solidFill>
                  <a:srgbClr val="000000"/>
                </a:solidFill>
              </a:rPr>
              <a:t>Align the entire sequence or part of it</a:t>
            </a:r>
          </a:p>
          <a:p>
            <a:r>
              <a:rPr lang="en-US" sz="2000" dirty="0">
                <a:solidFill>
                  <a:srgbClr val="000000"/>
                </a:solidFill>
              </a:rPr>
              <a:t>2.How to score an alignment?</a:t>
            </a:r>
          </a:p>
          <a:p>
            <a:r>
              <a:rPr lang="en-US" sz="2000" dirty="0">
                <a:solidFill>
                  <a:srgbClr val="000000"/>
                </a:solidFill>
                <a:latin typeface="Arial" panose="020B0604020202020204" pitchFamily="34" charset="0"/>
              </a:rPr>
              <a:t>•</a:t>
            </a:r>
            <a:r>
              <a:rPr lang="en-US" sz="2000" dirty="0">
                <a:solidFill>
                  <a:srgbClr val="000000"/>
                </a:solidFill>
              </a:rPr>
              <a:t>The sequences we’re comparing typically differ in length</a:t>
            </a:r>
          </a:p>
          <a:p>
            <a:r>
              <a:rPr lang="en-US" sz="2000" dirty="0">
                <a:solidFill>
                  <a:srgbClr val="000000"/>
                </a:solidFill>
                <a:latin typeface="Arial" panose="020B0604020202020204" pitchFamily="34" charset="0"/>
              </a:rPr>
              <a:t>•</a:t>
            </a:r>
            <a:r>
              <a:rPr lang="en-US" sz="2000" dirty="0">
                <a:solidFill>
                  <a:srgbClr val="000000"/>
                </a:solidFill>
              </a:rPr>
              <a:t>Some amino acid pairs are more substitutable than others</a:t>
            </a:r>
          </a:p>
          <a:p>
            <a:r>
              <a:rPr lang="en-HK" sz="2000" dirty="0">
                <a:solidFill>
                  <a:srgbClr val="000000"/>
                </a:solidFill>
              </a:rPr>
              <a:t>3.Algorithms for alignment</a:t>
            </a:r>
          </a:p>
          <a:p>
            <a:r>
              <a:rPr lang="en-US" sz="2000" dirty="0">
                <a:solidFill>
                  <a:srgbClr val="000000"/>
                </a:solidFill>
              </a:rPr>
              <a:t>4.How to tell if the alignment is biologically meaningful?</a:t>
            </a:r>
          </a:p>
          <a:p>
            <a:r>
              <a:rPr lang="en-US" sz="2000" dirty="0">
                <a:solidFill>
                  <a:srgbClr val="000000"/>
                </a:solidFill>
                <a:latin typeface="Arial" panose="020B0604020202020204" pitchFamily="34" charset="0"/>
              </a:rPr>
              <a:t>•</a:t>
            </a:r>
            <a:r>
              <a:rPr lang="en-US" sz="2000" dirty="0">
                <a:solidFill>
                  <a:srgbClr val="000000"/>
                </a:solidFill>
              </a:rPr>
              <a:t>Computing significance of an alignment</a:t>
            </a:r>
          </a:p>
        </p:txBody>
      </p:sp>
    </p:spTree>
    <p:extLst>
      <p:ext uri="{BB962C8B-B14F-4D97-AF65-F5344CB8AC3E}">
        <p14:creationId xmlns:p14="http://schemas.microsoft.com/office/powerpoint/2010/main" val="2226986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Scoring Matrix &amp; Dynamic Programming Algorithm</a:t>
            </a:r>
            <a:endParaRPr lang="id-ID" sz="2400" b="1" dirty="0"/>
          </a:p>
        </p:txBody>
      </p:sp>
      <p:sp>
        <p:nvSpPr>
          <p:cNvPr id="4" name="Rectangle 3">
            <a:extLst>
              <a:ext uri="{FF2B5EF4-FFF2-40B4-BE49-F238E27FC236}">
                <a16:creationId xmlns:a16="http://schemas.microsoft.com/office/drawing/2014/main" id="{34C8ACB7-62F4-4DFA-BF4E-F704AD38BEDF}"/>
              </a:ext>
            </a:extLst>
          </p:cNvPr>
          <p:cNvSpPr/>
          <p:nvPr/>
        </p:nvSpPr>
        <p:spPr>
          <a:xfrm>
            <a:off x="1087034" y="1774521"/>
            <a:ext cx="8878769" cy="2554545"/>
          </a:xfrm>
          <a:prstGeom prst="rect">
            <a:avLst/>
          </a:prstGeom>
        </p:spPr>
        <p:txBody>
          <a:bodyPr wrap="square">
            <a:spAutoFit/>
          </a:bodyPr>
          <a:lstStyle/>
          <a:p>
            <a:pPr marL="457200" indent="-457200">
              <a:buFont typeface="+mj-lt"/>
              <a:buAutoNum type="arabicPeriod"/>
            </a:pPr>
            <a:r>
              <a:rPr lang="en-US" sz="2000" dirty="0"/>
              <a:t>The aim of a sequence alignment is to match "the most similar elements" of at least two sequences (pairwise alignment). This similarity must be evaluated somehow.</a:t>
            </a:r>
          </a:p>
          <a:p>
            <a:pPr marL="457200" indent="-457200">
              <a:buFont typeface="+mj-lt"/>
              <a:buAutoNum type="arabicPeriod"/>
            </a:pPr>
            <a:r>
              <a:rPr lang="en-US" sz="2000" dirty="0"/>
              <a:t>The previous few slides gave you an overview of how to find the best sequence alignment –manually &amp; laborious. Is there any other way?</a:t>
            </a:r>
          </a:p>
          <a:p>
            <a:pPr marL="457200" indent="-457200">
              <a:buFont typeface="+mj-lt"/>
              <a:buAutoNum type="arabicPeriod"/>
            </a:pPr>
            <a:r>
              <a:rPr lang="en-US" sz="2000" dirty="0"/>
              <a:t>The answer is yes –we use Scoring Matrix method to align longer and much more complex sequences.</a:t>
            </a:r>
          </a:p>
          <a:p>
            <a:pPr marL="457200" indent="-457200">
              <a:buFont typeface="+mj-lt"/>
              <a:buAutoNum type="arabicPeriod"/>
            </a:pPr>
            <a:r>
              <a:rPr lang="en-US" sz="2000" dirty="0"/>
              <a:t>What type of information can I get from this matrix?</a:t>
            </a:r>
          </a:p>
        </p:txBody>
      </p:sp>
      <p:sp>
        <p:nvSpPr>
          <p:cNvPr id="9" name="Rectangle 8">
            <a:extLst>
              <a:ext uri="{FF2B5EF4-FFF2-40B4-BE49-F238E27FC236}">
                <a16:creationId xmlns:a16="http://schemas.microsoft.com/office/drawing/2014/main" id="{AA931C2E-32EE-41F6-B43E-2ABDAD170A5A}"/>
              </a:ext>
            </a:extLst>
          </p:cNvPr>
          <p:cNvSpPr/>
          <p:nvPr/>
        </p:nvSpPr>
        <p:spPr>
          <a:xfrm>
            <a:off x="1352250" y="5872946"/>
            <a:ext cx="8613553" cy="892552"/>
          </a:xfrm>
          <a:prstGeom prst="rect">
            <a:avLst/>
          </a:prstGeom>
        </p:spPr>
        <p:txBody>
          <a:bodyPr wrap="square">
            <a:spAutoFit/>
          </a:bodyPr>
          <a:lstStyle/>
          <a:p>
            <a:pPr algn="ctr"/>
            <a:endParaRPr lang="en-HK" sz="1200" dirty="0">
              <a:solidFill>
                <a:srgbClr val="000000"/>
              </a:solidFill>
            </a:endParaRPr>
          </a:p>
          <a:p>
            <a:pPr algn="ctr"/>
            <a:r>
              <a:rPr lang="en-US" sz="2000" dirty="0">
                <a:solidFill>
                  <a:srgbClr val="000000"/>
                </a:solidFill>
              </a:rPr>
              <a:t>We will learn how to compute sequence alignment using dynamic programming (Smith-Waterman Process).</a:t>
            </a:r>
          </a:p>
        </p:txBody>
      </p:sp>
      <p:pic>
        <p:nvPicPr>
          <p:cNvPr id="10" name="Picture 9">
            <a:extLst>
              <a:ext uri="{FF2B5EF4-FFF2-40B4-BE49-F238E27FC236}">
                <a16:creationId xmlns:a16="http://schemas.microsoft.com/office/drawing/2014/main" id="{73AE663D-A575-4454-BDE1-77408461A6BF}"/>
              </a:ext>
            </a:extLst>
          </p:cNvPr>
          <p:cNvPicPr>
            <a:picLocks noChangeAspect="1"/>
          </p:cNvPicPr>
          <p:nvPr/>
        </p:nvPicPr>
        <p:blipFill>
          <a:blip r:embed="rId2"/>
          <a:stretch>
            <a:fillRect/>
          </a:stretch>
        </p:blipFill>
        <p:spPr>
          <a:xfrm>
            <a:off x="1797743" y="4586072"/>
            <a:ext cx="7722565" cy="1120486"/>
          </a:xfrm>
          <a:prstGeom prst="rect">
            <a:avLst/>
          </a:prstGeom>
        </p:spPr>
      </p:pic>
    </p:spTree>
    <p:extLst>
      <p:ext uri="{BB962C8B-B14F-4D97-AF65-F5344CB8AC3E}">
        <p14:creationId xmlns:p14="http://schemas.microsoft.com/office/powerpoint/2010/main" val="3229238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Scoring Matrix &amp; Dynamic Programming Algorithm</a:t>
            </a:r>
            <a:endParaRPr lang="id-ID" sz="2400" b="1" dirty="0"/>
          </a:p>
        </p:txBody>
      </p:sp>
      <p:pic>
        <p:nvPicPr>
          <p:cNvPr id="3" name="Picture 2">
            <a:extLst>
              <a:ext uri="{FF2B5EF4-FFF2-40B4-BE49-F238E27FC236}">
                <a16:creationId xmlns:a16="http://schemas.microsoft.com/office/drawing/2014/main" id="{3B6ABA98-3EAF-47EC-A344-1329DEEB5C8D}"/>
              </a:ext>
            </a:extLst>
          </p:cNvPr>
          <p:cNvPicPr>
            <a:picLocks noChangeAspect="1"/>
          </p:cNvPicPr>
          <p:nvPr/>
        </p:nvPicPr>
        <p:blipFill rotWithShape="1">
          <a:blip r:embed="rId2"/>
          <a:srcRect t="29017" b="43714"/>
          <a:stretch/>
        </p:blipFill>
        <p:spPr>
          <a:xfrm>
            <a:off x="1277087" y="1574587"/>
            <a:ext cx="8134463" cy="1211235"/>
          </a:xfrm>
          <a:prstGeom prst="rect">
            <a:avLst/>
          </a:prstGeom>
        </p:spPr>
      </p:pic>
      <p:sp>
        <p:nvSpPr>
          <p:cNvPr id="5" name="Rectangle 4">
            <a:extLst>
              <a:ext uri="{FF2B5EF4-FFF2-40B4-BE49-F238E27FC236}">
                <a16:creationId xmlns:a16="http://schemas.microsoft.com/office/drawing/2014/main" id="{DDF8308B-FB8E-4662-8E8C-447F76222EA2}"/>
              </a:ext>
            </a:extLst>
          </p:cNvPr>
          <p:cNvSpPr/>
          <p:nvPr/>
        </p:nvSpPr>
        <p:spPr>
          <a:xfrm>
            <a:off x="1238251" y="3125941"/>
            <a:ext cx="7833014" cy="2862322"/>
          </a:xfrm>
          <a:prstGeom prst="rect">
            <a:avLst/>
          </a:prstGeom>
        </p:spPr>
        <p:txBody>
          <a:bodyPr wrap="square">
            <a:spAutoFit/>
          </a:bodyPr>
          <a:lstStyle/>
          <a:p>
            <a:r>
              <a:rPr lang="en-US" sz="2000" dirty="0">
                <a:solidFill>
                  <a:srgbClr val="FF0000"/>
                </a:solidFill>
                <a:latin typeface="Arial" panose="020B0604020202020204" pitchFamily="34" charset="0"/>
                <a:cs typeface="Arial" panose="020B0604020202020204" pitchFamily="34" charset="0"/>
              </a:rPr>
              <a:t>How does DPA work? </a:t>
            </a:r>
            <a:r>
              <a:rPr lang="en-US" sz="2000" dirty="0">
                <a:solidFill>
                  <a:srgbClr val="000000"/>
                </a:solidFill>
                <a:latin typeface="Arial" panose="020B0604020202020204" pitchFamily="34" charset="0"/>
                <a:cs typeface="Arial" panose="020B0604020202020204" pitchFamily="34" charset="0"/>
              </a:rPr>
              <a:t>Take these two DNA sequences as examples once again. Consider the same questions:</a:t>
            </a:r>
          </a:p>
          <a:p>
            <a:pPr marL="457200" indent="-457200">
              <a:buFont typeface="+mj-lt"/>
              <a:buAutoNum type="arabicPeriod"/>
            </a:pPr>
            <a:r>
              <a:rPr lang="en-US" sz="2000" dirty="0">
                <a:solidFill>
                  <a:srgbClr val="000000"/>
                </a:solidFill>
                <a:latin typeface="Arial" panose="020B0604020202020204" pitchFamily="34" charset="0"/>
                <a:cs typeface="Arial" panose="020B0604020202020204" pitchFamily="34" charset="0"/>
              </a:rPr>
              <a:t>How do I align them?</a:t>
            </a:r>
          </a:p>
          <a:p>
            <a:pPr marL="457200" indent="-457200">
              <a:buFont typeface="+mj-lt"/>
              <a:buAutoNum type="arabicPeriod"/>
            </a:pPr>
            <a:r>
              <a:rPr lang="en-US" sz="2000" dirty="0">
                <a:solidFill>
                  <a:srgbClr val="000000"/>
                </a:solidFill>
                <a:latin typeface="Arial" panose="020B0604020202020204" pitchFamily="34" charset="0"/>
                <a:cs typeface="Arial" panose="020B0604020202020204" pitchFamily="34" charset="0"/>
              </a:rPr>
              <a:t>How do I interpret the alignment?</a:t>
            </a:r>
          </a:p>
          <a:p>
            <a:endParaRPr lang="en-US" sz="2000" dirty="0">
              <a:solidFill>
                <a:srgbClr val="000000"/>
              </a:solidFill>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Three (3) steps are involved:</a:t>
            </a:r>
          </a:p>
          <a:p>
            <a:pPr marL="457200" indent="-457200">
              <a:buFont typeface="+mj-lt"/>
              <a:buAutoNum type="arabicPeriod"/>
            </a:pPr>
            <a:r>
              <a:rPr lang="en-US" sz="2000" dirty="0">
                <a:latin typeface="Arial" panose="020B0604020202020204" pitchFamily="34" charset="0"/>
                <a:cs typeface="Arial" panose="020B0604020202020204" pitchFamily="34" charset="0"/>
              </a:rPr>
              <a:t>Initiation of the scoring matrix</a:t>
            </a:r>
          </a:p>
          <a:p>
            <a:pPr marL="457200" indent="-457200">
              <a:buFont typeface="+mj-lt"/>
              <a:buAutoNum type="arabicPeriod"/>
            </a:pPr>
            <a:r>
              <a:rPr lang="en-US" sz="2000" dirty="0">
                <a:latin typeface="Arial" panose="020B0604020202020204" pitchFamily="34" charset="0"/>
                <a:cs typeface="Arial" panose="020B0604020202020204" pitchFamily="34" charset="0"/>
              </a:rPr>
              <a:t>Filling up the scoring matrix</a:t>
            </a:r>
          </a:p>
          <a:p>
            <a:pPr marL="457200" indent="-457200">
              <a:buFont typeface="+mj-lt"/>
              <a:buAutoNum type="arabicPeriod"/>
            </a:pPr>
            <a:r>
              <a:rPr lang="en-US" sz="2000" dirty="0">
                <a:latin typeface="Arial" panose="020B0604020202020204" pitchFamily="34" charset="0"/>
                <a:cs typeface="Arial" panose="020B0604020202020204" pitchFamily="34" charset="0"/>
              </a:rPr>
              <a:t>Tracing back (from largest value to 0)</a:t>
            </a:r>
          </a:p>
        </p:txBody>
      </p:sp>
    </p:spTree>
    <p:extLst>
      <p:ext uri="{BB962C8B-B14F-4D97-AF65-F5344CB8AC3E}">
        <p14:creationId xmlns:p14="http://schemas.microsoft.com/office/powerpoint/2010/main" val="10006769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Scoring Matrix &amp; Dynamic Programming Algorithm</a:t>
            </a:r>
            <a:endParaRPr lang="id-ID" sz="2400" b="1" dirty="0"/>
          </a:p>
        </p:txBody>
      </p:sp>
      <p:pic>
        <p:nvPicPr>
          <p:cNvPr id="4" name="Picture 3">
            <a:extLst>
              <a:ext uri="{FF2B5EF4-FFF2-40B4-BE49-F238E27FC236}">
                <a16:creationId xmlns:a16="http://schemas.microsoft.com/office/drawing/2014/main" id="{324BA8C3-C1F8-4C8F-93F5-7654F8138B1A}"/>
              </a:ext>
            </a:extLst>
          </p:cNvPr>
          <p:cNvPicPr>
            <a:picLocks noChangeAspect="1"/>
          </p:cNvPicPr>
          <p:nvPr/>
        </p:nvPicPr>
        <p:blipFill>
          <a:blip r:embed="rId2"/>
          <a:stretch>
            <a:fillRect/>
          </a:stretch>
        </p:blipFill>
        <p:spPr>
          <a:xfrm>
            <a:off x="1215882" y="1599171"/>
            <a:ext cx="8394562" cy="4791237"/>
          </a:xfrm>
          <a:prstGeom prst="rect">
            <a:avLst/>
          </a:prstGeom>
        </p:spPr>
      </p:pic>
    </p:spTree>
    <p:extLst>
      <p:ext uri="{BB962C8B-B14F-4D97-AF65-F5344CB8AC3E}">
        <p14:creationId xmlns:p14="http://schemas.microsoft.com/office/powerpoint/2010/main" val="791952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Scoring Matrix &amp; Dynamic Programming Algorithm</a:t>
            </a:r>
            <a:endParaRPr lang="id-ID" sz="2400" b="1" dirty="0"/>
          </a:p>
        </p:txBody>
      </p:sp>
      <p:pic>
        <p:nvPicPr>
          <p:cNvPr id="3" name="Picture 2">
            <a:extLst>
              <a:ext uri="{FF2B5EF4-FFF2-40B4-BE49-F238E27FC236}">
                <a16:creationId xmlns:a16="http://schemas.microsoft.com/office/drawing/2014/main" id="{DE7E8F8B-880E-47DC-BAB1-6D9075FA725C}"/>
              </a:ext>
            </a:extLst>
          </p:cNvPr>
          <p:cNvPicPr>
            <a:picLocks noChangeAspect="1"/>
          </p:cNvPicPr>
          <p:nvPr/>
        </p:nvPicPr>
        <p:blipFill>
          <a:blip r:embed="rId2"/>
          <a:stretch>
            <a:fillRect/>
          </a:stretch>
        </p:blipFill>
        <p:spPr>
          <a:xfrm>
            <a:off x="1238250" y="1636136"/>
            <a:ext cx="8885501" cy="4930920"/>
          </a:xfrm>
          <a:prstGeom prst="rect">
            <a:avLst/>
          </a:prstGeom>
        </p:spPr>
      </p:pic>
    </p:spTree>
    <p:extLst>
      <p:ext uri="{BB962C8B-B14F-4D97-AF65-F5344CB8AC3E}">
        <p14:creationId xmlns:p14="http://schemas.microsoft.com/office/powerpoint/2010/main" val="31187205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Scoring Matrix &amp; Dynamic Programming Algorithm</a:t>
            </a:r>
            <a:endParaRPr lang="id-ID" sz="2400" b="1" dirty="0"/>
          </a:p>
        </p:txBody>
      </p:sp>
      <p:pic>
        <p:nvPicPr>
          <p:cNvPr id="3" name="Picture 2">
            <a:extLst>
              <a:ext uri="{FF2B5EF4-FFF2-40B4-BE49-F238E27FC236}">
                <a16:creationId xmlns:a16="http://schemas.microsoft.com/office/drawing/2014/main" id="{B0D44517-219A-4C2F-A92F-B97371CC6B74}"/>
              </a:ext>
            </a:extLst>
          </p:cNvPr>
          <p:cNvPicPr>
            <a:picLocks noChangeAspect="1"/>
          </p:cNvPicPr>
          <p:nvPr/>
        </p:nvPicPr>
        <p:blipFill>
          <a:blip r:embed="rId2"/>
          <a:stretch>
            <a:fillRect/>
          </a:stretch>
        </p:blipFill>
        <p:spPr>
          <a:xfrm>
            <a:off x="1238250" y="1594139"/>
            <a:ext cx="8674677" cy="4961591"/>
          </a:xfrm>
          <a:prstGeom prst="rect">
            <a:avLst/>
          </a:prstGeom>
        </p:spPr>
      </p:pic>
    </p:spTree>
    <p:extLst>
      <p:ext uri="{BB962C8B-B14F-4D97-AF65-F5344CB8AC3E}">
        <p14:creationId xmlns:p14="http://schemas.microsoft.com/office/powerpoint/2010/main" val="2842086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Scoring Matrix &amp; Dynamic Programming Algorithm</a:t>
            </a:r>
            <a:endParaRPr lang="id-ID" sz="2400" b="1" dirty="0"/>
          </a:p>
        </p:txBody>
      </p:sp>
      <p:pic>
        <p:nvPicPr>
          <p:cNvPr id="3" name="Picture 2">
            <a:extLst>
              <a:ext uri="{FF2B5EF4-FFF2-40B4-BE49-F238E27FC236}">
                <a16:creationId xmlns:a16="http://schemas.microsoft.com/office/drawing/2014/main" id="{1C2E0AF9-A23B-4EE4-B7E9-66074AFA1C9A}"/>
              </a:ext>
            </a:extLst>
          </p:cNvPr>
          <p:cNvPicPr>
            <a:picLocks noChangeAspect="1"/>
          </p:cNvPicPr>
          <p:nvPr/>
        </p:nvPicPr>
        <p:blipFill>
          <a:blip r:embed="rId2"/>
          <a:stretch>
            <a:fillRect/>
          </a:stretch>
        </p:blipFill>
        <p:spPr>
          <a:xfrm>
            <a:off x="1238251" y="1517515"/>
            <a:ext cx="8591550" cy="4251405"/>
          </a:xfrm>
          <a:prstGeom prst="rect">
            <a:avLst/>
          </a:prstGeom>
        </p:spPr>
      </p:pic>
    </p:spTree>
    <p:extLst>
      <p:ext uri="{BB962C8B-B14F-4D97-AF65-F5344CB8AC3E}">
        <p14:creationId xmlns:p14="http://schemas.microsoft.com/office/powerpoint/2010/main" val="535278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Scoring Matrix &amp; Dynamic Programming Algorithm</a:t>
            </a:r>
            <a:endParaRPr lang="id-ID" sz="2400" b="1" dirty="0"/>
          </a:p>
        </p:txBody>
      </p:sp>
      <p:pic>
        <p:nvPicPr>
          <p:cNvPr id="4" name="Picture 3">
            <a:extLst>
              <a:ext uri="{FF2B5EF4-FFF2-40B4-BE49-F238E27FC236}">
                <a16:creationId xmlns:a16="http://schemas.microsoft.com/office/drawing/2014/main" id="{47E58943-A40D-4AE2-A086-4A0194623564}"/>
              </a:ext>
            </a:extLst>
          </p:cNvPr>
          <p:cNvPicPr>
            <a:picLocks noChangeAspect="1"/>
          </p:cNvPicPr>
          <p:nvPr/>
        </p:nvPicPr>
        <p:blipFill>
          <a:blip r:embed="rId2"/>
          <a:stretch>
            <a:fillRect/>
          </a:stretch>
        </p:blipFill>
        <p:spPr>
          <a:xfrm>
            <a:off x="1238250" y="1517515"/>
            <a:ext cx="7594023" cy="4659481"/>
          </a:xfrm>
          <a:prstGeom prst="rect">
            <a:avLst/>
          </a:prstGeom>
        </p:spPr>
      </p:pic>
    </p:spTree>
    <p:extLst>
      <p:ext uri="{BB962C8B-B14F-4D97-AF65-F5344CB8AC3E}">
        <p14:creationId xmlns:p14="http://schemas.microsoft.com/office/powerpoint/2010/main" val="91561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Scoring Matrix &amp; Dynamic Programming Algorithm</a:t>
            </a:r>
            <a:endParaRPr lang="id-ID" sz="2400" b="1" dirty="0"/>
          </a:p>
        </p:txBody>
      </p:sp>
      <p:pic>
        <p:nvPicPr>
          <p:cNvPr id="3" name="Picture 2">
            <a:extLst>
              <a:ext uri="{FF2B5EF4-FFF2-40B4-BE49-F238E27FC236}">
                <a16:creationId xmlns:a16="http://schemas.microsoft.com/office/drawing/2014/main" id="{9F7E79E0-AED1-41CE-9EFC-3FC0D819231E}"/>
              </a:ext>
            </a:extLst>
          </p:cNvPr>
          <p:cNvPicPr>
            <a:picLocks noChangeAspect="1"/>
          </p:cNvPicPr>
          <p:nvPr/>
        </p:nvPicPr>
        <p:blipFill>
          <a:blip r:embed="rId2"/>
          <a:stretch>
            <a:fillRect/>
          </a:stretch>
        </p:blipFill>
        <p:spPr>
          <a:xfrm>
            <a:off x="1238250" y="1517516"/>
            <a:ext cx="6829575" cy="4935240"/>
          </a:xfrm>
          <a:prstGeom prst="rect">
            <a:avLst/>
          </a:prstGeom>
        </p:spPr>
      </p:pic>
    </p:spTree>
    <p:extLst>
      <p:ext uri="{BB962C8B-B14F-4D97-AF65-F5344CB8AC3E}">
        <p14:creationId xmlns:p14="http://schemas.microsoft.com/office/powerpoint/2010/main" val="3706597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Scoring Matrix &amp; Dynamic Programming Algorithm</a:t>
            </a:r>
            <a:endParaRPr lang="id-ID" sz="2400" b="1" dirty="0"/>
          </a:p>
        </p:txBody>
      </p:sp>
      <p:pic>
        <p:nvPicPr>
          <p:cNvPr id="3" name="Picture 2">
            <a:extLst>
              <a:ext uri="{FF2B5EF4-FFF2-40B4-BE49-F238E27FC236}">
                <a16:creationId xmlns:a16="http://schemas.microsoft.com/office/drawing/2014/main" id="{16C835A9-583B-4D9A-9B77-37D5655FBD91}"/>
              </a:ext>
            </a:extLst>
          </p:cNvPr>
          <p:cNvPicPr>
            <a:picLocks noChangeAspect="1"/>
          </p:cNvPicPr>
          <p:nvPr/>
        </p:nvPicPr>
        <p:blipFill>
          <a:blip r:embed="rId2"/>
          <a:stretch>
            <a:fillRect/>
          </a:stretch>
        </p:blipFill>
        <p:spPr>
          <a:xfrm>
            <a:off x="1238250" y="1609726"/>
            <a:ext cx="8207086" cy="4776004"/>
          </a:xfrm>
          <a:prstGeom prst="rect">
            <a:avLst/>
          </a:prstGeom>
        </p:spPr>
      </p:pic>
    </p:spTree>
    <p:extLst>
      <p:ext uri="{BB962C8B-B14F-4D97-AF65-F5344CB8AC3E}">
        <p14:creationId xmlns:p14="http://schemas.microsoft.com/office/powerpoint/2010/main" val="40595576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Scoring Matrix &amp; Dynamic Programming Algorithm</a:t>
            </a:r>
            <a:endParaRPr lang="id-ID" sz="2400" b="1" dirty="0"/>
          </a:p>
        </p:txBody>
      </p:sp>
      <p:pic>
        <p:nvPicPr>
          <p:cNvPr id="3" name="Picture 2">
            <a:extLst>
              <a:ext uri="{FF2B5EF4-FFF2-40B4-BE49-F238E27FC236}">
                <a16:creationId xmlns:a16="http://schemas.microsoft.com/office/drawing/2014/main" id="{7C03E4D4-BABF-4F59-B1D9-A676A9FD0D62}"/>
              </a:ext>
            </a:extLst>
          </p:cNvPr>
          <p:cNvPicPr>
            <a:picLocks noChangeAspect="1"/>
          </p:cNvPicPr>
          <p:nvPr/>
        </p:nvPicPr>
        <p:blipFill>
          <a:blip r:embed="rId2"/>
          <a:stretch>
            <a:fillRect/>
          </a:stretch>
        </p:blipFill>
        <p:spPr>
          <a:xfrm>
            <a:off x="1238250" y="1600474"/>
            <a:ext cx="8518913" cy="5201187"/>
          </a:xfrm>
          <a:prstGeom prst="rect">
            <a:avLst/>
          </a:prstGeom>
        </p:spPr>
      </p:pic>
    </p:spTree>
    <p:extLst>
      <p:ext uri="{BB962C8B-B14F-4D97-AF65-F5344CB8AC3E}">
        <p14:creationId xmlns:p14="http://schemas.microsoft.com/office/powerpoint/2010/main" val="2748393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Scoring Matrix &amp; Dynamic Programming Algorithm</a:t>
            </a:r>
            <a:endParaRPr lang="id-ID" sz="2400" b="1" dirty="0"/>
          </a:p>
        </p:txBody>
      </p:sp>
      <p:pic>
        <p:nvPicPr>
          <p:cNvPr id="3" name="Picture 2">
            <a:extLst>
              <a:ext uri="{FF2B5EF4-FFF2-40B4-BE49-F238E27FC236}">
                <a16:creationId xmlns:a16="http://schemas.microsoft.com/office/drawing/2014/main" id="{2C4D8B80-33E3-4A94-8F31-C3CE7A7D6B64}"/>
              </a:ext>
            </a:extLst>
          </p:cNvPr>
          <p:cNvPicPr>
            <a:picLocks noChangeAspect="1"/>
          </p:cNvPicPr>
          <p:nvPr/>
        </p:nvPicPr>
        <p:blipFill>
          <a:blip r:embed="rId2"/>
          <a:stretch>
            <a:fillRect/>
          </a:stretch>
        </p:blipFill>
        <p:spPr>
          <a:xfrm>
            <a:off x="1238250" y="1517515"/>
            <a:ext cx="8677601" cy="4633903"/>
          </a:xfrm>
          <a:prstGeom prst="rect">
            <a:avLst/>
          </a:prstGeom>
        </p:spPr>
      </p:pic>
    </p:spTree>
    <p:extLst>
      <p:ext uri="{BB962C8B-B14F-4D97-AF65-F5344CB8AC3E}">
        <p14:creationId xmlns:p14="http://schemas.microsoft.com/office/powerpoint/2010/main" val="4258915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Scoring Matrix &amp; Dynamic Programming Algorithm</a:t>
            </a:r>
            <a:endParaRPr lang="id-ID" sz="2400" b="1" dirty="0"/>
          </a:p>
        </p:txBody>
      </p:sp>
      <p:pic>
        <p:nvPicPr>
          <p:cNvPr id="4" name="Picture 3">
            <a:extLst>
              <a:ext uri="{FF2B5EF4-FFF2-40B4-BE49-F238E27FC236}">
                <a16:creationId xmlns:a16="http://schemas.microsoft.com/office/drawing/2014/main" id="{4A0F24F4-0EEB-4E2A-B2F3-897E6747DE53}"/>
              </a:ext>
            </a:extLst>
          </p:cNvPr>
          <p:cNvPicPr>
            <a:picLocks noChangeAspect="1"/>
          </p:cNvPicPr>
          <p:nvPr/>
        </p:nvPicPr>
        <p:blipFill>
          <a:blip r:embed="rId2"/>
          <a:stretch>
            <a:fillRect/>
          </a:stretch>
        </p:blipFill>
        <p:spPr>
          <a:xfrm>
            <a:off x="1238250" y="1517515"/>
            <a:ext cx="8212138" cy="4939293"/>
          </a:xfrm>
          <a:prstGeom prst="rect">
            <a:avLst/>
          </a:prstGeom>
        </p:spPr>
      </p:pic>
    </p:spTree>
    <p:extLst>
      <p:ext uri="{BB962C8B-B14F-4D97-AF65-F5344CB8AC3E}">
        <p14:creationId xmlns:p14="http://schemas.microsoft.com/office/powerpoint/2010/main" val="4852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Scoring Matrix &amp; Dynamic Programming Algorithm</a:t>
            </a:r>
            <a:endParaRPr lang="id-ID" sz="2400" b="1" dirty="0"/>
          </a:p>
        </p:txBody>
      </p:sp>
      <p:pic>
        <p:nvPicPr>
          <p:cNvPr id="3" name="Picture 2">
            <a:extLst>
              <a:ext uri="{FF2B5EF4-FFF2-40B4-BE49-F238E27FC236}">
                <a16:creationId xmlns:a16="http://schemas.microsoft.com/office/drawing/2014/main" id="{49F1E0CC-0752-45BF-8877-4C0760E990D7}"/>
              </a:ext>
            </a:extLst>
          </p:cNvPr>
          <p:cNvPicPr>
            <a:picLocks noChangeAspect="1"/>
          </p:cNvPicPr>
          <p:nvPr/>
        </p:nvPicPr>
        <p:blipFill>
          <a:blip r:embed="rId2"/>
          <a:stretch>
            <a:fillRect/>
          </a:stretch>
        </p:blipFill>
        <p:spPr>
          <a:xfrm>
            <a:off x="1238250" y="1547823"/>
            <a:ext cx="8788977" cy="4516558"/>
          </a:xfrm>
          <a:prstGeom prst="rect">
            <a:avLst/>
          </a:prstGeom>
        </p:spPr>
      </p:pic>
    </p:spTree>
    <p:extLst>
      <p:ext uri="{BB962C8B-B14F-4D97-AF65-F5344CB8AC3E}">
        <p14:creationId xmlns:p14="http://schemas.microsoft.com/office/powerpoint/2010/main" val="33576880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Scoring Matrix &amp; Dynamic Programming Algorithm</a:t>
            </a:r>
            <a:endParaRPr lang="id-ID" sz="2400" b="1" dirty="0"/>
          </a:p>
        </p:txBody>
      </p:sp>
      <p:pic>
        <p:nvPicPr>
          <p:cNvPr id="3" name="Picture 2">
            <a:extLst>
              <a:ext uri="{FF2B5EF4-FFF2-40B4-BE49-F238E27FC236}">
                <a16:creationId xmlns:a16="http://schemas.microsoft.com/office/drawing/2014/main" id="{89AA572D-3514-4B27-81F3-82764D24651D}"/>
              </a:ext>
            </a:extLst>
          </p:cNvPr>
          <p:cNvPicPr>
            <a:picLocks noChangeAspect="1"/>
          </p:cNvPicPr>
          <p:nvPr/>
        </p:nvPicPr>
        <p:blipFill>
          <a:blip r:embed="rId2"/>
          <a:stretch>
            <a:fillRect/>
          </a:stretch>
        </p:blipFill>
        <p:spPr>
          <a:xfrm>
            <a:off x="1238251" y="1517515"/>
            <a:ext cx="8435686" cy="5119697"/>
          </a:xfrm>
          <a:prstGeom prst="rect">
            <a:avLst/>
          </a:prstGeom>
        </p:spPr>
      </p:pic>
    </p:spTree>
    <p:extLst>
      <p:ext uri="{BB962C8B-B14F-4D97-AF65-F5344CB8AC3E}">
        <p14:creationId xmlns:p14="http://schemas.microsoft.com/office/powerpoint/2010/main" val="16961058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Take home Quiz</a:t>
            </a:r>
            <a:endParaRPr lang="id-ID" sz="2400" b="1" dirty="0"/>
          </a:p>
        </p:txBody>
      </p:sp>
      <p:pic>
        <p:nvPicPr>
          <p:cNvPr id="3" name="Picture 2">
            <a:extLst>
              <a:ext uri="{FF2B5EF4-FFF2-40B4-BE49-F238E27FC236}">
                <a16:creationId xmlns:a16="http://schemas.microsoft.com/office/drawing/2014/main" id="{CF3D0F84-E3FF-4F50-B1E8-9091A937B845}"/>
              </a:ext>
            </a:extLst>
          </p:cNvPr>
          <p:cNvPicPr>
            <a:picLocks noChangeAspect="1"/>
          </p:cNvPicPr>
          <p:nvPr/>
        </p:nvPicPr>
        <p:blipFill>
          <a:blip r:embed="rId2"/>
          <a:stretch>
            <a:fillRect/>
          </a:stretch>
        </p:blipFill>
        <p:spPr>
          <a:xfrm>
            <a:off x="1238249" y="1580117"/>
            <a:ext cx="3956702" cy="4402616"/>
          </a:xfrm>
          <a:prstGeom prst="rect">
            <a:avLst/>
          </a:prstGeom>
        </p:spPr>
      </p:pic>
      <p:sp>
        <p:nvSpPr>
          <p:cNvPr id="4" name="Rectangle 3">
            <a:extLst>
              <a:ext uri="{FF2B5EF4-FFF2-40B4-BE49-F238E27FC236}">
                <a16:creationId xmlns:a16="http://schemas.microsoft.com/office/drawing/2014/main" id="{61BE01BD-8AB0-44F6-BB50-FF15A05E9109}"/>
              </a:ext>
            </a:extLst>
          </p:cNvPr>
          <p:cNvSpPr/>
          <p:nvPr/>
        </p:nvSpPr>
        <p:spPr>
          <a:xfrm>
            <a:off x="5481352" y="2078962"/>
            <a:ext cx="4753694" cy="954107"/>
          </a:xfrm>
          <a:prstGeom prst="rect">
            <a:avLst/>
          </a:prstGeom>
        </p:spPr>
        <p:txBody>
          <a:bodyPr wrap="square">
            <a:spAutoFit/>
          </a:bodyPr>
          <a:lstStyle/>
          <a:p>
            <a:pPr algn="just"/>
            <a:r>
              <a:rPr lang="da-DK" sz="1400" i="1" dirty="0"/>
              <a:t>Okada et al. </a:t>
            </a:r>
            <a:r>
              <a:rPr lang="en-US" sz="1400" i="1" dirty="0"/>
              <a:t>Accelerating the Smith-Waterman algorithm with </a:t>
            </a:r>
            <a:r>
              <a:rPr lang="en-US" sz="1400" i="1" dirty="0" err="1"/>
              <a:t>interpair</a:t>
            </a:r>
            <a:r>
              <a:rPr lang="en-US" sz="1400" i="1" dirty="0"/>
              <a:t> pruning and band optimization for the all-pairs comparison of base sequences. </a:t>
            </a:r>
            <a:r>
              <a:rPr lang="da-DK" sz="1400" i="1" dirty="0"/>
              <a:t>BMC Bioinformatics. (2015) 16:321</a:t>
            </a:r>
            <a:endParaRPr lang="en-US" sz="1400" i="1" dirty="0">
              <a:solidFill>
                <a:srgbClr val="000000"/>
              </a:solidFill>
            </a:endParaRPr>
          </a:p>
        </p:txBody>
      </p:sp>
      <p:sp>
        <p:nvSpPr>
          <p:cNvPr id="5" name="Rectangle 4">
            <a:extLst>
              <a:ext uri="{FF2B5EF4-FFF2-40B4-BE49-F238E27FC236}">
                <a16:creationId xmlns:a16="http://schemas.microsoft.com/office/drawing/2014/main" id="{5E7FDD02-7F90-4601-8652-07686A69246A}"/>
              </a:ext>
            </a:extLst>
          </p:cNvPr>
          <p:cNvSpPr/>
          <p:nvPr/>
        </p:nvSpPr>
        <p:spPr>
          <a:xfrm>
            <a:off x="5343525" y="1601908"/>
            <a:ext cx="5078557" cy="2585323"/>
          </a:xfrm>
          <a:prstGeom prst="rect">
            <a:avLst/>
          </a:prstGeom>
        </p:spPr>
        <p:txBody>
          <a:bodyPr wrap="square">
            <a:spAutoFit/>
          </a:bodyPr>
          <a:lstStyle/>
          <a:p>
            <a:r>
              <a:rPr lang="en-US" sz="1800" dirty="0">
                <a:solidFill>
                  <a:srgbClr val="000000"/>
                </a:solidFill>
                <a:latin typeface="Arial" panose="020B0604020202020204" pitchFamily="34" charset="0"/>
                <a:cs typeface="Arial" panose="020B0604020202020204" pitchFamily="34" charset="0"/>
              </a:rPr>
              <a:t>Search for this paper</a:t>
            </a:r>
          </a:p>
          <a:p>
            <a:endParaRPr lang="en-US" sz="1800" dirty="0">
              <a:solidFill>
                <a:srgbClr val="000000"/>
              </a:solidFill>
              <a:latin typeface="Arial" panose="020B0604020202020204" pitchFamily="34" charset="0"/>
              <a:cs typeface="Arial" panose="020B0604020202020204" pitchFamily="34" charset="0"/>
            </a:endParaRPr>
          </a:p>
          <a:p>
            <a:endParaRPr lang="en-US" sz="1800" dirty="0">
              <a:solidFill>
                <a:srgbClr val="000000"/>
              </a:solidFill>
              <a:latin typeface="Arial" panose="020B0604020202020204" pitchFamily="34" charset="0"/>
              <a:cs typeface="Arial" panose="020B0604020202020204" pitchFamily="34" charset="0"/>
            </a:endParaRPr>
          </a:p>
          <a:p>
            <a:endParaRPr lang="en-US" sz="1800" dirty="0">
              <a:solidFill>
                <a:srgbClr val="000000"/>
              </a:solidFill>
              <a:latin typeface="Arial" panose="020B0604020202020204" pitchFamily="34" charset="0"/>
              <a:cs typeface="Arial" panose="020B0604020202020204" pitchFamily="34" charset="0"/>
            </a:endParaRPr>
          </a:p>
          <a:p>
            <a:endParaRPr lang="en-US" sz="1800" dirty="0">
              <a:solidFill>
                <a:srgbClr val="000000"/>
              </a:solidFill>
              <a:latin typeface="Arial" panose="020B0604020202020204" pitchFamily="34" charset="0"/>
              <a:cs typeface="Arial" panose="020B0604020202020204" pitchFamily="34" charset="0"/>
            </a:endParaRPr>
          </a:p>
          <a:p>
            <a:endParaRPr lang="en-US" sz="1800" dirty="0">
              <a:solidFill>
                <a:srgbClr val="000000"/>
              </a:solidFill>
              <a:latin typeface="Arial" panose="020B0604020202020204" pitchFamily="34" charset="0"/>
              <a:cs typeface="Arial" panose="020B0604020202020204" pitchFamily="34" charset="0"/>
            </a:endParaRPr>
          </a:p>
          <a:p>
            <a:r>
              <a:rPr lang="en-US" sz="1800" dirty="0">
                <a:solidFill>
                  <a:srgbClr val="000000"/>
                </a:solidFill>
                <a:latin typeface="Arial" panose="020B0604020202020204" pitchFamily="34" charset="0"/>
                <a:cs typeface="Arial" panose="020B0604020202020204" pitchFamily="34" charset="0"/>
              </a:rPr>
              <a:t>Using 2 sequences given in the paper, try to implement the local or global alignment based on  the Dynamic Programming Algorithm</a:t>
            </a:r>
          </a:p>
        </p:txBody>
      </p:sp>
    </p:spTree>
    <p:extLst>
      <p:ext uri="{BB962C8B-B14F-4D97-AF65-F5344CB8AC3E}">
        <p14:creationId xmlns:p14="http://schemas.microsoft.com/office/powerpoint/2010/main" val="37436925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The Basic Local Alignment Search Tool (BLAST) </a:t>
            </a:r>
            <a:endParaRPr lang="id-ID" sz="2400" b="1" dirty="0"/>
          </a:p>
        </p:txBody>
      </p:sp>
      <p:sp>
        <p:nvSpPr>
          <p:cNvPr id="7" name="Rectangle 6">
            <a:extLst>
              <a:ext uri="{FF2B5EF4-FFF2-40B4-BE49-F238E27FC236}">
                <a16:creationId xmlns:a16="http://schemas.microsoft.com/office/drawing/2014/main" id="{12E008DE-782D-490C-8426-B5A0B1ECA6B4}"/>
              </a:ext>
            </a:extLst>
          </p:cNvPr>
          <p:cNvSpPr/>
          <p:nvPr/>
        </p:nvSpPr>
        <p:spPr>
          <a:xfrm>
            <a:off x="1238250" y="1662122"/>
            <a:ext cx="8809759" cy="5078313"/>
          </a:xfrm>
          <a:prstGeom prst="rect">
            <a:avLst/>
          </a:prstGeom>
        </p:spPr>
        <p:txBody>
          <a:bodyPr wrap="square">
            <a:spAutoFit/>
          </a:bodyPr>
          <a:lstStyle/>
          <a:p>
            <a:pPr algn="just"/>
            <a:r>
              <a:rPr lang="en-US" sz="1800" dirty="0">
                <a:solidFill>
                  <a:srgbClr val="202124"/>
                </a:solidFill>
                <a:latin typeface="Arial" panose="020B0604020202020204" pitchFamily="34" charset="0"/>
                <a:cs typeface="Arial" panose="020B0604020202020204" pitchFamily="34" charset="0"/>
              </a:rPr>
              <a:t>BLAST finds </a:t>
            </a:r>
            <a:r>
              <a:rPr lang="en-US" sz="1800" b="1" u="sng" dirty="0">
                <a:solidFill>
                  <a:srgbClr val="FF0000"/>
                </a:solidFill>
                <a:latin typeface="Arial" panose="020B0604020202020204" pitchFamily="34" charset="0"/>
                <a:cs typeface="Arial" panose="020B0604020202020204" pitchFamily="34" charset="0"/>
              </a:rPr>
              <a:t>regions of local similarity between protein or nucleotide sequences</a:t>
            </a:r>
            <a:r>
              <a:rPr lang="en-US" sz="1800" dirty="0">
                <a:solidFill>
                  <a:srgbClr val="202124"/>
                </a:solidFill>
                <a:latin typeface="Arial" panose="020B0604020202020204" pitchFamily="34" charset="0"/>
                <a:cs typeface="Arial" panose="020B0604020202020204" pitchFamily="34" charset="0"/>
              </a:rPr>
              <a:t>. The program compares nucleotide or protein sequences to sequence in a database and calculates the statistical significance of the matches.</a:t>
            </a:r>
          </a:p>
          <a:p>
            <a:pPr algn="just"/>
            <a:endParaRPr lang="en-US" sz="1800" dirty="0">
              <a:solidFill>
                <a:srgbClr val="202124"/>
              </a:solidFill>
              <a:latin typeface="Arial" panose="020B0604020202020204" pitchFamily="34" charset="0"/>
              <a:cs typeface="Arial" panose="020B0604020202020204" pitchFamily="34" charset="0"/>
            </a:endParaRPr>
          </a:p>
          <a:p>
            <a:pPr algn="just"/>
            <a:r>
              <a:rPr lang="en-US" sz="1800" dirty="0">
                <a:latin typeface="Arial" panose="020B0604020202020204" pitchFamily="34" charset="0"/>
                <a:cs typeface="Arial" panose="020B0604020202020204" pitchFamily="34" charset="0"/>
              </a:rPr>
              <a:t>BLAST can be used for several purposes.</a:t>
            </a:r>
          </a:p>
          <a:p>
            <a:pPr algn="just"/>
            <a:endParaRPr lang="en-US" sz="1800" dirty="0">
              <a:latin typeface="Arial" panose="020B0604020202020204" pitchFamily="34" charset="0"/>
              <a:cs typeface="Arial" panose="020B0604020202020204" pitchFamily="34" charset="0"/>
            </a:endParaRPr>
          </a:p>
          <a:p>
            <a:pPr marL="342900" indent="-342900" algn="just">
              <a:buAutoNum type="arabicPeriod"/>
            </a:pPr>
            <a:r>
              <a:rPr lang="en-US" sz="1800" dirty="0">
                <a:latin typeface="Arial" panose="020B0604020202020204" pitchFamily="34" charset="0"/>
                <a:cs typeface="Arial" panose="020B0604020202020204" pitchFamily="34" charset="0"/>
              </a:rPr>
              <a:t>Identifying species. You can possibly correctly identify a species or find homologous species. This is useful when working with unknown species</a:t>
            </a:r>
          </a:p>
          <a:p>
            <a:pPr marL="342900" indent="-342900" algn="just">
              <a:buAutoNum type="arabicPeriod"/>
            </a:pPr>
            <a:r>
              <a:rPr lang="en-US" sz="1800" dirty="0">
                <a:latin typeface="Arial" panose="020B0604020202020204" pitchFamily="34" charset="0"/>
                <a:cs typeface="Arial" panose="020B0604020202020204" pitchFamily="34" charset="0"/>
              </a:rPr>
              <a:t>Locating domains. When working with a protein sequence you can input it into BLAST, to locate known domains within the sequence of interest.</a:t>
            </a:r>
          </a:p>
          <a:p>
            <a:pPr marL="342900" indent="-342900" algn="just">
              <a:buAutoNum type="arabicPeriod"/>
            </a:pPr>
            <a:r>
              <a:rPr lang="en-US" sz="1800" dirty="0">
                <a:latin typeface="Arial" panose="020B0604020202020204" pitchFamily="34" charset="0"/>
                <a:cs typeface="Arial" panose="020B0604020202020204" pitchFamily="34" charset="0"/>
              </a:rPr>
              <a:t>Establishing phylogeny. Using the results received through BLAST you can create a phylogenetic tree. Phylogenies based on BLAST alone are less reliable than other purpose-built computational phylogenetic methods, </a:t>
            </a:r>
          </a:p>
          <a:p>
            <a:pPr marL="342900" indent="-342900" algn="just">
              <a:buAutoNum type="arabicPeriod"/>
            </a:pPr>
            <a:r>
              <a:rPr lang="en-US" sz="1800" dirty="0">
                <a:latin typeface="Arial" panose="020B0604020202020204" pitchFamily="34" charset="0"/>
                <a:cs typeface="Arial" panose="020B0604020202020204" pitchFamily="34" charset="0"/>
              </a:rPr>
              <a:t>DNA mapping. When working with a known species, and looking to sequence a gene at an unknown location.</a:t>
            </a:r>
          </a:p>
          <a:p>
            <a:pPr marL="342900" indent="-342900" algn="just">
              <a:buAutoNum type="arabicPeriod"/>
            </a:pPr>
            <a:r>
              <a:rPr lang="en-US" sz="1800" dirty="0">
                <a:latin typeface="Arial" panose="020B0604020202020204" pitchFamily="34" charset="0"/>
                <a:cs typeface="Arial" panose="020B0604020202020204" pitchFamily="34" charset="0"/>
              </a:rPr>
              <a:t>Comparison. When working with genes, BLAST can locate common genes in two related species, and can be used to map annotations from one organism to another.</a:t>
            </a:r>
            <a:endParaRPr lang="en-HK"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35919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The Basic Local Alignment Search Tool (BLAST) </a:t>
            </a:r>
            <a:endParaRPr lang="id-ID" sz="2400" b="1" dirty="0"/>
          </a:p>
        </p:txBody>
      </p:sp>
      <p:sp>
        <p:nvSpPr>
          <p:cNvPr id="7" name="Rectangle 6">
            <a:extLst>
              <a:ext uri="{FF2B5EF4-FFF2-40B4-BE49-F238E27FC236}">
                <a16:creationId xmlns:a16="http://schemas.microsoft.com/office/drawing/2014/main" id="{12E008DE-782D-490C-8426-B5A0B1ECA6B4}"/>
              </a:ext>
            </a:extLst>
          </p:cNvPr>
          <p:cNvSpPr/>
          <p:nvPr/>
        </p:nvSpPr>
        <p:spPr>
          <a:xfrm>
            <a:off x="1238250" y="1592545"/>
            <a:ext cx="8809759" cy="723275"/>
          </a:xfrm>
          <a:prstGeom prst="rect">
            <a:avLst/>
          </a:prstGeom>
        </p:spPr>
        <p:txBody>
          <a:bodyPr wrap="square">
            <a:spAutoFit/>
          </a:bodyPr>
          <a:lstStyle/>
          <a:p>
            <a:pPr algn="just"/>
            <a:r>
              <a:rPr lang="en-US" sz="2000" b="1" dirty="0">
                <a:solidFill>
                  <a:srgbClr val="202124"/>
                </a:solidFill>
                <a:latin typeface="arial" panose="020B0604020202020204" pitchFamily="34" charset="0"/>
              </a:rPr>
              <a:t>BLAST tutorial using </a:t>
            </a:r>
            <a:r>
              <a:rPr lang="en-HK" sz="2000" dirty="0"/>
              <a:t>https://youtu.be/VsrePFFbgE4</a:t>
            </a:r>
          </a:p>
          <a:p>
            <a:pPr algn="just"/>
            <a:endParaRPr lang="en-HK" sz="2000" dirty="0"/>
          </a:p>
        </p:txBody>
      </p:sp>
      <p:pic>
        <p:nvPicPr>
          <p:cNvPr id="3" name="Picture 2">
            <a:extLst>
              <a:ext uri="{FF2B5EF4-FFF2-40B4-BE49-F238E27FC236}">
                <a16:creationId xmlns:a16="http://schemas.microsoft.com/office/drawing/2014/main" id="{E615BDEE-EF87-4165-A02E-F76CBDCE8853}"/>
              </a:ext>
            </a:extLst>
          </p:cNvPr>
          <p:cNvPicPr>
            <a:picLocks noChangeAspect="1"/>
          </p:cNvPicPr>
          <p:nvPr/>
        </p:nvPicPr>
        <p:blipFill>
          <a:blip r:embed="rId2"/>
          <a:stretch>
            <a:fillRect/>
          </a:stretch>
        </p:blipFill>
        <p:spPr>
          <a:xfrm>
            <a:off x="1306616" y="2159956"/>
            <a:ext cx="8673025" cy="4371541"/>
          </a:xfrm>
          <a:prstGeom prst="rect">
            <a:avLst/>
          </a:prstGeom>
        </p:spPr>
      </p:pic>
    </p:spTree>
    <p:extLst>
      <p:ext uri="{BB962C8B-B14F-4D97-AF65-F5344CB8AC3E}">
        <p14:creationId xmlns:p14="http://schemas.microsoft.com/office/powerpoint/2010/main" val="18583853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400" b="1" dirty="0"/>
              <a:t>The Basic Local Alignment Search Tool (BLAST) </a:t>
            </a:r>
            <a:endParaRPr lang="id-ID" sz="2400" b="1" dirty="0"/>
          </a:p>
        </p:txBody>
      </p:sp>
      <p:sp>
        <p:nvSpPr>
          <p:cNvPr id="7" name="Rectangle 6">
            <a:extLst>
              <a:ext uri="{FF2B5EF4-FFF2-40B4-BE49-F238E27FC236}">
                <a16:creationId xmlns:a16="http://schemas.microsoft.com/office/drawing/2014/main" id="{12E008DE-782D-490C-8426-B5A0B1ECA6B4}"/>
              </a:ext>
            </a:extLst>
          </p:cNvPr>
          <p:cNvSpPr/>
          <p:nvPr/>
        </p:nvSpPr>
        <p:spPr>
          <a:xfrm>
            <a:off x="1238250" y="1592545"/>
            <a:ext cx="8809759" cy="5601533"/>
          </a:xfrm>
          <a:prstGeom prst="rect">
            <a:avLst/>
          </a:prstGeom>
        </p:spPr>
        <p:txBody>
          <a:bodyPr wrap="square">
            <a:spAutoFit/>
          </a:bodyPr>
          <a:lstStyle/>
          <a:p>
            <a:pPr algn="just"/>
            <a:r>
              <a:rPr lang="en-US" sz="1800" dirty="0"/>
              <a:t>Smith-Waterman and BLAST are used to find homologous sequences by searching and comparing a query sequence with those in the databases, they do have their differences.</a:t>
            </a:r>
          </a:p>
          <a:p>
            <a:pPr algn="just"/>
            <a:endParaRPr lang="en-US" sz="1800" dirty="0"/>
          </a:p>
          <a:p>
            <a:pPr algn="just"/>
            <a:r>
              <a:rPr lang="en-US" sz="1800" dirty="0"/>
              <a:t>Due to the fact that BLAST is based on a heuristic algorithm, the results received through BLAST, in terms of the hits found, may not be the best possible results. A better alternative in order to find the best possible results would be to use the Smith-Waterman algorithm. </a:t>
            </a:r>
          </a:p>
          <a:p>
            <a:pPr algn="just"/>
            <a:endParaRPr lang="en-US" sz="1800" dirty="0"/>
          </a:p>
          <a:p>
            <a:pPr marL="342900" indent="-342900" algn="just">
              <a:buAutoNum type="arabicPeriod"/>
            </a:pPr>
            <a:r>
              <a:rPr lang="en-US" sz="1800" dirty="0"/>
              <a:t>The Smith-Waterman option provides better accuracy, in that it finds matches that BLAST cannot, because it does not miss any information. </a:t>
            </a:r>
          </a:p>
          <a:p>
            <a:pPr marL="342900" indent="-342900" algn="just">
              <a:buAutoNum type="arabicPeriod"/>
            </a:pPr>
            <a:r>
              <a:rPr lang="en-US" sz="1800" dirty="0"/>
              <a:t>However, when compared to BLAST, it is more time consuming, not to mention that it requires large amounts of computer usage and space. </a:t>
            </a:r>
          </a:p>
          <a:p>
            <a:pPr marL="342900" indent="-342900" algn="just">
              <a:buAutoNum type="arabicPeriod"/>
            </a:pPr>
            <a:endParaRPr lang="en-US" sz="1800" dirty="0"/>
          </a:p>
          <a:p>
            <a:pPr algn="just"/>
            <a:r>
              <a:rPr lang="en-US" sz="1800" dirty="0"/>
              <a:t>However, technologies to speed up the Smith-Waterman process have been found to improve the time necessary to perform a search dramatically. These technologies include </a:t>
            </a:r>
            <a:r>
              <a:rPr lang="en-US" sz="1800" dirty="0">
                <a:hlinkClick r:id="rId2" tooltip="FPGA"/>
              </a:rPr>
              <a:t>FPGA</a:t>
            </a:r>
            <a:r>
              <a:rPr lang="en-US" sz="1800" dirty="0"/>
              <a:t> chips and </a:t>
            </a:r>
            <a:r>
              <a:rPr lang="en-US" sz="1800" dirty="0">
                <a:hlinkClick r:id="rId3" tooltip="SIMD"/>
              </a:rPr>
              <a:t>SIMD</a:t>
            </a:r>
            <a:r>
              <a:rPr lang="en-US" sz="1800" dirty="0"/>
              <a:t> technology.</a:t>
            </a:r>
          </a:p>
          <a:p>
            <a:pPr algn="just"/>
            <a:endParaRPr lang="en-US" sz="1800" dirty="0"/>
          </a:p>
          <a:p>
            <a:pPr algn="just"/>
            <a:r>
              <a:rPr lang="en-US" sz="1800" dirty="0"/>
              <a:t>Note, that the algorithm used for BLAST was developed from the algorithm used for Smith-Waterman. BLAST employs an alignment which finds "local alignments between sequences by finding short matches and from these initial matches (local) alignments are created".</a:t>
            </a:r>
            <a:r>
              <a:rPr lang="en-US" sz="1800" baseline="30000" dirty="0">
                <a:hlinkClick r:id="rId4"/>
              </a:rPr>
              <a:t>[29]</a:t>
            </a:r>
            <a:endParaRPr lang="en-US" sz="1800" dirty="0"/>
          </a:p>
          <a:p>
            <a:pPr algn="just"/>
            <a:endParaRPr lang="en-HK" sz="1600" dirty="0"/>
          </a:p>
        </p:txBody>
      </p:sp>
    </p:spTree>
    <p:extLst>
      <p:ext uri="{BB962C8B-B14F-4D97-AF65-F5344CB8AC3E}">
        <p14:creationId xmlns:p14="http://schemas.microsoft.com/office/powerpoint/2010/main" val="13908687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38250" y="1847494"/>
            <a:ext cx="9154687" cy="3928838"/>
          </a:xfrm>
        </p:spPr>
        <p:txBody>
          <a:bodyPr>
            <a:normAutofit/>
          </a:bodyPr>
          <a:lstStyle/>
          <a:p>
            <a:pPr marL="342900" lvl="0" indent="-342900">
              <a:buFont typeface="Symbol" panose="05050102010706020507" pitchFamily="18" charset="2"/>
              <a:buChar char=""/>
            </a:pPr>
            <a:endParaRPr lang="en-US" sz="2000" dirty="0"/>
          </a:p>
          <a:p>
            <a:endParaRPr lang="en-US" sz="2000" dirty="0"/>
          </a:p>
          <a:p>
            <a:endParaRPr lang="id-ID" sz="2000" dirty="0"/>
          </a:p>
        </p:txBody>
      </p:sp>
      <p:sp>
        <p:nvSpPr>
          <p:cNvPr id="7" name="Title 1">
            <a:extLst>
              <a:ext uri="{FF2B5EF4-FFF2-40B4-BE49-F238E27FC236}">
                <a16:creationId xmlns:a16="http://schemas.microsoft.com/office/drawing/2014/main" id="{2EA7FAA0-CA95-4687-828E-03EB29DED4AA}"/>
              </a:ext>
            </a:extLst>
          </p:cNvPr>
          <p:cNvSpPr>
            <a:spLocks noGrp="1"/>
          </p:cNvSpPr>
          <p:nvPr>
            <p:ph type="title"/>
          </p:nvPr>
        </p:nvSpPr>
        <p:spPr>
          <a:xfrm>
            <a:off x="1238250" y="796075"/>
            <a:ext cx="9618662" cy="1260475"/>
          </a:xfrm>
        </p:spPr>
        <p:txBody>
          <a:bodyPr/>
          <a:lstStyle/>
          <a:p>
            <a:r>
              <a:rPr lang="en-US" sz="4000" b="1" dirty="0"/>
              <a:t>References</a:t>
            </a:r>
            <a:endParaRPr lang="id-ID" sz="4000" b="1" dirty="0"/>
          </a:p>
        </p:txBody>
      </p:sp>
    </p:spTree>
    <p:extLst>
      <p:ext uri="{BB962C8B-B14F-4D97-AF65-F5344CB8AC3E}">
        <p14:creationId xmlns:p14="http://schemas.microsoft.com/office/powerpoint/2010/main" val="25169754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Flow_SignoffStatus xmlns="47793baa-3cbb-486e-a055-4d42ce3882d7" xsi:nil="true"/>
    <_dlc_DocId xmlns="9fdf624c-fedc-4f6c-b928-0c7bf4c9e100">J56STF5CZXNR-2061195910-691142</_dlc_DocId>
    <_dlc_DocIdUrl xmlns="9fdf624c-fedc-4f6c-b928-0c7bf4c9e100">
      <Url>https://binusianorg.sharepoint.com/sites/arc/_layouts/15/DocIdRedir.aspx?ID=J56STF5CZXNR-2061195910-691142</Url>
      <Description>J56STF5CZXNR-2061195910-691142</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5" ma:contentTypeDescription="Create a new document." ma:contentTypeScope="" ma:versionID="939164fb4ce9d77da8b44cb5205bf59b">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63b003db5a72b2282a54ad3b1f995462"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A6D8D10-5CE6-45C0-899F-3757B0B76385}">
  <ds:schemaRefs>
    <ds:schemaRef ds:uri="http://schemas.microsoft.com/sharepoint/events"/>
  </ds:schemaRefs>
</ds:datastoreItem>
</file>

<file path=customXml/itemProps2.xml><?xml version="1.0" encoding="utf-8"?>
<ds:datastoreItem xmlns:ds="http://schemas.openxmlformats.org/officeDocument/2006/customXml" ds:itemID="{3F313E50-9F1C-4EB2-8248-D1942A92381A}">
  <ds:schemaRefs>
    <ds:schemaRef ds:uri="http://schemas.microsoft.com/office/2006/metadata/properties"/>
    <ds:schemaRef ds:uri="http://schemas.microsoft.com/office/infopath/2007/PartnerControls"/>
    <ds:schemaRef ds:uri="http://schemas.microsoft.com/sharepoint/v3/fields"/>
    <ds:schemaRef ds:uri="47793baa-3cbb-486e-a055-4d42ce3882d7"/>
    <ds:schemaRef ds:uri="9fdf624c-fedc-4f6c-b928-0c7bf4c9e100"/>
  </ds:schemaRefs>
</ds:datastoreItem>
</file>

<file path=customXml/itemProps3.xml><?xml version="1.0" encoding="utf-8"?>
<ds:datastoreItem xmlns:ds="http://schemas.openxmlformats.org/officeDocument/2006/customXml" ds:itemID="{61361C9D-5A18-4E58-8BA9-7D22F5AD4A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CED985A4-BE78-47BD-93FF-32CA6D846A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2878</TotalTime>
  <Words>1273</Words>
  <Application>Microsoft Office PowerPoint</Application>
  <PresentationFormat>Custom</PresentationFormat>
  <Paragraphs>130</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Arial</vt:lpstr>
      <vt:lpstr>Calibri</vt:lpstr>
      <vt:lpstr>Open Sans</vt:lpstr>
      <vt:lpstr>Symbol</vt:lpstr>
      <vt:lpstr>Office Theme</vt:lpstr>
      <vt:lpstr>PowerPoint Presentation</vt:lpstr>
      <vt:lpstr>Learning Objectives</vt:lpstr>
      <vt:lpstr>Sequence Alignment</vt:lpstr>
      <vt:lpstr>Sequence Alignment</vt:lpstr>
      <vt:lpstr>Sequence Alignment</vt:lpstr>
      <vt:lpstr>Similiarity VS Identity</vt:lpstr>
      <vt:lpstr>Global VS Local Alignment</vt:lpstr>
      <vt:lpstr>Simple Alignment</vt:lpstr>
      <vt:lpstr>Simple Alignment</vt:lpstr>
      <vt:lpstr>Simple Alignment</vt:lpstr>
      <vt:lpstr>Simple Alignment</vt:lpstr>
      <vt:lpstr>Simple Alignment</vt:lpstr>
      <vt:lpstr>Simple Alignment</vt:lpstr>
      <vt:lpstr>Simple Alignment</vt:lpstr>
      <vt:lpstr>Simple Alignment</vt:lpstr>
      <vt:lpstr>Simple Alignment</vt:lpstr>
      <vt:lpstr>Issues in Alignment</vt:lpstr>
      <vt:lpstr>Scoring Matrix &amp; Dynamic Programming Algorithm</vt:lpstr>
      <vt:lpstr>Scoring Matrix &amp; Dynamic Programming Algorithm</vt:lpstr>
      <vt:lpstr>Scoring Matrix &amp; Dynamic Programming Algorithm</vt:lpstr>
      <vt:lpstr>Scoring Matrix &amp; Dynamic Programming Algorithm</vt:lpstr>
      <vt:lpstr>Scoring Matrix &amp; Dynamic Programming Algorithm</vt:lpstr>
      <vt:lpstr>Scoring Matrix &amp; Dynamic Programming Algorithm</vt:lpstr>
      <vt:lpstr>Scoring Matrix &amp; Dynamic Programming Algorithm</vt:lpstr>
      <vt:lpstr>Scoring Matrix &amp; Dynamic Programming Algorithm</vt:lpstr>
      <vt:lpstr>Scoring Matrix &amp; Dynamic Programming Algorithm</vt:lpstr>
      <vt:lpstr>Scoring Matrix &amp; Dynamic Programming Algorithm</vt:lpstr>
      <vt:lpstr>Scoring Matrix &amp; Dynamic Programming Algorithm</vt:lpstr>
      <vt:lpstr>Scoring Matrix &amp; Dynamic Programming Algorithm</vt:lpstr>
      <vt:lpstr>Scoring Matrix &amp; Dynamic Programming Algorithm</vt:lpstr>
      <vt:lpstr>Scoring Matrix &amp; Dynamic Programming Algorithm</vt:lpstr>
      <vt:lpstr>Take home Quiz</vt:lpstr>
      <vt:lpstr>The Basic Local Alignment Search Tool (BLAST) </vt:lpstr>
      <vt:lpstr>The Basic Local Alignment Search Tool (BLAST) </vt:lpstr>
      <vt:lpstr>The Basic Local Alignment Search Tool (BLAST)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FABIAN</dc:creator>
  <cp:lastModifiedBy>FABIAN</cp:lastModifiedBy>
  <cp:revision>9</cp:revision>
  <dcterms:created xsi:type="dcterms:W3CDTF">2022-07-03T12:41:11Z</dcterms:created>
  <dcterms:modified xsi:type="dcterms:W3CDTF">2022-12-23T05:21:52Z</dcterms:modified>
</cp:coreProperties>
</file>