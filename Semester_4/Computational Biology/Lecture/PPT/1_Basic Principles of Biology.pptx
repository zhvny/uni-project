
<file path=[Content_Types].xml><?xml version="1.0" encoding="utf-8"?>
<Types xmlns="http://schemas.openxmlformats.org/package/2006/content-types">
  <Default Extension="bin" ContentType="application/vnd.ms-office.activeX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activeX/activeX1.xml" ContentType="application/vnd.ms-office.activeX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70"/>
  </p:notesMasterIdLst>
  <p:sldIdLst>
    <p:sldId id="256" r:id="rId6"/>
    <p:sldId id="266" r:id="rId7"/>
    <p:sldId id="267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80" r:id="rId19"/>
    <p:sldId id="281" r:id="rId20"/>
    <p:sldId id="279" r:id="rId21"/>
    <p:sldId id="282" r:id="rId22"/>
    <p:sldId id="284" r:id="rId23"/>
    <p:sldId id="285" r:id="rId24"/>
    <p:sldId id="283" r:id="rId25"/>
    <p:sldId id="406" r:id="rId26"/>
    <p:sldId id="450" r:id="rId27"/>
    <p:sldId id="407" r:id="rId28"/>
    <p:sldId id="408" r:id="rId29"/>
    <p:sldId id="409" r:id="rId30"/>
    <p:sldId id="410" r:id="rId31"/>
    <p:sldId id="411" r:id="rId32"/>
    <p:sldId id="412" r:id="rId33"/>
    <p:sldId id="413" r:id="rId34"/>
    <p:sldId id="414" r:id="rId35"/>
    <p:sldId id="415" r:id="rId36"/>
    <p:sldId id="416" r:id="rId37"/>
    <p:sldId id="417" r:id="rId38"/>
    <p:sldId id="418" r:id="rId39"/>
    <p:sldId id="419" r:id="rId40"/>
    <p:sldId id="420" r:id="rId41"/>
    <p:sldId id="421" r:id="rId42"/>
    <p:sldId id="422" r:id="rId43"/>
    <p:sldId id="423" r:id="rId44"/>
    <p:sldId id="424" r:id="rId45"/>
    <p:sldId id="425" r:id="rId46"/>
    <p:sldId id="426" r:id="rId47"/>
    <p:sldId id="427" r:id="rId48"/>
    <p:sldId id="428" r:id="rId49"/>
    <p:sldId id="429" r:id="rId50"/>
    <p:sldId id="430" r:id="rId51"/>
    <p:sldId id="431" r:id="rId52"/>
    <p:sldId id="432" r:id="rId53"/>
    <p:sldId id="433" r:id="rId54"/>
    <p:sldId id="434" r:id="rId55"/>
    <p:sldId id="435" r:id="rId56"/>
    <p:sldId id="436" r:id="rId57"/>
    <p:sldId id="438" r:id="rId58"/>
    <p:sldId id="439" r:id="rId59"/>
    <p:sldId id="440" r:id="rId60"/>
    <p:sldId id="441" r:id="rId61"/>
    <p:sldId id="442" r:id="rId62"/>
    <p:sldId id="444" r:id="rId63"/>
    <p:sldId id="445" r:id="rId64"/>
    <p:sldId id="446" r:id="rId65"/>
    <p:sldId id="447" r:id="rId66"/>
    <p:sldId id="448" r:id="rId67"/>
    <p:sldId id="449" r:id="rId68"/>
    <p:sldId id="259" r:id="rId69"/>
  </p:sldIdLst>
  <p:sldSz cx="10688638" cy="7562850"/>
  <p:notesSz cx="6858000" cy="9144000"/>
  <p:defaultTextStyle>
    <a:defPPr>
      <a:defRPr lang="en-US"/>
    </a:defPPr>
    <a:lvl1pPr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520700" indent="-635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041400" indent="-1270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563688" indent="-1920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084388" indent="-2555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D91671F-11EC-43A0-B0B5-6D80C965B915}">
          <p14:sldIdLst>
            <p14:sldId id="256"/>
          </p14:sldIdLst>
        </p14:section>
        <p14:section name="Content 1" id="{6162E7E0-B512-4FEF-B619-C9187795397D}">
          <p14:sldIdLst>
            <p14:sldId id="266"/>
            <p14:sldId id="267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80"/>
            <p14:sldId id="281"/>
            <p14:sldId id="279"/>
            <p14:sldId id="282"/>
            <p14:sldId id="284"/>
            <p14:sldId id="285"/>
            <p14:sldId id="283"/>
          </p14:sldIdLst>
        </p14:section>
        <p14:section name="Content 2" id="{926FB3AA-4FAD-4EEF-8527-AD0D3F79829A}">
          <p14:sldIdLst>
            <p14:sldId id="406"/>
            <p14:sldId id="450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8"/>
            <p14:sldId id="439"/>
            <p14:sldId id="440"/>
            <p14:sldId id="441"/>
            <p14:sldId id="442"/>
            <p14:sldId id="444"/>
            <p14:sldId id="445"/>
            <p14:sldId id="446"/>
            <p14:sldId id="447"/>
            <p14:sldId id="448"/>
            <p14:sldId id="449"/>
          </p14:sldIdLst>
        </p14:section>
        <p14:section name="REFERENCES" id="{11ED6803-A38C-4226-8496-86D05012E7E0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E5F4FE"/>
    <a:srgbClr val="0079B8"/>
    <a:srgbClr val="946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0"/>
    <p:restoredTop sz="93484"/>
  </p:normalViewPr>
  <p:slideViewPr>
    <p:cSldViewPr snapToGrid="0" snapToObjects="1">
      <p:cViewPr varScale="1">
        <p:scale>
          <a:sx n="85" d="100"/>
          <a:sy n="85" d="100"/>
        </p:scale>
        <p:origin x="1286" y="53"/>
      </p:cViewPr>
      <p:guideLst>
        <p:guide orient="horz" pos="2382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presProps" Target="pres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" userId="f46cf8bb-4ec7-4653-94a9-ff26fa22481f" providerId="ADAL" clId="{96C6839D-79BA-4B76-95F4-3ACF2BC7EF2C}"/>
    <pc:docChg chg="custSel modSld modMainMaster">
      <pc:chgData name="Fabian" userId="f46cf8bb-4ec7-4653-94a9-ff26fa22481f" providerId="ADAL" clId="{96C6839D-79BA-4B76-95F4-3ACF2BC7EF2C}" dt="2022-12-23T05:17:24.571" v="8" actId="478"/>
      <pc:docMkLst>
        <pc:docMk/>
      </pc:docMkLst>
      <pc:sldChg chg="modSp">
        <pc:chgData name="Fabian" userId="f46cf8bb-4ec7-4653-94a9-ff26fa22481f" providerId="ADAL" clId="{96C6839D-79BA-4B76-95F4-3ACF2BC7EF2C}" dt="2022-12-23T04:26:50.773" v="1" actId="20577"/>
        <pc:sldMkLst>
          <pc:docMk/>
          <pc:sldMk cId="0" sldId="256"/>
        </pc:sldMkLst>
        <pc:spChg chg="mod">
          <ac:chgData name="Fabian" userId="f46cf8bb-4ec7-4653-94a9-ff26fa22481f" providerId="ADAL" clId="{96C6839D-79BA-4B76-95F4-3ACF2BC7EF2C}" dt="2022-12-23T04:26:50.773" v="1" actId="20577"/>
          <ac:spMkLst>
            <pc:docMk/>
            <pc:sldMk cId="0" sldId="256"/>
            <ac:spMk id="17" creationId="{CE9AF79D-845E-461B-ADC4-7B9B51F04481}"/>
          </ac:spMkLst>
        </pc:spChg>
      </pc:sldChg>
      <pc:sldMasterChg chg="modSldLayout">
        <pc:chgData name="Fabian" userId="f46cf8bb-4ec7-4653-94a9-ff26fa22481f" providerId="ADAL" clId="{96C6839D-79BA-4B76-95F4-3ACF2BC7EF2C}" dt="2022-12-23T05:17:24.571" v="8" actId="478"/>
        <pc:sldMasterMkLst>
          <pc:docMk/>
          <pc:sldMasterMk cId="0" sldId="2147483648"/>
        </pc:sldMasterMkLst>
        <pc:sldLayoutChg chg="delSp">
          <pc:chgData name="Fabian" userId="f46cf8bb-4ec7-4653-94a9-ff26fa22481f" providerId="ADAL" clId="{96C6839D-79BA-4B76-95F4-3ACF2BC7EF2C}" dt="2022-12-23T05:17:10.960" v="2" actId="478"/>
          <pc:sldLayoutMkLst>
            <pc:docMk/>
            <pc:sldMasterMk cId="0" sldId="2147483648"/>
            <pc:sldLayoutMk cId="0" sldId="2147483649"/>
          </pc:sldLayoutMkLst>
          <pc:picChg chg="del">
            <ac:chgData name="Fabian" userId="f46cf8bb-4ec7-4653-94a9-ff26fa22481f" providerId="ADAL" clId="{96C6839D-79BA-4B76-95F4-3ACF2BC7EF2C}" dt="2022-12-23T05:17:10.960" v="2" actId="478"/>
            <ac:picMkLst>
              <pc:docMk/>
              <pc:sldMasterMk cId="0" sldId="2147483648"/>
              <pc:sldLayoutMk cId="0" sldId="2147483649"/>
              <ac:picMk id="11" creationId="{0D00FE9A-5B56-CC4A-AE9A-C22895A4A65F}"/>
            </ac:picMkLst>
          </pc:picChg>
        </pc:sldLayoutChg>
        <pc:sldLayoutChg chg="delSp">
          <pc:chgData name="Fabian" userId="f46cf8bb-4ec7-4653-94a9-ff26fa22481f" providerId="ADAL" clId="{96C6839D-79BA-4B76-95F4-3ACF2BC7EF2C}" dt="2022-12-23T05:17:14.586" v="3" actId="478"/>
          <pc:sldLayoutMkLst>
            <pc:docMk/>
            <pc:sldMasterMk cId="0" sldId="2147483648"/>
            <pc:sldLayoutMk cId="0" sldId="2147483650"/>
          </pc:sldLayoutMkLst>
          <pc:picChg chg="del">
            <ac:chgData name="Fabian" userId="f46cf8bb-4ec7-4653-94a9-ff26fa22481f" providerId="ADAL" clId="{96C6839D-79BA-4B76-95F4-3ACF2BC7EF2C}" dt="2022-12-23T05:17:14.586" v="3" actId="478"/>
            <ac:picMkLst>
              <pc:docMk/>
              <pc:sldMasterMk cId="0" sldId="2147483648"/>
              <pc:sldLayoutMk cId="0" sldId="2147483650"/>
              <ac:picMk id="11" creationId="{B629EBDB-E5DA-C246-981F-4C19F8FC4578}"/>
            </ac:picMkLst>
          </pc:picChg>
        </pc:sldLayoutChg>
        <pc:sldLayoutChg chg="delSp">
          <pc:chgData name="Fabian" userId="f46cf8bb-4ec7-4653-94a9-ff26fa22481f" providerId="ADAL" clId="{96C6839D-79BA-4B76-95F4-3ACF2BC7EF2C}" dt="2022-12-23T05:17:16.158" v="4" actId="478"/>
          <pc:sldLayoutMkLst>
            <pc:docMk/>
            <pc:sldMasterMk cId="0" sldId="2147483648"/>
            <pc:sldLayoutMk cId="0" sldId="2147483651"/>
          </pc:sldLayoutMkLst>
          <pc:picChg chg="del">
            <ac:chgData name="Fabian" userId="f46cf8bb-4ec7-4653-94a9-ff26fa22481f" providerId="ADAL" clId="{96C6839D-79BA-4B76-95F4-3ACF2BC7EF2C}" dt="2022-12-23T05:17:16.158" v="4" actId="478"/>
            <ac:picMkLst>
              <pc:docMk/>
              <pc:sldMasterMk cId="0" sldId="2147483648"/>
              <pc:sldLayoutMk cId="0" sldId="2147483651"/>
              <ac:picMk id="7" creationId="{EB33BA03-3A39-B849-9650-5243CD565A8A}"/>
            </ac:picMkLst>
          </pc:picChg>
        </pc:sldLayoutChg>
        <pc:sldLayoutChg chg="delSp">
          <pc:chgData name="Fabian" userId="f46cf8bb-4ec7-4653-94a9-ff26fa22481f" providerId="ADAL" clId="{96C6839D-79BA-4B76-95F4-3ACF2BC7EF2C}" dt="2022-12-23T05:17:19.102" v="5" actId="478"/>
          <pc:sldLayoutMkLst>
            <pc:docMk/>
            <pc:sldMasterMk cId="0" sldId="2147483648"/>
            <pc:sldLayoutMk cId="0" sldId="2147483652"/>
          </pc:sldLayoutMkLst>
          <pc:picChg chg="del">
            <ac:chgData name="Fabian" userId="f46cf8bb-4ec7-4653-94a9-ff26fa22481f" providerId="ADAL" clId="{96C6839D-79BA-4B76-95F4-3ACF2BC7EF2C}" dt="2022-12-23T05:17:19.102" v="5" actId="478"/>
            <ac:picMkLst>
              <pc:docMk/>
              <pc:sldMasterMk cId="0" sldId="2147483648"/>
              <pc:sldLayoutMk cId="0" sldId="2147483652"/>
              <ac:picMk id="12" creationId="{3DC9F73C-0878-E542-8513-409788190553}"/>
            </ac:picMkLst>
          </pc:picChg>
        </pc:sldLayoutChg>
        <pc:sldLayoutChg chg="delSp">
          <pc:chgData name="Fabian" userId="f46cf8bb-4ec7-4653-94a9-ff26fa22481f" providerId="ADAL" clId="{96C6839D-79BA-4B76-95F4-3ACF2BC7EF2C}" dt="2022-12-23T05:17:22.421" v="7" actId="478"/>
          <pc:sldLayoutMkLst>
            <pc:docMk/>
            <pc:sldMasterMk cId="0" sldId="2147483648"/>
            <pc:sldLayoutMk cId="0" sldId="2147483653"/>
          </pc:sldLayoutMkLst>
          <pc:spChg chg="del">
            <ac:chgData name="Fabian" userId="f46cf8bb-4ec7-4653-94a9-ff26fa22481f" providerId="ADAL" clId="{96C6839D-79BA-4B76-95F4-3ACF2BC7EF2C}" dt="2022-12-23T05:17:22.421" v="7" actId="478"/>
            <ac:spMkLst>
              <pc:docMk/>
              <pc:sldMasterMk cId="0" sldId="2147483648"/>
              <pc:sldLayoutMk cId="0" sldId="2147483653"/>
              <ac:spMk id="10" creationId="{00000000-0000-0000-0000-000000000000}"/>
            </ac:spMkLst>
          </pc:spChg>
          <pc:picChg chg="del">
            <ac:chgData name="Fabian" userId="f46cf8bb-4ec7-4653-94a9-ff26fa22481f" providerId="ADAL" clId="{96C6839D-79BA-4B76-95F4-3ACF2BC7EF2C}" dt="2022-12-23T05:17:21.721" v="6" actId="478"/>
            <ac:picMkLst>
              <pc:docMk/>
              <pc:sldMasterMk cId="0" sldId="2147483648"/>
              <pc:sldLayoutMk cId="0" sldId="2147483653"/>
              <ac:picMk id="13" creationId="{07D22DC1-2584-BA45-ADB4-CB64B76C9196}"/>
            </ac:picMkLst>
          </pc:picChg>
        </pc:sldLayoutChg>
        <pc:sldLayoutChg chg="delSp">
          <pc:chgData name="Fabian" userId="f46cf8bb-4ec7-4653-94a9-ff26fa22481f" providerId="ADAL" clId="{96C6839D-79BA-4B76-95F4-3ACF2BC7EF2C}" dt="2022-12-23T05:17:24.571" v="8" actId="478"/>
          <pc:sldLayoutMkLst>
            <pc:docMk/>
            <pc:sldMasterMk cId="0" sldId="2147483648"/>
            <pc:sldLayoutMk cId="0" sldId="2147483654"/>
          </pc:sldLayoutMkLst>
          <pc:picChg chg="del">
            <ac:chgData name="Fabian" userId="f46cf8bb-4ec7-4653-94a9-ff26fa22481f" providerId="ADAL" clId="{96C6839D-79BA-4B76-95F4-3ACF2BC7EF2C}" dt="2022-12-23T05:17:24.571" v="8" actId="478"/>
            <ac:picMkLst>
              <pc:docMk/>
              <pc:sldMasterMk cId="0" sldId="2147483648"/>
              <pc:sldLayoutMk cId="0" sldId="2147483654"/>
              <ac:picMk id="8" creationId="{1A1711B1-0CB2-3642-B322-BB9057DC06A4}"/>
            </ac:picMkLst>
          </pc:picChg>
        </pc:sldLayoutChg>
      </pc:sldMasterChg>
    </pc:docChg>
  </pc:docChgLst>
  <pc:docChgLst>
    <pc:chgData name="Fabian Surya Pramudya" userId="f46cf8bb-4ec7-4653-94a9-ff26fa22481f" providerId="ADAL" clId="{1A4B3EBF-9211-4F62-90F0-89E02182C470}"/>
    <pc:docChg chg="undo custSel addSld delSld modSld sldOrd modSection">
      <pc:chgData name="Fabian Surya Pramudya" userId="f46cf8bb-4ec7-4653-94a9-ff26fa22481f" providerId="ADAL" clId="{1A4B3EBF-9211-4F62-90F0-89E02182C470}" dt="2022-08-04T01:08:30.553" v="530" actId="1076"/>
      <pc:docMkLst>
        <pc:docMk/>
      </pc:docMkLst>
      <pc:sldChg chg="modSp">
        <pc:chgData name="Fabian Surya Pramudya" userId="f46cf8bb-4ec7-4653-94a9-ff26fa22481f" providerId="ADAL" clId="{1A4B3EBF-9211-4F62-90F0-89E02182C470}" dt="2022-08-03T10:07:46.198" v="13" actId="20577"/>
        <pc:sldMkLst>
          <pc:docMk/>
          <pc:sldMk cId="0" sldId="256"/>
        </pc:sldMkLst>
        <pc:spChg chg="mod">
          <ac:chgData name="Fabian Surya Pramudya" userId="f46cf8bb-4ec7-4653-94a9-ff26fa22481f" providerId="ADAL" clId="{1A4B3EBF-9211-4F62-90F0-89E02182C470}" dt="2022-08-03T10:07:46.198" v="13" actId="20577"/>
          <ac:spMkLst>
            <pc:docMk/>
            <pc:sldMk cId="0" sldId="256"/>
            <ac:spMk id="18" creationId="{32DB365E-C0A0-4B3F-B6B1-8D39827C09A3}"/>
          </ac:spMkLst>
        </pc:spChg>
      </pc:sldChg>
      <pc:sldChg chg="modSp">
        <pc:chgData name="Fabian Surya Pramudya" userId="f46cf8bb-4ec7-4653-94a9-ff26fa22481f" providerId="ADAL" clId="{1A4B3EBF-9211-4F62-90F0-89E02182C470}" dt="2022-08-03T12:34:53.949" v="53" actId="20577"/>
        <pc:sldMkLst>
          <pc:docMk/>
          <pc:sldMk cId="3560658300" sldId="257"/>
        </pc:sldMkLst>
        <pc:spChg chg="mod">
          <ac:chgData name="Fabian Surya Pramudya" userId="f46cf8bb-4ec7-4653-94a9-ff26fa22481f" providerId="ADAL" clId="{1A4B3EBF-9211-4F62-90F0-89E02182C470}" dt="2022-08-03T12:34:53.949" v="53" actId="20577"/>
          <ac:spMkLst>
            <pc:docMk/>
            <pc:sldMk cId="3560658300" sldId="257"/>
            <ac:spMk id="3" creationId="{00000000-0000-0000-0000-000000000000}"/>
          </ac:spMkLst>
        </pc:spChg>
      </pc:sldChg>
      <pc:sldChg chg="del">
        <pc:chgData name="Fabian Surya Pramudya" userId="f46cf8bb-4ec7-4653-94a9-ff26fa22481f" providerId="ADAL" clId="{1A4B3EBF-9211-4F62-90F0-89E02182C470}" dt="2022-08-03T10:08:40.084" v="14" actId="2696"/>
        <pc:sldMkLst>
          <pc:docMk/>
          <pc:sldMk cId="926067889" sldId="267"/>
        </pc:sldMkLst>
      </pc:sldChg>
      <pc:sldChg chg="del">
        <pc:chgData name="Fabian Surya Pramudya" userId="f46cf8bb-4ec7-4653-94a9-ff26fa22481f" providerId="ADAL" clId="{1A4B3EBF-9211-4F62-90F0-89E02182C470}" dt="2022-08-03T10:08:40.148" v="15" actId="2696"/>
        <pc:sldMkLst>
          <pc:docMk/>
          <pc:sldMk cId="1743960619" sldId="268"/>
        </pc:sldMkLst>
      </pc:sldChg>
      <pc:sldChg chg="del">
        <pc:chgData name="Fabian Surya Pramudya" userId="f46cf8bb-4ec7-4653-94a9-ff26fa22481f" providerId="ADAL" clId="{1A4B3EBF-9211-4F62-90F0-89E02182C470}" dt="2022-08-03T10:08:40.214" v="16" actId="2696"/>
        <pc:sldMkLst>
          <pc:docMk/>
          <pc:sldMk cId="1818244574" sldId="269"/>
        </pc:sldMkLst>
      </pc:sldChg>
      <pc:sldChg chg="del">
        <pc:chgData name="Fabian Surya Pramudya" userId="f46cf8bb-4ec7-4653-94a9-ff26fa22481f" providerId="ADAL" clId="{1A4B3EBF-9211-4F62-90F0-89E02182C470}" dt="2022-08-03T10:08:40.296" v="17" actId="2696"/>
        <pc:sldMkLst>
          <pc:docMk/>
          <pc:sldMk cId="725621139" sldId="270"/>
        </pc:sldMkLst>
      </pc:sldChg>
      <pc:sldChg chg="del">
        <pc:chgData name="Fabian Surya Pramudya" userId="f46cf8bb-4ec7-4653-94a9-ff26fa22481f" providerId="ADAL" clId="{1A4B3EBF-9211-4F62-90F0-89E02182C470}" dt="2022-08-03T10:08:40.366" v="18" actId="2696"/>
        <pc:sldMkLst>
          <pc:docMk/>
          <pc:sldMk cId="1855590551" sldId="272"/>
        </pc:sldMkLst>
      </pc:sldChg>
      <pc:sldChg chg="del">
        <pc:chgData name="Fabian Surya Pramudya" userId="f46cf8bb-4ec7-4653-94a9-ff26fa22481f" providerId="ADAL" clId="{1A4B3EBF-9211-4F62-90F0-89E02182C470}" dt="2022-08-03T10:08:40.390" v="19" actId="2696"/>
        <pc:sldMkLst>
          <pc:docMk/>
          <pc:sldMk cId="3792457658" sldId="273"/>
        </pc:sldMkLst>
      </pc:sldChg>
      <pc:sldChg chg="del">
        <pc:chgData name="Fabian Surya Pramudya" userId="f46cf8bb-4ec7-4653-94a9-ff26fa22481f" providerId="ADAL" clId="{1A4B3EBF-9211-4F62-90F0-89E02182C470}" dt="2022-08-03T10:08:40.405" v="20" actId="2696"/>
        <pc:sldMkLst>
          <pc:docMk/>
          <pc:sldMk cId="719793287" sldId="274"/>
        </pc:sldMkLst>
      </pc:sldChg>
      <pc:sldChg chg="del">
        <pc:chgData name="Fabian Surya Pramudya" userId="f46cf8bb-4ec7-4653-94a9-ff26fa22481f" providerId="ADAL" clId="{1A4B3EBF-9211-4F62-90F0-89E02182C470}" dt="2022-08-03T10:08:40.429" v="21" actId="2696"/>
        <pc:sldMkLst>
          <pc:docMk/>
          <pc:sldMk cId="1972431647" sldId="275"/>
        </pc:sldMkLst>
      </pc:sldChg>
      <pc:sldChg chg="del">
        <pc:chgData name="Fabian Surya Pramudya" userId="f46cf8bb-4ec7-4653-94a9-ff26fa22481f" providerId="ADAL" clId="{1A4B3EBF-9211-4F62-90F0-89E02182C470}" dt="2022-08-03T10:08:40.452" v="22" actId="2696"/>
        <pc:sldMkLst>
          <pc:docMk/>
          <pc:sldMk cId="652382001" sldId="276"/>
        </pc:sldMkLst>
      </pc:sldChg>
      <pc:sldChg chg="del">
        <pc:chgData name="Fabian Surya Pramudya" userId="f46cf8bb-4ec7-4653-94a9-ff26fa22481f" providerId="ADAL" clId="{1A4B3EBF-9211-4F62-90F0-89E02182C470}" dt="2022-08-03T10:08:40.500" v="23" actId="2696"/>
        <pc:sldMkLst>
          <pc:docMk/>
          <pc:sldMk cId="6848129" sldId="277"/>
        </pc:sldMkLst>
      </pc:sldChg>
      <pc:sldChg chg="del">
        <pc:chgData name="Fabian Surya Pramudya" userId="f46cf8bb-4ec7-4653-94a9-ff26fa22481f" providerId="ADAL" clId="{1A4B3EBF-9211-4F62-90F0-89E02182C470}" dt="2022-08-03T10:08:40.528" v="24" actId="2696"/>
        <pc:sldMkLst>
          <pc:docMk/>
          <pc:sldMk cId="380393927" sldId="278"/>
        </pc:sldMkLst>
      </pc:sldChg>
      <pc:sldChg chg="del">
        <pc:chgData name="Fabian Surya Pramudya" userId="f46cf8bb-4ec7-4653-94a9-ff26fa22481f" providerId="ADAL" clId="{1A4B3EBF-9211-4F62-90F0-89E02182C470}" dt="2022-08-03T10:08:40.545" v="25" actId="2696"/>
        <pc:sldMkLst>
          <pc:docMk/>
          <pc:sldMk cId="3227304945" sldId="279"/>
        </pc:sldMkLst>
      </pc:sldChg>
      <pc:sldChg chg="del">
        <pc:chgData name="Fabian Surya Pramudya" userId="f46cf8bb-4ec7-4653-94a9-ff26fa22481f" providerId="ADAL" clId="{1A4B3EBF-9211-4F62-90F0-89E02182C470}" dt="2022-08-03T10:08:40.606" v="27" actId="2696"/>
        <pc:sldMkLst>
          <pc:docMk/>
          <pc:sldMk cId="477361850" sldId="280"/>
        </pc:sldMkLst>
      </pc:sldChg>
      <pc:sldChg chg="del">
        <pc:chgData name="Fabian Surya Pramudya" userId="f46cf8bb-4ec7-4653-94a9-ff26fa22481f" providerId="ADAL" clId="{1A4B3EBF-9211-4F62-90F0-89E02182C470}" dt="2022-08-03T10:08:40.578" v="26" actId="2696"/>
        <pc:sldMkLst>
          <pc:docMk/>
          <pc:sldMk cId="2924175496" sldId="281"/>
        </pc:sldMkLst>
      </pc:sldChg>
      <pc:sldChg chg="del">
        <pc:chgData name="Fabian Surya Pramudya" userId="f46cf8bb-4ec7-4653-94a9-ff26fa22481f" providerId="ADAL" clId="{1A4B3EBF-9211-4F62-90F0-89E02182C470}" dt="2022-08-03T10:08:40.625" v="28" actId="2696"/>
        <pc:sldMkLst>
          <pc:docMk/>
          <pc:sldMk cId="3597124479" sldId="282"/>
        </pc:sldMkLst>
      </pc:sldChg>
      <pc:sldChg chg="addSp delSp modSp">
        <pc:chgData name="Fabian Surya Pramudya" userId="f46cf8bb-4ec7-4653-94a9-ff26fa22481f" providerId="ADAL" clId="{1A4B3EBF-9211-4F62-90F0-89E02182C470}" dt="2022-08-04T00:54:38.960" v="412" actId="2710"/>
        <pc:sldMkLst>
          <pc:docMk/>
          <pc:sldMk cId="1743787489" sldId="283"/>
        </pc:sldMkLst>
        <pc:spChg chg="mod">
          <ac:chgData name="Fabian Surya Pramudya" userId="f46cf8bb-4ec7-4653-94a9-ff26fa22481f" providerId="ADAL" clId="{1A4B3EBF-9211-4F62-90F0-89E02182C470}" dt="2022-08-03T12:52:16.456" v="54"/>
          <ac:spMkLst>
            <pc:docMk/>
            <pc:sldMk cId="1743787489" sldId="283"/>
            <ac:spMk id="2" creationId="{00000000-0000-0000-0000-000000000000}"/>
          </ac:spMkLst>
        </pc:spChg>
        <pc:spChg chg="add del mod">
          <ac:chgData name="Fabian Surya Pramudya" userId="f46cf8bb-4ec7-4653-94a9-ff26fa22481f" providerId="ADAL" clId="{1A4B3EBF-9211-4F62-90F0-89E02182C470}" dt="2022-08-04T00:50:36.866" v="346" actId="478"/>
          <ac:spMkLst>
            <pc:docMk/>
            <pc:sldMk cId="1743787489" sldId="283"/>
            <ac:spMk id="5" creationId="{98201AA7-DD0C-496B-9A1D-DD183775B3BB}"/>
          </ac:spMkLst>
        </pc:spChg>
        <pc:spChg chg="mod">
          <ac:chgData name="Fabian Surya Pramudya" userId="f46cf8bb-4ec7-4653-94a9-ff26fa22481f" providerId="ADAL" clId="{1A4B3EBF-9211-4F62-90F0-89E02182C470}" dt="2022-08-04T00:50:50.360" v="349" actId="20577"/>
          <ac:spMkLst>
            <pc:docMk/>
            <pc:sldMk cId="1743787489" sldId="283"/>
            <ac:spMk id="6" creationId="{B9F26389-BF6E-4C29-B43D-14BB21B8C0EB}"/>
          </ac:spMkLst>
        </pc:spChg>
        <pc:spChg chg="add mod">
          <ac:chgData name="Fabian Surya Pramudya" userId="f46cf8bb-4ec7-4653-94a9-ff26fa22481f" providerId="ADAL" clId="{1A4B3EBF-9211-4F62-90F0-89E02182C470}" dt="2022-08-04T00:54:38.960" v="412" actId="2710"/>
          <ac:spMkLst>
            <pc:docMk/>
            <pc:sldMk cId="1743787489" sldId="283"/>
            <ac:spMk id="7" creationId="{9FC95421-87B5-42F5-88D2-C22DDBFD3856}"/>
          </ac:spMkLst>
        </pc:spChg>
        <pc:spChg chg="del">
          <ac:chgData name="Fabian Surya Pramudya" userId="f46cf8bb-4ec7-4653-94a9-ff26fa22481f" providerId="ADAL" clId="{1A4B3EBF-9211-4F62-90F0-89E02182C470}" dt="2022-08-03T12:54:51.783" v="73" actId="478"/>
          <ac:spMkLst>
            <pc:docMk/>
            <pc:sldMk cId="1743787489" sldId="283"/>
            <ac:spMk id="12" creationId="{7906AD05-578B-4368-84B8-5F5DE852328E}"/>
          </ac:spMkLst>
        </pc:spChg>
        <pc:spChg chg="del">
          <ac:chgData name="Fabian Surya Pramudya" userId="f46cf8bb-4ec7-4653-94a9-ff26fa22481f" providerId="ADAL" clId="{1A4B3EBF-9211-4F62-90F0-89E02182C470}" dt="2022-08-03T12:54:49.240" v="71" actId="478"/>
          <ac:spMkLst>
            <pc:docMk/>
            <pc:sldMk cId="1743787489" sldId="283"/>
            <ac:spMk id="13" creationId="{72884E8F-F44B-45ED-AB32-61BFD6D7E170}"/>
          </ac:spMkLst>
        </pc:spChg>
        <pc:picChg chg="add mod modCrop">
          <ac:chgData name="Fabian Surya Pramudya" userId="f46cf8bb-4ec7-4653-94a9-ff26fa22481f" providerId="ADAL" clId="{1A4B3EBF-9211-4F62-90F0-89E02182C470}" dt="2022-08-04T00:50:52.294" v="350" actId="1076"/>
          <ac:picMkLst>
            <pc:docMk/>
            <pc:sldMk cId="1743787489" sldId="283"/>
            <ac:picMk id="4" creationId="{F1B143DF-6052-49FA-8258-260AC8BAFC1D}"/>
          </ac:picMkLst>
        </pc:picChg>
        <pc:picChg chg="del">
          <ac:chgData name="Fabian Surya Pramudya" userId="f46cf8bb-4ec7-4653-94a9-ff26fa22481f" providerId="ADAL" clId="{1A4B3EBF-9211-4F62-90F0-89E02182C470}" dt="2022-08-03T12:54:48.587" v="70" actId="478"/>
          <ac:picMkLst>
            <pc:docMk/>
            <pc:sldMk cId="1743787489" sldId="283"/>
            <ac:picMk id="15364" creationId="{107231BE-D3FD-42AC-BAEF-85BE50D36373}"/>
          </ac:picMkLst>
        </pc:picChg>
        <pc:picChg chg="del">
          <ac:chgData name="Fabian Surya Pramudya" userId="f46cf8bb-4ec7-4653-94a9-ff26fa22481f" providerId="ADAL" clId="{1A4B3EBF-9211-4F62-90F0-89E02182C470}" dt="2022-08-03T12:54:49.696" v="72" actId="478"/>
          <ac:picMkLst>
            <pc:docMk/>
            <pc:sldMk cId="1743787489" sldId="283"/>
            <ac:picMk id="15368" creationId="{3761FDCE-73D0-462A-80D8-457B045F659A}"/>
          </ac:picMkLst>
        </pc:picChg>
      </pc:sldChg>
      <pc:sldChg chg="add del">
        <pc:chgData name="Fabian Surya Pramudya" userId="f46cf8bb-4ec7-4653-94a9-ff26fa22481f" providerId="ADAL" clId="{1A4B3EBF-9211-4F62-90F0-89E02182C470}" dt="2022-08-03T12:52:27.114" v="57" actId="2696"/>
        <pc:sldMkLst>
          <pc:docMk/>
          <pc:sldMk cId="1670312720" sldId="284"/>
        </pc:sldMkLst>
      </pc:sldChg>
      <pc:sldChg chg="delSp modSp add">
        <pc:chgData name="Fabian Surya Pramudya" userId="f46cf8bb-4ec7-4653-94a9-ff26fa22481f" providerId="ADAL" clId="{1A4B3EBF-9211-4F62-90F0-89E02182C470}" dt="2022-08-03T12:52:37.571" v="62"/>
        <pc:sldMkLst>
          <pc:docMk/>
          <pc:sldMk cId="2576978928" sldId="285"/>
        </pc:sldMkLst>
        <pc:spChg chg="mod">
          <ac:chgData name="Fabian Surya Pramudya" userId="f46cf8bb-4ec7-4653-94a9-ff26fa22481f" providerId="ADAL" clId="{1A4B3EBF-9211-4F62-90F0-89E02182C470}" dt="2022-08-03T12:52:37.571" v="62"/>
          <ac:spMkLst>
            <pc:docMk/>
            <pc:sldMk cId="2576978928" sldId="285"/>
            <ac:spMk id="2" creationId="{00000000-0000-0000-0000-000000000000}"/>
          </ac:spMkLst>
        </pc:spChg>
        <pc:spChg chg="del">
          <ac:chgData name="Fabian Surya Pramudya" userId="f46cf8bb-4ec7-4653-94a9-ff26fa22481f" providerId="ADAL" clId="{1A4B3EBF-9211-4F62-90F0-89E02182C470}" dt="2022-08-03T12:52:31.130" v="61" actId="478"/>
          <ac:spMkLst>
            <pc:docMk/>
            <pc:sldMk cId="2576978928" sldId="285"/>
            <ac:spMk id="12" creationId="{7906AD05-578B-4368-84B8-5F5DE852328E}"/>
          </ac:spMkLst>
        </pc:spChg>
        <pc:spChg chg="del">
          <ac:chgData name="Fabian Surya Pramudya" userId="f46cf8bb-4ec7-4653-94a9-ff26fa22481f" providerId="ADAL" clId="{1A4B3EBF-9211-4F62-90F0-89E02182C470}" dt="2022-08-03T12:52:29.946" v="60" actId="478"/>
          <ac:spMkLst>
            <pc:docMk/>
            <pc:sldMk cId="2576978928" sldId="285"/>
            <ac:spMk id="13" creationId="{72884E8F-F44B-45ED-AB32-61BFD6D7E170}"/>
          </ac:spMkLst>
        </pc:spChg>
        <pc:picChg chg="del">
          <ac:chgData name="Fabian Surya Pramudya" userId="f46cf8bb-4ec7-4653-94a9-ff26fa22481f" providerId="ADAL" clId="{1A4B3EBF-9211-4F62-90F0-89E02182C470}" dt="2022-08-03T12:52:27.882" v="58" actId="478"/>
          <ac:picMkLst>
            <pc:docMk/>
            <pc:sldMk cId="2576978928" sldId="285"/>
            <ac:picMk id="15364" creationId="{107231BE-D3FD-42AC-BAEF-85BE50D36373}"/>
          </ac:picMkLst>
        </pc:picChg>
        <pc:picChg chg="del">
          <ac:chgData name="Fabian Surya Pramudya" userId="f46cf8bb-4ec7-4653-94a9-ff26fa22481f" providerId="ADAL" clId="{1A4B3EBF-9211-4F62-90F0-89E02182C470}" dt="2022-08-03T12:52:29.363" v="59" actId="478"/>
          <ac:picMkLst>
            <pc:docMk/>
            <pc:sldMk cId="2576978928" sldId="285"/>
            <ac:picMk id="15368" creationId="{3761FDCE-73D0-462A-80D8-457B045F659A}"/>
          </ac:picMkLst>
        </pc:picChg>
      </pc:sldChg>
      <pc:sldChg chg="modSp add">
        <pc:chgData name="Fabian Surya Pramudya" userId="f46cf8bb-4ec7-4653-94a9-ff26fa22481f" providerId="ADAL" clId="{1A4B3EBF-9211-4F62-90F0-89E02182C470}" dt="2022-08-03T12:52:45.345" v="64"/>
        <pc:sldMkLst>
          <pc:docMk/>
          <pc:sldMk cId="2198492617" sldId="286"/>
        </pc:sldMkLst>
        <pc:spChg chg="mod">
          <ac:chgData name="Fabian Surya Pramudya" userId="f46cf8bb-4ec7-4653-94a9-ff26fa22481f" providerId="ADAL" clId="{1A4B3EBF-9211-4F62-90F0-89E02182C470}" dt="2022-08-03T12:52:45.345" v="64"/>
          <ac:spMkLst>
            <pc:docMk/>
            <pc:sldMk cId="2198492617" sldId="286"/>
            <ac:spMk id="2" creationId="{00000000-0000-0000-0000-000000000000}"/>
          </ac:spMkLst>
        </pc:spChg>
      </pc:sldChg>
      <pc:sldChg chg="modSp add">
        <pc:chgData name="Fabian Surya Pramudya" userId="f46cf8bb-4ec7-4653-94a9-ff26fa22481f" providerId="ADAL" clId="{1A4B3EBF-9211-4F62-90F0-89E02182C470}" dt="2022-08-03T12:52:52.128" v="66"/>
        <pc:sldMkLst>
          <pc:docMk/>
          <pc:sldMk cId="2801021546" sldId="287"/>
        </pc:sldMkLst>
        <pc:spChg chg="mod">
          <ac:chgData name="Fabian Surya Pramudya" userId="f46cf8bb-4ec7-4653-94a9-ff26fa22481f" providerId="ADAL" clId="{1A4B3EBF-9211-4F62-90F0-89E02182C470}" dt="2022-08-03T12:52:52.128" v="66"/>
          <ac:spMkLst>
            <pc:docMk/>
            <pc:sldMk cId="2801021546" sldId="287"/>
            <ac:spMk id="2" creationId="{00000000-0000-0000-0000-000000000000}"/>
          </ac:spMkLst>
        </pc:spChg>
      </pc:sldChg>
      <pc:sldChg chg="modSp add">
        <pc:chgData name="Fabian Surya Pramudya" userId="f46cf8bb-4ec7-4653-94a9-ff26fa22481f" providerId="ADAL" clId="{1A4B3EBF-9211-4F62-90F0-89E02182C470}" dt="2022-08-03T12:53:02.415" v="68"/>
        <pc:sldMkLst>
          <pc:docMk/>
          <pc:sldMk cId="3393845404" sldId="288"/>
        </pc:sldMkLst>
        <pc:spChg chg="mod">
          <ac:chgData name="Fabian Surya Pramudya" userId="f46cf8bb-4ec7-4653-94a9-ff26fa22481f" providerId="ADAL" clId="{1A4B3EBF-9211-4F62-90F0-89E02182C470}" dt="2022-08-03T12:53:02.415" v="68"/>
          <ac:spMkLst>
            <pc:docMk/>
            <pc:sldMk cId="3393845404" sldId="288"/>
            <ac:spMk id="2" creationId="{00000000-0000-0000-0000-000000000000}"/>
          </ac:spMkLst>
        </pc:spChg>
      </pc:sldChg>
      <pc:sldChg chg="delSp modSp add del">
        <pc:chgData name="Fabian Surya Pramudya" userId="f46cf8bb-4ec7-4653-94a9-ff26fa22481f" providerId="ADAL" clId="{1A4B3EBF-9211-4F62-90F0-89E02182C470}" dt="2022-08-04T01:07:24.713" v="505" actId="2696"/>
        <pc:sldMkLst>
          <pc:docMk/>
          <pc:sldMk cId="4012624688" sldId="289"/>
        </pc:sldMkLst>
        <pc:spChg chg="mod">
          <ac:chgData name="Fabian Surya Pramudya" userId="f46cf8bb-4ec7-4653-94a9-ff26fa22481f" providerId="ADAL" clId="{1A4B3EBF-9211-4F62-90F0-89E02182C470}" dt="2022-08-04T01:05:08.379" v="470" actId="20577"/>
          <ac:spMkLst>
            <pc:docMk/>
            <pc:sldMk cId="4012624688" sldId="289"/>
            <ac:spMk id="6" creationId="{B9F26389-BF6E-4C29-B43D-14BB21B8C0EB}"/>
          </ac:spMkLst>
        </pc:spChg>
        <pc:picChg chg="del">
          <ac:chgData name="Fabian Surya Pramudya" userId="f46cf8bb-4ec7-4653-94a9-ff26fa22481f" providerId="ADAL" clId="{1A4B3EBF-9211-4F62-90F0-89E02182C470}" dt="2022-08-03T12:58:16.644" v="88" actId="478"/>
          <ac:picMkLst>
            <pc:docMk/>
            <pc:sldMk cId="4012624688" sldId="289"/>
            <ac:picMk id="4" creationId="{F1B143DF-6052-49FA-8258-260AC8BAFC1D}"/>
          </ac:picMkLst>
        </pc:picChg>
      </pc:sldChg>
      <pc:sldChg chg="addSp delSp modSp add del ord">
        <pc:chgData name="Fabian Surya Pramudya" userId="f46cf8bb-4ec7-4653-94a9-ff26fa22481f" providerId="ADAL" clId="{1A4B3EBF-9211-4F62-90F0-89E02182C470}" dt="2022-08-04T01:04:58.217" v="466" actId="478"/>
        <pc:sldMkLst>
          <pc:docMk/>
          <pc:sldMk cId="3216285428" sldId="290"/>
        </pc:sldMkLst>
        <pc:spChg chg="add del">
          <ac:chgData name="Fabian Surya Pramudya" userId="f46cf8bb-4ec7-4653-94a9-ff26fa22481f" providerId="ADAL" clId="{1A4B3EBF-9211-4F62-90F0-89E02182C470}" dt="2022-08-04T01:04:38.325" v="460"/>
          <ac:spMkLst>
            <pc:docMk/>
            <pc:sldMk cId="3216285428" sldId="290"/>
            <ac:spMk id="4" creationId="{2789378A-C29F-409E-99CB-D881530A1076}"/>
          </ac:spMkLst>
        </pc:spChg>
        <pc:spChg chg="del mod">
          <ac:chgData name="Fabian Surya Pramudya" userId="f46cf8bb-4ec7-4653-94a9-ff26fa22481f" providerId="ADAL" clId="{1A4B3EBF-9211-4F62-90F0-89E02182C470}" dt="2022-08-04T00:55:39.147" v="425"/>
          <ac:spMkLst>
            <pc:docMk/>
            <pc:sldMk cId="3216285428" sldId="290"/>
            <ac:spMk id="6" creationId="{B9F26389-BF6E-4C29-B43D-14BB21B8C0EB}"/>
          </ac:spMkLst>
        </pc:spChg>
        <pc:picChg chg="add del mod modCrop">
          <ac:chgData name="Fabian Surya Pramudya" userId="f46cf8bb-4ec7-4653-94a9-ff26fa22481f" providerId="ADAL" clId="{1A4B3EBF-9211-4F62-90F0-89E02182C470}" dt="2022-08-04T01:04:58.217" v="466" actId="478"/>
          <ac:picMkLst>
            <pc:docMk/>
            <pc:sldMk cId="3216285428" sldId="290"/>
            <ac:picMk id="7" creationId="{43D4E4AD-7C00-4226-B17A-BCDC01A451A0}"/>
          </ac:picMkLst>
        </pc:picChg>
      </pc:sldChg>
      <pc:sldChg chg="addSp delSp modSp add del">
        <pc:chgData name="Fabian Surya Pramudya" userId="f46cf8bb-4ec7-4653-94a9-ff26fa22481f" providerId="ADAL" clId="{1A4B3EBF-9211-4F62-90F0-89E02182C470}" dt="2022-08-04T00:46:22.889" v="279" actId="2696"/>
        <pc:sldMkLst>
          <pc:docMk/>
          <pc:sldMk cId="3035142146" sldId="291"/>
        </pc:sldMkLst>
        <pc:spChg chg="add del mod">
          <ac:chgData name="Fabian Surya Pramudya" userId="f46cf8bb-4ec7-4653-94a9-ff26fa22481f" providerId="ADAL" clId="{1A4B3EBF-9211-4F62-90F0-89E02182C470}" dt="2022-08-04T00:45:20.222" v="235"/>
          <ac:spMkLst>
            <pc:docMk/>
            <pc:sldMk cId="3035142146" sldId="291"/>
            <ac:spMk id="6" creationId="{B9F26389-BF6E-4C29-B43D-14BB21B8C0EB}"/>
          </ac:spMkLst>
        </pc:spChg>
      </pc:sldChg>
      <pc:sldChg chg="modSp add">
        <pc:chgData name="Fabian Surya Pramudya" userId="f46cf8bb-4ec7-4653-94a9-ff26fa22481f" providerId="ADAL" clId="{1A4B3EBF-9211-4F62-90F0-89E02182C470}" dt="2022-08-04T00:58:00.997" v="457"/>
        <pc:sldMkLst>
          <pc:docMk/>
          <pc:sldMk cId="3167129721" sldId="292"/>
        </pc:sldMkLst>
        <pc:spChg chg="mod">
          <ac:chgData name="Fabian Surya Pramudya" userId="f46cf8bb-4ec7-4653-94a9-ff26fa22481f" providerId="ADAL" clId="{1A4B3EBF-9211-4F62-90F0-89E02182C470}" dt="2022-08-04T00:58:00.997" v="457"/>
          <ac:spMkLst>
            <pc:docMk/>
            <pc:sldMk cId="3167129721" sldId="292"/>
            <ac:spMk id="6" creationId="{B9F26389-BF6E-4C29-B43D-14BB21B8C0EB}"/>
          </ac:spMkLst>
        </pc:spChg>
      </pc:sldChg>
      <pc:sldChg chg="addSp delSp modSp add">
        <pc:chgData name="Fabian Surya Pramudya" userId="f46cf8bb-4ec7-4653-94a9-ff26fa22481f" providerId="ADAL" clId="{1A4B3EBF-9211-4F62-90F0-89E02182C470}" dt="2022-08-04T00:56:51.038" v="453" actId="1037"/>
        <pc:sldMkLst>
          <pc:docMk/>
          <pc:sldMk cId="1583915962" sldId="293"/>
        </pc:sldMkLst>
        <pc:spChg chg="add mod">
          <ac:chgData name="Fabian Surya Pramudya" userId="f46cf8bb-4ec7-4653-94a9-ff26fa22481f" providerId="ADAL" clId="{1A4B3EBF-9211-4F62-90F0-89E02182C470}" dt="2022-08-04T00:55:26.724" v="422" actId="208"/>
          <ac:spMkLst>
            <pc:docMk/>
            <pc:sldMk cId="1583915962" sldId="293"/>
            <ac:spMk id="4" creationId="{1DB77B10-8179-42D7-9D58-B16FBA19B057}"/>
          </ac:spMkLst>
        </pc:spChg>
        <pc:spChg chg="add del mod">
          <ac:chgData name="Fabian Surya Pramudya" userId="f46cf8bb-4ec7-4653-94a9-ff26fa22481f" providerId="ADAL" clId="{1A4B3EBF-9211-4F62-90F0-89E02182C470}" dt="2022-08-04T00:56:51.038" v="453" actId="1037"/>
          <ac:spMkLst>
            <pc:docMk/>
            <pc:sldMk cId="1583915962" sldId="293"/>
            <ac:spMk id="6" creationId="{B9F26389-BF6E-4C29-B43D-14BB21B8C0EB}"/>
          </ac:spMkLst>
        </pc:spChg>
        <pc:picChg chg="mod modCrop">
          <ac:chgData name="Fabian Surya Pramudya" userId="f46cf8bb-4ec7-4653-94a9-ff26fa22481f" providerId="ADAL" clId="{1A4B3EBF-9211-4F62-90F0-89E02182C470}" dt="2022-08-04T00:45:00.910" v="229" actId="732"/>
          <ac:picMkLst>
            <pc:docMk/>
            <pc:sldMk cId="1583915962" sldId="293"/>
            <ac:picMk id="7" creationId="{43D4E4AD-7C00-4226-B17A-BCDC01A451A0}"/>
          </ac:picMkLst>
        </pc:picChg>
      </pc:sldChg>
      <pc:sldChg chg="delSp modSp add del ord">
        <pc:chgData name="Fabian Surya Pramudya" userId="f46cf8bb-4ec7-4653-94a9-ff26fa22481f" providerId="ADAL" clId="{1A4B3EBF-9211-4F62-90F0-89E02182C470}" dt="2022-08-04T00:51:44.211" v="365" actId="2696"/>
        <pc:sldMkLst>
          <pc:docMk/>
          <pc:sldMk cId="996097723" sldId="294"/>
        </pc:sldMkLst>
        <pc:spChg chg="mod">
          <ac:chgData name="Fabian Surya Pramudya" userId="f46cf8bb-4ec7-4653-94a9-ff26fa22481f" providerId="ADAL" clId="{1A4B3EBF-9211-4F62-90F0-89E02182C470}" dt="2022-08-04T00:51:26.932" v="358"/>
          <ac:spMkLst>
            <pc:docMk/>
            <pc:sldMk cId="996097723" sldId="294"/>
            <ac:spMk id="5" creationId="{98201AA7-DD0C-496B-9A1D-DD183775B3BB}"/>
          </ac:spMkLst>
        </pc:spChg>
        <pc:spChg chg="del">
          <ac:chgData name="Fabian Surya Pramudya" userId="f46cf8bb-4ec7-4653-94a9-ff26fa22481f" providerId="ADAL" clId="{1A4B3EBF-9211-4F62-90F0-89E02182C470}" dt="2022-08-04T00:48:38.695" v="304" actId="478"/>
          <ac:spMkLst>
            <pc:docMk/>
            <pc:sldMk cId="996097723" sldId="294"/>
            <ac:spMk id="6" creationId="{B9F26389-BF6E-4C29-B43D-14BB21B8C0EB}"/>
          </ac:spMkLst>
        </pc:spChg>
        <pc:picChg chg="mod">
          <ac:chgData name="Fabian Surya Pramudya" userId="f46cf8bb-4ec7-4653-94a9-ff26fa22481f" providerId="ADAL" clId="{1A4B3EBF-9211-4F62-90F0-89E02182C470}" dt="2022-08-04T00:49:38.459" v="341" actId="1076"/>
          <ac:picMkLst>
            <pc:docMk/>
            <pc:sldMk cId="996097723" sldId="294"/>
            <ac:picMk id="4" creationId="{F1B143DF-6052-49FA-8258-260AC8BAFC1D}"/>
          </ac:picMkLst>
        </pc:picChg>
      </pc:sldChg>
      <pc:sldChg chg="addSp delSp modSp add ord">
        <pc:chgData name="Fabian Surya Pramudya" userId="f46cf8bb-4ec7-4653-94a9-ff26fa22481f" providerId="ADAL" clId="{1A4B3EBF-9211-4F62-90F0-89E02182C470}" dt="2022-08-04T01:08:30.553" v="530" actId="1076"/>
        <pc:sldMkLst>
          <pc:docMk/>
          <pc:sldMk cId="3141791334" sldId="294"/>
        </pc:sldMkLst>
        <pc:spChg chg="add del">
          <ac:chgData name="Fabian Surya Pramudya" userId="f46cf8bb-4ec7-4653-94a9-ff26fa22481f" providerId="ADAL" clId="{1A4B3EBF-9211-4F62-90F0-89E02182C470}" dt="2022-08-04T01:08:27.293" v="529" actId="478"/>
          <ac:spMkLst>
            <pc:docMk/>
            <pc:sldMk cId="3141791334" sldId="294"/>
            <ac:spMk id="4" creationId="{1DB77B10-8179-42D7-9D58-B16FBA19B057}"/>
          </ac:spMkLst>
        </pc:spChg>
        <pc:spChg chg="mod">
          <ac:chgData name="Fabian Surya Pramudya" userId="f46cf8bb-4ec7-4653-94a9-ff26fa22481f" providerId="ADAL" clId="{1A4B3EBF-9211-4F62-90F0-89E02182C470}" dt="2022-08-04T01:08:30.553" v="530" actId="1076"/>
          <ac:spMkLst>
            <pc:docMk/>
            <pc:sldMk cId="3141791334" sldId="294"/>
            <ac:spMk id="6" creationId="{B9F26389-BF6E-4C29-B43D-14BB21B8C0EB}"/>
          </ac:spMkLst>
        </pc:spChg>
        <pc:picChg chg="del">
          <ac:chgData name="Fabian Surya Pramudya" userId="f46cf8bb-4ec7-4653-94a9-ff26fa22481f" providerId="ADAL" clId="{1A4B3EBF-9211-4F62-90F0-89E02182C470}" dt="2022-08-04T01:07:37.295" v="506" actId="478"/>
          <ac:picMkLst>
            <pc:docMk/>
            <pc:sldMk cId="3141791334" sldId="294"/>
            <ac:picMk id="7" creationId="{43D4E4AD-7C00-4226-B17A-BCDC01A451A0}"/>
          </ac:picMkLst>
        </pc:picChg>
        <pc:picChg chg="add mod modCrop">
          <ac:chgData name="Fabian Surya Pramudya" userId="f46cf8bb-4ec7-4653-94a9-ff26fa22481f" providerId="ADAL" clId="{1A4B3EBF-9211-4F62-90F0-89E02182C470}" dt="2022-08-04T01:08:16.180" v="525" actId="1076"/>
          <ac:picMkLst>
            <pc:docMk/>
            <pc:sldMk cId="3141791334" sldId="294"/>
            <ac:picMk id="8" creationId="{FD673E50-1F81-468D-BA6F-5AAAAC2E40DC}"/>
          </ac:picMkLst>
        </pc:picChg>
        <pc:picChg chg="add mod modCrop">
          <ac:chgData name="Fabian Surya Pramudya" userId="f46cf8bb-4ec7-4653-94a9-ff26fa22481f" providerId="ADAL" clId="{1A4B3EBF-9211-4F62-90F0-89E02182C470}" dt="2022-08-04T01:08:17.445" v="526" actId="1076"/>
          <ac:picMkLst>
            <pc:docMk/>
            <pc:sldMk cId="3141791334" sldId="294"/>
            <ac:picMk id="10" creationId="{F600CA60-4662-4560-A0DD-1C09E6CE7887}"/>
          </ac:picMkLst>
        </pc:picChg>
      </pc:sldChg>
      <pc:sldChg chg="addSp delSp modSp add">
        <pc:chgData name="Fabian Surya Pramudya" userId="f46cf8bb-4ec7-4653-94a9-ff26fa22481f" providerId="ADAL" clId="{1A4B3EBF-9211-4F62-90F0-89E02182C470}" dt="2022-08-04T01:07:22.029" v="504" actId="14100"/>
        <pc:sldMkLst>
          <pc:docMk/>
          <pc:sldMk cId="1443474785" sldId="295"/>
        </pc:sldMkLst>
        <pc:spChg chg="del">
          <ac:chgData name="Fabian Surya Pramudya" userId="f46cf8bb-4ec7-4653-94a9-ff26fa22481f" providerId="ADAL" clId="{1A4B3EBF-9211-4F62-90F0-89E02182C470}" dt="2022-08-04T01:06:08.811" v="476" actId="478"/>
          <ac:spMkLst>
            <pc:docMk/>
            <pc:sldMk cId="1443474785" sldId="295"/>
            <ac:spMk id="4" creationId="{1DB77B10-8179-42D7-9D58-B16FBA19B057}"/>
          </ac:spMkLst>
        </pc:spChg>
        <pc:spChg chg="add mod">
          <ac:chgData name="Fabian Surya Pramudya" userId="f46cf8bb-4ec7-4653-94a9-ff26fa22481f" providerId="ADAL" clId="{1A4B3EBF-9211-4F62-90F0-89E02182C470}" dt="2022-08-04T01:07:22.029" v="504" actId="14100"/>
          <ac:spMkLst>
            <pc:docMk/>
            <pc:sldMk cId="1443474785" sldId="295"/>
            <ac:spMk id="5" creationId="{AB5376D0-B67B-45DD-8A08-CD26E23A4CC6}"/>
          </ac:spMkLst>
        </pc:spChg>
        <pc:spChg chg="mod">
          <ac:chgData name="Fabian Surya Pramudya" userId="f46cf8bb-4ec7-4653-94a9-ff26fa22481f" providerId="ADAL" clId="{1A4B3EBF-9211-4F62-90F0-89E02182C470}" dt="2022-08-04T01:07:09.079" v="497"/>
          <ac:spMkLst>
            <pc:docMk/>
            <pc:sldMk cId="1443474785" sldId="295"/>
            <ac:spMk id="6" creationId="{B9F26389-BF6E-4C29-B43D-14BB21B8C0EB}"/>
          </ac:spMkLst>
        </pc:spChg>
        <pc:picChg chg="mod modCrop">
          <ac:chgData name="Fabian Surya Pramudya" userId="f46cf8bb-4ec7-4653-94a9-ff26fa22481f" providerId="ADAL" clId="{1A4B3EBF-9211-4F62-90F0-89E02182C470}" dt="2022-08-04T01:06:13.272" v="478" actId="14100"/>
          <ac:picMkLst>
            <pc:docMk/>
            <pc:sldMk cId="1443474785" sldId="295"/>
            <ac:picMk id="7" creationId="{43D4E4AD-7C00-4226-B17A-BCDC01A451A0}"/>
          </ac:picMkLst>
        </pc:picChg>
      </pc:sldChg>
    </pc:docChg>
  </pc:docChgLst>
  <pc:docChgLst>
    <pc:chgData name="Fabian Surya Pramudya" userId="f46cf8bb-4ec7-4653-94a9-ff26fa22481f" providerId="ADAL" clId="{14787087-00B3-44EB-BA3F-14E15483B996}"/>
    <pc:docChg chg="undo custSel addSld delSld modSld sldOrd addSection delSection modSection">
      <pc:chgData name="Fabian Surya Pramudya" userId="f46cf8bb-4ec7-4653-94a9-ff26fa22481f" providerId="ADAL" clId="{14787087-00B3-44EB-BA3F-14E15483B996}" dt="2022-08-25T23:52:30.299" v="351"/>
      <pc:docMkLst>
        <pc:docMk/>
      </pc:docMkLst>
      <pc:sldChg chg="modSp">
        <pc:chgData name="Fabian Surya Pramudya" userId="f46cf8bb-4ec7-4653-94a9-ff26fa22481f" providerId="ADAL" clId="{14787087-00B3-44EB-BA3F-14E15483B996}" dt="2022-08-25T23:49:46.580" v="312" actId="20577"/>
        <pc:sldMkLst>
          <pc:docMk/>
          <pc:sldMk cId="0" sldId="256"/>
        </pc:sldMkLst>
        <pc:spChg chg="mod">
          <ac:chgData name="Fabian Surya Pramudya" userId="f46cf8bb-4ec7-4653-94a9-ff26fa22481f" providerId="ADAL" clId="{14787087-00B3-44EB-BA3F-14E15483B996}" dt="2022-08-25T23:49:46.580" v="312" actId="20577"/>
          <ac:spMkLst>
            <pc:docMk/>
            <pc:sldMk cId="0" sldId="256"/>
            <ac:spMk id="18" creationId="{32DB365E-C0A0-4B3F-B6B1-8D39827C09A3}"/>
          </ac:spMkLst>
        </pc:spChg>
      </pc:sldChg>
      <pc:sldChg chg="add del">
        <pc:chgData name="Fabian Surya Pramudya" userId="f46cf8bb-4ec7-4653-94a9-ff26fa22481f" providerId="ADAL" clId="{14787087-00B3-44EB-BA3F-14E15483B996}" dt="2022-08-07T17:14:55.350" v="75" actId="2696"/>
        <pc:sldMkLst>
          <pc:docMk/>
          <pc:sldMk cId="994908812" sldId="257"/>
        </pc:sldMkLst>
      </pc:sldChg>
      <pc:sldChg chg="del">
        <pc:chgData name="Fabian Surya Pramudya" userId="f46cf8bb-4ec7-4653-94a9-ff26fa22481f" providerId="ADAL" clId="{14787087-00B3-44EB-BA3F-14E15483B996}" dt="2022-08-07T15:25:08.623" v="7" actId="2696"/>
        <pc:sldMkLst>
          <pc:docMk/>
          <pc:sldMk cId="3560658300" sldId="257"/>
        </pc:sldMkLst>
      </pc:sldChg>
      <pc:sldChg chg="addSp modSp">
        <pc:chgData name="Fabian Surya Pramudya" userId="f46cf8bb-4ec7-4653-94a9-ff26fa22481f" providerId="ADAL" clId="{14787087-00B3-44EB-BA3F-14E15483B996}" dt="2022-08-07T17:20:23.513" v="164" actId="1076"/>
        <pc:sldMkLst>
          <pc:docMk/>
          <pc:sldMk cId="2516975436" sldId="259"/>
        </pc:sldMkLst>
        <pc:spChg chg="add mod">
          <ac:chgData name="Fabian Surya Pramudya" userId="f46cf8bb-4ec7-4653-94a9-ff26fa22481f" providerId="ADAL" clId="{14787087-00B3-44EB-BA3F-14E15483B996}" dt="2022-08-07T17:20:23.513" v="164" actId="1076"/>
          <ac:spMkLst>
            <pc:docMk/>
            <pc:sldMk cId="2516975436" sldId="259"/>
            <ac:spMk id="2" creationId="{E961E77E-DFF7-4654-811E-0AEF2553AFB1}"/>
          </ac:spMkLst>
        </pc:spChg>
      </pc:sldChg>
      <pc:sldChg chg="delSp modSp add">
        <pc:chgData name="Fabian Surya Pramudya" userId="f46cf8bb-4ec7-4653-94a9-ff26fa22481f" providerId="ADAL" clId="{14787087-00B3-44EB-BA3F-14E15483B996}" dt="2022-08-07T17:14:52.615" v="74"/>
        <pc:sldMkLst>
          <pc:docMk/>
          <pc:sldMk cId="956485205" sldId="266"/>
        </pc:sldMkLst>
        <pc:spChg chg="del mod">
          <ac:chgData name="Fabian Surya Pramudya" userId="f46cf8bb-4ec7-4653-94a9-ff26fa22481f" providerId="ADAL" clId="{14787087-00B3-44EB-BA3F-14E15483B996}" dt="2022-08-07T17:14:52.615" v="74"/>
          <ac:spMkLst>
            <pc:docMk/>
            <pc:sldMk cId="956485205" sldId="266"/>
            <ac:spMk id="2" creationId="{1CB208C1-6939-4F83-9DC9-87326AD66928}"/>
          </ac:spMkLst>
        </pc:spChg>
        <pc:spChg chg="mod">
          <ac:chgData name="Fabian Surya Pramudya" userId="f46cf8bb-4ec7-4653-94a9-ff26fa22481f" providerId="ADAL" clId="{14787087-00B3-44EB-BA3F-14E15483B996}" dt="2022-08-07T17:14:52.289" v="72" actId="1076"/>
          <ac:spMkLst>
            <pc:docMk/>
            <pc:sldMk cId="956485205" sldId="266"/>
            <ac:spMk id="5" creationId="{00000000-0000-0000-0000-000000000000}"/>
          </ac:spMkLst>
        </pc:spChg>
      </pc:sldChg>
      <pc:sldChg chg="modSp add">
        <pc:chgData name="Fabian Surya Pramudya" userId="f46cf8bb-4ec7-4653-94a9-ff26fa22481f" providerId="ADAL" clId="{14787087-00B3-44EB-BA3F-14E15483B996}" dt="2022-08-25T23:52:30.299" v="351"/>
        <pc:sldMkLst>
          <pc:docMk/>
          <pc:sldMk cId="2546340523" sldId="267"/>
        </pc:sldMkLst>
        <pc:spChg chg="mod">
          <ac:chgData name="Fabian Surya Pramudya" userId="f46cf8bb-4ec7-4653-94a9-ff26fa22481f" providerId="ADAL" clId="{14787087-00B3-44EB-BA3F-14E15483B996}" dt="2022-08-25T23:52:30.299" v="351"/>
          <ac:spMkLst>
            <pc:docMk/>
            <pc:sldMk cId="2546340523" sldId="267"/>
            <ac:spMk id="3" creationId="{BF2D690F-0557-49F4-B634-9113D9357B08}"/>
          </ac:spMkLst>
        </pc:spChg>
      </pc:sldChg>
      <pc:sldChg chg="add del">
        <pc:chgData name="Fabian Surya Pramudya" userId="f46cf8bb-4ec7-4653-94a9-ff26fa22481f" providerId="ADAL" clId="{14787087-00B3-44EB-BA3F-14E15483B996}" dt="2022-08-07T17:14:57.573" v="76" actId="2696"/>
        <pc:sldMkLst>
          <pc:docMk/>
          <pc:sldMk cId="1102793179" sldId="268"/>
        </pc:sldMkLst>
      </pc:sldChg>
      <pc:sldChg chg="modSp add">
        <pc:chgData name="Fabian Surya Pramudya" userId="f46cf8bb-4ec7-4653-94a9-ff26fa22481f" providerId="ADAL" clId="{14787087-00B3-44EB-BA3F-14E15483B996}" dt="2022-08-07T17:15:47.043" v="112" actId="1076"/>
        <pc:sldMkLst>
          <pc:docMk/>
          <pc:sldMk cId="3229372022" sldId="269"/>
        </pc:sldMkLst>
        <pc:spChg chg="mod">
          <ac:chgData name="Fabian Surya Pramudya" userId="f46cf8bb-4ec7-4653-94a9-ff26fa22481f" providerId="ADAL" clId="{14787087-00B3-44EB-BA3F-14E15483B996}" dt="2022-08-07T17:15:47.043" v="112" actId="1076"/>
          <ac:spMkLst>
            <pc:docMk/>
            <pc:sldMk cId="3229372022" sldId="269"/>
            <ac:spMk id="2" creationId="{64282B3A-C386-4EDD-8EA4-144D1389B61C}"/>
          </ac:spMkLst>
        </pc:spChg>
        <pc:spChg chg="mod">
          <ac:chgData name="Fabian Surya Pramudya" userId="f46cf8bb-4ec7-4653-94a9-ff26fa22481f" providerId="ADAL" clId="{14787087-00B3-44EB-BA3F-14E15483B996}" dt="2022-08-07T17:15:41.371" v="110" actId="1076"/>
          <ac:spMkLst>
            <pc:docMk/>
            <pc:sldMk cId="3229372022" sldId="269"/>
            <ac:spMk id="4" creationId="{B1A7FB2B-8478-45E1-9D5E-00B8A4FE9176}"/>
          </ac:spMkLst>
        </pc:spChg>
        <pc:spChg chg="mod">
          <ac:chgData name="Fabian Surya Pramudya" userId="f46cf8bb-4ec7-4653-94a9-ff26fa22481f" providerId="ADAL" clId="{14787087-00B3-44EB-BA3F-14E15483B996}" dt="2022-08-07T17:15:44.109" v="111" actId="1076"/>
          <ac:spMkLst>
            <pc:docMk/>
            <pc:sldMk cId="3229372022" sldId="269"/>
            <ac:spMk id="5" creationId="{6D15944D-9275-4550-A051-C6D4FD65BD41}"/>
          </ac:spMkLst>
        </pc:spChg>
      </pc:sldChg>
      <pc:sldChg chg="add">
        <pc:chgData name="Fabian Surya Pramudya" userId="f46cf8bb-4ec7-4653-94a9-ff26fa22481f" providerId="ADAL" clId="{14787087-00B3-44EB-BA3F-14E15483B996}" dt="2022-08-07T15:25:13.811" v="18"/>
        <pc:sldMkLst>
          <pc:docMk/>
          <pc:sldMk cId="4202396236" sldId="270"/>
        </pc:sldMkLst>
      </pc:sldChg>
      <pc:sldChg chg="add">
        <pc:chgData name="Fabian Surya Pramudya" userId="f46cf8bb-4ec7-4653-94a9-ff26fa22481f" providerId="ADAL" clId="{14787087-00B3-44EB-BA3F-14E15483B996}" dt="2022-08-07T15:25:13.811" v="18"/>
        <pc:sldMkLst>
          <pc:docMk/>
          <pc:sldMk cId="4217667794" sldId="271"/>
        </pc:sldMkLst>
      </pc:sldChg>
      <pc:sldChg chg="modSp add">
        <pc:chgData name="Fabian Surya Pramudya" userId="f46cf8bb-4ec7-4653-94a9-ff26fa22481f" providerId="ADAL" clId="{14787087-00B3-44EB-BA3F-14E15483B996}" dt="2022-08-07T17:16:01.727" v="141" actId="1036"/>
        <pc:sldMkLst>
          <pc:docMk/>
          <pc:sldMk cId="2533763623" sldId="272"/>
        </pc:sldMkLst>
        <pc:spChg chg="mod">
          <ac:chgData name="Fabian Surya Pramudya" userId="f46cf8bb-4ec7-4653-94a9-ff26fa22481f" providerId="ADAL" clId="{14787087-00B3-44EB-BA3F-14E15483B996}" dt="2022-08-07T17:16:01.727" v="141" actId="1036"/>
          <ac:spMkLst>
            <pc:docMk/>
            <pc:sldMk cId="2533763623" sldId="272"/>
            <ac:spMk id="3" creationId="{E3717A79-6568-430C-AB5F-4CD6027695E7}"/>
          </ac:spMkLst>
        </pc:spChg>
        <pc:spChg chg="mod">
          <ac:chgData name="Fabian Surya Pramudya" userId="f46cf8bb-4ec7-4653-94a9-ff26fa22481f" providerId="ADAL" clId="{14787087-00B3-44EB-BA3F-14E15483B996}" dt="2022-08-07T17:16:01.727" v="141" actId="1036"/>
          <ac:spMkLst>
            <pc:docMk/>
            <pc:sldMk cId="2533763623" sldId="272"/>
            <ac:spMk id="5" creationId="{088AA57A-F939-4724-8E83-C6A5C8837A28}"/>
          </ac:spMkLst>
        </pc:spChg>
      </pc:sldChg>
      <pc:sldChg chg="modSp add">
        <pc:chgData name="Fabian Surya Pramudya" userId="f46cf8bb-4ec7-4653-94a9-ff26fa22481f" providerId="ADAL" clId="{14787087-00B3-44EB-BA3F-14E15483B996}" dt="2022-08-07T17:16:11.434" v="142" actId="1076"/>
        <pc:sldMkLst>
          <pc:docMk/>
          <pc:sldMk cId="3140327201" sldId="273"/>
        </pc:sldMkLst>
        <pc:spChg chg="mod">
          <ac:chgData name="Fabian Surya Pramudya" userId="f46cf8bb-4ec7-4653-94a9-ff26fa22481f" providerId="ADAL" clId="{14787087-00B3-44EB-BA3F-14E15483B996}" dt="2022-08-07T17:16:11.434" v="142" actId="1076"/>
          <ac:spMkLst>
            <pc:docMk/>
            <pc:sldMk cId="3140327201" sldId="273"/>
            <ac:spMk id="3" creationId="{49EEE443-358F-4447-92F0-B6050221F957}"/>
          </ac:spMkLst>
        </pc:spChg>
        <pc:spChg chg="mod">
          <ac:chgData name="Fabian Surya Pramudya" userId="f46cf8bb-4ec7-4653-94a9-ff26fa22481f" providerId="ADAL" clId="{14787087-00B3-44EB-BA3F-14E15483B996}" dt="2022-08-07T17:16:11.434" v="142" actId="1076"/>
          <ac:spMkLst>
            <pc:docMk/>
            <pc:sldMk cId="3140327201" sldId="273"/>
            <ac:spMk id="4" creationId="{79089549-CD80-408B-B487-D89A4536A189}"/>
          </ac:spMkLst>
        </pc:spChg>
      </pc:sldChg>
      <pc:sldChg chg="add">
        <pc:chgData name="Fabian Surya Pramudya" userId="f46cf8bb-4ec7-4653-94a9-ff26fa22481f" providerId="ADAL" clId="{14787087-00B3-44EB-BA3F-14E15483B996}" dt="2022-08-07T15:25:13.811" v="18"/>
        <pc:sldMkLst>
          <pc:docMk/>
          <pc:sldMk cId="1006324878" sldId="274"/>
        </pc:sldMkLst>
      </pc:sldChg>
      <pc:sldChg chg="modSp add">
        <pc:chgData name="Fabian Surya Pramudya" userId="f46cf8bb-4ec7-4653-94a9-ff26fa22481f" providerId="ADAL" clId="{14787087-00B3-44EB-BA3F-14E15483B996}" dt="2022-08-07T17:16:18.031" v="143" actId="1076"/>
        <pc:sldMkLst>
          <pc:docMk/>
          <pc:sldMk cId="3485008011" sldId="275"/>
        </pc:sldMkLst>
        <pc:spChg chg="mod">
          <ac:chgData name="Fabian Surya Pramudya" userId="f46cf8bb-4ec7-4653-94a9-ff26fa22481f" providerId="ADAL" clId="{14787087-00B3-44EB-BA3F-14E15483B996}" dt="2022-08-07T17:16:18.031" v="143" actId="1076"/>
          <ac:spMkLst>
            <pc:docMk/>
            <pc:sldMk cId="3485008011" sldId="275"/>
            <ac:spMk id="3" creationId="{71F0A4C9-639D-4281-9362-A4054B8C225A}"/>
          </ac:spMkLst>
        </pc:spChg>
        <pc:spChg chg="mod">
          <ac:chgData name="Fabian Surya Pramudya" userId="f46cf8bb-4ec7-4653-94a9-ff26fa22481f" providerId="ADAL" clId="{14787087-00B3-44EB-BA3F-14E15483B996}" dt="2022-08-07T17:16:18.031" v="143" actId="1076"/>
          <ac:spMkLst>
            <pc:docMk/>
            <pc:sldMk cId="3485008011" sldId="275"/>
            <ac:spMk id="5" creationId="{88852508-A15F-41BD-93C9-909E617B454B}"/>
          </ac:spMkLst>
        </pc:spChg>
      </pc:sldChg>
      <pc:sldChg chg="modSp add">
        <pc:chgData name="Fabian Surya Pramudya" userId="f46cf8bb-4ec7-4653-94a9-ff26fa22481f" providerId="ADAL" clId="{14787087-00B3-44EB-BA3F-14E15483B996}" dt="2022-08-07T17:16:26.818" v="145" actId="1076"/>
        <pc:sldMkLst>
          <pc:docMk/>
          <pc:sldMk cId="1255259866" sldId="276"/>
        </pc:sldMkLst>
        <pc:spChg chg="mod">
          <ac:chgData name="Fabian Surya Pramudya" userId="f46cf8bb-4ec7-4653-94a9-ff26fa22481f" providerId="ADAL" clId="{14787087-00B3-44EB-BA3F-14E15483B996}" dt="2022-08-07T17:16:26.818" v="145" actId="1076"/>
          <ac:spMkLst>
            <pc:docMk/>
            <pc:sldMk cId="1255259866" sldId="276"/>
            <ac:spMk id="3" creationId="{0A90C3B7-06B0-4BB1-AA07-8E6ECCEE10F6}"/>
          </ac:spMkLst>
        </pc:spChg>
        <pc:spChg chg="mod">
          <ac:chgData name="Fabian Surya Pramudya" userId="f46cf8bb-4ec7-4653-94a9-ff26fa22481f" providerId="ADAL" clId="{14787087-00B3-44EB-BA3F-14E15483B996}" dt="2022-08-07T17:16:26.818" v="145" actId="1076"/>
          <ac:spMkLst>
            <pc:docMk/>
            <pc:sldMk cId="1255259866" sldId="276"/>
            <ac:spMk id="5" creationId="{6961782C-CD1E-4DBA-8D11-A9585CD45E2D}"/>
          </ac:spMkLst>
        </pc:spChg>
      </pc:sldChg>
      <pc:sldChg chg="modSp add">
        <pc:chgData name="Fabian Surya Pramudya" userId="f46cf8bb-4ec7-4653-94a9-ff26fa22481f" providerId="ADAL" clId="{14787087-00B3-44EB-BA3F-14E15483B996}" dt="2022-08-07T17:16:35.438" v="147" actId="1076"/>
        <pc:sldMkLst>
          <pc:docMk/>
          <pc:sldMk cId="2066721347" sldId="277"/>
        </pc:sldMkLst>
        <pc:spChg chg="mod">
          <ac:chgData name="Fabian Surya Pramudya" userId="f46cf8bb-4ec7-4653-94a9-ff26fa22481f" providerId="ADAL" clId="{14787087-00B3-44EB-BA3F-14E15483B996}" dt="2022-08-07T17:16:35.438" v="147" actId="1076"/>
          <ac:spMkLst>
            <pc:docMk/>
            <pc:sldMk cId="2066721347" sldId="277"/>
            <ac:spMk id="3" creationId="{4E01A40C-72FF-4FF3-924D-25C92C7B8647}"/>
          </ac:spMkLst>
        </pc:spChg>
        <pc:spChg chg="mod">
          <ac:chgData name="Fabian Surya Pramudya" userId="f46cf8bb-4ec7-4653-94a9-ff26fa22481f" providerId="ADAL" clId="{14787087-00B3-44EB-BA3F-14E15483B996}" dt="2022-08-07T17:16:33.828" v="146" actId="1076"/>
          <ac:spMkLst>
            <pc:docMk/>
            <pc:sldMk cId="2066721347" sldId="277"/>
            <ac:spMk id="5" creationId="{85027D6F-69C7-4809-9A71-07AC8A3BE06B}"/>
          </ac:spMkLst>
        </pc:spChg>
      </pc:sldChg>
      <pc:sldChg chg="add">
        <pc:chgData name="Fabian Surya Pramudya" userId="f46cf8bb-4ec7-4653-94a9-ff26fa22481f" providerId="ADAL" clId="{14787087-00B3-44EB-BA3F-14E15483B996}" dt="2022-08-07T15:25:13.811" v="18"/>
        <pc:sldMkLst>
          <pc:docMk/>
          <pc:sldMk cId="3543118902" sldId="278"/>
        </pc:sldMkLst>
      </pc:sldChg>
      <pc:sldChg chg="add">
        <pc:chgData name="Fabian Surya Pramudya" userId="f46cf8bb-4ec7-4653-94a9-ff26fa22481f" providerId="ADAL" clId="{14787087-00B3-44EB-BA3F-14E15483B996}" dt="2022-08-07T15:25:13.811" v="18"/>
        <pc:sldMkLst>
          <pc:docMk/>
          <pc:sldMk cId="2117638300" sldId="279"/>
        </pc:sldMkLst>
      </pc:sldChg>
      <pc:sldChg chg="add">
        <pc:chgData name="Fabian Surya Pramudya" userId="f46cf8bb-4ec7-4653-94a9-ff26fa22481f" providerId="ADAL" clId="{14787087-00B3-44EB-BA3F-14E15483B996}" dt="2022-08-07T15:25:13.811" v="18"/>
        <pc:sldMkLst>
          <pc:docMk/>
          <pc:sldMk cId="3455809021" sldId="280"/>
        </pc:sldMkLst>
      </pc:sldChg>
      <pc:sldChg chg="add">
        <pc:chgData name="Fabian Surya Pramudya" userId="f46cf8bb-4ec7-4653-94a9-ff26fa22481f" providerId="ADAL" clId="{14787087-00B3-44EB-BA3F-14E15483B996}" dt="2022-08-07T15:25:13.811" v="18"/>
        <pc:sldMkLst>
          <pc:docMk/>
          <pc:sldMk cId="3897749879" sldId="281"/>
        </pc:sldMkLst>
      </pc:sldChg>
      <pc:sldChg chg="add">
        <pc:chgData name="Fabian Surya Pramudya" userId="f46cf8bb-4ec7-4653-94a9-ff26fa22481f" providerId="ADAL" clId="{14787087-00B3-44EB-BA3F-14E15483B996}" dt="2022-08-07T15:25:13.811" v="18"/>
        <pc:sldMkLst>
          <pc:docMk/>
          <pc:sldMk cId="1080068066" sldId="282"/>
        </pc:sldMkLst>
      </pc:sldChg>
      <pc:sldChg chg="del">
        <pc:chgData name="Fabian Surya Pramudya" userId="f46cf8bb-4ec7-4653-94a9-ff26fa22481f" providerId="ADAL" clId="{14787087-00B3-44EB-BA3F-14E15483B996}" dt="2022-08-07T15:25:08.784" v="8" actId="2696"/>
        <pc:sldMkLst>
          <pc:docMk/>
          <pc:sldMk cId="1743787489" sldId="283"/>
        </pc:sldMkLst>
      </pc:sldChg>
      <pc:sldChg chg="add">
        <pc:chgData name="Fabian Surya Pramudya" userId="f46cf8bb-4ec7-4653-94a9-ff26fa22481f" providerId="ADAL" clId="{14787087-00B3-44EB-BA3F-14E15483B996}" dt="2022-08-07T15:25:13.811" v="18"/>
        <pc:sldMkLst>
          <pc:docMk/>
          <pc:sldMk cId="3921356550" sldId="283"/>
        </pc:sldMkLst>
      </pc:sldChg>
      <pc:sldChg chg="add">
        <pc:chgData name="Fabian Surya Pramudya" userId="f46cf8bb-4ec7-4653-94a9-ff26fa22481f" providerId="ADAL" clId="{14787087-00B3-44EB-BA3F-14E15483B996}" dt="2022-08-25T23:52:20.620" v="347"/>
        <pc:sldMkLst>
          <pc:docMk/>
          <pc:sldMk cId="594740697" sldId="284"/>
        </pc:sldMkLst>
      </pc:sldChg>
      <pc:sldChg chg="add del">
        <pc:chgData name="Fabian Surya Pramudya" userId="f46cf8bb-4ec7-4653-94a9-ff26fa22481f" providerId="ADAL" clId="{14787087-00B3-44EB-BA3F-14E15483B996}" dt="2022-08-25T23:52:17.550" v="345" actId="2696"/>
        <pc:sldMkLst>
          <pc:docMk/>
          <pc:sldMk cId="3107646493" sldId="284"/>
        </pc:sldMkLst>
      </pc:sldChg>
      <pc:sldChg chg="add">
        <pc:chgData name="Fabian Surya Pramudya" userId="f46cf8bb-4ec7-4653-94a9-ff26fa22481f" providerId="ADAL" clId="{14787087-00B3-44EB-BA3F-14E15483B996}" dt="2022-08-25T23:52:20.620" v="347"/>
        <pc:sldMkLst>
          <pc:docMk/>
          <pc:sldMk cId="2014358271" sldId="285"/>
        </pc:sldMkLst>
      </pc:sldChg>
      <pc:sldChg chg="del">
        <pc:chgData name="Fabian Surya Pramudya" userId="f46cf8bb-4ec7-4653-94a9-ff26fa22481f" providerId="ADAL" clId="{14787087-00B3-44EB-BA3F-14E15483B996}" dt="2022-08-07T15:25:09.330" v="14" actId="2696"/>
        <pc:sldMkLst>
          <pc:docMk/>
          <pc:sldMk cId="2576978928" sldId="285"/>
        </pc:sldMkLst>
      </pc:sldChg>
      <pc:sldChg chg="add del">
        <pc:chgData name="Fabian Surya Pramudya" userId="f46cf8bb-4ec7-4653-94a9-ff26fa22481f" providerId="ADAL" clId="{14787087-00B3-44EB-BA3F-14E15483B996}" dt="2022-08-25T23:52:17.569" v="346" actId="2696"/>
        <pc:sldMkLst>
          <pc:docMk/>
          <pc:sldMk cId="3963612769" sldId="285"/>
        </pc:sldMkLst>
      </pc:sldChg>
      <pc:sldChg chg="del">
        <pc:chgData name="Fabian Surya Pramudya" userId="f46cf8bb-4ec7-4653-94a9-ff26fa22481f" providerId="ADAL" clId="{14787087-00B3-44EB-BA3F-14E15483B996}" dt="2022-08-07T15:25:09.375" v="15" actId="2696"/>
        <pc:sldMkLst>
          <pc:docMk/>
          <pc:sldMk cId="2198492617" sldId="286"/>
        </pc:sldMkLst>
      </pc:sldChg>
      <pc:sldChg chg="del">
        <pc:chgData name="Fabian Surya Pramudya" userId="f46cf8bb-4ec7-4653-94a9-ff26fa22481f" providerId="ADAL" clId="{14787087-00B3-44EB-BA3F-14E15483B996}" dt="2022-08-07T15:25:09.414" v="16" actId="2696"/>
        <pc:sldMkLst>
          <pc:docMk/>
          <pc:sldMk cId="2801021546" sldId="287"/>
        </pc:sldMkLst>
      </pc:sldChg>
      <pc:sldChg chg="del">
        <pc:chgData name="Fabian Surya Pramudya" userId="f46cf8bb-4ec7-4653-94a9-ff26fa22481f" providerId="ADAL" clId="{14787087-00B3-44EB-BA3F-14E15483B996}" dt="2022-08-07T15:25:09.457" v="17" actId="2696"/>
        <pc:sldMkLst>
          <pc:docMk/>
          <pc:sldMk cId="3393845404" sldId="288"/>
        </pc:sldMkLst>
      </pc:sldChg>
      <pc:sldChg chg="del">
        <pc:chgData name="Fabian Surya Pramudya" userId="f46cf8bb-4ec7-4653-94a9-ff26fa22481f" providerId="ADAL" clId="{14787087-00B3-44EB-BA3F-14E15483B996}" dt="2022-08-07T15:25:09.232" v="12" actId="2696"/>
        <pc:sldMkLst>
          <pc:docMk/>
          <pc:sldMk cId="3216285428" sldId="290"/>
        </pc:sldMkLst>
      </pc:sldChg>
      <pc:sldChg chg="del">
        <pc:chgData name="Fabian Surya Pramudya" userId="f46cf8bb-4ec7-4653-94a9-ff26fa22481f" providerId="ADAL" clId="{14787087-00B3-44EB-BA3F-14E15483B996}" dt="2022-08-07T15:25:09.280" v="13" actId="2696"/>
        <pc:sldMkLst>
          <pc:docMk/>
          <pc:sldMk cId="3167129721" sldId="292"/>
        </pc:sldMkLst>
      </pc:sldChg>
      <pc:sldChg chg="del">
        <pc:chgData name="Fabian Surya Pramudya" userId="f46cf8bb-4ec7-4653-94a9-ff26fa22481f" providerId="ADAL" clId="{14787087-00B3-44EB-BA3F-14E15483B996}" dt="2022-08-07T15:25:08.976" v="9" actId="2696"/>
        <pc:sldMkLst>
          <pc:docMk/>
          <pc:sldMk cId="1583915962" sldId="293"/>
        </pc:sldMkLst>
      </pc:sldChg>
      <pc:sldChg chg="del">
        <pc:chgData name="Fabian Surya Pramudya" userId="f46cf8bb-4ec7-4653-94a9-ff26fa22481f" providerId="ADAL" clId="{14787087-00B3-44EB-BA3F-14E15483B996}" dt="2022-08-07T15:25:09.197" v="11" actId="2696"/>
        <pc:sldMkLst>
          <pc:docMk/>
          <pc:sldMk cId="3141791334" sldId="294"/>
        </pc:sldMkLst>
      </pc:sldChg>
      <pc:sldChg chg="del">
        <pc:chgData name="Fabian Surya Pramudya" userId="f46cf8bb-4ec7-4653-94a9-ff26fa22481f" providerId="ADAL" clId="{14787087-00B3-44EB-BA3F-14E15483B996}" dt="2022-08-07T15:25:09.161" v="10" actId="2696"/>
        <pc:sldMkLst>
          <pc:docMk/>
          <pc:sldMk cId="1443474785" sldId="295"/>
        </pc:sldMkLst>
      </pc:sldChg>
      <pc:sldChg chg="addSp delSp modSp add">
        <pc:chgData name="Fabian Surya Pramudya" userId="f46cf8bb-4ec7-4653-94a9-ff26fa22481f" providerId="ADAL" clId="{14787087-00B3-44EB-BA3F-14E15483B996}" dt="2022-08-07T19:13:28.756" v="300" actId="1076"/>
        <pc:sldMkLst>
          <pc:docMk/>
          <pc:sldMk cId="2485844249" sldId="406"/>
        </pc:sldMkLst>
        <pc:spChg chg="del">
          <ac:chgData name="Fabian Surya Pramudya" userId="f46cf8bb-4ec7-4653-94a9-ff26fa22481f" providerId="ADAL" clId="{14787087-00B3-44EB-BA3F-14E15483B996}" dt="2022-08-07T17:17:14.472" v="158" actId="478"/>
          <ac:spMkLst>
            <pc:docMk/>
            <pc:sldMk cId="2485844249" sldId="406"/>
            <ac:spMk id="2" creationId="{1CB208C1-6939-4F83-9DC9-87326AD66928}"/>
          </ac:spMkLst>
        </pc:spChg>
        <pc:spChg chg="add del mod">
          <ac:chgData name="Fabian Surya Pramudya" userId="f46cf8bb-4ec7-4653-94a9-ff26fa22481f" providerId="ADAL" clId="{14787087-00B3-44EB-BA3F-14E15483B996}" dt="2022-08-07T17:17:01.900" v="152" actId="478"/>
          <ac:spMkLst>
            <pc:docMk/>
            <pc:sldMk cId="2485844249" sldId="406"/>
            <ac:spMk id="4" creationId="{ADFA2F79-D5D2-45D2-B196-890F1865BD7F}"/>
          </ac:spMkLst>
        </pc:spChg>
        <pc:spChg chg="add del mod">
          <ac:chgData name="Fabian Surya Pramudya" userId="f46cf8bb-4ec7-4653-94a9-ff26fa22481f" providerId="ADAL" clId="{14787087-00B3-44EB-BA3F-14E15483B996}" dt="2022-08-07T19:13:28.756" v="300" actId="1076"/>
          <ac:spMkLst>
            <pc:docMk/>
            <pc:sldMk cId="2485844249" sldId="406"/>
            <ac:spMk id="5" creationId="{00000000-0000-0000-0000-000000000000}"/>
          </ac:spMkLst>
        </pc:spChg>
      </pc:sldChg>
      <pc:sldChg chg="modSp add">
        <pc:chgData name="Fabian Surya Pramudya" userId="f46cf8bb-4ec7-4653-94a9-ff26fa22481f" providerId="ADAL" clId="{14787087-00B3-44EB-BA3F-14E15483B996}" dt="2022-08-07T17:32:35.029" v="168" actId="27636"/>
        <pc:sldMkLst>
          <pc:docMk/>
          <pc:sldMk cId="3768745504" sldId="407"/>
        </pc:sldMkLst>
        <pc:spChg chg="mod">
          <ac:chgData name="Fabian Surya Pramudya" userId="f46cf8bb-4ec7-4653-94a9-ff26fa22481f" providerId="ADAL" clId="{14787087-00B3-44EB-BA3F-14E15483B996}" dt="2022-08-07T17:32:35.029" v="168" actId="27636"/>
          <ac:spMkLst>
            <pc:docMk/>
            <pc:sldMk cId="3768745504" sldId="407"/>
            <ac:spMk id="2" creationId="{00000000-0000-0000-0000-000000000000}"/>
          </ac:spMkLst>
        </pc:spChg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654369407" sldId="408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1668762304" sldId="409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1315622955" sldId="410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3415693153" sldId="411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9645178" sldId="412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1442261548" sldId="413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3658653190" sldId="414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1659002710" sldId="415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722931257" sldId="416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42340065" sldId="417"/>
        </pc:sldMkLst>
      </pc:sldChg>
      <pc:sldChg chg="modSp add">
        <pc:chgData name="Fabian Surya Pramudya" userId="f46cf8bb-4ec7-4653-94a9-ff26fa22481f" providerId="ADAL" clId="{14787087-00B3-44EB-BA3F-14E15483B996}" dt="2022-08-07T15:26:33.763" v="27" actId="27636"/>
        <pc:sldMkLst>
          <pc:docMk/>
          <pc:sldMk cId="2140228776" sldId="418"/>
        </pc:sldMkLst>
        <pc:spChg chg="mod">
          <ac:chgData name="Fabian Surya Pramudya" userId="f46cf8bb-4ec7-4653-94a9-ff26fa22481f" providerId="ADAL" clId="{14787087-00B3-44EB-BA3F-14E15483B996}" dt="2022-08-07T15:26:33.763" v="27" actId="27636"/>
          <ac:spMkLst>
            <pc:docMk/>
            <pc:sldMk cId="2140228776" sldId="418"/>
            <ac:spMk id="3" creationId="{B8D27663-7BA0-4F76-B544-DA117E2F71E9}"/>
          </ac:spMkLst>
        </pc:spChg>
      </pc:sldChg>
      <pc:sldChg chg="modSp add">
        <pc:chgData name="Fabian Surya Pramudya" userId="f46cf8bb-4ec7-4653-94a9-ff26fa22481f" providerId="ADAL" clId="{14787087-00B3-44EB-BA3F-14E15483B996}" dt="2022-08-07T15:26:34.606" v="28" actId="27636"/>
        <pc:sldMkLst>
          <pc:docMk/>
          <pc:sldMk cId="2074815581" sldId="419"/>
        </pc:sldMkLst>
        <pc:spChg chg="mod">
          <ac:chgData name="Fabian Surya Pramudya" userId="f46cf8bb-4ec7-4653-94a9-ff26fa22481f" providerId="ADAL" clId="{14787087-00B3-44EB-BA3F-14E15483B996}" dt="2022-08-07T15:26:34.606" v="28" actId="27636"/>
          <ac:spMkLst>
            <pc:docMk/>
            <pc:sldMk cId="2074815581" sldId="419"/>
            <ac:spMk id="3" creationId="{B8D27663-7BA0-4F76-B544-DA117E2F71E9}"/>
          </ac:spMkLst>
        </pc:spChg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667661011" sldId="420"/>
        </pc:sldMkLst>
      </pc:sldChg>
      <pc:sldChg chg="modSp add">
        <pc:chgData name="Fabian Surya Pramudya" userId="f46cf8bb-4ec7-4653-94a9-ff26fa22481f" providerId="ADAL" clId="{14787087-00B3-44EB-BA3F-14E15483B996}" dt="2022-08-07T15:26:34.756" v="29" actId="27636"/>
        <pc:sldMkLst>
          <pc:docMk/>
          <pc:sldMk cId="2766207486" sldId="421"/>
        </pc:sldMkLst>
        <pc:spChg chg="mod">
          <ac:chgData name="Fabian Surya Pramudya" userId="f46cf8bb-4ec7-4653-94a9-ff26fa22481f" providerId="ADAL" clId="{14787087-00B3-44EB-BA3F-14E15483B996}" dt="2022-08-07T15:26:34.756" v="29" actId="27636"/>
          <ac:spMkLst>
            <pc:docMk/>
            <pc:sldMk cId="2766207486" sldId="421"/>
            <ac:spMk id="4" creationId="{58B103A7-949D-45D5-8138-93BD412B51E3}"/>
          </ac:spMkLst>
        </pc:spChg>
      </pc:sldChg>
      <pc:sldChg chg="modSp add">
        <pc:chgData name="Fabian Surya Pramudya" userId="f46cf8bb-4ec7-4653-94a9-ff26fa22481f" providerId="ADAL" clId="{14787087-00B3-44EB-BA3F-14E15483B996}" dt="2022-08-07T15:26:34.782" v="30" actId="27636"/>
        <pc:sldMkLst>
          <pc:docMk/>
          <pc:sldMk cId="3337655803" sldId="422"/>
        </pc:sldMkLst>
        <pc:spChg chg="mod">
          <ac:chgData name="Fabian Surya Pramudya" userId="f46cf8bb-4ec7-4653-94a9-ff26fa22481f" providerId="ADAL" clId="{14787087-00B3-44EB-BA3F-14E15483B996}" dt="2022-08-07T15:26:34.782" v="30" actId="27636"/>
          <ac:spMkLst>
            <pc:docMk/>
            <pc:sldMk cId="3337655803" sldId="422"/>
            <ac:spMk id="4" creationId="{BCB0157C-09C3-4411-9C94-C685AD441145}"/>
          </ac:spMkLst>
        </pc:spChg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332538971" sldId="423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1883203609" sldId="424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305674739" sldId="425"/>
        </pc:sldMkLst>
      </pc:sldChg>
      <pc:sldChg chg="modSp add">
        <pc:chgData name="Fabian Surya Pramudya" userId="f46cf8bb-4ec7-4653-94a9-ff26fa22481f" providerId="ADAL" clId="{14787087-00B3-44EB-BA3F-14E15483B996}" dt="2022-08-07T15:26:34.861" v="31" actId="27636"/>
        <pc:sldMkLst>
          <pc:docMk/>
          <pc:sldMk cId="621233975" sldId="426"/>
        </pc:sldMkLst>
        <pc:spChg chg="mod">
          <ac:chgData name="Fabian Surya Pramudya" userId="f46cf8bb-4ec7-4653-94a9-ff26fa22481f" providerId="ADAL" clId="{14787087-00B3-44EB-BA3F-14E15483B996}" dt="2022-08-07T15:26:34.861" v="31" actId="27636"/>
          <ac:spMkLst>
            <pc:docMk/>
            <pc:sldMk cId="621233975" sldId="426"/>
            <ac:spMk id="4" creationId="{47188344-F979-4BF2-96EC-EC87DC0F6874}"/>
          </ac:spMkLst>
        </pc:spChg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013235671" sldId="427"/>
        </pc:sldMkLst>
      </pc:sldChg>
      <pc:sldChg chg="modSp add">
        <pc:chgData name="Fabian Surya Pramudya" userId="f46cf8bb-4ec7-4653-94a9-ff26fa22481f" providerId="ADAL" clId="{14787087-00B3-44EB-BA3F-14E15483B996}" dt="2022-08-07T15:26:34.902" v="32" actId="27636"/>
        <pc:sldMkLst>
          <pc:docMk/>
          <pc:sldMk cId="169327561" sldId="428"/>
        </pc:sldMkLst>
        <pc:spChg chg="mod">
          <ac:chgData name="Fabian Surya Pramudya" userId="f46cf8bb-4ec7-4653-94a9-ff26fa22481f" providerId="ADAL" clId="{14787087-00B3-44EB-BA3F-14E15483B996}" dt="2022-08-07T15:26:34.902" v="32" actId="27636"/>
          <ac:spMkLst>
            <pc:docMk/>
            <pc:sldMk cId="169327561" sldId="428"/>
            <ac:spMk id="4" creationId="{95BB1A85-F195-47E5-87F1-72E761C173C2}"/>
          </ac:spMkLst>
        </pc:spChg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1834051405" sldId="429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049863836" sldId="430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154087417" sldId="431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66508997" sldId="432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193818680" sldId="433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3558812343" sldId="434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1172852553" sldId="435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1400847765" sldId="436"/>
        </pc:sldMkLst>
      </pc:sldChg>
      <pc:sldChg chg="modSp add">
        <pc:chgData name="Fabian Surya Pramudya" userId="f46cf8bb-4ec7-4653-94a9-ff26fa22481f" providerId="ADAL" clId="{14787087-00B3-44EB-BA3F-14E15483B996}" dt="2022-08-07T15:26:35.049" v="34" actId="27636"/>
        <pc:sldMkLst>
          <pc:docMk/>
          <pc:sldMk cId="157255260" sldId="438"/>
        </pc:sldMkLst>
        <pc:spChg chg="mod">
          <ac:chgData name="Fabian Surya Pramudya" userId="f46cf8bb-4ec7-4653-94a9-ff26fa22481f" providerId="ADAL" clId="{14787087-00B3-44EB-BA3F-14E15483B996}" dt="2022-08-07T15:26:35.044" v="33" actId="27636"/>
          <ac:spMkLst>
            <pc:docMk/>
            <pc:sldMk cId="157255260" sldId="438"/>
            <ac:spMk id="3" creationId="{85FB4EE1-5F52-422D-B264-3FA51CAFAA6D}"/>
          </ac:spMkLst>
        </pc:spChg>
        <pc:spChg chg="mod">
          <ac:chgData name="Fabian Surya Pramudya" userId="f46cf8bb-4ec7-4653-94a9-ff26fa22481f" providerId="ADAL" clId="{14787087-00B3-44EB-BA3F-14E15483B996}" dt="2022-08-07T15:26:35.049" v="34" actId="27636"/>
          <ac:spMkLst>
            <pc:docMk/>
            <pc:sldMk cId="157255260" sldId="438"/>
            <ac:spMk id="4" creationId="{BD87B72B-901B-4CAC-8673-F88B3F2202EB}"/>
          </ac:spMkLst>
        </pc:spChg>
      </pc:sldChg>
      <pc:sldChg chg="modSp add">
        <pc:chgData name="Fabian Surya Pramudya" userId="f46cf8bb-4ec7-4653-94a9-ff26fa22481f" providerId="ADAL" clId="{14787087-00B3-44EB-BA3F-14E15483B996}" dt="2022-08-07T15:26:35.113" v="35" actId="27636"/>
        <pc:sldMkLst>
          <pc:docMk/>
          <pc:sldMk cId="1984912471" sldId="439"/>
        </pc:sldMkLst>
        <pc:spChg chg="mod">
          <ac:chgData name="Fabian Surya Pramudya" userId="f46cf8bb-4ec7-4653-94a9-ff26fa22481f" providerId="ADAL" clId="{14787087-00B3-44EB-BA3F-14E15483B996}" dt="2022-08-07T15:26:35.113" v="35" actId="27636"/>
          <ac:spMkLst>
            <pc:docMk/>
            <pc:sldMk cId="1984912471" sldId="439"/>
            <ac:spMk id="4" creationId="{BD87B72B-901B-4CAC-8673-F88B3F2202EB}"/>
          </ac:spMkLst>
        </pc:spChg>
      </pc:sldChg>
      <pc:sldChg chg="modSp add">
        <pc:chgData name="Fabian Surya Pramudya" userId="f46cf8bb-4ec7-4653-94a9-ff26fa22481f" providerId="ADAL" clId="{14787087-00B3-44EB-BA3F-14E15483B996}" dt="2022-08-07T15:26:35.174" v="36" actId="27636"/>
        <pc:sldMkLst>
          <pc:docMk/>
          <pc:sldMk cId="2604110963" sldId="440"/>
        </pc:sldMkLst>
        <pc:spChg chg="mod">
          <ac:chgData name="Fabian Surya Pramudya" userId="f46cf8bb-4ec7-4653-94a9-ff26fa22481f" providerId="ADAL" clId="{14787087-00B3-44EB-BA3F-14E15483B996}" dt="2022-08-07T15:26:35.174" v="36" actId="27636"/>
          <ac:spMkLst>
            <pc:docMk/>
            <pc:sldMk cId="2604110963" sldId="440"/>
            <ac:spMk id="4" creationId="{BD87B72B-901B-4CAC-8673-F88B3F2202EB}"/>
          </ac:spMkLst>
        </pc:spChg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149487731" sldId="441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560847456" sldId="442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3068594099" sldId="444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251310108" sldId="445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3825195614" sldId="446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225924268" sldId="447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3334726153" sldId="448"/>
        </pc:sldMkLst>
      </pc:sldChg>
      <pc:sldChg chg="add">
        <pc:chgData name="Fabian Surya Pramudya" userId="f46cf8bb-4ec7-4653-94a9-ff26fa22481f" providerId="ADAL" clId="{14787087-00B3-44EB-BA3F-14E15483B996}" dt="2022-08-07T15:26:33.152" v="26"/>
        <pc:sldMkLst>
          <pc:docMk/>
          <pc:sldMk cId="4160062212" sldId="449"/>
        </pc:sldMkLst>
      </pc:sldChg>
      <pc:sldChg chg="modSp add ord">
        <pc:chgData name="Fabian Surya Pramudya" userId="f46cf8bb-4ec7-4653-94a9-ff26fa22481f" providerId="ADAL" clId="{14787087-00B3-44EB-BA3F-14E15483B996}" dt="2022-08-07T19:13:20.947" v="299" actId="313"/>
        <pc:sldMkLst>
          <pc:docMk/>
          <pc:sldMk cId="999029796" sldId="450"/>
        </pc:sldMkLst>
        <pc:spChg chg="mod">
          <ac:chgData name="Fabian Surya Pramudya" userId="f46cf8bb-4ec7-4653-94a9-ff26fa22481f" providerId="ADAL" clId="{14787087-00B3-44EB-BA3F-14E15483B996}" dt="2022-08-07T19:13:20.947" v="299" actId="313"/>
          <ac:spMkLst>
            <pc:docMk/>
            <pc:sldMk cId="999029796" sldId="450"/>
            <ac:spMk id="3" creationId="{BF2D690F-0557-49F4-B634-9113D9357B08}"/>
          </ac:spMkLst>
        </pc:spChg>
      </pc:sldChg>
      <pc:sldChg chg="add del">
        <pc:chgData name="Fabian Surya Pramudya" userId="f46cf8bb-4ec7-4653-94a9-ff26fa22481f" providerId="ADAL" clId="{14787087-00B3-44EB-BA3F-14E15483B996}" dt="2022-08-07T17:17:18.896" v="159" actId="2696"/>
        <pc:sldMkLst>
          <pc:docMk/>
          <pc:sldMk cId="1179621090" sldId="450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327A3B-766F-4631-90B1-9B3D33DE7C5C}" type="datetimeFigureOut">
              <a:rPr lang="en-US"/>
              <a:pPr>
                <a:defRPr/>
              </a:pPr>
              <a:t>12/23/2022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8F58BAA-C397-4D9C-949B-0B7D3F08F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3175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A64FB5-AD3D-6B4E-9CDC-DAE578F5C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5080503" y="646216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B2341-C3BD-4867-8D41-5F80C1709B34}" type="datetimeFigureOut">
              <a:rPr lang="en-US"/>
              <a:pPr>
                <a:defRPr/>
              </a:pPr>
              <a:t>12/23/2022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0" y="7493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0" y="20097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92488" y="681366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2"/>
            <a:ext cx="9085342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59"/>
            <a:ext cx="9085342" cy="165437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4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87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3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7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1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6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0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14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4E772-3899-4649-A2AA-7CF914911BC6}" type="datetimeFigureOut">
              <a:rPr lang="en-US"/>
              <a:pPr>
                <a:defRPr/>
              </a:pPr>
              <a:t>12/23/2022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2" y="1764666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1" y="1764666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69E45-41F7-4121-96F3-D9854AFC6DC8}" type="datetimeFigureOut">
              <a:rPr lang="en-US"/>
              <a:pPr>
                <a:defRPr/>
              </a:pPr>
              <a:t>12/23/2022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4EA1D8-E779-9B4C-A906-459512BC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50299" y="674508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84A83-4D5A-429E-BDC6-FD1381510BEB}" type="datetimeFigureOut">
              <a:rPr lang="en-US"/>
              <a:pPr>
                <a:defRPr/>
              </a:pPr>
              <a:t>12/23/2022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9D3EC-5E23-3B41-9DA0-38316698BC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7937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282C-CC3E-4E1D-BB33-9531F7A7F244}" type="datetimeFigureOut">
              <a:rPr lang="en-US"/>
              <a:pPr>
                <a:defRPr/>
              </a:pPr>
              <a:t>12/23/2022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8699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9D9E7-C17C-4132-9B73-48A51CFD46B3}" type="datetimeFigureOut">
              <a:rPr lang="en-US"/>
              <a:pPr>
                <a:defRPr/>
              </a:pPr>
              <a:t>12/23/2022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23/12/2022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253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89" y="3153813"/>
            <a:ext cx="8260933" cy="1260475"/>
          </a:xfrm>
        </p:spPr>
        <p:txBody>
          <a:bodyPr>
            <a:normAutofit/>
          </a:bodyPr>
          <a:lstStyle>
            <a:lvl1pPr>
              <a:defRPr sz="352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6601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3273" y="2907929"/>
            <a:ext cx="4040249" cy="3847868"/>
          </a:xfrm>
        </p:spPr>
        <p:txBody>
          <a:bodyPr>
            <a:normAutofit/>
          </a:bodyPr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1985"/>
            </a:lvl6pPr>
            <a:lvl7pPr>
              <a:defRPr sz="1985"/>
            </a:lvl7pPr>
            <a:lvl8pPr>
              <a:defRPr sz="1985"/>
            </a:lvl8pPr>
            <a:lvl9pPr>
              <a:defRPr sz="19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694" y="2907929"/>
            <a:ext cx="4136512" cy="3847868"/>
          </a:xfrm>
        </p:spPr>
        <p:txBody>
          <a:bodyPr>
            <a:normAutofit/>
          </a:bodyPr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1985"/>
            </a:lvl6pPr>
            <a:lvl7pPr>
              <a:defRPr sz="1985"/>
            </a:lvl7pPr>
            <a:lvl8pPr>
              <a:defRPr sz="1985"/>
            </a:lvl8pPr>
            <a:lvl9pPr>
              <a:defRPr sz="19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23/12/2022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797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23/12/2022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253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89" y="3153813"/>
            <a:ext cx="8260933" cy="1260475"/>
          </a:xfrm>
        </p:spPr>
        <p:txBody>
          <a:bodyPr>
            <a:normAutofit/>
          </a:bodyPr>
          <a:lstStyle>
            <a:lvl1pPr>
              <a:defRPr sz="352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471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23/12/2022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253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89" y="3153813"/>
            <a:ext cx="8260933" cy="1260475"/>
          </a:xfrm>
        </p:spPr>
        <p:txBody>
          <a:bodyPr>
            <a:normAutofit/>
          </a:bodyPr>
          <a:lstStyle>
            <a:lvl1pPr>
              <a:defRPr sz="352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16679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23/12/2022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253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89" y="3153813"/>
            <a:ext cx="8260933" cy="1260475"/>
          </a:xfrm>
        </p:spPr>
        <p:txBody>
          <a:bodyPr>
            <a:normAutofit/>
          </a:bodyPr>
          <a:lstStyle>
            <a:lvl1pPr>
              <a:defRPr sz="352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76355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23/12/2022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253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89" y="3153813"/>
            <a:ext cx="8260933" cy="1260475"/>
          </a:xfrm>
        </p:spPr>
        <p:txBody>
          <a:bodyPr>
            <a:normAutofit/>
          </a:bodyPr>
          <a:lstStyle>
            <a:lvl1pPr>
              <a:defRPr sz="352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4324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23/12/2022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253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89" y="3153813"/>
            <a:ext cx="8260933" cy="1260475"/>
          </a:xfrm>
        </p:spPr>
        <p:txBody>
          <a:bodyPr>
            <a:normAutofit/>
          </a:bodyPr>
          <a:lstStyle>
            <a:lvl1pPr>
              <a:defRPr sz="352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45866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16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2E5663C-481F-407A-A60F-1F041C634F4F}" type="datetimeFigureOut">
              <a:rPr lang="en-US"/>
              <a:pPr>
                <a:defRPr/>
              </a:pPr>
              <a:t>12/23/2022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0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521437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520700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90525" indent="-390525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846138" indent="-325438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303338" indent="-260350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824038" indent="-260350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346325" indent="-260350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867901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338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775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211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7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1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46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8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2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56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49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3.wmf"/><Relationship Id="rId4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>
            <a:extLst>
              <a:ext uri="{FF2B5EF4-FFF2-40B4-BE49-F238E27FC236}">
                <a16:creationId xmlns:a16="http://schemas.microsoft.com/office/drawing/2014/main" id="{CE9AF79D-845E-461B-ADC4-7B9B51F04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202" y="2029767"/>
            <a:ext cx="8568435" cy="1010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tabLst>
                <a:tab pos="1320800" algn="l"/>
                <a:tab pos="2054225" algn="l"/>
              </a:tabLst>
            </a:pPr>
            <a:r>
              <a:rPr lang="en-US" sz="2400" dirty="0">
                <a:solidFill>
                  <a:schemeClr val="bg1"/>
                </a:solidFill>
                <a:latin typeface="Open Sans"/>
              </a:rPr>
              <a:t>Course		 	: </a:t>
            </a:r>
            <a:r>
              <a:rPr lang="en-HK" sz="2400" dirty="0">
                <a:solidFill>
                  <a:schemeClr val="bg1"/>
                </a:solidFill>
                <a:latin typeface="Open Sans"/>
              </a:rPr>
              <a:t>Computational Biology</a:t>
            </a:r>
            <a:endParaRPr lang="en-US" sz="2400" dirty="0">
              <a:solidFill>
                <a:schemeClr val="bg1"/>
              </a:solidFill>
              <a:latin typeface="Open Sans"/>
            </a:endParaRPr>
          </a:p>
          <a:p>
            <a:pPr>
              <a:spcBef>
                <a:spcPct val="20000"/>
              </a:spcBef>
              <a:tabLst>
                <a:tab pos="1320800" algn="l"/>
                <a:tab pos="2054225" algn="l"/>
              </a:tabLst>
            </a:pPr>
            <a:r>
              <a:rPr lang="en-US" sz="2400" dirty="0">
                <a:solidFill>
                  <a:schemeClr val="bg1"/>
                </a:solidFill>
                <a:latin typeface="Open Sans"/>
              </a:rPr>
              <a:t>Effective Period	: June 2022</a:t>
            </a:r>
            <a:endParaRPr lang="en-US" sz="1400" dirty="0">
              <a:solidFill>
                <a:schemeClr val="bg1"/>
              </a:solidFill>
              <a:latin typeface="Open Sans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2DB365E-C0A0-4B3F-B6B1-8D39827C09A3}"/>
              </a:ext>
            </a:extLst>
          </p:cNvPr>
          <p:cNvSpPr txBox="1">
            <a:spLocks noChangeArrowheads="1"/>
          </p:cNvSpPr>
          <p:nvPr/>
        </p:nvSpPr>
        <p:spPr>
          <a:xfrm>
            <a:off x="2120201" y="3754525"/>
            <a:ext cx="8568435" cy="238442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l" defTabSz="5207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Open Sans"/>
                <a:ea typeface="MS PGothic" pitchFamily="34" charset="-128"/>
                <a:cs typeface="Open Sans"/>
              </a:defRPr>
            </a:lvl1pPr>
            <a:lvl2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2pPr>
            <a:lvl3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3pPr>
            <a:lvl4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4pPr>
            <a:lvl5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5pPr>
            <a:lvl6pPr marL="457200" algn="ctr" defTabSz="520700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520700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520700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520700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solidFill>
                  <a:schemeClr val="bg1"/>
                </a:solidFill>
              </a:rPr>
              <a:t>Basic Principles of Biology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54064" y="2793384"/>
            <a:ext cx="8602509" cy="1260475"/>
          </a:xfrm>
        </p:spPr>
        <p:txBody>
          <a:bodyPr>
            <a:normAutofit/>
          </a:bodyPr>
          <a:lstStyle/>
          <a:p>
            <a:pPr algn="ctr" defTabSz="574228"/>
            <a:r>
              <a:rPr lang="en-US" sz="39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Basic Principles of Biology</a:t>
            </a:r>
            <a:endParaRPr lang="id-ID" sz="397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485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9904-F043-4FDB-9F2F-873DE1B8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4525" y="33613"/>
            <a:ext cx="1841694" cy="873497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D690F-0557-49F4-B634-9113D9357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831" y="1310178"/>
            <a:ext cx="8991388" cy="554609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Biology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Unifying Themes in Biology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Darwin and Evolution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340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82B3A-C386-4EDD-8EA4-144D1389B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25" y="338924"/>
            <a:ext cx="4110549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SCIENCE OF LIFE</a:t>
            </a:r>
            <a:br>
              <a:rPr lang="id-ID" sz="3088" dirty="0">
                <a:latin typeface="Arial" charset="0"/>
                <a:ea typeface="+mn-ea"/>
                <a:cs typeface="+mn-cs"/>
              </a:rPr>
            </a:b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6F58C-5CDC-44B6-AE3F-721BEC983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831" y="3529330"/>
            <a:ext cx="8823325" cy="4033520"/>
          </a:xfrm>
        </p:spPr>
        <p:txBody>
          <a:bodyPr/>
          <a:lstStyle/>
          <a:p>
            <a:pPr marL="504200" indent="-504200"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The study of biology is a point of convergence for the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information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and tools from all of the natural sciences.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Biological systems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are the most complex chemical systems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on Earth, and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their many functions are both determined and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constrained by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the principles of chemistry 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&amp;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physics.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1A7FB2B-8478-45E1-9D5E-00B8A4FE917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178354" y="2576081"/>
            <a:ext cx="9618662" cy="4991100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Biology unifies much of natural science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15944D-9275-4550-A051-C6D4FD65BD41}"/>
              </a:ext>
            </a:extLst>
          </p:cNvPr>
          <p:cNvSpPr/>
          <p:nvPr/>
        </p:nvSpPr>
        <p:spPr>
          <a:xfrm>
            <a:off x="1150750" y="1081107"/>
            <a:ext cx="8387137" cy="131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Biology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is a subject of enormous scope, and news reports reveal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exciting new biological discoveries being made every day.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37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CBAD9-07E2-42E9-A1F1-8F13E1558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799" y="3702016"/>
            <a:ext cx="8823325" cy="3524707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In its broadest sense, biology is the study of living things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i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The Science</a:t>
            </a:r>
            <a:r>
              <a:rPr lang="id-ID" sz="2647" i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of Life.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Seven Characteristics Shared 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y Living Systems:</a:t>
            </a:r>
            <a:endParaRPr lang="id-ID" sz="2647" b="1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Font typeface="+mj-lt"/>
              <a:buAutoNum type="arabicPeriod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Cellular organization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: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All organisms consist of one or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more cells. Often too tiny to see, cells carry out the basic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activities of living. Each cell is bounded by a membrane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that separates it from its surroundings.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B2CD883-2502-44D6-B3D5-6D737FE774C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310799" y="3191950"/>
            <a:ext cx="7543838" cy="555862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Life defies simple definition</a:t>
            </a: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244A2B-DC4A-45EE-82C6-642E4FA1C460}"/>
              </a:ext>
            </a:extLst>
          </p:cNvPr>
          <p:cNvSpPr/>
          <p:nvPr/>
        </p:nvSpPr>
        <p:spPr>
          <a:xfrm>
            <a:off x="1310799" y="1596602"/>
            <a:ext cx="8639232" cy="131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Systems biology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: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is an approach that attempts to model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the dynamic behavior of whole biological systems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based on a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study of the interactions among the system’s parts.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C11CEF-4683-4381-8A36-83BBCA3D7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670" y="16806"/>
            <a:ext cx="4110549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SCIENCE OF LIFE</a:t>
            </a:r>
            <a:br>
              <a:rPr lang="id-ID" sz="3088" dirty="0">
                <a:latin typeface="Arial" charset="0"/>
                <a:ea typeface="+mn-ea"/>
                <a:cs typeface="+mn-cs"/>
              </a:rPr>
            </a:b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39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229DE-4B59-4B09-952F-E5008EDFD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799" y="2773045"/>
            <a:ext cx="8907357" cy="4537710"/>
          </a:xfrm>
        </p:spPr>
        <p:txBody>
          <a:bodyPr>
            <a:normAutofit lnSpcReduction="10000"/>
          </a:bodyPr>
          <a:lstStyle/>
          <a:p>
            <a:pPr marL="504200" indent="-504200" algn="just">
              <a:spcBef>
                <a:spcPct val="0"/>
              </a:spcBef>
              <a:spcAft>
                <a:spcPts val="1323"/>
              </a:spcAft>
              <a:buFont typeface="+mj-lt"/>
              <a:buAutoNum type="arabicPeriod" startAt="2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Ordered complexity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: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All living things are both complex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and highly ordered. 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Font typeface="+mj-lt"/>
              <a:buAutoNum type="arabicPeriod" startAt="2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All organisms respond to stimuli. Plants grow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toward a source of light, and the pupils of your eyes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dilate 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when you walk into a dark room.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d-ID" sz="2647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Font typeface="+mj-lt"/>
              <a:buAutoNum type="arabicPeriod" startAt="2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Growth, development, and reproduction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All organisms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are capable of growing and reproducing, and they all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possess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hereditary molecules that are passed to their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offspring,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ensuring that the offspring are of the same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species.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0BAE060-8746-4946-B20D-C56126861D3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151116" y="2217183"/>
            <a:ext cx="7543838" cy="555862"/>
          </a:xfrm>
        </p:spPr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Characteristics Shared 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y Living Systems: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BEAE1C-AA89-415F-88BA-D0312505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670" y="16806"/>
            <a:ext cx="4110549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SCIENCE OF LIFE</a:t>
            </a:r>
            <a:br>
              <a:rPr lang="id-ID" sz="3088" dirty="0">
                <a:latin typeface="Arial" charset="0"/>
                <a:ea typeface="+mn-ea"/>
                <a:cs typeface="+mn-cs"/>
              </a:rPr>
            </a:b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66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17A79-6568-430C-AB5F-4CD602769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831" y="1700972"/>
            <a:ext cx="8555200" cy="4529354"/>
          </a:xfrm>
        </p:spPr>
        <p:txBody>
          <a:bodyPr>
            <a:normAutofit/>
          </a:bodyPr>
          <a:lstStyle/>
          <a:p>
            <a:pPr marL="504200" indent="-504200" algn="just">
              <a:spcBef>
                <a:spcPct val="0"/>
              </a:spcBef>
              <a:spcAft>
                <a:spcPts val="1323"/>
              </a:spcAft>
              <a:buFont typeface="+mj-lt"/>
              <a:buAutoNum type="arabicPeriod" startAt="5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utilization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All organisms take in energy and use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it to perform many kinds of work. 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Font typeface="+mj-lt"/>
              <a:buAutoNum type="arabicPeriod" startAt="5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Homeostasis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All organisms maintain relatively constant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internal conditions that are different from their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environment, a process called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homeostasis.</a:t>
            </a:r>
            <a:endParaRPr lang="id-ID" sz="2647" b="1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Font typeface="+mj-lt"/>
              <a:buAutoNum type="arabicPeriod" startAt="5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adaptation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All organisms interact with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other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organisms and the nonliving environment in ways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that influence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their survival, and as a consequence,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organisms evolve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adaptations to their environments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088AA57A-F939-4724-8E83-C6A5C8837A28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151116" y="1313173"/>
            <a:ext cx="7543838" cy="555862"/>
          </a:xfrm>
        </p:spPr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Characteristics Shared 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y Living Systems: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6F065C-82F6-4634-AC9E-E4B235259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670" y="16806"/>
            <a:ext cx="4110549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SCIENCE OF LIFE</a:t>
            </a:r>
            <a:br>
              <a:rPr lang="id-ID" sz="3088" dirty="0">
                <a:latin typeface="Arial" charset="0"/>
                <a:ea typeface="+mn-ea"/>
                <a:cs typeface="+mn-cs"/>
              </a:rPr>
            </a:b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763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EE443-358F-4447-92F0-B6050221F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799" y="1906892"/>
            <a:ext cx="8823325" cy="5041900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of the biological world is hierarchical—that</a:t>
            </a:r>
          </a:p>
          <a:p>
            <a:pPr marL="0" indent="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is, each level builds on the level below it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Cellular Level.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cellular level, atoms, the fundamental elements of matter, are joined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 into clusters called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molecules. </a:t>
            </a:r>
            <a:endParaRPr lang="id-ID" sz="2647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biological molecules are assembled into tiny structures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organelles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membrane-bounded units we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Bacteria are single cells, for example. All animals and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plants, as well as most fungi and algae, are multi cellular composed of more than one cell.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9089549-CD80-408B-B487-D89A4536A18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226768" y="1502071"/>
            <a:ext cx="8991388" cy="555862"/>
          </a:xfrm>
        </p:spPr>
        <p:txBody>
          <a:bodyPr>
            <a:normAutofit fontScale="925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LIVING SYSTEMS SHOW HIERARCHICAL ORGANIZATION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1ECCDC-C5D8-4E92-A426-F808C3C37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670" y="16806"/>
            <a:ext cx="4110549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SCIENCE OF LIFE</a:t>
            </a:r>
            <a:br>
              <a:rPr lang="id-ID" sz="3088" dirty="0">
                <a:latin typeface="Arial" charset="0"/>
                <a:ea typeface="+mn-ea"/>
                <a:cs typeface="+mn-cs"/>
              </a:rPr>
            </a:b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327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587640-2020-43F8-A013-56E7B71D3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401" y="2520950"/>
            <a:ext cx="8972153" cy="470577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E3B1845-CAA9-4BCB-99B8-91F382EF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670" y="16806"/>
            <a:ext cx="4110549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SCIENCE OF LIFE</a:t>
            </a:r>
            <a:br>
              <a:rPr lang="id-ID" sz="3088" dirty="0">
                <a:latin typeface="Arial" charset="0"/>
                <a:ea typeface="+mn-ea"/>
                <a:cs typeface="+mn-cs"/>
              </a:rPr>
            </a:b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96A7964C-6C17-4F2D-8685-82E7BEDF843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226768" y="1780002"/>
            <a:ext cx="8991388" cy="555862"/>
          </a:xfrm>
        </p:spPr>
        <p:txBody>
          <a:bodyPr>
            <a:normAutofit fontScale="925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LIVING SYSTEMS SHOW HIERARCHICAL ORGANIZATION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006324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0A4C9-639D-4281-9362-A4054B8C2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674" y="2158988"/>
            <a:ext cx="8639232" cy="4697418"/>
          </a:xfrm>
        </p:spPr>
        <p:txBody>
          <a:bodyPr>
            <a:norm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Organismal Level.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in complex multicellular organisms exhibit three levels of organization. 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level is that of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tissues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are groups of similar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that act as a functional unit. 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Tissues, in turn, are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grouped into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organs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—body structures composed of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several different tissues that act as a structural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unit. 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brain is an organ composed of nerve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and a variety of associated tissues that form protective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coverings &amp; contribute blood.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third level of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organization, organs are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grouped into 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 systems. 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88852508-A15F-41BD-93C9-909E617B454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58643" y="1502071"/>
            <a:ext cx="8991388" cy="555862"/>
          </a:xfrm>
        </p:spPr>
        <p:txBody>
          <a:bodyPr>
            <a:normAutofit fontScale="925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LIVING SYSTEMS SHOW HIERARCHICAL ORGANIZATION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9567F4-62C7-427F-8A8A-F3A730F0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670" y="16806"/>
            <a:ext cx="4110549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SCIENCE OF LIFE</a:t>
            </a:r>
            <a:br>
              <a:rPr lang="id-ID" sz="3088" dirty="0">
                <a:latin typeface="Arial" charset="0"/>
                <a:ea typeface="+mn-ea"/>
                <a:cs typeface="+mn-cs"/>
              </a:rPr>
            </a:b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008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0C3B7-06B0-4BB1-AA07-8E6ECCEE1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574" y="1922851"/>
            <a:ext cx="8974582" cy="4748632"/>
          </a:xfrm>
        </p:spPr>
        <p:txBody>
          <a:bodyPr>
            <a:normAutofit lnSpcReduction="10000"/>
          </a:bodyPr>
          <a:lstStyle/>
          <a:p>
            <a:pPr marL="504200" indent="-504200" algn="just">
              <a:spcBef>
                <a:spcPct val="0"/>
              </a:spcBef>
              <a:spcAft>
                <a:spcPts val="1985"/>
              </a:spcAft>
              <a:buFont typeface="Wingdings" panose="05000000000000000000" pitchFamily="2" charset="2"/>
              <a:buChar char="§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Populational Level.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organisms can be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categorized into several hierarchical levels within the living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world. The most basic of these is the population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group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organisms of the same species living in the same place.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spcAft>
                <a:spcPts val="1985"/>
              </a:spcAft>
              <a:buFont typeface="Wingdings" panose="05000000000000000000" pitchFamily="2" charset="2"/>
              <a:buChar char="§"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populations of a particular kind of organism together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a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species,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members similar in appearance and able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interbreed. 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spcAft>
                <a:spcPts val="1985"/>
              </a:spcAft>
              <a:buFont typeface="Wingdings" panose="05000000000000000000" pitchFamily="2" charset="2"/>
              <a:buChar char="§"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 higher level of biological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organization, a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biological community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consists of all the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populations of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species living together in one place.</a:t>
            </a: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6961782C-CD1E-4DBA-8D11-A9585CD45E2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226768" y="1401318"/>
            <a:ext cx="8991388" cy="555862"/>
          </a:xfrm>
        </p:spPr>
        <p:txBody>
          <a:bodyPr>
            <a:normAutofit fontScale="925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LIVING SYSTEMS SHOW HIERARCHICAL ORGANIZATION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4244FA-7EB0-4D18-8C1F-DC88154FF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670" y="16806"/>
            <a:ext cx="4110549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SCIENCE OF LIFE</a:t>
            </a:r>
            <a:br>
              <a:rPr lang="id-ID" sz="3088" dirty="0">
                <a:latin typeface="Arial" charset="0"/>
                <a:ea typeface="+mn-ea"/>
                <a:cs typeface="+mn-cs"/>
              </a:rPr>
            </a:b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259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1A40C-72FF-4FF3-924D-25C92C7B8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799" y="2231814"/>
            <a:ext cx="8639232" cy="4445323"/>
          </a:xfrm>
        </p:spPr>
        <p:txBody>
          <a:bodyPr>
            <a:normAutofit fontScale="92500" lnSpcReduction="10000"/>
          </a:bodyPr>
          <a:lstStyle/>
          <a:p>
            <a:pPr marL="504200" indent="-504200" algn="just">
              <a:spcBef>
                <a:spcPct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86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Ecosystem Level. </a:t>
            </a:r>
            <a:r>
              <a:rPr lang="en-US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highest tier of biological</a:t>
            </a:r>
            <a:r>
              <a:rPr lang="id-ID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organization, a biological community and the physical</a:t>
            </a:r>
            <a:r>
              <a:rPr lang="id-ID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habitat within which it lives together constitute an</a:t>
            </a:r>
            <a:r>
              <a:rPr lang="id-ID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ecological system, or </a:t>
            </a:r>
            <a:r>
              <a:rPr lang="en-US" sz="286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ecosystem. </a:t>
            </a:r>
            <a:endParaRPr lang="id-ID" sz="2867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soil,</a:t>
            </a:r>
            <a:r>
              <a:rPr lang="id-ID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water, and atmosphere of a mountain ecosystem interact</a:t>
            </a:r>
            <a:r>
              <a:rPr lang="id-ID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biological community of a mountain meadow in</a:t>
            </a:r>
            <a:r>
              <a:rPr lang="id-ID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important ways.</a:t>
            </a: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86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Biosphere. </a:t>
            </a:r>
            <a:r>
              <a:rPr lang="en-US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planet can be thought of as</a:t>
            </a:r>
            <a:r>
              <a:rPr lang="id-ID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ecosystem that we call the biosphere.</a:t>
            </a:r>
            <a:endParaRPr lang="id-ID" sz="286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85027D6F-69C7-4809-9A71-07AC8A3BE06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134721" y="1502071"/>
            <a:ext cx="8991388" cy="555862"/>
          </a:xfrm>
        </p:spPr>
        <p:txBody>
          <a:bodyPr>
            <a:normAutofit fontScale="925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LIVING SYSTEMS SHOW HIERARCHICAL ORGANIZATION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234172C-9FCC-4ED8-A9CD-C3ED0259B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670" y="16806"/>
            <a:ext cx="4110549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SCIENCE OF LIFE</a:t>
            </a:r>
            <a:br>
              <a:rPr lang="id-ID" sz="3088" dirty="0">
                <a:latin typeface="Arial" charset="0"/>
                <a:ea typeface="+mn-ea"/>
                <a:cs typeface="+mn-cs"/>
              </a:rPr>
            </a:b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721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F701-78FF-4F19-BE0A-FAC6D45D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765CF36-5DC3-40DB-905F-02BEC76D3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107" y="1260476"/>
            <a:ext cx="10348459" cy="5403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3118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2547-2A7C-402C-A36E-0E99BF7BD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319" y="168063"/>
            <a:ext cx="4782802" cy="584419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NATURE OF SCIENCE</a:t>
            </a:r>
            <a:b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8FB4F-0EEC-4646-A2AF-502D9D2F5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191" y="2436919"/>
            <a:ext cx="8597840" cy="4697418"/>
          </a:xfrm>
        </p:spPr>
        <p:txBody>
          <a:bodyPr/>
          <a:lstStyle/>
          <a:p>
            <a:pPr marL="504200" indent="-504200" algn="just">
              <a:spcBef>
                <a:spcPct val="0"/>
              </a:spcBef>
              <a:spcAft>
                <a:spcPts val="1323"/>
              </a:spcAft>
            </a:pPr>
            <a:r>
              <a:rPr lang="id-ID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Deductive reasoning: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Deductive reasoning applies general principles to predict specific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results.</a:t>
            </a: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</a:pPr>
            <a:r>
              <a:rPr lang="id-ID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Inductive reasoning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inductive reasoning, the logic flows in the opposite direction,</a:t>
            </a:r>
            <a:r>
              <a:rPr lang="id-ID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specific to the general. Inductive reasoning uses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observations to construct general scientific principles.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Inductive reasoning leads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generalizations </a:t>
            </a:r>
            <a:r>
              <a:rPr lang="en-US" sz="3088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can then be tested.</a:t>
            </a:r>
          </a:p>
          <a:p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5023087-7C2D-4FF2-9BA9-56D3F5D27ED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352191" y="1972216"/>
            <a:ext cx="8564227" cy="5558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uses both deductive and inductive reasoning</a:t>
            </a:r>
          </a:p>
          <a:p>
            <a:pPr marL="0" indent="0" algn="ctr">
              <a:buNone/>
            </a:pP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809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F17E81E-60EF-4CC4-94FC-E77AA1EA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319" y="168063"/>
            <a:ext cx="4782802" cy="584419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NATURE OF SCIENCE</a:t>
            </a:r>
            <a:br>
              <a:rPr lang="id-ID" sz="3088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F9255B42-ADDF-4073-AF51-BBB9FD8E31EC}"/>
              </a:ext>
            </a:extLst>
          </p:cNvPr>
          <p:cNvSpPr txBox="1">
            <a:spLocks/>
          </p:cNvSpPr>
          <p:nvPr/>
        </p:nvSpPr>
        <p:spPr>
          <a:xfrm>
            <a:off x="1351414" y="1552274"/>
            <a:ext cx="8564227" cy="5558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Deductive reasoning: how Eratosthenes estimated the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circumference of the earth using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deductive reasoning.</a:t>
            </a:r>
            <a:endParaRPr lang="id-ID" sz="264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F257A43-BC64-4B1E-A69A-A7C6FCCF6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9234" y="2734237"/>
            <a:ext cx="3720452" cy="467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0BF115C-6211-423F-B467-DFBC3949C99F}"/>
              </a:ext>
            </a:extLst>
          </p:cNvPr>
          <p:cNvSpPr/>
          <p:nvPr/>
        </p:nvSpPr>
        <p:spPr>
          <a:xfrm>
            <a:off x="4409686" y="2560547"/>
            <a:ext cx="5717435" cy="6509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78150" indent="-378150" algn="just">
              <a:spcAft>
                <a:spcPts val="662"/>
              </a:spcAft>
              <a:buBlip>
                <a:blip r:embed="rId3"/>
              </a:buBlip>
            </a:pP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day when sunlight</a:t>
            </a:r>
            <a:r>
              <a:rPr lang="id-ID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shone straight down a deep well at </a:t>
            </a:r>
            <a:r>
              <a:rPr lang="en-US" sz="23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Syene</a:t>
            </a: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Egypt, Eratosthenes measured the length of the</a:t>
            </a:r>
            <a:r>
              <a:rPr lang="id-ID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shadow cast by a tall obelisk in the city of Alexandria, about 800 kilometers (km) away.</a:t>
            </a:r>
          </a:p>
          <a:p>
            <a:pPr marL="378150" indent="-378150" algn="just">
              <a:spcAft>
                <a:spcPts val="662"/>
              </a:spcAft>
              <a:buBlip>
                <a:blip r:embed="rId3"/>
              </a:buBlip>
            </a:pP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shadow’s length and the obelisk’s height formed two sides of a triangle</a:t>
            </a:r>
            <a:r>
              <a:rPr lang="id-ID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78150" indent="-378150" algn="just">
              <a:spcAft>
                <a:spcPts val="662"/>
              </a:spcAft>
              <a:buBlip>
                <a:blip r:embed="rId3"/>
              </a:buBlip>
            </a:pP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angle a is 0 of a circle, then the distance</a:t>
            </a:r>
            <a:r>
              <a:rPr lang="id-ID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obelisk (in Alexandria) and the well (in </a:t>
            </a:r>
            <a:r>
              <a:rPr lang="en-US" sz="23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Syene</a:t>
            </a: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must be equal to 0 the</a:t>
            </a:r>
            <a:r>
              <a:rPr lang="id-ID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circumference of the Earth. </a:t>
            </a:r>
            <a:endParaRPr lang="id-ID" sz="23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8150" indent="-378150" algn="just">
              <a:spcAft>
                <a:spcPts val="662"/>
              </a:spcAft>
              <a:buBlip>
                <a:blip r:embed="rId3"/>
              </a:buBlip>
            </a:pP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Eratosthenes had heard that it was a 50-day camel trip</a:t>
            </a:r>
            <a:r>
              <a:rPr lang="id-ID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Alexandria to </a:t>
            </a:r>
            <a:r>
              <a:rPr lang="en-US" sz="23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Syene</a:t>
            </a: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id-ID" sz="23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8150" indent="-378150" algn="just">
              <a:spcAft>
                <a:spcPts val="662"/>
              </a:spcAft>
              <a:buBlip>
                <a:blip r:embed="rId3"/>
              </a:buBlip>
            </a:pP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Eratosthenes thus deduced the circumference of the Earth</a:t>
            </a:r>
            <a:r>
              <a:rPr lang="id-ID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50 × 925 = 46,250 km</a:t>
            </a:r>
            <a:endParaRPr lang="id-ID" sz="23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749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23DC-6AB4-417E-B7BA-4515D925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831" y="2184823"/>
            <a:ext cx="7539817" cy="873497"/>
          </a:xfrm>
        </p:spPr>
        <p:txBody>
          <a:bodyPr>
            <a:normAutofit fontScale="90000"/>
          </a:bodyPr>
          <a:lstStyle/>
          <a:p>
            <a:pPr lvl="0" algn="ctr" fontAlgn="base">
              <a:spcAft>
                <a:spcPct val="0"/>
              </a:spcAft>
            </a:pP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DUCTIVE REASONING: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24BFD-93B5-4ABA-BDB7-D453E4F12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831" y="2941109"/>
            <a:ext cx="8555200" cy="4193228"/>
          </a:xfrm>
        </p:spPr>
        <p:txBody>
          <a:bodyPr>
            <a:normAutofit fontScale="92500" lnSpcReduction="10000"/>
          </a:bodyPr>
          <a:lstStyle/>
          <a:p>
            <a:pPr marL="567225" indent="-567225" algn="just">
              <a:spcBef>
                <a:spcPct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id-ID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poodles have hair, and terriers have hair, and every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dog that you observe has hair, then you may conclude that all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dogs have hair.</a:t>
            </a:r>
          </a:p>
          <a:p>
            <a:pPr marL="567225" indent="-567225" algn="just">
              <a:spcBef>
                <a:spcPct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id-ID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example from modern biology is the role of homeobox</a:t>
            </a:r>
            <a:r>
              <a:rPr lang="id-ID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genes in development</a:t>
            </a:r>
            <a:r>
              <a:rPr lang="id-ID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8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Studies in the fruit fly, </a:t>
            </a:r>
            <a:r>
              <a:rPr lang="en-US" sz="3088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Drosophila</a:t>
            </a:r>
            <a:r>
              <a:rPr lang="id-ID" sz="3088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melanogaster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identified genes that could cause dramatic changes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developmental fate, such as a leg appearing in the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of an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antenna.</a:t>
            </a:r>
          </a:p>
          <a:p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6BA2F4-D761-4BDC-B7F4-27D04D5C3AD2}"/>
              </a:ext>
            </a:extLst>
          </p:cNvPr>
          <p:cNvSpPr txBox="1">
            <a:spLocks/>
          </p:cNvSpPr>
          <p:nvPr/>
        </p:nvSpPr>
        <p:spPr>
          <a:xfrm>
            <a:off x="5344319" y="168063"/>
            <a:ext cx="4782802" cy="584419"/>
          </a:xfrm>
          <a:prstGeom prst="rect">
            <a:avLst/>
          </a:prstGeom>
        </p:spPr>
        <p:txBody>
          <a:bodyPr vert="horz" lIns="100838" tIns="50419" rIns="100838" bIns="50419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 fontAlgn="base">
              <a:spcAft>
                <a:spcPct val="0"/>
              </a:spcAft>
            </a:pPr>
            <a:r>
              <a:rPr lang="id-ID" sz="2647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NATURE OF SCIENCE</a:t>
            </a:r>
            <a:br>
              <a:rPr lang="id-ID" sz="2647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sz="2647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638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4A64B-1FFF-4D2B-B702-62B55528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9654" y="252095"/>
            <a:ext cx="7142692" cy="873497"/>
          </a:xfrm>
        </p:spPr>
        <p:txBody>
          <a:bodyPr>
            <a:normAutofit fontScale="90000"/>
          </a:bodyPr>
          <a:lstStyle/>
          <a:p>
            <a:pPr lvl="0" fontAlgn="base">
              <a:spcAft>
                <a:spcPct val="0"/>
              </a:spcAft>
            </a:pPr>
            <a:r>
              <a:rPr lang="en-US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 EXAMPLE OF SCIENTIFIC</a:t>
            </a: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INQUIRY: 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DARWIN AND EVOLUTION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19996F-B754-4824-AFE3-2C36CF585C6E}"/>
              </a:ext>
            </a:extLst>
          </p:cNvPr>
          <p:cNvSpPr/>
          <p:nvPr/>
        </p:nvSpPr>
        <p:spPr>
          <a:xfrm>
            <a:off x="3562848" y="2117598"/>
            <a:ext cx="6457745" cy="3848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4200" indent="-504200" algn="just">
              <a:spcAft>
                <a:spcPts val="662"/>
              </a:spcAft>
              <a:buFont typeface="Arial" panose="020B0604020202020204" pitchFamily="34" charset="0"/>
              <a:buChar char="•"/>
            </a:pPr>
            <a:r>
              <a:rPr lang="id-ID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Charles Robert Darwin (1809–1882; figure 1.5) was an </a:t>
            </a:r>
            <a:r>
              <a:rPr lang="en-US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naturalist who, after 30 years of study and</a:t>
            </a:r>
            <a:r>
              <a:rPr lang="id-ID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observation,</a:t>
            </a:r>
            <a:r>
              <a:rPr lang="id-ID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wrote one of the most famous and influential books of all time.</a:t>
            </a:r>
            <a:endParaRPr lang="id-ID" sz="264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Aft>
                <a:spcPts val="662"/>
              </a:spcAft>
              <a:buFont typeface="Arial" panose="020B0604020202020204" pitchFamily="34" charset="0"/>
              <a:buChar char="•"/>
            </a:pPr>
            <a:r>
              <a:rPr lang="en-US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Darwin’s theory of evolution explains and describes how organisms</a:t>
            </a:r>
            <a:r>
              <a:rPr lang="id-ID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Earth have changed over time and acquired a</a:t>
            </a:r>
            <a:r>
              <a:rPr lang="id-ID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</a:t>
            </a:r>
            <a:r>
              <a:rPr lang="id-ID" sz="26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new forms</a:t>
            </a:r>
            <a:r>
              <a:rPr lang="id-ID" sz="2647" dirty="0"/>
              <a:t>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8D6B0A5-4B27-477C-AF58-DCDC7F1F7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0483" y="1966259"/>
            <a:ext cx="2858716" cy="3986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0068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4063-2F05-4B57-B19B-9FA215EF8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6973" y="0"/>
            <a:ext cx="5959246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UNIFYING THEMES IN BIOLOGY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C788A-5DBD-4FB0-A288-029CBEBAC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799" y="1848697"/>
            <a:ext cx="8907357" cy="5546090"/>
          </a:xfrm>
        </p:spPr>
        <p:txBody>
          <a:bodyPr/>
          <a:lstStyle/>
          <a:p>
            <a:pPr marL="0" indent="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en-US" sz="231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theory describes the organization of living systems.</a:t>
            </a:r>
            <a:r>
              <a:rPr lang="id-ID" sz="231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316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cell is the basic unit of life and is the foundation for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growth and reproduction in all organisms.</a:t>
            </a:r>
          </a:p>
          <a:p>
            <a:pPr marL="0" indent="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en-US" sz="231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molecular basis of inheritance explains the continuity of life. </a:t>
            </a:r>
          </a:p>
          <a:p>
            <a:pPr marL="0" indent="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Hereditary information, encoded in genes found in the DNA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molecule, is passed on from one generation to the next.</a:t>
            </a:r>
          </a:p>
          <a:p>
            <a:pPr marL="0" indent="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en-US" sz="231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between structure and function underlies</a:t>
            </a:r>
            <a:r>
              <a:rPr lang="id-ID" sz="231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living systems.</a:t>
            </a:r>
            <a:r>
              <a:rPr lang="en-US" sz="231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of macromolecules and their complexes is dictated by and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their structure. Similarity of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and function from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life form to another may indicate an evolutionary relationship.</a:t>
            </a:r>
            <a:endParaRPr lang="id-ID" sz="231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594740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6075A-6F87-4F07-BCD2-FD991A7FE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831" y="1932729"/>
            <a:ext cx="8555200" cy="5201608"/>
          </a:xfrm>
        </p:spPr>
        <p:txBody>
          <a:bodyPr>
            <a:norm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31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conservation explains the unity of living systems.</a:t>
            </a: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underlying similarities in biochemistry and genetics support the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contention that all life evolved from a single source.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d-ID" sz="231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are information-processing systems.</a:t>
            </a: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can sense and respond to environmental changes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proteins located on their cell membranes. Differential expression of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genetic information is the basis for different cell types.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31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Living systems exist in a nonequilibrium state.</a:t>
            </a:r>
          </a:p>
          <a:p>
            <a:pPr marL="504200" indent="-504200" algn="just">
              <a:spcBef>
                <a:spcPct val="0"/>
              </a:spcBef>
              <a:buNone/>
            </a:pP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Organisms are open systems that need a constant supply of energy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maintain their stable nonequilibrium state. Living things are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able to self-organize, creating levels of complexity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may exhibit</a:t>
            </a:r>
            <a:r>
              <a:rPr lang="id-ID" sz="23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emergent properties.</a:t>
            </a:r>
          </a:p>
          <a:p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3F00454-A1C5-4AD1-95EE-F582D73F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6973" y="0"/>
            <a:ext cx="5959246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UNIFYING THEMES IN BIOLOGY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014358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37E4F4-96FB-41E3-809F-720D6A2A4BC9}"/>
              </a:ext>
            </a:extLst>
          </p:cNvPr>
          <p:cNvSpPr/>
          <p:nvPr/>
        </p:nvSpPr>
        <p:spPr>
          <a:xfrm>
            <a:off x="302419" y="336127"/>
            <a:ext cx="10594274" cy="1993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08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Darwin called this mechanism of evolutionary adaptation </a:t>
            </a:r>
            <a:r>
              <a:rPr lang="en-US" sz="3088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selection </a:t>
            </a:r>
            <a:r>
              <a:rPr lang="en-US" sz="308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the natural environment</a:t>
            </a:r>
            <a:r>
              <a:rPr lang="id-ID" sz="308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8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“selects” for the propagation of certain traits among naturally occurring variant traits in the population.</a:t>
            </a:r>
            <a:endParaRPr lang="id-ID" sz="3088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2DB1034-CB15-4661-924D-47BEAE01B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2419" y="2270844"/>
            <a:ext cx="10594274" cy="3224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A41F66-6417-40E7-9CAB-187F9DBE337E}"/>
              </a:ext>
            </a:extLst>
          </p:cNvPr>
          <p:cNvSpPr/>
          <p:nvPr/>
        </p:nvSpPr>
        <p:spPr>
          <a:xfrm>
            <a:off x="302419" y="5495737"/>
            <a:ext cx="10672022" cy="2129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47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Natural selection. This imaginary beetle population has colonized a locale where the soil</a:t>
            </a:r>
            <a:r>
              <a:rPr lang="id-ID" sz="2647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been blackened by a recent brush fire. Initially, the population varies extensively in the inherited</a:t>
            </a:r>
            <a:r>
              <a:rPr lang="id-ID" sz="264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coloration of</a:t>
            </a:r>
            <a:r>
              <a:rPr lang="id-ID" sz="264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individuals, from very light gray to charcoal. For hungry birds that prey on the beetles, it</a:t>
            </a:r>
            <a:r>
              <a:rPr lang="id-ID" sz="264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easiest to spot the</a:t>
            </a:r>
            <a:r>
              <a:rPr lang="id-ID" sz="264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beetles that are lightest in color.</a:t>
            </a:r>
            <a:endParaRPr lang="id-ID" sz="2647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356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5588" y="2384217"/>
            <a:ext cx="10084920" cy="1260475"/>
          </a:xfrm>
        </p:spPr>
        <p:txBody>
          <a:bodyPr>
            <a:normAutofit/>
          </a:bodyPr>
          <a:lstStyle/>
          <a:p>
            <a:pPr algn="ctr" defTabSz="574228"/>
            <a:r>
              <a:rPr lang="id-ID" sz="3970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Building Blocks of Life</a:t>
            </a:r>
            <a:endParaRPr lang="id-ID" sz="397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844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9904-F043-4FDB-9F2F-873DE1B8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4525" y="33613"/>
            <a:ext cx="1841694" cy="873497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D690F-0557-49F4-B634-9113D9357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831" y="1310178"/>
            <a:ext cx="8991388" cy="554609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and Life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and Molecular Diversity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and Large Biological Molecules</a:t>
            </a:r>
          </a:p>
          <a:p>
            <a:pPr algn="just"/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029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4528" y="3802"/>
            <a:ext cx="4601691" cy="873497"/>
          </a:xfrm>
        </p:spPr>
        <p:txBody>
          <a:bodyPr>
            <a:normAutofit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Water: A Vital Compound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4469" y="1875614"/>
            <a:ext cx="8655562" cy="5258723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id-ID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Water’s structure facilitates hydrogen bonding.</a:t>
            </a:r>
            <a:endParaRPr lang="en-US" sz="2536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Hydrogen bonds are weak interactions between a partially positive H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one molecule and a partially negative O in another molecule</a:t>
            </a:r>
            <a:endParaRPr lang="id-ID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spcAft>
                <a:spcPts val="662"/>
              </a:spcAft>
              <a:buNone/>
            </a:pPr>
            <a:r>
              <a:rPr lang="id-ID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Water’s structure facilitates hydrogen bonding: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has a simple molecular structure, consisting of an oxygen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 bound to two hydrogen atoms by two single covalent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Bonds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Hydrogen bonds are weak interactions between a partially positive H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one molecule and a partially negative O in another molecule (see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figure).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745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38376C-5DAC-4D04-9CF9-04C07246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528" y="3802"/>
            <a:ext cx="4601691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Water: A Vital Compound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D4FA2499-9B2D-4B4F-B576-0272AB57C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4051" y="2071040"/>
            <a:ext cx="2699900" cy="4465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AD385A7B-04DF-4DF6-8687-C3624C9EB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3951" y="2071039"/>
            <a:ext cx="2868194" cy="4465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85E2E1B5-6493-4B77-887A-00BFBFDBE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62145" y="2048745"/>
            <a:ext cx="3381528" cy="404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4369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83C92D-C7CE-4263-9F70-1BF12AB892CC}"/>
              </a:ext>
            </a:extLst>
          </p:cNvPr>
          <p:cNvSpPr/>
          <p:nvPr/>
        </p:nvSpPr>
        <p:spPr>
          <a:xfrm>
            <a:off x="1337634" y="1643017"/>
            <a:ext cx="8893788" cy="1653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4200" indent="-504200" algn="just">
              <a:buFont typeface="Wingdings" panose="05000000000000000000" pitchFamily="2" charset="2"/>
              <a:buChar char="§"/>
            </a:pPr>
            <a:r>
              <a:rPr lang="id-ID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molecules are cohesive.</a:t>
            </a:r>
          </a:p>
          <a:p>
            <a:pPr marL="504200" indent="-504200" algn="just"/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Cohesion is the tendency of water molecules to adhere to one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due to hydrogen bonding. The cohesion of water is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its </a:t>
            </a:r>
            <a:r>
              <a:rPr lang="en-US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tension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CF53EF3-B4DC-45E8-AF36-58F8B2050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3433" y="3538718"/>
            <a:ext cx="4841772" cy="3017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72D4E5-2292-404C-A3AF-475055977387}"/>
              </a:ext>
            </a:extLst>
          </p:cNvPr>
          <p:cNvSpPr/>
          <p:nvPr/>
        </p:nvSpPr>
        <p:spPr>
          <a:xfrm>
            <a:off x="1135652" y="6798961"/>
            <a:ext cx="8417335" cy="43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id-ID" sz="220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Cohesion</a:t>
            </a:r>
            <a:r>
              <a:rPr lang="id-ID" sz="220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insects, such as this water</a:t>
            </a:r>
            <a:r>
              <a:rPr lang="id-ID" sz="19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strider, literally walk on water. </a:t>
            </a:r>
            <a:endParaRPr lang="id-ID" sz="198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08D8294-574A-4AF8-AB0E-8DD8482F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528" y="3802"/>
            <a:ext cx="4601691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Water: A Vital Compound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762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E8507-F736-4038-A699-A8A6AE104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955022"/>
            <a:ext cx="9091750" cy="5607828"/>
          </a:xfrm>
        </p:spPr>
        <p:txBody>
          <a:bodyPr/>
          <a:lstStyle/>
          <a:p>
            <a:pPr marL="504200" indent="-504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id-ID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molecules are adhesive.</a:t>
            </a:r>
          </a:p>
          <a:p>
            <a:pPr marL="504200" indent="-504200" algn="just">
              <a:spcBef>
                <a:spcPct val="0"/>
              </a:spcBef>
              <a:buNone/>
            </a:pP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Adhesion occurs when water molecules adhere to other polar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molecules. Capillary action results from water’s adhesion to the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sides of narrow tubes, combined with its cohesion.</a:t>
            </a:r>
          </a:p>
          <a:p>
            <a:pPr marL="504200" indent="-504200" algn="just">
              <a:spcBef>
                <a:spcPct val="0"/>
              </a:spcBef>
              <a:buNone/>
            </a:pPr>
            <a:endParaRPr lang="en-US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None/>
            </a:pPr>
            <a:endParaRPr lang="en-US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None/>
            </a:pPr>
            <a:endParaRPr lang="en-US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None/>
            </a:pPr>
            <a:endParaRPr lang="en-US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None/>
            </a:pPr>
            <a:endParaRPr lang="en-US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None/>
            </a:pPr>
            <a:endParaRPr lang="en-US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None/>
            </a:pPr>
            <a:endParaRPr lang="en-US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None/>
            </a:pPr>
            <a:endParaRPr lang="en-US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id-ID" sz="198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Adhesion. </a:t>
            </a:r>
            <a:r>
              <a:rPr lang="id-ID" sz="19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Capillary </a:t>
            </a:r>
            <a:r>
              <a:rPr lang="en-US" sz="19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causes the water within a narrow</a:t>
            </a:r>
            <a:r>
              <a:rPr lang="id-ID" sz="19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tube to rise above the surrounding water</a:t>
            </a:r>
            <a:r>
              <a:rPr lang="id-ID" sz="19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endParaRPr lang="id-ID" sz="198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A7F85A8-4300-4D8B-91B9-16A91FFAA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99758" y="3940243"/>
            <a:ext cx="2089122" cy="2620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5EDFEA5-C6F3-4150-A147-954144FE1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528" y="3802"/>
            <a:ext cx="4601691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Water: A Vital Compound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622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C268-4E10-4B59-A0D7-B5FB4987E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551" y="11363"/>
            <a:ext cx="4208668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97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Properties of Water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D9C62-7C9E-4C98-A9DD-B01483C2D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2034431"/>
            <a:ext cx="9012341" cy="5099905"/>
          </a:xfrm>
        </p:spPr>
        <p:txBody>
          <a:bodyPr/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Water’s high specific heat helps maintain temperature.</a:t>
            </a: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heat of water is high because it takes a considerable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 of energy to disrupt hydrogen bonds.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Water’s high heat of vaporization facilitates cooling.</a:t>
            </a: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Breaking hydrogen bonds to turn liquid water into vapor takes </a:t>
            </a:r>
            <a:r>
              <a:rPr lang="en-US" sz="2647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alot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energy. Many organisms lose excess heat through evaporative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cooling, such as sweating.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water is less dense than liquid water.</a:t>
            </a:r>
          </a:p>
          <a:p>
            <a:pPr marL="504200" indent="-504200" algn="just">
              <a:spcBef>
                <a:spcPct val="0"/>
              </a:spcBef>
              <a:buNone/>
            </a:pP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Hydrogen bonds are spaced farther apart in the solid phase of water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in the liquid phase. As a result, ice floats.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15693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1E775-9E92-4D81-B13A-BABCC0561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955022"/>
            <a:ext cx="8973197" cy="5479209"/>
          </a:xfrm>
        </p:spPr>
        <p:txBody>
          <a:bodyPr/>
          <a:lstStyle/>
          <a:p>
            <a:pPr marL="0" indent="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en-US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solvent properties of water help move ions and polar molecules</a:t>
            </a:r>
          </a:p>
          <a:p>
            <a:pPr marL="0" indent="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Water’s polarity makes it a good solvent for polar substances and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ions. </a:t>
            </a:r>
            <a:endParaRPr lang="id-ID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 molecules or portions of molecules are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attracted to water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(hydrophilic). </a:t>
            </a:r>
            <a:endParaRPr lang="id-ID" sz="2536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Molecules that are nonpolar are repelled by water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(hydrophobic).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makes nonpolar molecules clump together.</a:t>
            </a:r>
            <a:endParaRPr lang="id-ID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tendency of nonpolar molecules to aggregate in water is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known as </a:t>
            </a:r>
            <a:r>
              <a:rPr lang="id-ID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hydrophobic exclusion</a:t>
            </a:r>
            <a:endParaRPr lang="en-US" sz="2536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277DF-F7DE-42DB-875F-B122155A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551" y="11363"/>
            <a:ext cx="4208668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97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Properties of Water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645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79118-39D6-40C7-A4D5-AA0B8AB6D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1955022"/>
            <a:ext cx="8893788" cy="5320391"/>
          </a:xfrm>
        </p:spPr>
        <p:txBody>
          <a:bodyPr/>
          <a:lstStyle/>
          <a:p>
            <a:pPr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solvent properties of water help move ions and polar molecules.</a:t>
            </a: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Water’s polarity makes it a good solvent for polar substances and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ions. Polar molecules or portions of molecules are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attracted to water</a:t>
            </a:r>
            <a:r>
              <a:rPr lang="id-ID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(hydrophilic). Molecules that are nonpolar are </a:t>
            </a:r>
            <a:r>
              <a:rPr lang="en-US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repelled by water</a:t>
            </a:r>
            <a:r>
              <a:rPr lang="id-ID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(hydrophobic). Water makes nonpolar molecules clump together.</a:t>
            </a:r>
          </a:p>
          <a:p>
            <a:pPr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id-ID" sz="253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organizes nonpolar molecules.</a:t>
            </a:r>
          </a:p>
          <a:p>
            <a:pPr marL="504200" indent="-504200" algn="just">
              <a:spcBef>
                <a:spcPct val="0"/>
              </a:spcBef>
              <a:buNone/>
            </a:pP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Nonpolar molecules will aggregate to avoid water. This maximizes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hydrogen bonds that water can make. This hydrophobic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exclusion can affect the structure of DNA, proteins and biological</a:t>
            </a:r>
            <a:r>
              <a:rPr lang="id-ID" sz="253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membranes.</a:t>
            </a:r>
          </a:p>
          <a:p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2C17B7-8C7E-4030-9FEE-CE9C8621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551" y="11363"/>
            <a:ext cx="4208668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97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Properties of Water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42261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93B90-1975-4BEC-9AAC-91B06B8D5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2034431"/>
            <a:ext cx="9012341" cy="5399800"/>
          </a:xfrm>
        </p:spPr>
        <p:txBody>
          <a:bodyPr/>
          <a:lstStyle/>
          <a:p>
            <a:pPr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can form ions.</a:t>
            </a:r>
          </a:p>
          <a:p>
            <a:pPr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Ø"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dissociates into H</a:t>
            </a:r>
            <a:r>
              <a:rPr lang="en-US" sz="3529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OH</a:t>
            </a:r>
            <a:r>
              <a:rPr lang="en-US" sz="3529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concentration of H</a:t>
            </a:r>
            <a:r>
              <a:rPr lang="en-US" sz="3088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shown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[H</a:t>
            </a:r>
            <a:r>
              <a:rPr lang="en-US" sz="3088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 in pure water is 10–7 </a:t>
            </a:r>
            <a:r>
              <a:rPr lang="en-US" sz="2647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rest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dissociated water molecule, which has retained the shared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 from the covalent bond, is negatively charged and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forms a hydroxide ion, OH–. This process of spontaneous ion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formation is called 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ionization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4B1A80-7CBB-448B-9B88-B801DCE1C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0922" y="5528420"/>
            <a:ext cx="7940882" cy="1217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6E9B0C7-74C0-40A9-95B5-5BD7BF7A4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551" y="11363"/>
            <a:ext cx="4208668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97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Properties of Water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58653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98D91D17-3688-4B76-A93E-2BBDFFB22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616" y="1875613"/>
            <a:ext cx="10450577" cy="4764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744D763-71A9-4207-ABC0-CF57F75C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525" y="128619"/>
            <a:ext cx="4208668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97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Properties of Water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59002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55C8-06A8-426B-9C3B-2146D117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113" y="0"/>
            <a:ext cx="2934106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419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Acid and Bases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27663-7BA0-4F76-B544-DA117E2F7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1955023"/>
            <a:ext cx="8893788" cy="5179314"/>
          </a:xfrm>
        </p:spPr>
        <p:txBody>
          <a:bodyPr/>
          <a:lstStyle/>
          <a:p>
            <a:pPr marL="504200" indent="-504200"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pH scale measures hydrogen ion concentration</a:t>
            </a: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 is defined as the negative logarithm of [H</a:t>
            </a:r>
            <a:r>
              <a:rPr lang="en-US" sz="3088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 Pure water has a pH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7. A difference of 1 pH unit means a 10-fold change in [H</a:t>
            </a:r>
            <a:r>
              <a:rPr lang="en-US" sz="3088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Acids have a greater [H</a:t>
            </a:r>
            <a:r>
              <a:rPr lang="en-US" sz="3088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and therefore a lower pH; bases have a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[H</a:t>
            </a:r>
            <a:r>
              <a:rPr lang="en-US" sz="3088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and therefore a higher </a:t>
            </a:r>
            <a:r>
              <a:rPr lang="en-US" sz="2647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endParaRPr lang="en-US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Buffers help stabilize </a:t>
            </a:r>
            <a:r>
              <a:rPr lang="en-US" sz="2647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endParaRPr lang="en-US" sz="2647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None/>
            </a:pP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and water react reversibly to form carbonic acid.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buffer resists changes in pH by absorbing or releasing H</a:t>
            </a:r>
            <a:r>
              <a:rPr lang="en-US" sz="3088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key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 in the human blood is the carbonic acid/bicarbonate pair.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22931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55C8-06A8-426B-9C3B-2146D117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113" y="0"/>
            <a:ext cx="2934106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419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Acid and Bases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27663-7BA0-4F76-B544-DA117E2F7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1955023"/>
            <a:ext cx="8893788" cy="5179314"/>
          </a:xfrm>
        </p:spPr>
        <p:txBody>
          <a:bodyPr/>
          <a:lstStyle/>
          <a:p>
            <a:pPr marL="504200" indent="-504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Acids</a:t>
            </a:r>
          </a:p>
          <a:p>
            <a:pPr marL="504200" indent="-504200" algn="just">
              <a:spcBef>
                <a:spcPct val="0"/>
              </a:spcBef>
              <a:spcAft>
                <a:spcPts val="1323"/>
              </a:spcAft>
              <a:buNone/>
            </a:pP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substance that dissociates in water to increase the [H</a:t>
            </a:r>
            <a:r>
              <a:rPr lang="en-US" sz="3088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(and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the pH) is called an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acid. The stronger an acid is, the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hydrogen ions it produces and the lower its </a:t>
            </a:r>
            <a:r>
              <a:rPr lang="en-US" sz="2647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example,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hydrochloric acid (</a:t>
            </a:r>
            <a:r>
              <a:rPr lang="en-US" sz="2647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HCl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which is abundant in your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stomach, ionizes completely in water.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Bases</a:t>
            </a:r>
          </a:p>
          <a:p>
            <a:pPr marL="504200" indent="-504200" algn="just">
              <a:spcBef>
                <a:spcPct val="0"/>
              </a:spcBef>
              <a:buNone/>
            </a:pP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substance that combines with H</a:t>
            </a:r>
            <a:r>
              <a:rPr lang="en-US" sz="3088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dissolved in water,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thus lowers the [H</a:t>
            </a:r>
            <a:r>
              <a:rPr lang="en-US" sz="3088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 is called a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base. Therefore, basic (or</a:t>
            </a: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alkaline) solutions have pH values above 7. Very strong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bases,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as sodium hydroxide (</a:t>
            </a:r>
            <a:r>
              <a:rPr lang="en-US" sz="2647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NaOH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have pH values of 12 or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more. 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340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55C8-06A8-426B-9C3B-2146D117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113" y="0"/>
            <a:ext cx="2934106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419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Acid and Bases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27663-7BA0-4F76-B544-DA117E2F7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1875613"/>
            <a:ext cx="8893788" cy="5687237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id-ID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1.6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pH scale.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pH value of a solution</a:t>
            </a:r>
            <a:r>
              <a:rPr lang="id-ID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indicates its concentration of</a:t>
            </a:r>
            <a:r>
              <a:rPr lang="id-ID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hydrogen ions. Solutions with a pH</a:t>
            </a:r>
            <a:r>
              <a:rPr lang="id-ID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than 7 are acidic, whereas those</a:t>
            </a:r>
            <a:r>
              <a:rPr lang="id-ID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 pH greater than 7 are</a:t>
            </a:r>
            <a:r>
              <a:rPr lang="id-ID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basic.</a:t>
            </a:r>
          </a:p>
          <a:p>
            <a:endParaRPr lang="id-ID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75B4799-81B0-4DC1-A76D-CD9529D05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4370" y="862182"/>
            <a:ext cx="6060892" cy="493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40228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55C8-06A8-426B-9C3B-2146D117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113" y="0"/>
            <a:ext cx="2934106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419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Acid and Bases</a:t>
            </a:r>
            <a:b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27663-7BA0-4F76-B544-DA117E2F7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557978"/>
            <a:ext cx="8893788" cy="5687237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spcBef>
                <a:spcPct val="0"/>
              </a:spcBef>
              <a:spcAft>
                <a:spcPts val="662"/>
              </a:spcAft>
              <a:buNone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 is a substance that resists changes in </a:t>
            </a:r>
            <a:r>
              <a:rPr lang="en-US" sz="2647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Buffers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 by releasing hydrogen ions when a base is added and absorbing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hydrogen ions when acid is added, with the overall effect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keeping [H+] relatively constant.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id-ID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Buffers minimize changes in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a base to a solution neutralizes some of the acid present, and so raises the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d-ID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6FA3874-B3CA-4F92-80C1-9D4D11499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2646" y="3384381"/>
            <a:ext cx="5320391" cy="2858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74815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03112-21AC-4AD2-962D-470E96E95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402" y="0"/>
            <a:ext cx="7539817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Carbon: The Framework of Biological Molecules</a:t>
            </a:r>
            <a:br>
              <a:rPr lang="id-ID" sz="3088" dirty="0">
                <a:solidFill>
                  <a:srgbClr val="000000"/>
                </a:solidFill>
                <a:latin typeface="Arial" charset="0"/>
                <a:ea typeface="+mn-ea"/>
                <a:cs typeface="+mn-cs"/>
              </a:rPr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5416C-FA53-482F-8518-EE707BD76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2113840"/>
            <a:ext cx="8893788" cy="5240982"/>
          </a:xfrm>
        </p:spPr>
        <p:txBody>
          <a:bodyPr/>
          <a:lstStyle/>
          <a:p>
            <a:pPr marL="504200" indent="-504200"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backbone of all biological molecules, can form four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covalent bonds and make long chains. 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Hydrocarbons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 of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and hydrogen, and their bonds store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considerable energy.</a:t>
            </a:r>
            <a:endParaRPr lang="id-ID" sz="264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200" indent="-504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id-ID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4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example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is rich in hydrocarbons, and propane gas, another hydrocarbon, consists of a chain of three carbon atoms,</a:t>
            </a:r>
            <a:r>
              <a:rPr lang="id-ID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4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eight hydrogen atoms bound to it. Its structural formula is</a:t>
            </a:r>
          </a:p>
          <a:p>
            <a:endParaRPr lang="id-ID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87C9191-2D69-45C1-9E33-2EAE096B7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966" y="5657155"/>
            <a:ext cx="6908568" cy="1697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67661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B25-11B9-455B-8B7F-1D5D4CA85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2590293"/>
            <a:ext cx="8973197" cy="4843938"/>
          </a:xfrm>
        </p:spPr>
        <p:txBody>
          <a:bodyPr/>
          <a:lstStyle/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Molecules with the same molecular or empirical formula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Structural isomers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Stereoisomers </a:t>
            </a:r>
            <a:r>
              <a:rPr lang="id-ID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- 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differ in how groups attached</a:t>
            </a:r>
          </a:p>
          <a:p>
            <a:pPr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Enantiomers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mirror image molecules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chiral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D-sugars and L-amino acids</a:t>
            </a:r>
          </a:p>
          <a:p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8B103A7-949D-45D5-8138-93BD412B51E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088557" y="1796204"/>
            <a:ext cx="7543838" cy="555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Isomers</a:t>
            </a:r>
            <a:endParaRPr lang="id-ID" dirty="0"/>
          </a:p>
        </p:txBody>
      </p:sp>
      <p:pic>
        <p:nvPicPr>
          <p:cNvPr id="5" name="Picture 7" descr="rav32223_03_03">
            <a:extLst>
              <a:ext uri="{FF2B5EF4-FFF2-40B4-BE49-F238E27FC236}">
                <a16:creationId xmlns:a16="http://schemas.microsoft.com/office/drawing/2014/main" id="{D217E0DE-765F-415D-AC44-9473E576D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2232"/>
          <a:stretch>
            <a:fillRect/>
          </a:stretch>
        </p:blipFill>
        <p:spPr bwMode="auto">
          <a:xfrm>
            <a:off x="6206154" y="4178469"/>
            <a:ext cx="3696734" cy="32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D80C40-8155-4737-87E7-177C49E22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402" y="0"/>
            <a:ext cx="7539817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Carbon: The Framework of Biological Molecules</a:t>
            </a:r>
            <a:br>
              <a:rPr lang="id-ID" sz="3088" dirty="0">
                <a:solidFill>
                  <a:srgbClr val="000000"/>
                </a:solidFill>
                <a:latin typeface="Arial" charset="0"/>
                <a:ea typeface="+mn-ea"/>
                <a:cs typeface="+mn-cs"/>
              </a:rPr>
            </a:b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766207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BB038-147D-4656-9005-5C2414511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853929"/>
            <a:ext cx="8655562" cy="5121590"/>
          </a:xfrm>
        </p:spPr>
        <p:txBody>
          <a:bodyPr/>
          <a:lstStyle/>
          <a:p>
            <a:pPr lvl="0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b="1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Polymer – built by linking monomers</a:t>
            </a:r>
          </a:p>
          <a:p>
            <a:pPr lvl="0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b="1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Monomer – small, similar chemical subunits</a:t>
            </a:r>
          </a:p>
          <a:p>
            <a:pPr lvl="0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b="1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Three things to keep track of in all four macromolecules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536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What is the Monomer 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536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What is the Polymer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536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What is Bond</a:t>
            </a: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B0157C-09C3-4411-9C94-C685AD44114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105320" y="1298066"/>
            <a:ext cx="7543838" cy="55586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Macromolecules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 descr="rav32223_03_04.jpg">
            <a:extLst>
              <a:ext uri="{FF2B5EF4-FFF2-40B4-BE49-F238E27FC236}">
                <a16:creationId xmlns:a16="http://schemas.microsoft.com/office/drawing/2014/main" id="{7B283C65-DECF-4214-985B-42F64F2EAEF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994"/>
          <a:stretch>
            <a:fillRect/>
          </a:stretch>
        </p:blipFill>
        <p:spPr bwMode="auto">
          <a:xfrm>
            <a:off x="5877239" y="3304973"/>
            <a:ext cx="3547413" cy="3958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02710FE-6020-4CC3-AC7D-07A62B41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402" y="0"/>
            <a:ext cx="7539817" cy="873497"/>
          </a:xfrm>
        </p:spPr>
        <p:txBody>
          <a:bodyPr>
            <a:normAutofit fontScale="90000"/>
          </a:bodyPr>
          <a:lstStyle/>
          <a:p>
            <a:pPr lvl="0" algn="just" fontAlgn="base">
              <a:spcAft>
                <a:spcPct val="0"/>
              </a:spcAft>
            </a:pPr>
            <a:r>
              <a:rPr lang="id-ID" sz="3088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Carbon: The Framework of Biological Molecules</a:t>
            </a:r>
            <a:br>
              <a:rPr lang="id-ID" sz="3088" dirty="0">
                <a:solidFill>
                  <a:srgbClr val="000000"/>
                </a:solidFill>
                <a:latin typeface="Arial" charset="0"/>
                <a:ea typeface="+mn-ea"/>
                <a:cs typeface="+mn-cs"/>
              </a:rPr>
            </a:b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337655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832D4-A30E-4B76-89AA-6E433D0C1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2420" y="1378999"/>
            <a:ext cx="10775705" cy="5419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538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0015A-EE34-4C2B-8666-524FA26C8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716796"/>
            <a:ext cx="8893788" cy="5417540"/>
          </a:xfrm>
        </p:spPr>
        <p:txBody>
          <a:bodyPr/>
          <a:lstStyle/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Dehydration synthesis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Formation of large molecules by the removal of water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Monomers are joined to form polymers</a:t>
            </a:r>
          </a:p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Hydrolysis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Breakdown of large molecules by the addition of water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Polymers are broken down to monomers</a:t>
            </a:r>
          </a:p>
          <a:p>
            <a:endParaRPr lang="id-ID" dirty="0"/>
          </a:p>
        </p:txBody>
      </p:sp>
      <p:pic>
        <p:nvPicPr>
          <p:cNvPr id="5" name="Picture 7" descr="rav32223_03_05">
            <a:extLst>
              <a:ext uri="{FF2B5EF4-FFF2-40B4-BE49-F238E27FC236}">
                <a16:creationId xmlns:a16="http://schemas.microsoft.com/office/drawing/2014/main" id="{E8B6D08F-F356-4B79-A479-A5D06B217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3044"/>
          <a:stretch>
            <a:fillRect/>
          </a:stretch>
        </p:blipFill>
        <p:spPr bwMode="auto">
          <a:xfrm>
            <a:off x="1649859" y="5101177"/>
            <a:ext cx="7388921" cy="2461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832036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BE24-AFB4-4CC6-AE29-46EFA8EB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313" y="20609"/>
            <a:ext cx="3172332" cy="873497"/>
          </a:xfrm>
        </p:spPr>
        <p:txBody>
          <a:bodyPr/>
          <a:lstStyle/>
          <a:p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Carbohydrates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1BC2B-99AC-40DC-926E-9C0B502B2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796205"/>
            <a:ext cx="8969176" cy="5638026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867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Carbohydrates </a:t>
            </a: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a loosely defined group of molecules that</a:t>
            </a:r>
            <a:r>
              <a:rPr lang="id-ID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contain carbon, hydrogen, and oxygen in the molar ratio</a:t>
            </a:r>
            <a:r>
              <a:rPr lang="id-ID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1:2:1. </a:t>
            </a:r>
            <a:endParaRPr lang="en-US" sz="2867" kern="0" dirty="0">
              <a:solidFill>
                <a:srgbClr val="00000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empirical formula (which lists the number of atoms</a:t>
            </a:r>
            <a:r>
              <a:rPr lang="id-ID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molecule with subscripts) is (CH2O)</a:t>
            </a:r>
            <a:r>
              <a:rPr lang="en-US" sz="2867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n, </a:t>
            </a: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867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</a:t>
            </a:r>
            <a:r>
              <a:rPr lang="id-ID" sz="2867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carbon atoms.</a:t>
            </a:r>
            <a:endParaRPr lang="en-US" sz="2867" i="1" kern="0" dirty="0">
              <a:solidFill>
                <a:srgbClr val="00000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C—H covalent bonds hold much energy</a:t>
            </a:r>
          </a:p>
          <a:p>
            <a:pPr lvl="1" algn="just"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Carbohydrates are good energy storage molecules</a:t>
            </a:r>
          </a:p>
          <a:p>
            <a:pPr lvl="1" algn="just"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Examples: sugars, starch, glucose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5674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DEF49-09DA-40A7-B8C3-AF8CB4EAD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2510884"/>
            <a:ext cx="9012341" cy="4923347"/>
          </a:xfrm>
        </p:spPr>
        <p:txBody>
          <a:bodyPr/>
          <a:lstStyle/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Simplest carbohydrate</a:t>
            </a:r>
          </a:p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6 carbon sugars play important roles</a:t>
            </a:r>
          </a:p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Glucose C</a:t>
            </a:r>
            <a:r>
              <a:rPr lang="en-US" sz="2647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6</a:t>
            </a: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H</a:t>
            </a:r>
            <a:r>
              <a:rPr lang="en-US" sz="2647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12</a:t>
            </a: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O</a:t>
            </a:r>
            <a:r>
              <a:rPr lang="en-US" sz="2647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6</a:t>
            </a:r>
          </a:p>
          <a:p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188344-F979-4BF2-96EC-EC87DC0F687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373878" y="1781903"/>
            <a:ext cx="9012341" cy="55586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529" kern="0" dirty="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Monosaccharides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B8586A4-2342-49DE-9753-E8163EA1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313" y="20609"/>
            <a:ext cx="3172332" cy="873497"/>
          </a:xfrm>
        </p:spPr>
        <p:txBody>
          <a:bodyPr/>
          <a:lstStyle/>
          <a:p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Carbohydrates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rav32223_03_07">
            <a:extLst>
              <a:ext uri="{FF2B5EF4-FFF2-40B4-BE49-F238E27FC236}">
                <a16:creationId xmlns:a16="http://schemas.microsoft.com/office/drawing/2014/main" id="{4C642FC8-41FE-483C-A675-D1C8AC216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3818"/>
          <a:stretch>
            <a:fillRect/>
          </a:stretch>
        </p:blipFill>
        <p:spPr bwMode="auto">
          <a:xfrm>
            <a:off x="2144837" y="4033529"/>
            <a:ext cx="6532642" cy="3604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212339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B8AB5-3705-44CC-87B9-AB358F3DB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19" y="1637387"/>
            <a:ext cx="9091750" cy="5717435"/>
          </a:xfrm>
        </p:spPr>
        <p:txBody>
          <a:bodyPr/>
          <a:lstStyle/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Fructose is a structural isomer of glucose</a:t>
            </a:r>
          </a:p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Galactose is a stereoisomer of glucose</a:t>
            </a:r>
          </a:p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Enzymes that act on different sugars can distinguish structural and stereoisomers of this basic six-carbon skeleton</a:t>
            </a:r>
          </a:p>
          <a:p>
            <a:endParaRPr lang="id-ID" dirty="0"/>
          </a:p>
        </p:txBody>
      </p:sp>
      <p:pic>
        <p:nvPicPr>
          <p:cNvPr id="5" name="Picture 6" descr="rav32223_03_08">
            <a:extLst>
              <a:ext uri="{FF2B5EF4-FFF2-40B4-BE49-F238E27FC236}">
                <a16:creationId xmlns:a16="http://schemas.microsoft.com/office/drawing/2014/main" id="{D92099F1-16E5-4830-AA44-56E5BDE21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3154"/>
          <a:stretch>
            <a:fillRect/>
          </a:stretch>
        </p:blipFill>
        <p:spPr bwMode="auto">
          <a:xfrm>
            <a:off x="3359098" y="4099060"/>
            <a:ext cx="5668173" cy="32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132356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F97DF-A2F2-4E7C-B7D7-73A9B2825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2272658"/>
            <a:ext cx="9091750" cy="5161573"/>
          </a:xfrm>
        </p:spPr>
        <p:txBody>
          <a:bodyPr/>
          <a:lstStyle/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2 monosaccharides linked together by dehydration synthesis</a:t>
            </a:r>
          </a:p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Used for sugar transport or energy storage</a:t>
            </a:r>
          </a:p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Examples: sucrose, lactose, maltose</a:t>
            </a:r>
          </a:p>
          <a:p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5BB1A85-F195-47E5-87F1-72E761C173C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294469" y="1716795"/>
            <a:ext cx="2699900" cy="555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Disaccharides</a:t>
            </a:r>
            <a:endParaRPr lang="id-ID" dirty="0"/>
          </a:p>
        </p:txBody>
      </p:sp>
      <p:pic>
        <p:nvPicPr>
          <p:cNvPr id="5" name="Picture 8" descr="rav32223_03_09">
            <a:extLst>
              <a:ext uri="{FF2B5EF4-FFF2-40B4-BE49-F238E27FC236}">
                <a16:creationId xmlns:a16="http://schemas.microsoft.com/office/drawing/2014/main" id="{15D527E1-51F4-412B-8987-7C054130E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432" b="13081"/>
          <a:stretch>
            <a:fillRect/>
          </a:stretch>
        </p:blipFill>
        <p:spPr bwMode="auto">
          <a:xfrm>
            <a:off x="523002" y="4654922"/>
            <a:ext cx="9642634" cy="1429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3275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E93E-31F4-430F-8E21-6B1A894E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060" y="1399160"/>
            <a:ext cx="7539817" cy="873497"/>
          </a:xfrm>
        </p:spPr>
        <p:txBody>
          <a:bodyPr/>
          <a:lstStyle/>
          <a:p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Polysaccharides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6BC1D-4B79-4081-8997-FB9631BBE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2272657"/>
            <a:ext cx="9012341" cy="5290193"/>
          </a:xfrm>
        </p:spPr>
        <p:txBody>
          <a:bodyPr/>
          <a:lstStyle/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Long chains of monosaccharides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Linked through dehydration synthesis</a:t>
            </a:r>
          </a:p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Energy storage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Plants use starch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Animals use glycogen</a:t>
            </a:r>
          </a:p>
          <a:p>
            <a:endParaRPr lang="id-ID" dirty="0"/>
          </a:p>
        </p:txBody>
      </p:sp>
      <p:pic>
        <p:nvPicPr>
          <p:cNvPr id="5" name="Picture 8" descr="rav32223_03_10">
            <a:extLst>
              <a:ext uri="{FF2B5EF4-FFF2-40B4-BE49-F238E27FC236}">
                <a16:creationId xmlns:a16="http://schemas.microsoft.com/office/drawing/2014/main" id="{BC9419F8-64C2-46F5-B842-A2747AD87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3363" b="6743"/>
          <a:stretch>
            <a:fillRect/>
          </a:stretch>
        </p:blipFill>
        <p:spPr bwMode="auto">
          <a:xfrm>
            <a:off x="1850331" y="4416696"/>
            <a:ext cx="7543838" cy="3017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340514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E4EF-D56A-472E-842C-03379F887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875613"/>
            <a:ext cx="9091750" cy="5687237"/>
          </a:xfrm>
        </p:spPr>
        <p:txBody>
          <a:bodyPr/>
          <a:lstStyle/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26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Structural support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26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Plants use cellulose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26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Arthropods and fungi use chitin</a:t>
            </a:r>
          </a:p>
          <a:p>
            <a:endParaRPr lang="id-ID" dirty="0"/>
          </a:p>
        </p:txBody>
      </p:sp>
      <p:pic>
        <p:nvPicPr>
          <p:cNvPr id="5" name="Picture 7" descr="rav32223_0_311">
            <a:extLst>
              <a:ext uri="{FF2B5EF4-FFF2-40B4-BE49-F238E27FC236}">
                <a16:creationId xmlns:a16="http://schemas.microsoft.com/office/drawing/2014/main" id="{3E85383E-38D0-4FF5-ACA4-C3DCE0C5B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2746"/>
          <a:stretch>
            <a:fillRect/>
          </a:stretch>
        </p:blipFill>
        <p:spPr bwMode="auto">
          <a:xfrm>
            <a:off x="1787071" y="3396997"/>
            <a:ext cx="8599148" cy="4129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498638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F38B-7625-4978-9B3A-CB0420AC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931" y="0"/>
            <a:ext cx="2775288" cy="873497"/>
          </a:xfrm>
        </p:spPr>
        <p:txBody>
          <a:bodyPr/>
          <a:lstStyle/>
          <a:p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Nucleic acids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65E27-1565-4589-883C-BE9F0E47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960" y="1524712"/>
            <a:ext cx="9091750" cy="5909518"/>
          </a:xfrm>
        </p:spPr>
        <p:txBody>
          <a:bodyPr/>
          <a:lstStyle/>
          <a:p>
            <a:pPr marL="567225" indent="-567225" algn="just">
              <a:buBlip>
                <a:blip r:embed="rId2"/>
              </a:buBlip>
            </a:pPr>
            <a:r>
              <a:rPr lang="id-ID" sz="2426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Deoxyribonucleic acid (DNA) </a:t>
            </a:r>
            <a:r>
              <a:rPr lang="id-ID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id-ID" sz="2426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ribonucleic acid (RNA) </a:t>
            </a:r>
            <a:r>
              <a:rPr lang="id-ID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polymers composed of nucleotide monomers. </a:t>
            </a:r>
            <a:endParaRPr lang="id-ID" sz="2426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7225" indent="-567225" algn="just">
              <a:buBlip>
                <a:blip r:embed="rId2"/>
              </a:buBlip>
            </a:pPr>
            <a:r>
              <a:rPr lang="en-US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use nucleic acids</a:t>
            </a:r>
            <a:r>
              <a:rPr lang="id-ID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information storage and transfer.</a:t>
            </a:r>
          </a:p>
          <a:p>
            <a:pPr marL="567225" indent="-567225" algn="just">
              <a:buBlip>
                <a:blip r:embed="rId2"/>
              </a:buBlip>
            </a:pPr>
            <a:r>
              <a:rPr lang="en-US" sz="2426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Nucleic acids are nucleotide polymers</a:t>
            </a:r>
            <a:r>
              <a:rPr lang="id-ID" sz="2426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Nucleic acids contain four different nucleotide bases. In DNA these</a:t>
            </a:r>
            <a:r>
              <a:rPr lang="id-ID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adenine, guanine, cytosine,</a:t>
            </a:r>
            <a:r>
              <a:rPr lang="id-ID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thymine. In RNA, thymine is</a:t>
            </a:r>
            <a:r>
              <a:rPr lang="id-ID" sz="2426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replaced by uracil.</a:t>
            </a:r>
            <a:endParaRPr lang="en-US" sz="2426" kern="0" dirty="0">
              <a:solidFill>
                <a:srgbClr val="00000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pic>
        <p:nvPicPr>
          <p:cNvPr id="5" name="Picture 7" descr="rav32223_03_14">
            <a:extLst>
              <a:ext uri="{FF2B5EF4-FFF2-40B4-BE49-F238E27FC236}">
                <a16:creationId xmlns:a16="http://schemas.microsoft.com/office/drawing/2014/main" id="{DDBCDC8D-57B4-498D-8FBC-B246AD1EC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2980"/>
          <a:stretch>
            <a:fillRect/>
          </a:stretch>
        </p:blipFill>
        <p:spPr bwMode="auto">
          <a:xfrm>
            <a:off x="3745154" y="4115523"/>
            <a:ext cx="3198331" cy="3112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40874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7B1C5-5E8B-43C6-B8AE-11385AE04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557978"/>
            <a:ext cx="9091750" cy="5766646"/>
          </a:xfrm>
        </p:spPr>
        <p:txBody>
          <a:bodyPr/>
          <a:lstStyle/>
          <a:p>
            <a:pPr lvl="1" algn="just">
              <a:lnSpc>
                <a:spcPct val="90000"/>
              </a:lnSpc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Nitrogenous bases include</a:t>
            </a:r>
          </a:p>
          <a:p>
            <a:pPr lvl="2" algn="just">
              <a:lnSpc>
                <a:spcPct val="90000"/>
              </a:lnSpc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Purines: adenine and guanine</a:t>
            </a:r>
          </a:p>
          <a:p>
            <a:pPr lvl="2" algn="just">
              <a:lnSpc>
                <a:spcPct val="90000"/>
              </a:lnSpc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Pyrimidines: thymine, cytosine, uracil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Nucleotides connected by phosphodiester bonds</a:t>
            </a:r>
          </a:p>
          <a:p>
            <a:endParaRPr lang="id-ID" dirty="0"/>
          </a:p>
        </p:txBody>
      </p:sp>
      <p:pic>
        <p:nvPicPr>
          <p:cNvPr id="5" name="Picture 6" descr="rav32223_03_15">
            <a:extLst>
              <a:ext uri="{FF2B5EF4-FFF2-40B4-BE49-F238E27FC236}">
                <a16:creationId xmlns:a16="http://schemas.microsoft.com/office/drawing/2014/main" id="{AD4CBC23-7ACD-4D08-A4D8-78FB6EF9D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3073" r="3168"/>
          <a:stretch>
            <a:fillRect/>
          </a:stretch>
        </p:blipFill>
        <p:spPr bwMode="auto">
          <a:xfrm>
            <a:off x="2028871" y="3763789"/>
            <a:ext cx="6630897" cy="379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65089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9365-4347-47FE-B50E-AE949191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652" y="1240343"/>
            <a:ext cx="7539817" cy="873497"/>
          </a:xfrm>
        </p:spPr>
        <p:txBody>
          <a:bodyPr/>
          <a:lstStyle/>
          <a:p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Deoxyribonucleic acid (DNA)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99F92-B28B-4344-9B21-D2A18B55E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2113840"/>
            <a:ext cx="8893788" cy="5240982"/>
          </a:xfrm>
        </p:spPr>
        <p:txBody>
          <a:bodyPr/>
          <a:lstStyle/>
          <a:p>
            <a:pPr lvl="0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Encodes information for amino acid sequence of proteins</a:t>
            </a:r>
          </a:p>
          <a:p>
            <a:pPr lvl="1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Sequence of bases</a:t>
            </a:r>
          </a:p>
          <a:p>
            <a:pPr lvl="0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Double helix – 2 polynucleotide strands connected by hydrogen bonds</a:t>
            </a:r>
          </a:p>
          <a:p>
            <a:pPr lvl="1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Base-pairing rules</a:t>
            </a:r>
          </a:p>
          <a:p>
            <a:pPr lvl="2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 with T (or U in RNA)</a:t>
            </a:r>
          </a:p>
          <a:p>
            <a:pPr lvl="2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 with G</a:t>
            </a:r>
          </a:p>
          <a:p>
            <a:endParaRPr lang="id-ID" dirty="0"/>
          </a:p>
        </p:txBody>
      </p:sp>
      <p:pic>
        <p:nvPicPr>
          <p:cNvPr id="5" name="Picture 6" descr="rav32223_03_16">
            <a:extLst>
              <a:ext uri="{FF2B5EF4-FFF2-40B4-BE49-F238E27FC236}">
                <a16:creationId xmlns:a16="http://schemas.microsoft.com/office/drawing/2014/main" id="{E38BE1A1-7715-4755-A358-CF88DE3AC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2361"/>
          <a:stretch>
            <a:fillRect/>
          </a:stretch>
        </p:blipFill>
        <p:spPr bwMode="auto">
          <a:xfrm>
            <a:off x="7549315" y="4291660"/>
            <a:ext cx="2252307" cy="306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38186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9365-4347-47FE-B50E-AE949191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652" y="1240343"/>
            <a:ext cx="7539817" cy="873497"/>
          </a:xfrm>
        </p:spPr>
        <p:txBody>
          <a:bodyPr/>
          <a:lstStyle/>
          <a:p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Ribonucleic acid (RNA)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99F92-B28B-4344-9B21-D2A18B55E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2113840"/>
            <a:ext cx="8893788" cy="5240982"/>
          </a:xfrm>
        </p:spPr>
        <p:txBody>
          <a:bodyPr/>
          <a:lstStyle/>
          <a:p>
            <a:pPr marL="567225" indent="-567225" algn="just">
              <a:lnSpc>
                <a:spcPct val="90000"/>
              </a:lnSpc>
              <a:spcBef>
                <a:spcPts val="0"/>
              </a:spcBef>
              <a:spcAft>
                <a:spcPts val="1323"/>
              </a:spcAft>
              <a:buBlip>
                <a:blip r:embed="rId2"/>
              </a:buBlip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RNA similar to DNA except</a:t>
            </a:r>
          </a:p>
          <a:p>
            <a:pPr marL="1071425" lvl="1" indent="-567225" algn="just">
              <a:lnSpc>
                <a:spcPct val="90000"/>
              </a:lnSpc>
              <a:spcBef>
                <a:spcPts val="0"/>
              </a:spcBef>
              <a:spcAft>
                <a:spcPts val="1323"/>
              </a:spcAft>
              <a:buBlip>
                <a:blip r:embed="rId2"/>
              </a:buBlip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Contains ribose instead of deoxyribose</a:t>
            </a:r>
          </a:p>
          <a:p>
            <a:pPr marL="1071425" lvl="1" indent="-567225" algn="just">
              <a:lnSpc>
                <a:spcPct val="90000"/>
              </a:lnSpc>
              <a:spcBef>
                <a:spcPts val="0"/>
              </a:spcBef>
              <a:spcAft>
                <a:spcPts val="1323"/>
              </a:spcAft>
              <a:buBlip>
                <a:blip r:embed="rId2"/>
              </a:buBlip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Contains uracil instead of thymine</a:t>
            </a:r>
          </a:p>
          <a:p>
            <a:pPr marL="567225" indent="-567225" algn="just">
              <a:lnSpc>
                <a:spcPct val="90000"/>
              </a:lnSpc>
              <a:spcBef>
                <a:spcPts val="0"/>
              </a:spcBef>
              <a:spcAft>
                <a:spcPts val="1323"/>
              </a:spcAft>
              <a:buBlip>
                <a:blip r:embed="rId2"/>
              </a:buBlip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Single polynucleotide strand</a:t>
            </a:r>
          </a:p>
          <a:p>
            <a:pPr marL="567225" indent="-567225" algn="just">
              <a:lnSpc>
                <a:spcPct val="90000"/>
              </a:lnSpc>
              <a:spcBef>
                <a:spcPts val="0"/>
              </a:spcBef>
              <a:spcAft>
                <a:spcPts val="1323"/>
              </a:spcAft>
              <a:buBlip>
                <a:blip r:embed="rId2"/>
              </a:buBlip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RNA uses information in DNA to specify sequence of amino acids in proteins</a:t>
            </a:r>
          </a:p>
          <a:p>
            <a:endParaRPr lang="id-ID" dirty="0"/>
          </a:p>
        </p:txBody>
      </p:sp>
      <p:pic>
        <p:nvPicPr>
          <p:cNvPr id="6" name="Picture 6" descr="rav32223_03_17">
            <a:extLst>
              <a:ext uri="{FF2B5EF4-FFF2-40B4-BE49-F238E27FC236}">
                <a16:creationId xmlns:a16="http://schemas.microsoft.com/office/drawing/2014/main" id="{9EA22B24-74DA-439D-9460-B3A2F2100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2530"/>
          <a:stretch>
            <a:fillRect/>
          </a:stretch>
        </p:blipFill>
        <p:spPr bwMode="auto">
          <a:xfrm>
            <a:off x="5900180" y="4893150"/>
            <a:ext cx="2064630" cy="2587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88123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AD88-7D8D-4B97-92B7-A057053C7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3837" y="0"/>
            <a:ext cx="1822382" cy="873497"/>
          </a:xfrm>
        </p:spPr>
        <p:txBody>
          <a:bodyPr>
            <a:normAutofit fontScale="90000"/>
          </a:bodyPr>
          <a:lstStyle/>
          <a:p>
            <a:pPr marL="378150" indent="-3781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4411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Protein</a:t>
            </a:r>
            <a:b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5D169-1FBC-4D0A-B706-6F45AF0C6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875613"/>
            <a:ext cx="9091750" cy="5687237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75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Proteins are polymers</a:t>
            </a:r>
          </a:p>
          <a:p>
            <a:pPr lvl="1" algn="just">
              <a:spcBef>
                <a:spcPts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75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Composed of 1 or more long, unbranched chains</a:t>
            </a:r>
          </a:p>
          <a:p>
            <a:pPr lvl="1" algn="just">
              <a:spcBef>
                <a:spcPts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75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Each chain is a polypeptide</a:t>
            </a:r>
          </a:p>
          <a:p>
            <a:pPr algn="just">
              <a:spcBef>
                <a:spcPts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75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Amino acids are monomers</a:t>
            </a:r>
          </a:p>
          <a:p>
            <a:pPr algn="just">
              <a:spcBef>
                <a:spcPts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75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Amino acid structure</a:t>
            </a:r>
          </a:p>
          <a:p>
            <a:pPr lvl="1" algn="just">
              <a:spcBef>
                <a:spcPts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75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Central carbon atom</a:t>
            </a:r>
          </a:p>
          <a:p>
            <a:pPr lvl="1" algn="just">
              <a:spcBef>
                <a:spcPts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75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Amino group</a:t>
            </a:r>
          </a:p>
          <a:p>
            <a:pPr lvl="1" algn="just">
              <a:spcBef>
                <a:spcPts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75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Carboxyl group</a:t>
            </a:r>
          </a:p>
          <a:p>
            <a:pPr lvl="1" algn="just">
              <a:spcBef>
                <a:spcPts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75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Single hydrogen</a:t>
            </a:r>
          </a:p>
          <a:p>
            <a:pPr lvl="1" algn="just">
              <a:spcBef>
                <a:spcPts val="0"/>
              </a:spcBef>
              <a:spcAft>
                <a:spcPts val="662"/>
              </a:spcAft>
              <a:buFont typeface="Wingdings" panose="05000000000000000000" pitchFamily="2" charset="2"/>
              <a:buChar char="§"/>
            </a:pPr>
            <a:r>
              <a:rPr lang="en-US" sz="275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Variable R group</a:t>
            </a:r>
            <a:endParaRPr lang="id-ID" dirty="0"/>
          </a:p>
        </p:txBody>
      </p:sp>
      <p:pic>
        <p:nvPicPr>
          <p:cNvPr id="5" name="Picture 7" descr="1">
            <a:extLst>
              <a:ext uri="{FF2B5EF4-FFF2-40B4-BE49-F238E27FC236}">
                <a16:creationId xmlns:a16="http://schemas.microsoft.com/office/drawing/2014/main" id="{2D501AF6-3E8D-440F-8377-007120CA68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21440" t="11394" r="20840"/>
          <a:stretch/>
        </p:blipFill>
        <p:spPr bwMode="auto">
          <a:xfrm>
            <a:off x="6695719" y="3781425"/>
            <a:ext cx="2779309" cy="1508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728525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3320FCEC-B120-4F91-8B36-953C6C8A494F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215060" y="1637387"/>
            <a:ext cx="7543838" cy="555862"/>
          </a:xfrm>
        </p:spPr>
        <p:txBody>
          <a:bodyPr/>
          <a:lstStyle/>
          <a:p>
            <a:pPr lvl="0" algn="ctr" fontAlgn="base">
              <a:lnSpc>
                <a:spcPct val="90000"/>
              </a:lnSpc>
              <a:spcAft>
                <a:spcPct val="0"/>
              </a:spcAft>
              <a:buNone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Protein functions include:</a:t>
            </a:r>
          </a:p>
          <a:p>
            <a:endParaRPr lang="id-ID" dirty="0"/>
          </a:p>
        </p:txBody>
      </p:sp>
      <p:pic>
        <p:nvPicPr>
          <p:cNvPr id="5" name="Picture 4" descr="rav32223_t03_02.jpg">
            <a:extLst>
              <a:ext uri="{FF2B5EF4-FFF2-40B4-BE49-F238E27FC236}">
                <a16:creationId xmlns:a16="http://schemas.microsoft.com/office/drawing/2014/main" id="{20E96E27-2E5D-4397-B334-986BD8D5836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7266" b="2775"/>
          <a:stretch>
            <a:fillRect/>
          </a:stretch>
        </p:blipFill>
        <p:spPr bwMode="auto">
          <a:xfrm>
            <a:off x="1373877" y="1955022"/>
            <a:ext cx="8901438" cy="5607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D106F1E-6667-434D-9FCA-EAF9C2D80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3837" y="0"/>
            <a:ext cx="1822382" cy="873497"/>
          </a:xfrm>
        </p:spPr>
        <p:txBody>
          <a:bodyPr>
            <a:normAutofit fontScale="90000"/>
          </a:bodyPr>
          <a:lstStyle/>
          <a:p>
            <a:pPr marL="378150" indent="-3781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4411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Protein</a:t>
            </a:r>
            <a:b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</a:b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008477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4EE1-5F52-422D-B264-3FA51CAFA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2193249"/>
            <a:ext cx="8655562" cy="4941087"/>
          </a:xfrm>
        </p:spPr>
        <p:txBody>
          <a:bodyPr>
            <a:normAutofit fontScale="85000" lnSpcReduction="10000"/>
          </a:bodyPr>
          <a:lstStyle/>
          <a:p>
            <a:pPr marL="567225" indent="-567225" algn="just">
              <a:buFontTx/>
              <a:buAutoNum type="arabicPeriod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Primary structure – sequence of amino acids (beads on a string)</a:t>
            </a:r>
          </a:p>
          <a:p>
            <a:pPr marL="567225" indent="-567225" algn="just">
              <a:buFont typeface="+mj-lt"/>
              <a:buAutoNum type="arabicPeriod" startAt="2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Secondary structure – interaction of groups in the peptide backbone</a:t>
            </a:r>
          </a:p>
          <a:p>
            <a:pPr marL="1008400" lvl="1" indent="-567225" algn="just">
              <a:buFontTx/>
              <a:buChar char="–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 helix</a:t>
            </a:r>
          </a:p>
          <a:p>
            <a:pPr marL="1008400" lvl="1" indent="-567225" algn="just">
              <a:buFontTx/>
              <a:buChar char="–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b sheet</a:t>
            </a:r>
          </a:p>
          <a:p>
            <a:pPr marL="567225" indent="-567225" algn="just">
              <a:buFontTx/>
              <a:buAutoNum type="arabicPeriod" startAt="3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Tertiary structure – final folded shape of a globular protein</a:t>
            </a:r>
          </a:p>
          <a:p>
            <a:pPr marL="1008400" lvl="1" indent="-567225" algn="just">
              <a:buFontTx/>
              <a:buChar char="–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Stabilized by a number of forces</a:t>
            </a:r>
          </a:p>
          <a:p>
            <a:pPr marL="1008400" lvl="1" indent="-567225" algn="just">
              <a:buFontTx/>
              <a:buChar char="–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Final level of structure for proteins consisting of only a single polypeptide chain</a:t>
            </a:r>
          </a:p>
          <a:p>
            <a:pPr marL="567225" indent="-567225" algn="just">
              <a:buFontTx/>
              <a:buAutoNum type="arabicPeriod" startAt="4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Quaternary structure – arrangement of individual chains (subunits) in a protein with 2 or more polypeptide chains</a:t>
            </a:r>
          </a:p>
          <a:p>
            <a:pPr marL="441175" lvl="1" indent="0" algn="just">
              <a:buNone/>
            </a:pPr>
            <a:endParaRPr lang="en-US" kern="0" dirty="0">
              <a:solidFill>
                <a:srgbClr val="00000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marL="441175" lvl="1" indent="0" algn="just">
              <a:buNone/>
            </a:pPr>
            <a:endParaRPr lang="en-US" sz="2647" kern="0" dirty="0">
              <a:solidFill>
                <a:srgbClr val="00000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D87B72B-901B-4CAC-8673-F88B3F2202E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294469" y="1637387"/>
            <a:ext cx="7543838" cy="555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4 Levels of protein structure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72552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4EE1-5F52-422D-B264-3FA51CAFA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2193249"/>
            <a:ext cx="8655562" cy="4941087"/>
          </a:xfrm>
        </p:spPr>
        <p:txBody>
          <a:bodyPr>
            <a:normAutofit/>
          </a:bodyPr>
          <a:lstStyle/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Motifs 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Common elements of secondary structure seen in many polypeptides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Useful in determining the function of unknown proteins</a:t>
            </a:r>
          </a:p>
          <a:p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D87B72B-901B-4CAC-8673-F88B3F2202E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294469" y="1637387"/>
            <a:ext cx="7543838" cy="555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Additional structural characteristics</a:t>
            </a:r>
            <a:endParaRPr lang="id-ID" dirty="0"/>
          </a:p>
        </p:txBody>
      </p:sp>
      <p:pic>
        <p:nvPicPr>
          <p:cNvPr id="5" name="Picture 6" descr="rav32223_03_23">
            <a:extLst>
              <a:ext uri="{FF2B5EF4-FFF2-40B4-BE49-F238E27FC236}">
                <a16:creationId xmlns:a16="http://schemas.microsoft.com/office/drawing/2014/main" id="{3CC04227-8224-4DB6-8594-A9F0A3D83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661" t="3107" r="52845" b="44580"/>
          <a:stretch>
            <a:fillRect/>
          </a:stretch>
        </p:blipFill>
        <p:spPr bwMode="auto">
          <a:xfrm>
            <a:off x="2565010" y="4353075"/>
            <a:ext cx="5399800" cy="2871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49124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4EE1-5F52-422D-B264-3FA51CAFA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2193249"/>
            <a:ext cx="8655562" cy="4941087"/>
          </a:xfrm>
        </p:spPr>
        <p:txBody>
          <a:bodyPr>
            <a:normAutofit/>
          </a:bodyPr>
          <a:lstStyle/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Domains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Functional units within a larger structure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Most proteins made of multiple domains that perform different parts of the protein</a:t>
            </a:r>
            <a:r>
              <a:rPr lang="ja-JP" alt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sz="264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function</a:t>
            </a:r>
            <a:endParaRPr lang="en-US" sz="2647" kern="0" dirty="0">
              <a:solidFill>
                <a:srgbClr val="00000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endParaRPr lang="id-ID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D87B72B-901B-4CAC-8673-F88B3F2202E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294469" y="1637387"/>
            <a:ext cx="7543838" cy="555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Additional structural characteristics</a:t>
            </a:r>
            <a:endParaRPr lang="id-ID" dirty="0"/>
          </a:p>
        </p:txBody>
      </p:sp>
      <p:pic>
        <p:nvPicPr>
          <p:cNvPr id="6" name="Picture 6" descr="rav32223_03_23">
            <a:extLst>
              <a:ext uri="{FF2B5EF4-FFF2-40B4-BE49-F238E27FC236}">
                <a16:creationId xmlns:a16="http://schemas.microsoft.com/office/drawing/2014/main" id="{75E8B852-BC23-4D1A-BEBF-345C09DCA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49908" t="2277"/>
          <a:stretch>
            <a:fillRect/>
          </a:stretch>
        </p:blipFill>
        <p:spPr bwMode="auto">
          <a:xfrm>
            <a:off x="3597325" y="4178470"/>
            <a:ext cx="3493988" cy="3220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041109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4EE1-5F52-422D-B264-3FA51CAFA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637387"/>
            <a:ext cx="8655562" cy="54969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29" b="1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Chaperones</a:t>
            </a:r>
          </a:p>
          <a:p>
            <a:pPr lvl="0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Once thought newly made proteins folded spontaneously</a:t>
            </a:r>
          </a:p>
          <a:p>
            <a:pPr lvl="0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Chaperone proteins help protein fold correctly</a:t>
            </a:r>
          </a:p>
          <a:p>
            <a:pPr lvl="0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Deficiencies in chaperone proteins implicated in certain diseases</a:t>
            </a:r>
          </a:p>
          <a:p>
            <a:pPr lvl="1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Cystic fibrosis is a hereditary disorder</a:t>
            </a:r>
          </a:p>
          <a:p>
            <a:pPr lvl="2" algn="just" fontAlgn="base">
              <a:lnSpc>
                <a:spcPct val="90000"/>
              </a:lnSpc>
              <a:spcAft>
                <a:spcPct val="0"/>
              </a:spcAft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In some individuals, protein appears to have correct amino acid sequence but fails to fold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1494877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4EE1-5F52-422D-B264-3FA51CAFA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637387"/>
            <a:ext cx="8655562" cy="54969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29" b="1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Denaturation</a:t>
            </a:r>
          </a:p>
          <a:p>
            <a:pPr lvl="0" algn="just" eaLnBrk="0" fontAlgn="base" hangingPunct="0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Protein loses structure and function</a:t>
            </a:r>
          </a:p>
          <a:p>
            <a:pPr lvl="0" algn="just" eaLnBrk="0" fontAlgn="base" hangingPunct="0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Due to environmental conditions</a:t>
            </a:r>
          </a:p>
          <a:p>
            <a:pPr lvl="1" algn="just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pH</a:t>
            </a:r>
          </a:p>
          <a:p>
            <a:pPr lvl="1" algn="just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Temperature</a:t>
            </a:r>
          </a:p>
          <a:p>
            <a:pPr lvl="1" algn="just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Ionic concentration of solution</a:t>
            </a:r>
          </a:p>
          <a:p>
            <a:endParaRPr lang="id-ID" dirty="0"/>
          </a:p>
        </p:txBody>
      </p:sp>
      <p:pic>
        <p:nvPicPr>
          <p:cNvPr id="4" name="Picture 9" descr="rav32223_03_25">
            <a:extLst>
              <a:ext uri="{FF2B5EF4-FFF2-40B4-BE49-F238E27FC236}">
                <a16:creationId xmlns:a16="http://schemas.microsoft.com/office/drawing/2014/main" id="{FB324720-3FE0-4060-927F-AAEC30B40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2444"/>
          <a:stretch>
            <a:fillRect/>
          </a:stretch>
        </p:blipFill>
        <p:spPr bwMode="auto">
          <a:xfrm>
            <a:off x="6614860" y="3463790"/>
            <a:ext cx="3562449" cy="3417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608474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ontrols>
      <mc:AlternateContent xmlns:mc="http://schemas.openxmlformats.org/markup-compatibility/2006">
        <mc:Choice xmlns:v="urn:schemas-microsoft-com:vml" Requires="v">
          <p:control spid="1026" r:id="rId2" imgW="7201080" imgH="5100480"/>
        </mc:Choice>
        <mc:Fallback>
          <p:control r:id="rId2" imgW="7201080" imgH="5100480">
            <p:pic>
              <p:nvPicPr>
                <p:cNvPr id="5" name="ShockwaveFlash1">
                  <a:extLst>
                    <a:ext uri="{FF2B5EF4-FFF2-40B4-BE49-F238E27FC236}">
                      <a16:creationId xmlns:a16="http://schemas.microsoft.com/office/drawing/2014/main" id="{3205668C-04EA-42F4-AD54-93A2A80605B4}"/>
                    </a:ext>
                  </a:extLst>
                </p:cNvPr>
                <p:cNvPicPr preferRelativeResize="0">
                  <a:picLocks noChangeAspect="1" noChangeArrowheads="1" noChangeShapeType="1"/>
                </p:cNvPicPr>
                <p:nvPr>
                  <p:custDataLst>
                    <p:tags r:id="rId3"/>
                  </p:custDataLst>
                </p:nvPr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1730876" y="1573223"/>
                  <a:ext cx="7941566" cy="56252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0685940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1F76-082E-4764-AEC6-AB2DB5EA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1472" y="-109607"/>
            <a:ext cx="1504747" cy="873497"/>
          </a:xfrm>
        </p:spPr>
        <p:txBody>
          <a:bodyPr/>
          <a:lstStyle/>
          <a:p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Lipids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9EB5-3B75-4558-8DC0-57A574B54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1637387"/>
            <a:ext cx="8893788" cy="5796844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Loosely defined group of molecules with one main chemical characteristic</a:t>
            </a:r>
          </a:p>
          <a:p>
            <a:pPr lvl="1" algn="just"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They are insoluble in water</a:t>
            </a:r>
          </a:p>
          <a:p>
            <a:pPr algn="just"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High proportion of nonpolar C—H bonds causes the molecule to be hydrophobic</a:t>
            </a:r>
          </a:p>
          <a:p>
            <a:pPr algn="just">
              <a:spcBef>
                <a:spcPts val="0"/>
              </a:spcBef>
              <a:spcAft>
                <a:spcPts val="1323"/>
              </a:spcAft>
              <a:buFont typeface="Wingdings" panose="05000000000000000000" pitchFamily="2" charset="2"/>
              <a:buChar char="§"/>
            </a:pPr>
            <a:r>
              <a:rPr lang="en-US" sz="3088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Fats, oils, waxes, and even some vitamins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2513101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1F76-082E-4764-AEC6-AB2DB5EA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1472" y="-109607"/>
            <a:ext cx="1504747" cy="873497"/>
          </a:xfrm>
        </p:spPr>
        <p:txBody>
          <a:bodyPr/>
          <a:lstStyle/>
          <a:p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Lipids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9EB5-3B75-4558-8DC0-57A574B54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1637387"/>
            <a:ext cx="8893788" cy="5796844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3529" b="1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Fats</a:t>
            </a:r>
            <a:endParaRPr lang="en-US" sz="2867" kern="0" dirty="0">
              <a:solidFill>
                <a:srgbClr val="00000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lvl="0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Triglycerides</a:t>
            </a:r>
          </a:p>
          <a:p>
            <a:pPr lvl="1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Composed of 1 glycerol and 3 fatty acids</a:t>
            </a:r>
          </a:p>
          <a:p>
            <a:pPr lvl="0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Fatty acids 	</a:t>
            </a:r>
          </a:p>
          <a:p>
            <a:pPr lvl="1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Need not be identical</a:t>
            </a:r>
          </a:p>
          <a:p>
            <a:pPr lvl="1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Chain length varies</a:t>
            </a:r>
          </a:p>
          <a:p>
            <a:pPr lvl="1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Saturated – no double bonds between carbon atoms</a:t>
            </a:r>
          </a:p>
          <a:p>
            <a:pPr lvl="2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Higher melting point, animal origin</a:t>
            </a:r>
          </a:p>
          <a:p>
            <a:pPr lvl="1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Unsaturated – 1 or more double bonds</a:t>
            </a:r>
          </a:p>
          <a:p>
            <a:pPr lvl="2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Low melting point, plant origin</a:t>
            </a:r>
          </a:p>
          <a:p>
            <a:pPr lvl="1" algn="just" fontAlgn="base">
              <a:lnSpc>
                <a:spcPct val="9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Trans fats produced industrially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251956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1F76-082E-4764-AEC6-AB2DB5EA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1472" y="-109607"/>
            <a:ext cx="1504747" cy="873497"/>
          </a:xfrm>
        </p:spPr>
        <p:txBody>
          <a:bodyPr/>
          <a:lstStyle/>
          <a:p>
            <a:r>
              <a:rPr lang="en-US" sz="3529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Lipids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9EB5-3B75-4558-8DC0-57A574B54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878" y="1637387"/>
            <a:ext cx="8893788" cy="5796844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3529" b="1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Phospholipids</a:t>
            </a:r>
          </a:p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Composed of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Glycerol</a:t>
            </a: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2 fatty acids – nonpolar </a:t>
            </a:r>
            <a:r>
              <a:rPr lang="ja-JP" alt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tails</a:t>
            </a:r>
            <a:r>
              <a:rPr lang="ja-JP" alt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ja-JP" sz="2867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 phosphate group – polar </a:t>
            </a:r>
            <a:r>
              <a:rPr lang="ja-JP" alt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ja-JP" alt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ja-JP" sz="2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6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Form all biological membranes</a:t>
            </a:r>
          </a:p>
          <a:p>
            <a:endParaRPr lang="id-ID" dirty="0"/>
          </a:p>
        </p:txBody>
      </p:sp>
      <p:pic>
        <p:nvPicPr>
          <p:cNvPr id="4" name="Picture 6" descr="rav32223_03_29">
            <a:extLst>
              <a:ext uri="{FF2B5EF4-FFF2-40B4-BE49-F238E27FC236}">
                <a16:creationId xmlns:a16="http://schemas.microsoft.com/office/drawing/2014/main" id="{7F566B12-7865-4568-B8E0-1F772FB0F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3015"/>
          <a:stretch>
            <a:fillRect/>
          </a:stretch>
        </p:blipFill>
        <p:spPr bwMode="auto">
          <a:xfrm>
            <a:off x="6612056" y="4257878"/>
            <a:ext cx="3655610" cy="330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9242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112D-3D62-49A5-A098-9070C1FEB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796205"/>
            <a:ext cx="8973197" cy="5638026"/>
          </a:xfrm>
        </p:spPr>
        <p:txBody>
          <a:bodyPr/>
          <a:lstStyle/>
          <a:p>
            <a:pPr marL="504200" indent="-504200" algn="just">
              <a:buBlip>
                <a:blip r:embed="rId2"/>
              </a:buBlip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Micelles – lipid molecules orient with polar (hydrophilic) head toward water and nonpolar (hydrophobic) tails away from water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7" descr="rav32223_03_30">
            <a:extLst>
              <a:ext uri="{FF2B5EF4-FFF2-40B4-BE49-F238E27FC236}">
                <a16:creationId xmlns:a16="http://schemas.microsoft.com/office/drawing/2014/main" id="{D8826662-737C-4D4C-964D-44E3A06563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6593" b="13344"/>
          <a:stretch/>
        </p:blipFill>
        <p:spPr bwMode="auto">
          <a:xfrm>
            <a:off x="1749000" y="4099060"/>
            <a:ext cx="8064136" cy="2382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347261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112D-3D62-49A5-A098-9070C1FEB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469" y="1796205"/>
            <a:ext cx="8973197" cy="5638026"/>
          </a:xfrm>
        </p:spPr>
        <p:txBody>
          <a:bodyPr/>
          <a:lstStyle/>
          <a:p>
            <a:pPr lvl="0" algn="just" eaLnBrk="0" fontAlgn="base" hangingPunct="0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47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Phospholipid bilayer – more complicated structure where 2 layers form</a:t>
            </a:r>
          </a:p>
          <a:p>
            <a:pPr lvl="1" algn="just" eaLnBrk="0" fontAlgn="base" hangingPunct="0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Hydrophilic heads point outward</a:t>
            </a:r>
          </a:p>
          <a:p>
            <a:pPr lvl="1" algn="just" eaLnBrk="0" fontAlgn="base" hangingPunct="0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Hydrophobic tails point inward toward each other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4" name="Picture 8" descr="rav32223_03_30b">
            <a:extLst>
              <a:ext uri="{FF2B5EF4-FFF2-40B4-BE49-F238E27FC236}">
                <a16:creationId xmlns:a16="http://schemas.microsoft.com/office/drawing/2014/main" id="{FCDEFAE5-4D94-4A4F-84E1-5D0104ED2A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676" t="6149" r="1396" b="11628"/>
          <a:stretch/>
        </p:blipFill>
        <p:spPr bwMode="auto">
          <a:xfrm>
            <a:off x="1514710" y="4019651"/>
            <a:ext cx="8355913" cy="2938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00622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1847494"/>
            <a:ext cx="9154687" cy="3928838"/>
          </a:xfrm>
        </p:spPr>
        <p:txBody>
          <a:bodyPr>
            <a:norm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endParaRPr lang="en-US" sz="2000" dirty="0"/>
          </a:p>
          <a:p>
            <a:endParaRPr lang="en-US" sz="2000" dirty="0"/>
          </a:p>
          <a:p>
            <a:endParaRPr lang="id-ID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A7FAA0-CA95-4687-828E-03EB29DE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796075"/>
            <a:ext cx="9618662" cy="1260475"/>
          </a:xfrm>
        </p:spPr>
        <p:txBody>
          <a:bodyPr/>
          <a:lstStyle/>
          <a:p>
            <a:r>
              <a:rPr lang="en-US" sz="4000" b="1" dirty="0"/>
              <a:t>References</a:t>
            </a:r>
            <a:endParaRPr lang="id-ID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61E77E-DFF7-4654-811E-0AEF2553AFB1}"/>
              </a:ext>
            </a:extLst>
          </p:cNvPr>
          <p:cNvSpPr/>
          <p:nvPr/>
        </p:nvSpPr>
        <p:spPr>
          <a:xfrm>
            <a:off x="1331335" y="2056550"/>
            <a:ext cx="75840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3200" dirty="0"/>
              <a:t>Lisa A. </a:t>
            </a:r>
            <a:r>
              <a:rPr lang="en-HK" sz="3200" dirty="0" err="1"/>
              <a:t>Urry</a:t>
            </a:r>
            <a:r>
              <a:rPr lang="en-HK" sz="3200" dirty="0"/>
              <a:t>, </a:t>
            </a:r>
            <a:r>
              <a:rPr lang="en-HK" sz="3200" dirty="0" err="1"/>
              <a:t>Micheal</a:t>
            </a:r>
            <a:r>
              <a:rPr lang="en-HK" sz="3200" dirty="0"/>
              <a:t> L. Cain, Steven A. Wasserman, Peter V. Min. 2022. Campbell Biology 12th Edition. Pearson</a:t>
            </a:r>
          </a:p>
        </p:txBody>
      </p:sp>
    </p:spTree>
    <p:extLst>
      <p:ext uri="{BB962C8B-B14F-4D97-AF65-F5344CB8AC3E}">
        <p14:creationId xmlns:p14="http://schemas.microsoft.com/office/powerpoint/2010/main" val="25169754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WF_FILE" val="0;\\172.16.3.207\macdata02\DOWNLOAD\Chgnsm04\012110\Raven9e\MHHE_Asset_Collection\Animations, Quizzes and MP4s\Protein Denaturation\Protein_Denaturation.sw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5" ma:contentTypeDescription="Create a new document." ma:contentTypeScope="" ma:versionID="939164fb4ce9d77da8b44cb5205bf59b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63b003db5a72b2282a54ad3b1f995462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Flow_SignoffStatus xmlns="47793baa-3cbb-486e-a055-4d42ce3882d7" xsi:nil="true"/>
    <_dlc_DocId xmlns="9fdf624c-fedc-4f6c-b928-0c7bf4c9e100">J56STF5CZXNR-2061195910-691142</_dlc_DocId>
    <_dlc_DocIdUrl xmlns="9fdf624c-fedc-4f6c-b928-0c7bf4c9e100">
      <Url>https://binusianorg.sharepoint.com/sites/arc/_layouts/15/DocIdRedir.aspx?ID=J56STF5CZXNR-2061195910-691142</Url>
      <Description>J56STF5CZXNR-2061195910-691142</Description>
    </_dlc_DocIdUrl>
  </documentManagement>
</p:properties>
</file>

<file path=customXml/itemProps1.xml><?xml version="1.0" encoding="utf-8"?>
<ds:datastoreItem xmlns:ds="http://schemas.openxmlformats.org/officeDocument/2006/customXml" ds:itemID="{CED985A4-BE78-47BD-93FF-32CA6D846A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361C9D-5A18-4E58-8BA9-7D22F5AD4A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6D8D10-5CE6-45C0-899F-3757B0B7638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F313E50-9F1C-4EB2-8248-D1942A92381A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47793baa-3cbb-486e-a055-4d42ce3882d7"/>
    <ds:schemaRef ds:uri="9fdf624c-fedc-4f6c-b928-0c7bf4c9e10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3386</Words>
  <Application>Microsoft Office PowerPoint</Application>
  <PresentationFormat>Custom</PresentationFormat>
  <Paragraphs>335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Calibri</vt:lpstr>
      <vt:lpstr>Open Sans</vt:lpstr>
      <vt:lpstr>Symbol</vt:lpstr>
      <vt:lpstr>Times New Roman</vt:lpstr>
      <vt:lpstr>Wingdings</vt:lpstr>
      <vt:lpstr>Office Theme</vt:lpstr>
      <vt:lpstr>PowerPoint Presentation</vt:lpstr>
      <vt:lpstr>Introduction Basic Principles of Biology</vt:lpstr>
      <vt:lpstr>Content </vt:lpstr>
      <vt:lpstr>THE SCIENCE OF LIFE </vt:lpstr>
      <vt:lpstr>THE SCIENCE OF LIFE </vt:lpstr>
      <vt:lpstr>THE SCIENCE OF LIFE </vt:lpstr>
      <vt:lpstr>THE SCIENCE OF LIFE </vt:lpstr>
      <vt:lpstr>THE SCIENCE OF LIFE </vt:lpstr>
      <vt:lpstr>THE SCIENCE OF LIFE </vt:lpstr>
      <vt:lpstr>THE SCIENCE OF LIFE </vt:lpstr>
      <vt:lpstr>THE SCIENCE OF LIFE </vt:lpstr>
      <vt:lpstr>THE SCIENCE OF LIFE </vt:lpstr>
      <vt:lpstr>PowerPoint Presentation</vt:lpstr>
      <vt:lpstr>THE NATURE OF SCIENCE </vt:lpstr>
      <vt:lpstr>THE NATURE OF SCIENCE </vt:lpstr>
      <vt:lpstr>INDUCTIVE REASONING: </vt:lpstr>
      <vt:lpstr>AN EXAMPLE OF SCIENTIFIC INQUIRY:  DARWIN AND EVOLUTION </vt:lpstr>
      <vt:lpstr>UNIFYING THEMES IN BIOLOGY </vt:lpstr>
      <vt:lpstr>UNIFYING THEMES IN BIOLOGY </vt:lpstr>
      <vt:lpstr>PowerPoint Presentation</vt:lpstr>
      <vt:lpstr>The Building Blocks of Life</vt:lpstr>
      <vt:lpstr>Content </vt:lpstr>
      <vt:lpstr>Water: A Vital Compound</vt:lpstr>
      <vt:lpstr>Water: A Vital Compound </vt:lpstr>
      <vt:lpstr>Water: A Vital Compound </vt:lpstr>
      <vt:lpstr>Water: A Vital Compound </vt:lpstr>
      <vt:lpstr>Properties of Water </vt:lpstr>
      <vt:lpstr>Properties of Water </vt:lpstr>
      <vt:lpstr>Properties of Water </vt:lpstr>
      <vt:lpstr>Properties of Water </vt:lpstr>
      <vt:lpstr>Properties of Water </vt:lpstr>
      <vt:lpstr>Acid and Bases </vt:lpstr>
      <vt:lpstr>Acid and Bases </vt:lpstr>
      <vt:lpstr>Acid and Bases </vt:lpstr>
      <vt:lpstr>Acid and Bases </vt:lpstr>
      <vt:lpstr>Carbon: The Framework of Biological Molecules </vt:lpstr>
      <vt:lpstr>Carbon: The Framework of Biological Molecules </vt:lpstr>
      <vt:lpstr>Carbon: The Framework of Biological Molecules </vt:lpstr>
      <vt:lpstr>PowerPoint Presentation</vt:lpstr>
      <vt:lpstr>PowerPoint Presentation</vt:lpstr>
      <vt:lpstr>Carbohydrates</vt:lpstr>
      <vt:lpstr>Carbohydrates</vt:lpstr>
      <vt:lpstr>PowerPoint Presentation</vt:lpstr>
      <vt:lpstr>PowerPoint Presentation</vt:lpstr>
      <vt:lpstr>Polysaccharides</vt:lpstr>
      <vt:lpstr>PowerPoint Presentation</vt:lpstr>
      <vt:lpstr>Nucleic acids</vt:lpstr>
      <vt:lpstr>PowerPoint Presentation</vt:lpstr>
      <vt:lpstr>Deoxyribonucleic acid (DNA)</vt:lpstr>
      <vt:lpstr>Ribonucleic acid (RNA)</vt:lpstr>
      <vt:lpstr>Protein </vt:lpstr>
      <vt:lpstr>Protein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Lipids</vt:lpstr>
      <vt:lpstr>Lipids</vt:lpstr>
      <vt:lpstr>Lipids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FABIAN</dc:creator>
  <cp:lastModifiedBy>FABIAN</cp:lastModifiedBy>
  <cp:revision>9</cp:revision>
  <dcterms:created xsi:type="dcterms:W3CDTF">2022-07-03T12:41:11Z</dcterms:created>
  <dcterms:modified xsi:type="dcterms:W3CDTF">2022-12-23T05:17:30Z</dcterms:modified>
</cp:coreProperties>
</file>