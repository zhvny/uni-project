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42"/>
  </p:notesMasterIdLst>
  <p:sldIdLst>
    <p:sldId id="256" r:id="rId6"/>
    <p:sldId id="257" r:id="rId7"/>
    <p:sldId id="274" r:id="rId8"/>
    <p:sldId id="389" r:id="rId9"/>
    <p:sldId id="391" r:id="rId10"/>
    <p:sldId id="390" r:id="rId11"/>
    <p:sldId id="392" r:id="rId12"/>
    <p:sldId id="393" r:id="rId13"/>
    <p:sldId id="397" r:id="rId14"/>
    <p:sldId id="395" r:id="rId15"/>
    <p:sldId id="385" r:id="rId16"/>
    <p:sldId id="398" r:id="rId17"/>
    <p:sldId id="399" r:id="rId18"/>
    <p:sldId id="400" r:id="rId19"/>
    <p:sldId id="401" r:id="rId20"/>
    <p:sldId id="408" r:id="rId21"/>
    <p:sldId id="386" r:id="rId22"/>
    <p:sldId id="403" r:id="rId23"/>
    <p:sldId id="404" r:id="rId24"/>
    <p:sldId id="406" r:id="rId25"/>
    <p:sldId id="405" r:id="rId26"/>
    <p:sldId id="410" r:id="rId27"/>
    <p:sldId id="411" r:id="rId28"/>
    <p:sldId id="407" r:id="rId29"/>
    <p:sldId id="387" r:id="rId30"/>
    <p:sldId id="412" r:id="rId31"/>
    <p:sldId id="413" r:id="rId32"/>
    <p:sldId id="414" r:id="rId33"/>
    <p:sldId id="415" r:id="rId34"/>
    <p:sldId id="416" r:id="rId35"/>
    <p:sldId id="417" r:id="rId36"/>
    <p:sldId id="388" r:id="rId37"/>
    <p:sldId id="419" r:id="rId38"/>
    <p:sldId id="420" r:id="rId39"/>
    <p:sldId id="418" r:id="rId40"/>
    <p:sldId id="384" r:id="rId41"/>
  </p:sldIdLst>
  <p:sldSz cx="10688638" cy="7562850"/>
  <p:notesSz cx="6858000" cy="9144000"/>
  <p:defaultTextStyle>
    <a:defPPr>
      <a:defRPr lang="en-US"/>
    </a:defPPr>
    <a:lvl1pPr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1pPr>
    <a:lvl2pPr marL="520700" indent="-63500"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2pPr>
    <a:lvl3pPr marL="1041400" indent="-127000"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3pPr>
    <a:lvl4pPr marL="1563688" indent="-192088"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4pPr>
    <a:lvl5pPr marL="2084388" indent="-255588"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5pPr>
    <a:lvl6pPr marL="2286000" algn="l" defTabSz="914400" rtl="0" eaLnBrk="1" latinLnBrk="0" hangingPunct="1">
      <a:defRPr sz="2100" kern="1200">
        <a:solidFill>
          <a:schemeClr val="tx1"/>
        </a:solidFill>
        <a:latin typeface="Calibri" pitchFamily="34" charset="0"/>
        <a:ea typeface="MS PGothic" pitchFamily="34" charset="-128"/>
        <a:cs typeface="+mn-cs"/>
      </a:defRPr>
    </a:lvl6pPr>
    <a:lvl7pPr marL="2743200" algn="l" defTabSz="914400" rtl="0" eaLnBrk="1" latinLnBrk="0" hangingPunct="1">
      <a:defRPr sz="2100" kern="1200">
        <a:solidFill>
          <a:schemeClr val="tx1"/>
        </a:solidFill>
        <a:latin typeface="Calibri" pitchFamily="34" charset="0"/>
        <a:ea typeface="MS PGothic" pitchFamily="34" charset="-128"/>
        <a:cs typeface="+mn-cs"/>
      </a:defRPr>
    </a:lvl7pPr>
    <a:lvl8pPr marL="3200400" algn="l" defTabSz="914400" rtl="0" eaLnBrk="1" latinLnBrk="0" hangingPunct="1">
      <a:defRPr sz="2100" kern="1200">
        <a:solidFill>
          <a:schemeClr val="tx1"/>
        </a:solidFill>
        <a:latin typeface="Calibri" pitchFamily="34" charset="0"/>
        <a:ea typeface="MS PGothic" pitchFamily="34" charset="-128"/>
        <a:cs typeface="+mn-cs"/>
      </a:defRPr>
    </a:lvl8pPr>
    <a:lvl9pPr marL="3657600" algn="l" defTabSz="914400" rtl="0" eaLnBrk="1" latinLnBrk="0" hangingPunct="1">
      <a:defRPr sz="2100" kern="1200">
        <a:solidFill>
          <a:schemeClr val="tx1"/>
        </a:solidFill>
        <a:latin typeface="Calibri" pitchFamily="34" charset="0"/>
        <a:ea typeface="MS PGothic" pitchFamily="34" charset="-128"/>
        <a:cs typeface="+mn-cs"/>
      </a:defRPr>
    </a:lvl9pPr>
  </p:defaultTextStyle>
  <p:extLst>
    <p:ext uri="{521415D9-36F7-43E2-AB2F-B90AF26B5E84}">
      <p14:sectionLst xmlns:p14="http://schemas.microsoft.com/office/powerpoint/2010/main">
        <p14:section name="COVER" id="{6D91671F-11EC-43A0-B0B5-6D80C965B915}">
          <p14:sldIdLst>
            <p14:sldId id="256"/>
          </p14:sldIdLst>
        </p14:section>
        <p14:section name="COURSE CONTENT" id="{6162E7E0-B512-4FEF-B619-C9187795397D}">
          <p14:sldIdLst>
            <p14:sldId id="257"/>
            <p14:sldId id="274"/>
            <p14:sldId id="389"/>
            <p14:sldId id="391"/>
            <p14:sldId id="390"/>
            <p14:sldId id="392"/>
            <p14:sldId id="393"/>
            <p14:sldId id="397"/>
            <p14:sldId id="395"/>
            <p14:sldId id="385"/>
            <p14:sldId id="398"/>
            <p14:sldId id="399"/>
            <p14:sldId id="400"/>
            <p14:sldId id="401"/>
            <p14:sldId id="408"/>
            <p14:sldId id="386"/>
            <p14:sldId id="403"/>
            <p14:sldId id="404"/>
            <p14:sldId id="406"/>
            <p14:sldId id="405"/>
            <p14:sldId id="410"/>
            <p14:sldId id="411"/>
            <p14:sldId id="407"/>
            <p14:sldId id="387"/>
            <p14:sldId id="412"/>
            <p14:sldId id="413"/>
            <p14:sldId id="414"/>
            <p14:sldId id="415"/>
            <p14:sldId id="416"/>
            <p14:sldId id="417"/>
            <p14:sldId id="388"/>
            <p14:sldId id="419"/>
            <p14:sldId id="420"/>
            <p14:sldId id="418"/>
          </p14:sldIdLst>
        </p14:section>
        <p14:section name="REFERENCES" id="{11ED6803-A38C-4226-8496-86D05012E7E0}">
          <p14:sldIdLst>
            <p14:sldId id="384"/>
          </p14:sldIdLst>
        </p14:section>
      </p14:sectionLst>
    </p:ext>
    <p:ext uri="{EFAFB233-063F-42B5-8137-9DF3F51BA10A}">
      <p15:sldGuideLst xmlns:p15="http://schemas.microsoft.com/office/powerpoint/2012/main">
        <p15:guide id="1" orient="horz" pos="2382">
          <p15:clr>
            <a:srgbClr val="A4A3A4"/>
          </p15:clr>
        </p15:guide>
        <p15:guide id="2" pos="336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0079B8"/>
    <a:srgbClr val="9465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8670"/>
    <p:restoredTop sz="93484"/>
  </p:normalViewPr>
  <p:slideViewPr>
    <p:cSldViewPr snapToGrid="0" snapToObjects="1">
      <p:cViewPr varScale="1">
        <p:scale>
          <a:sx n="79" d="100"/>
          <a:sy n="79" d="100"/>
        </p:scale>
        <p:origin x="1507" y="86"/>
      </p:cViewPr>
      <p:guideLst>
        <p:guide orient="horz" pos="2382"/>
        <p:guide pos="3367"/>
      </p:guideLst>
    </p:cSldViewPr>
  </p:slid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bian" userId="f46cf8bb-4ec7-4653-94a9-ff26fa22481f" providerId="ADAL" clId="{3E9434DF-82CE-40BF-9468-BE27F932B63B}"/>
    <pc:docChg chg="custSel modSld modMainMaster">
      <pc:chgData name="Fabian" userId="f46cf8bb-4ec7-4653-94a9-ff26fa22481f" providerId="ADAL" clId="{3E9434DF-82CE-40BF-9468-BE27F932B63B}" dt="2022-12-23T05:22:18.169" v="16" actId="478"/>
      <pc:docMkLst>
        <pc:docMk/>
      </pc:docMkLst>
      <pc:sldChg chg="modSp">
        <pc:chgData name="Fabian" userId="f46cf8bb-4ec7-4653-94a9-ff26fa22481f" providerId="ADAL" clId="{3E9434DF-82CE-40BF-9468-BE27F932B63B}" dt="2022-12-23T05:08:57.291" v="9" actId="403"/>
        <pc:sldMkLst>
          <pc:docMk/>
          <pc:sldMk cId="0" sldId="256"/>
        </pc:sldMkLst>
        <pc:spChg chg="mod">
          <ac:chgData name="Fabian" userId="f46cf8bb-4ec7-4653-94a9-ff26fa22481f" providerId="ADAL" clId="{3E9434DF-82CE-40BF-9468-BE27F932B63B}" dt="2022-12-23T05:08:48.855" v="3" actId="20577"/>
          <ac:spMkLst>
            <pc:docMk/>
            <pc:sldMk cId="0" sldId="256"/>
            <ac:spMk id="17" creationId="{CE9AF79D-845E-461B-ADC4-7B9B51F04481}"/>
          </ac:spMkLst>
        </pc:spChg>
        <pc:spChg chg="mod">
          <ac:chgData name="Fabian" userId="f46cf8bb-4ec7-4653-94a9-ff26fa22481f" providerId="ADAL" clId="{3E9434DF-82CE-40BF-9468-BE27F932B63B}" dt="2022-12-23T05:08:57.291" v="9" actId="403"/>
          <ac:spMkLst>
            <pc:docMk/>
            <pc:sldMk cId="0" sldId="256"/>
            <ac:spMk id="18" creationId="{32DB365E-C0A0-4B3F-B6B1-8D39827C09A3}"/>
          </ac:spMkLst>
        </pc:spChg>
      </pc:sldChg>
      <pc:sldMasterChg chg="modSldLayout">
        <pc:chgData name="Fabian" userId="f46cf8bb-4ec7-4653-94a9-ff26fa22481f" providerId="ADAL" clId="{3E9434DF-82CE-40BF-9468-BE27F932B63B}" dt="2022-12-23T05:22:18.169" v="16" actId="478"/>
        <pc:sldMasterMkLst>
          <pc:docMk/>
          <pc:sldMasterMk cId="0" sldId="2147483648"/>
        </pc:sldMasterMkLst>
        <pc:sldLayoutChg chg="delSp">
          <pc:chgData name="Fabian" userId="f46cf8bb-4ec7-4653-94a9-ff26fa22481f" providerId="ADAL" clId="{3E9434DF-82CE-40BF-9468-BE27F932B63B}" dt="2022-12-23T05:22:09.694" v="10" actId="478"/>
          <pc:sldLayoutMkLst>
            <pc:docMk/>
            <pc:sldMasterMk cId="0" sldId="2147483648"/>
            <pc:sldLayoutMk cId="0" sldId="2147483649"/>
          </pc:sldLayoutMkLst>
          <pc:picChg chg="del">
            <ac:chgData name="Fabian" userId="f46cf8bb-4ec7-4653-94a9-ff26fa22481f" providerId="ADAL" clId="{3E9434DF-82CE-40BF-9468-BE27F932B63B}" dt="2022-12-23T05:22:09.694" v="10" actId="478"/>
            <ac:picMkLst>
              <pc:docMk/>
              <pc:sldMasterMk cId="0" sldId="2147483648"/>
              <pc:sldLayoutMk cId="0" sldId="2147483649"/>
              <ac:picMk id="11" creationId="{0D00FE9A-5B56-CC4A-AE9A-C22895A4A65F}"/>
            </ac:picMkLst>
          </pc:picChg>
        </pc:sldLayoutChg>
        <pc:sldLayoutChg chg="delSp">
          <pc:chgData name="Fabian" userId="f46cf8bb-4ec7-4653-94a9-ff26fa22481f" providerId="ADAL" clId="{3E9434DF-82CE-40BF-9468-BE27F932B63B}" dt="2022-12-23T05:22:10.964" v="11" actId="478"/>
          <pc:sldLayoutMkLst>
            <pc:docMk/>
            <pc:sldMasterMk cId="0" sldId="2147483648"/>
            <pc:sldLayoutMk cId="0" sldId="2147483650"/>
          </pc:sldLayoutMkLst>
          <pc:picChg chg="del">
            <ac:chgData name="Fabian" userId="f46cf8bb-4ec7-4653-94a9-ff26fa22481f" providerId="ADAL" clId="{3E9434DF-82CE-40BF-9468-BE27F932B63B}" dt="2022-12-23T05:22:10.964" v="11" actId="478"/>
            <ac:picMkLst>
              <pc:docMk/>
              <pc:sldMasterMk cId="0" sldId="2147483648"/>
              <pc:sldLayoutMk cId="0" sldId="2147483650"/>
              <ac:picMk id="11" creationId="{B629EBDB-E5DA-C246-981F-4C19F8FC4578}"/>
            </ac:picMkLst>
          </pc:picChg>
        </pc:sldLayoutChg>
        <pc:sldLayoutChg chg="delSp">
          <pc:chgData name="Fabian" userId="f46cf8bb-4ec7-4653-94a9-ff26fa22481f" providerId="ADAL" clId="{3E9434DF-82CE-40BF-9468-BE27F932B63B}" dt="2022-12-23T05:22:12.322" v="12" actId="478"/>
          <pc:sldLayoutMkLst>
            <pc:docMk/>
            <pc:sldMasterMk cId="0" sldId="2147483648"/>
            <pc:sldLayoutMk cId="0" sldId="2147483651"/>
          </pc:sldLayoutMkLst>
          <pc:picChg chg="del">
            <ac:chgData name="Fabian" userId="f46cf8bb-4ec7-4653-94a9-ff26fa22481f" providerId="ADAL" clId="{3E9434DF-82CE-40BF-9468-BE27F932B63B}" dt="2022-12-23T05:22:12.322" v="12" actId="478"/>
            <ac:picMkLst>
              <pc:docMk/>
              <pc:sldMasterMk cId="0" sldId="2147483648"/>
              <pc:sldLayoutMk cId="0" sldId="2147483651"/>
              <ac:picMk id="7" creationId="{EB33BA03-3A39-B849-9650-5243CD565A8A}"/>
            </ac:picMkLst>
          </pc:picChg>
        </pc:sldLayoutChg>
        <pc:sldLayoutChg chg="delSp">
          <pc:chgData name="Fabian" userId="f46cf8bb-4ec7-4653-94a9-ff26fa22481f" providerId="ADAL" clId="{3E9434DF-82CE-40BF-9468-BE27F932B63B}" dt="2022-12-23T05:22:14.059" v="13" actId="478"/>
          <pc:sldLayoutMkLst>
            <pc:docMk/>
            <pc:sldMasterMk cId="0" sldId="2147483648"/>
            <pc:sldLayoutMk cId="0" sldId="2147483652"/>
          </pc:sldLayoutMkLst>
          <pc:picChg chg="del">
            <ac:chgData name="Fabian" userId="f46cf8bb-4ec7-4653-94a9-ff26fa22481f" providerId="ADAL" clId="{3E9434DF-82CE-40BF-9468-BE27F932B63B}" dt="2022-12-23T05:22:14.059" v="13" actId="478"/>
            <ac:picMkLst>
              <pc:docMk/>
              <pc:sldMasterMk cId="0" sldId="2147483648"/>
              <pc:sldLayoutMk cId="0" sldId="2147483652"/>
              <ac:picMk id="12" creationId="{3DC9F73C-0878-E542-8513-409788190553}"/>
            </ac:picMkLst>
          </pc:picChg>
        </pc:sldLayoutChg>
        <pc:sldLayoutChg chg="delSp">
          <pc:chgData name="Fabian" userId="f46cf8bb-4ec7-4653-94a9-ff26fa22481f" providerId="ADAL" clId="{3E9434DF-82CE-40BF-9468-BE27F932B63B}" dt="2022-12-23T05:22:15.410" v="14" actId="478"/>
          <pc:sldLayoutMkLst>
            <pc:docMk/>
            <pc:sldMasterMk cId="0" sldId="2147483648"/>
            <pc:sldLayoutMk cId="0" sldId="2147483653"/>
          </pc:sldLayoutMkLst>
          <pc:picChg chg="del">
            <ac:chgData name="Fabian" userId="f46cf8bb-4ec7-4653-94a9-ff26fa22481f" providerId="ADAL" clId="{3E9434DF-82CE-40BF-9468-BE27F932B63B}" dt="2022-12-23T05:22:15.410" v="14" actId="478"/>
            <ac:picMkLst>
              <pc:docMk/>
              <pc:sldMasterMk cId="0" sldId="2147483648"/>
              <pc:sldLayoutMk cId="0" sldId="2147483653"/>
              <ac:picMk id="13" creationId="{07D22DC1-2584-BA45-ADB4-CB64B76C9196}"/>
            </ac:picMkLst>
          </pc:picChg>
        </pc:sldLayoutChg>
        <pc:sldLayoutChg chg="delSp">
          <pc:chgData name="Fabian" userId="f46cf8bb-4ec7-4653-94a9-ff26fa22481f" providerId="ADAL" clId="{3E9434DF-82CE-40BF-9468-BE27F932B63B}" dt="2022-12-23T05:22:16.790" v="15" actId="478"/>
          <pc:sldLayoutMkLst>
            <pc:docMk/>
            <pc:sldMasterMk cId="0" sldId="2147483648"/>
            <pc:sldLayoutMk cId="0" sldId="2147483654"/>
          </pc:sldLayoutMkLst>
          <pc:picChg chg="del">
            <ac:chgData name="Fabian" userId="f46cf8bb-4ec7-4653-94a9-ff26fa22481f" providerId="ADAL" clId="{3E9434DF-82CE-40BF-9468-BE27F932B63B}" dt="2022-12-23T05:22:16.790" v="15" actId="478"/>
            <ac:picMkLst>
              <pc:docMk/>
              <pc:sldMasterMk cId="0" sldId="2147483648"/>
              <pc:sldLayoutMk cId="0" sldId="2147483654"/>
              <ac:picMk id="8" creationId="{1A1711B1-0CB2-3642-B322-BB9057DC06A4}"/>
            </ac:picMkLst>
          </pc:picChg>
        </pc:sldLayoutChg>
        <pc:sldLayoutChg chg="delSp">
          <pc:chgData name="Fabian" userId="f46cf8bb-4ec7-4653-94a9-ff26fa22481f" providerId="ADAL" clId="{3E9434DF-82CE-40BF-9468-BE27F932B63B}" dt="2022-12-23T05:22:18.169" v="16" actId="478"/>
          <pc:sldLayoutMkLst>
            <pc:docMk/>
            <pc:sldMasterMk cId="0" sldId="2147483648"/>
            <pc:sldLayoutMk cId="2188224329" sldId="2147483672"/>
          </pc:sldLayoutMkLst>
          <pc:picChg chg="del">
            <ac:chgData name="Fabian" userId="f46cf8bb-4ec7-4653-94a9-ff26fa22481f" providerId="ADAL" clId="{3E9434DF-82CE-40BF-9468-BE27F932B63B}" dt="2022-12-23T05:22:18.169" v="16" actId="478"/>
            <ac:picMkLst>
              <pc:docMk/>
              <pc:sldMasterMk cId="0" sldId="2147483648"/>
              <pc:sldLayoutMk cId="2188224329" sldId="2147483672"/>
              <ac:picMk id="8" creationId="{1A1711B1-0CB2-3642-B322-BB9057DC06A4}"/>
            </ac:picMkLst>
          </pc:picChg>
        </pc:sldLayoutChg>
      </pc:sldMasterChg>
    </pc:docChg>
  </pc:docChgLst>
  <pc:docChgLst>
    <pc:chgData name="Fabian Surya Pramudya" userId="f46cf8bb-4ec7-4653-94a9-ff26fa22481f" providerId="ADAL" clId="{64305B13-359E-4B95-A0D2-9883CB54BF2C}"/>
    <pc:docChg chg="undo redo custSel addSld delSld modSld sldOrd modMainMaster modSection">
      <pc:chgData name="Fabian Surya Pramudya" userId="f46cf8bb-4ec7-4653-94a9-ff26fa22481f" providerId="ADAL" clId="{64305B13-359E-4B95-A0D2-9883CB54BF2C}" dt="2022-07-10T06:24:17.479" v="443" actId="1076"/>
      <pc:docMkLst>
        <pc:docMk/>
      </pc:docMkLst>
      <pc:sldChg chg="modSp">
        <pc:chgData name="Fabian Surya Pramudya" userId="f46cf8bb-4ec7-4653-94a9-ff26fa22481f" providerId="ADAL" clId="{64305B13-359E-4B95-A0D2-9883CB54BF2C}" dt="2022-07-10T04:38:14.679" v="6"/>
        <pc:sldMkLst>
          <pc:docMk/>
          <pc:sldMk cId="0" sldId="256"/>
        </pc:sldMkLst>
        <pc:spChg chg="mod">
          <ac:chgData name="Fabian Surya Pramudya" userId="f46cf8bb-4ec7-4653-94a9-ff26fa22481f" providerId="ADAL" clId="{64305B13-359E-4B95-A0D2-9883CB54BF2C}" dt="2022-07-10T04:38:14.679" v="6"/>
          <ac:spMkLst>
            <pc:docMk/>
            <pc:sldMk cId="0" sldId="256"/>
            <ac:spMk id="18" creationId="{32DB365E-C0A0-4B3F-B6B1-8D39827C09A3}"/>
          </ac:spMkLst>
        </pc:spChg>
      </pc:sldChg>
      <pc:sldChg chg="modSp">
        <pc:chgData name="Fabian Surya Pramudya" userId="f46cf8bb-4ec7-4653-94a9-ff26fa22481f" providerId="ADAL" clId="{64305B13-359E-4B95-A0D2-9883CB54BF2C}" dt="2022-07-10T06:03:39.556" v="414" actId="6549"/>
        <pc:sldMkLst>
          <pc:docMk/>
          <pc:sldMk cId="3560658300" sldId="257"/>
        </pc:sldMkLst>
        <pc:spChg chg="mod">
          <ac:chgData name="Fabian Surya Pramudya" userId="f46cf8bb-4ec7-4653-94a9-ff26fa22481f" providerId="ADAL" clId="{64305B13-359E-4B95-A0D2-9883CB54BF2C}" dt="2022-07-10T06:03:39.556" v="414" actId="6549"/>
          <ac:spMkLst>
            <pc:docMk/>
            <pc:sldMk cId="3560658300" sldId="257"/>
            <ac:spMk id="3" creationId="{00000000-0000-0000-0000-000000000000}"/>
          </ac:spMkLst>
        </pc:spChg>
      </pc:sldChg>
      <pc:sldChg chg="del">
        <pc:chgData name="Fabian Surya Pramudya" userId="f46cf8bb-4ec7-4653-94a9-ff26fa22481f" providerId="ADAL" clId="{64305B13-359E-4B95-A0D2-9883CB54BF2C}" dt="2022-07-10T05:29:07.133" v="297" actId="2696"/>
        <pc:sldMkLst>
          <pc:docMk/>
          <pc:sldMk cId="926067889" sldId="267"/>
        </pc:sldMkLst>
      </pc:sldChg>
      <pc:sldChg chg="del">
        <pc:chgData name="Fabian Surya Pramudya" userId="f46cf8bb-4ec7-4653-94a9-ff26fa22481f" providerId="ADAL" clId="{64305B13-359E-4B95-A0D2-9883CB54BF2C}" dt="2022-07-10T05:29:07.601" v="298" actId="2696"/>
        <pc:sldMkLst>
          <pc:docMk/>
          <pc:sldMk cId="1743960619" sldId="268"/>
        </pc:sldMkLst>
      </pc:sldChg>
      <pc:sldChg chg="del">
        <pc:chgData name="Fabian Surya Pramudya" userId="f46cf8bb-4ec7-4653-94a9-ff26fa22481f" providerId="ADAL" clId="{64305B13-359E-4B95-A0D2-9883CB54BF2C}" dt="2022-07-10T05:29:08.264" v="299" actId="2696"/>
        <pc:sldMkLst>
          <pc:docMk/>
          <pc:sldMk cId="1818244574" sldId="269"/>
        </pc:sldMkLst>
      </pc:sldChg>
      <pc:sldChg chg="del">
        <pc:chgData name="Fabian Surya Pramudya" userId="f46cf8bb-4ec7-4653-94a9-ff26fa22481f" providerId="ADAL" clId="{64305B13-359E-4B95-A0D2-9883CB54BF2C}" dt="2022-07-10T05:31:42.934" v="331" actId="2696"/>
        <pc:sldMkLst>
          <pc:docMk/>
          <pc:sldMk cId="725621139" sldId="270"/>
        </pc:sldMkLst>
      </pc:sldChg>
      <pc:sldChg chg="modSp add">
        <pc:chgData name="Fabian Surya Pramudya" userId="f46cf8bb-4ec7-4653-94a9-ff26fa22481f" providerId="ADAL" clId="{64305B13-359E-4B95-A0D2-9883CB54BF2C}" dt="2022-07-10T04:56:55.894" v="145" actId="1076"/>
        <pc:sldMkLst>
          <pc:docMk/>
          <pc:sldMk cId="240642466" sldId="271"/>
        </pc:sldMkLst>
        <pc:spChg chg="mod">
          <ac:chgData name="Fabian Surya Pramudya" userId="f46cf8bb-4ec7-4653-94a9-ff26fa22481f" providerId="ADAL" clId="{64305B13-359E-4B95-A0D2-9883CB54BF2C}" dt="2022-07-10T04:56:55.894" v="145" actId="1076"/>
          <ac:spMkLst>
            <pc:docMk/>
            <pc:sldMk cId="240642466" sldId="271"/>
            <ac:spMk id="3" creationId="{468322E5-B2D6-416E-A254-3DBA0BE2A061}"/>
          </ac:spMkLst>
        </pc:spChg>
      </pc:sldChg>
      <pc:sldChg chg="del">
        <pc:chgData name="Fabian Surya Pramudya" userId="f46cf8bb-4ec7-4653-94a9-ff26fa22481f" providerId="ADAL" clId="{64305B13-359E-4B95-A0D2-9883CB54BF2C}" dt="2022-07-10T05:29:05.117" v="296" actId="2696"/>
        <pc:sldMkLst>
          <pc:docMk/>
          <pc:sldMk cId="1855590551" sldId="272"/>
        </pc:sldMkLst>
      </pc:sldChg>
      <pc:sldChg chg="del">
        <pc:chgData name="Fabian Surya Pramudya" userId="f46cf8bb-4ec7-4653-94a9-ff26fa22481f" providerId="ADAL" clId="{64305B13-359E-4B95-A0D2-9883CB54BF2C}" dt="2022-07-10T05:29:03.625" v="295" actId="2696"/>
        <pc:sldMkLst>
          <pc:docMk/>
          <pc:sldMk cId="3792457658" sldId="273"/>
        </pc:sldMkLst>
      </pc:sldChg>
      <pc:sldChg chg="del">
        <pc:chgData name="Fabian Surya Pramudya" userId="f46cf8bb-4ec7-4653-94a9-ff26fa22481f" providerId="ADAL" clId="{64305B13-359E-4B95-A0D2-9883CB54BF2C}" dt="2022-07-10T05:44:12.847" v="358" actId="2696"/>
        <pc:sldMkLst>
          <pc:docMk/>
          <pc:sldMk cId="719793287" sldId="274"/>
        </pc:sldMkLst>
      </pc:sldChg>
      <pc:sldChg chg="add ord">
        <pc:chgData name="Fabian Surya Pramudya" userId="f46cf8bb-4ec7-4653-94a9-ff26fa22481f" providerId="ADAL" clId="{64305B13-359E-4B95-A0D2-9883CB54BF2C}" dt="2022-07-10T06:06:57.130" v="419"/>
        <pc:sldMkLst>
          <pc:docMk/>
          <pc:sldMk cId="3124806157" sldId="274"/>
        </pc:sldMkLst>
      </pc:sldChg>
      <pc:sldChg chg="del">
        <pc:chgData name="Fabian Surya Pramudya" userId="f46cf8bb-4ec7-4653-94a9-ff26fa22481f" providerId="ADAL" clId="{64305B13-359E-4B95-A0D2-9883CB54BF2C}" dt="2022-07-10T05:28:54.722" v="290" actId="2696"/>
        <pc:sldMkLst>
          <pc:docMk/>
          <pc:sldMk cId="1972431647" sldId="275"/>
        </pc:sldMkLst>
      </pc:sldChg>
      <pc:sldChg chg="del">
        <pc:chgData name="Fabian Surya Pramudya" userId="f46cf8bb-4ec7-4653-94a9-ff26fa22481f" providerId="ADAL" clId="{64305B13-359E-4B95-A0D2-9883CB54BF2C}" dt="2022-07-10T04:38:58.668" v="11" actId="2696"/>
        <pc:sldMkLst>
          <pc:docMk/>
          <pc:sldMk cId="652382001" sldId="276"/>
        </pc:sldMkLst>
      </pc:sldChg>
      <pc:sldChg chg="modSp add">
        <pc:chgData name="Fabian Surya Pramudya" userId="f46cf8bb-4ec7-4653-94a9-ff26fa22481f" providerId="ADAL" clId="{64305B13-359E-4B95-A0D2-9883CB54BF2C}" dt="2022-07-10T04:47:51.844" v="19" actId="113"/>
        <pc:sldMkLst>
          <pc:docMk/>
          <pc:sldMk cId="683789328" sldId="276"/>
        </pc:sldMkLst>
        <pc:spChg chg="mod">
          <ac:chgData name="Fabian Surya Pramudya" userId="f46cf8bb-4ec7-4653-94a9-ff26fa22481f" providerId="ADAL" clId="{64305B13-359E-4B95-A0D2-9883CB54BF2C}" dt="2022-07-10T04:47:51.844" v="19" actId="113"/>
          <ac:spMkLst>
            <pc:docMk/>
            <pc:sldMk cId="683789328" sldId="276"/>
            <ac:spMk id="4" creationId="{34C8ACB7-62F4-4DFA-BF4E-F704AD38BEDF}"/>
          </ac:spMkLst>
        </pc:spChg>
      </pc:sldChg>
      <pc:sldChg chg="del">
        <pc:chgData name="Fabian Surya Pramudya" userId="f46cf8bb-4ec7-4653-94a9-ff26fa22481f" providerId="ADAL" clId="{64305B13-359E-4B95-A0D2-9883CB54BF2C}" dt="2022-07-10T04:38:58.664" v="10" actId="2696"/>
        <pc:sldMkLst>
          <pc:docMk/>
          <pc:sldMk cId="6848129" sldId="277"/>
        </pc:sldMkLst>
      </pc:sldChg>
      <pc:sldChg chg="add del">
        <pc:chgData name="Fabian Surya Pramudya" userId="f46cf8bb-4ec7-4653-94a9-ff26fa22481f" providerId="ADAL" clId="{64305B13-359E-4B95-A0D2-9883CB54BF2C}" dt="2022-07-10T04:57:09.635" v="146" actId="2696"/>
        <pc:sldMkLst>
          <pc:docMk/>
          <pc:sldMk cId="3082864698" sldId="277"/>
        </pc:sldMkLst>
      </pc:sldChg>
      <pc:sldChg chg="modSp add ord">
        <pc:chgData name="Fabian Surya Pramudya" userId="f46cf8bb-4ec7-4653-94a9-ff26fa22481f" providerId="ADAL" clId="{64305B13-359E-4B95-A0D2-9883CB54BF2C}" dt="2022-07-10T04:59:09.378" v="179"/>
        <pc:sldMkLst>
          <pc:docMk/>
          <pc:sldMk cId="3440442806" sldId="277"/>
        </pc:sldMkLst>
        <pc:spChg chg="mod">
          <ac:chgData name="Fabian Surya Pramudya" userId="f46cf8bb-4ec7-4653-94a9-ff26fa22481f" providerId="ADAL" clId="{64305B13-359E-4B95-A0D2-9883CB54BF2C}" dt="2022-07-10T04:58:48.937" v="178" actId="20577"/>
          <ac:spMkLst>
            <pc:docMk/>
            <pc:sldMk cId="3440442806" sldId="277"/>
            <ac:spMk id="2" creationId="{00000000-0000-0000-0000-000000000000}"/>
          </ac:spMkLst>
        </pc:spChg>
      </pc:sldChg>
      <pc:sldChg chg="del">
        <pc:chgData name="Fabian Surya Pramudya" userId="f46cf8bb-4ec7-4653-94a9-ff26fa22481f" providerId="ADAL" clId="{64305B13-359E-4B95-A0D2-9883CB54BF2C}" dt="2022-07-10T04:38:58.661" v="9" actId="2696"/>
        <pc:sldMkLst>
          <pc:docMk/>
          <pc:sldMk cId="380393927" sldId="278"/>
        </pc:sldMkLst>
      </pc:sldChg>
      <pc:sldChg chg="add">
        <pc:chgData name="Fabian Surya Pramudya" userId="f46cf8bb-4ec7-4653-94a9-ff26fa22481f" providerId="ADAL" clId="{64305B13-359E-4B95-A0D2-9883CB54BF2C}" dt="2022-07-10T04:39:04.151" v="12"/>
        <pc:sldMkLst>
          <pc:docMk/>
          <pc:sldMk cId="2752398955" sldId="278"/>
        </pc:sldMkLst>
      </pc:sldChg>
      <pc:sldChg chg="add del">
        <pc:chgData name="Fabian Surya Pramudya" userId="f46cf8bb-4ec7-4653-94a9-ff26fa22481f" providerId="ADAL" clId="{64305B13-359E-4B95-A0D2-9883CB54BF2C}" dt="2022-07-10T04:47:44.326" v="18" actId="2696"/>
        <pc:sldMkLst>
          <pc:docMk/>
          <pc:sldMk cId="2504555527" sldId="279"/>
        </pc:sldMkLst>
      </pc:sldChg>
      <pc:sldChg chg="del">
        <pc:chgData name="Fabian Surya Pramudya" userId="f46cf8bb-4ec7-4653-94a9-ff26fa22481f" providerId="ADAL" clId="{64305B13-359E-4B95-A0D2-9883CB54BF2C}" dt="2022-07-10T04:38:58.657" v="8" actId="2696"/>
        <pc:sldMkLst>
          <pc:docMk/>
          <pc:sldMk cId="3227304945" sldId="279"/>
        </pc:sldMkLst>
      </pc:sldChg>
      <pc:sldChg chg="del">
        <pc:chgData name="Fabian Surya Pramudya" userId="f46cf8bb-4ec7-4653-94a9-ff26fa22481f" providerId="ADAL" clId="{64305B13-359E-4B95-A0D2-9883CB54BF2C}" dt="2022-07-10T05:28:57.125" v="292" actId="2696"/>
        <pc:sldMkLst>
          <pc:docMk/>
          <pc:sldMk cId="477361850" sldId="280"/>
        </pc:sldMkLst>
      </pc:sldChg>
      <pc:sldChg chg="del">
        <pc:chgData name="Fabian Surya Pramudya" userId="f46cf8bb-4ec7-4653-94a9-ff26fa22481f" providerId="ADAL" clId="{64305B13-359E-4B95-A0D2-9883CB54BF2C}" dt="2022-07-10T05:28:55.920" v="291" actId="2696"/>
        <pc:sldMkLst>
          <pc:docMk/>
          <pc:sldMk cId="2924175496" sldId="281"/>
        </pc:sldMkLst>
      </pc:sldChg>
      <pc:sldChg chg="del">
        <pc:chgData name="Fabian Surya Pramudya" userId="f46cf8bb-4ec7-4653-94a9-ff26fa22481f" providerId="ADAL" clId="{64305B13-359E-4B95-A0D2-9883CB54BF2C}" dt="2022-07-10T05:28:58.520" v="293" actId="2696"/>
        <pc:sldMkLst>
          <pc:docMk/>
          <pc:sldMk cId="3597124479" sldId="282"/>
        </pc:sldMkLst>
      </pc:sldChg>
      <pc:sldChg chg="del">
        <pc:chgData name="Fabian Surya Pramudya" userId="f46cf8bb-4ec7-4653-94a9-ff26fa22481f" providerId="ADAL" clId="{64305B13-359E-4B95-A0D2-9883CB54BF2C}" dt="2022-07-10T05:28:59.690" v="294" actId="2696"/>
        <pc:sldMkLst>
          <pc:docMk/>
          <pc:sldMk cId="1743787489" sldId="283"/>
        </pc:sldMkLst>
      </pc:sldChg>
      <pc:sldChg chg="addSp delSp modSp add ord">
        <pc:chgData name="Fabian Surya Pramudya" userId="f46cf8bb-4ec7-4653-94a9-ff26fa22481f" providerId="ADAL" clId="{64305B13-359E-4B95-A0D2-9883CB54BF2C}" dt="2022-07-10T04:51:27.551" v="53" actId="478"/>
        <pc:sldMkLst>
          <pc:docMk/>
          <pc:sldMk cId="3494511364" sldId="284"/>
        </pc:sldMkLst>
        <pc:spChg chg="add del mod">
          <ac:chgData name="Fabian Surya Pramudya" userId="f46cf8bb-4ec7-4653-94a9-ff26fa22481f" providerId="ADAL" clId="{64305B13-359E-4B95-A0D2-9883CB54BF2C}" dt="2022-07-10T04:49:45.110" v="33" actId="478"/>
          <ac:spMkLst>
            <pc:docMk/>
            <pc:sldMk cId="3494511364" sldId="284"/>
            <ac:spMk id="2" creationId="{3F44EAE5-B049-4C3C-A85E-A114EC2185BB}"/>
          </ac:spMkLst>
        </pc:spChg>
        <pc:spChg chg="add del mod">
          <ac:chgData name="Fabian Surya Pramudya" userId="f46cf8bb-4ec7-4653-94a9-ff26fa22481f" providerId="ADAL" clId="{64305B13-359E-4B95-A0D2-9883CB54BF2C}" dt="2022-07-10T04:49:40.516" v="31" actId="478"/>
          <ac:spMkLst>
            <pc:docMk/>
            <pc:sldMk cId="3494511364" sldId="284"/>
            <ac:spMk id="5" creationId="{17534ACA-84AB-4F49-80CC-E3A3AC9F0FFC}"/>
          </ac:spMkLst>
        </pc:spChg>
        <pc:spChg chg="add del">
          <ac:chgData name="Fabian Surya Pramudya" userId="f46cf8bb-4ec7-4653-94a9-ff26fa22481f" providerId="ADAL" clId="{64305B13-359E-4B95-A0D2-9883CB54BF2C}" dt="2022-07-10T04:49:39.636" v="30"/>
          <ac:spMkLst>
            <pc:docMk/>
            <pc:sldMk cId="3494511364" sldId="284"/>
            <ac:spMk id="6" creationId="{9AF340EE-A7EE-4F48-83E1-333FB47C6544}"/>
          </ac:spMkLst>
        </pc:spChg>
        <pc:spChg chg="add del mod">
          <ac:chgData name="Fabian Surya Pramudya" userId="f46cf8bb-4ec7-4653-94a9-ff26fa22481f" providerId="ADAL" clId="{64305B13-359E-4B95-A0D2-9883CB54BF2C}" dt="2022-07-10T04:50:14.994" v="47" actId="478"/>
          <ac:spMkLst>
            <pc:docMk/>
            <pc:sldMk cId="3494511364" sldId="284"/>
            <ac:spMk id="8" creationId="{BBD86773-01B0-4E99-8F8E-A924181FD978}"/>
          </ac:spMkLst>
        </pc:spChg>
        <pc:spChg chg="add del mod">
          <ac:chgData name="Fabian Surya Pramudya" userId="f46cf8bb-4ec7-4653-94a9-ff26fa22481f" providerId="ADAL" clId="{64305B13-359E-4B95-A0D2-9883CB54BF2C}" dt="2022-07-10T04:49:57.327" v="40"/>
          <ac:spMkLst>
            <pc:docMk/>
            <pc:sldMk cId="3494511364" sldId="284"/>
            <ac:spMk id="9" creationId="{2B54C3A3-7B65-411D-A3DA-67149423DCEE}"/>
          </ac:spMkLst>
        </pc:spChg>
        <pc:spChg chg="add del mod">
          <ac:chgData name="Fabian Surya Pramudya" userId="f46cf8bb-4ec7-4653-94a9-ff26fa22481f" providerId="ADAL" clId="{64305B13-359E-4B95-A0D2-9883CB54BF2C}" dt="2022-07-10T04:51:27.551" v="53" actId="478"/>
          <ac:spMkLst>
            <pc:docMk/>
            <pc:sldMk cId="3494511364" sldId="284"/>
            <ac:spMk id="11" creationId="{1C855047-B82A-4BF9-9BF5-2B20B0A6FA71}"/>
          </ac:spMkLst>
        </pc:spChg>
        <pc:spChg chg="add">
          <ac:chgData name="Fabian Surya Pramudya" userId="f46cf8bb-4ec7-4653-94a9-ff26fa22481f" providerId="ADAL" clId="{64305B13-359E-4B95-A0D2-9883CB54BF2C}" dt="2022-07-10T04:50:15.399" v="48"/>
          <ac:spMkLst>
            <pc:docMk/>
            <pc:sldMk cId="3494511364" sldId="284"/>
            <ac:spMk id="12" creationId="{E22A422B-C381-4ADC-8C12-4EEC3AFE5331}"/>
          </ac:spMkLst>
        </pc:spChg>
      </pc:sldChg>
      <pc:sldChg chg="addSp delSp modSp add ord">
        <pc:chgData name="Fabian Surya Pramudya" userId="f46cf8bb-4ec7-4653-94a9-ff26fa22481f" providerId="ADAL" clId="{64305B13-359E-4B95-A0D2-9883CB54BF2C}" dt="2022-07-10T05:53:52.525" v="377" actId="478"/>
        <pc:sldMkLst>
          <pc:docMk/>
          <pc:sldMk cId="0" sldId="294"/>
        </pc:sldMkLst>
        <pc:spChg chg="add mod">
          <ac:chgData name="Fabian Surya Pramudya" userId="f46cf8bb-4ec7-4653-94a9-ff26fa22481f" providerId="ADAL" clId="{64305B13-359E-4B95-A0D2-9883CB54BF2C}" dt="2022-07-10T05:53:41.492" v="373" actId="1076"/>
          <ac:spMkLst>
            <pc:docMk/>
            <pc:sldMk cId="0" sldId="294"/>
            <ac:spMk id="31" creationId="{28C14325-0C20-422E-ADD7-88372F0C7521}"/>
          </ac:spMkLst>
        </pc:spChg>
        <pc:spChg chg="mod">
          <ac:chgData name="Fabian Surya Pramudya" userId="f46cf8bb-4ec7-4653-94a9-ff26fa22481f" providerId="ADAL" clId="{64305B13-359E-4B95-A0D2-9883CB54BF2C}" dt="2022-07-10T05:53:38.055" v="371" actId="1076"/>
          <ac:spMkLst>
            <pc:docMk/>
            <pc:sldMk cId="0" sldId="294"/>
            <ac:spMk id="50179"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80"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81"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82"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83"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84"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87"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92"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96"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0"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1"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2"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3"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4"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5"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6" creationId="{00000000-0000-0000-0000-000000000000}"/>
          </ac:spMkLst>
        </pc:spChg>
        <pc:spChg chg="del mod">
          <ac:chgData name="Fabian Surya Pramudya" userId="f46cf8bb-4ec7-4653-94a9-ff26fa22481f" providerId="ADAL" clId="{64305B13-359E-4B95-A0D2-9883CB54BF2C}" dt="2022-07-10T05:53:52.525" v="377" actId="478"/>
          <ac:spMkLst>
            <pc:docMk/>
            <pc:sldMk cId="0" sldId="294"/>
            <ac:spMk id="91166"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0"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1"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3"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4"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5"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6"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8"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9"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700"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702"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703"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704" creationId="{00000000-0000-0000-0000-000000000000}"/>
          </ac:spMkLst>
        </pc:spChg>
      </pc:sldChg>
      <pc:sldChg chg="add ord">
        <pc:chgData name="Fabian Surya Pramudya" userId="f46cf8bb-4ec7-4653-94a9-ff26fa22481f" providerId="ADAL" clId="{64305B13-359E-4B95-A0D2-9883CB54BF2C}" dt="2022-07-10T05:53:12.964" v="367"/>
        <pc:sldMkLst>
          <pc:docMk/>
          <pc:sldMk cId="0" sldId="295"/>
        </pc:sldMkLst>
      </pc:sldChg>
      <pc:sldChg chg="add ord">
        <pc:chgData name="Fabian Surya Pramudya" userId="f46cf8bb-4ec7-4653-94a9-ff26fa22481f" providerId="ADAL" clId="{64305B13-359E-4B95-A0D2-9883CB54BF2C}" dt="2022-07-10T05:53:12.964" v="367"/>
        <pc:sldMkLst>
          <pc:docMk/>
          <pc:sldMk cId="0" sldId="301"/>
        </pc:sldMkLst>
      </pc:sldChg>
      <pc:sldChg chg="modSp add">
        <pc:chgData name="Fabian Surya Pramudya" userId="f46cf8bb-4ec7-4653-94a9-ff26fa22481f" providerId="ADAL" clId="{64305B13-359E-4B95-A0D2-9883CB54BF2C}" dt="2022-07-10T05:27:14.367" v="272" actId="404"/>
        <pc:sldMkLst>
          <pc:docMk/>
          <pc:sldMk cId="2266335927" sldId="303"/>
        </pc:sldMkLst>
        <pc:spChg chg="mod">
          <ac:chgData name="Fabian Surya Pramudya" userId="f46cf8bb-4ec7-4653-94a9-ff26fa22481f" providerId="ADAL" clId="{64305B13-359E-4B95-A0D2-9883CB54BF2C}" dt="2022-07-10T05:27:14.367" v="272" actId="404"/>
          <ac:spMkLst>
            <pc:docMk/>
            <pc:sldMk cId="2266335927" sldId="303"/>
            <ac:spMk id="3" creationId="{45ABB95F-0D35-491B-83F7-4B60313F479C}"/>
          </ac:spMkLst>
        </pc:spChg>
      </pc:sldChg>
      <pc:sldChg chg="addSp delSp modSp add">
        <pc:chgData name="Fabian Surya Pramudya" userId="f46cf8bb-4ec7-4653-94a9-ff26fa22481f" providerId="ADAL" clId="{64305B13-359E-4B95-A0D2-9883CB54BF2C}" dt="2022-07-10T05:28:05.472" v="279" actId="1076"/>
        <pc:sldMkLst>
          <pc:docMk/>
          <pc:sldMk cId="3386296652" sldId="304"/>
        </pc:sldMkLst>
        <pc:spChg chg="del">
          <ac:chgData name="Fabian Surya Pramudya" userId="f46cf8bb-4ec7-4653-94a9-ff26fa22481f" providerId="ADAL" clId="{64305B13-359E-4B95-A0D2-9883CB54BF2C}" dt="2022-07-10T05:27:34.745" v="273" actId="478"/>
          <ac:spMkLst>
            <pc:docMk/>
            <pc:sldMk cId="3386296652" sldId="304"/>
            <ac:spMk id="2" creationId="{6E2C56CF-DB5B-4210-8F25-390D48E4BE29}"/>
          </ac:spMkLst>
        </pc:spChg>
        <pc:spChg chg="mod">
          <ac:chgData name="Fabian Surya Pramudya" userId="f46cf8bb-4ec7-4653-94a9-ff26fa22481f" providerId="ADAL" clId="{64305B13-359E-4B95-A0D2-9883CB54BF2C}" dt="2022-07-10T05:28:05.472" v="279" actId="1076"/>
          <ac:spMkLst>
            <pc:docMk/>
            <pc:sldMk cId="3386296652" sldId="304"/>
            <ac:spMk id="3" creationId="{45ABB95F-0D35-491B-83F7-4B60313F479C}"/>
          </ac:spMkLst>
        </pc:spChg>
        <pc:spChg chg="add mod">
          <ac:chgData name="Fabian Surya Pramudya" userId="f46cf8bb-4ec7-4653-94a9-ff26fa22481f" providerId="ADAL" clId="{64305B13-359E-4B95-A0D2-9883CB54BF2C}" dt="2022-07-10T05:28:03.127" v="278" actId="14100"/>
          <ac:spMkLst>
            <pc:docMk/>
            <pc:sldMk cId="3386296652" sldId="304"/>
            <ac:spMk id="5" creationId="{BE8ADC19-DF60-449B-9AF3-80996A4458CF}"/>
          </ac:spMkLst>
        </pc:spChg>
      </pc:sldChg>
      <pc:sldChg chg="modSp add">
        <pc:chgData name="Fabian Surya Pramudya" userId="f46cf8bb-4ec7-4653-94a9-ff26fa22481f" providerId="ADAL" clId="{64305B13-359E-4B95-A0D2-9883CB54BF2C}" dt="2022-07-10T05:28:16.336" v="280" actId="1076"/>
        <pc:sldMkLst>
          <pc:docMk/>
          <pc:sldMk cId="3609814425" sldId="305"/>
        </pc:sldMkLst>
        <pc:spChg chg="mod">
          <ac:chgData name="Fabian Surya Pramudya" userId="f46cf8bb-4ec7-4653-94a9-ff26fa22481f" providerId="ADAL" clId="{64305B13-359E-4B95-A0D2-9883CB54BF2C}" dt="2022-07-10T05:28:16.336" v="280" actId="1076"/>
          <ac:spMkLst>
            <pc:docMk/>
            <pc:sldMk cId="3609814425" sldId="305"/>
            <ac:spMk id="3" creationId="{45ABB95F-0D35-491B-83F7-4B60313F479C}"/>
          </ac:spMkLst>
        </pc:spChg>
      </pc:sldChg>
      <pc:sldChg chg="modSp add">
        <pc:chgData name="Fabian Surya Pramudya" userId="f46cf8bb-4ec7-4653-94a9-ff26fa22481f" providerId="ADAL" clId="{64305B13-359E-4B95-A0D2-9883CB54BF2C}" dt="2022-07-10T05:30:04.155" v="305" actId="1076"/>
        <pc:sldMkLst>
          <pc:docMk/>
          <pc:sldMk cId="3431159792" sldId="306"/>
        </pc:sldMkLst>
        <pc:spChg chg="mod">
          <ac:chgData name="Fabian Surya Pramudya" userId="f46cf8bb-4ec7-4653-94a9-ff26fa22481f" providerId="ADAL" clId="{64305B13-359E-4B95-A0D2-9883CB54BF2C}" dt="2022-07-10T05:30:04.155" v="305" actId="1076"/>
          <ac:spMkLst>
            <pc:docMk/>
            <pc:sldMk cId="3431159792" sldId="306"/>
            <ac:spMk id="2" creationId="{6E2C56CF-DB5B-4210-8F25-390D48E4BE29}"/>
          </ac:spMkLst>
        </pc:spChg>
        <pc:spChg chg="mod">
          <ac:chgData name="Fabian Surya Pramudya" userId="f46cf8bb-4ec7-4653-94a9-ff26fa22481f" providerId="ADAL" clId="{64305B13-359E-4B95-A0D2-9883CB54BF2C}" dt="2022-07-10T05:29:48.455" v="300" actId="1076"/>
          <ac:spMkLst>
            <pc:docMk/>
            <pc:sldMk cId="3431159792" sldId="306"/>
            <ac:spMk id="3" creationId="{45ABB95F-0D35-491B-83F7-4B60313F479C}"/>
          </ac:spMkLst>
        </pc:spChg>
      </pc:sldChg>
      <pc:sldChg chg="addSp delSp modSp add">
        <pc:chgData name="Fabian Surya Pramudya" userId="f46cf8bb-4ec7-4653-94a9-ff26fa22481f" providerId="ADAL" clId="{64305B13-359E-4B95-A0D2-9883CB54BF2C}" dt="2022-07-10T04:50:08.443" v="46"/>
        <pc:sldMkLst>
          <pc:docMk/>
          <pc:sldMk cId="2257038213" sldId="307"/>
        </pc:sldMkLst>
        <pc:spChg chg="add del mod">
          <ac:chgData name="Fabian Surya Pramudya" userId="f46cf8bb-4ec7-4653-94a9-ff26fa22481f" providerId="ADAL" clId="{64305B13-359E-4B95-A0D2-9883CB54BF2C}" dt="2022-07-10T04:50:08.443" v="46"/>
          <ac:spMkLst>
            <pc:docMk/>
            <pc:sldMk cId="2257038213" sldId="307"/>
            <ac:spMk id="2" creationId="{3F44EAE5-B049-4C3C-A85E-A114EC2185BB}"/>
          </ac:spMkLst>
        </pc:spChg>
        <pc:spChg chg="add del mod">
          <ac:chgData name="Fabian Surya Pramudya" userId="f46cf8bb-4ec7-4653-94a9-ff26fa22481f" providerId="ADAL" clId="{64305B13-359E-4B95-A0D2-9883CB54BF2C}" dt="2022-07-10T04:39:24.195" v="15"/>
          <ac:spMkLst>
            <pc:docMk/>
            <pc:sldMk cId="2257038213" sldId="307"/>
            <ac:spMk id="4" creationId="{9FD1F4D9-AD62-4B08-B37E-9EE665745049}"/>
          </ac:spMkLst>
        </pc:spChg>
        <pc:spChg chg="add del mod">
          <ac:chgData name="Fabian Surya Pramudya" userId="f46cf8bb-4ec7-4653-94a9-ff26fa22481f" providerId="ADAL" clId="{64305B13-359E-4B95-A0D2-9883CB54BF2C}" dt="2022-07-10T04:39:24.195" v="15"/>
          <ac:spMkLst>
            <pc:docMk/>
            <pc:sldMk cId="2257038213" sldId="307"/>
            <ac:spMk id="5" creationId="{5A59F59A-B502-49E3-AC88-20B430A71D01}"/>
          </ac:spMkLst>
        </pc:spChg>
        <pc:spChg chg="add del mod">
          <ac:chgData name="Fabian Surya Pramudya" userId="f46cf8bb-4ec7-4653-94a9-ff26fa22481f" providerId="ADAL" clId="{64305B13-359E-4B95-A0D2-9883CB54BF2C}" dt="2022-07-10T04:39:24.195" v="15"/>
          <ac:spMkLst>
            <pc:docMk/>
            <pc:sldMk cId="2257038213" sldId="307"/>
            <ac:spMk id="6" creationId="{065D4E11-5503-4E85-AC63-9A4EF7C6FFAE}"/>
          </ac:spMkLst>
        </pc:spChg>
        <pc:spChg chg="add del mod">
          <ac:chgData name="Fabian Surya Pramudya" userId="f46cf8bb-4ec7-4653-94a9-ff26fa22481f" providerId="ADAL" clId="{64305B13-359E-4B95-A0D2-9883CB54BF2C}" dt="2022-07-10T04:39:31.583" v="17"/>
          <ac:spMkLst>
            <pc:docMk/>
            <pc:sldMk cId="2257038213" sldId="307"/>
            <ac:spMk id="7" creationId="{3250ED98-622F-45B5-8373-8C2656FF55C2}"/>
          </ac:spMkLst>
        </pc:spChg>
        <pc:spChg chg="add del mod">
          <ac:chgData name="Fabian Surya Pramudya" userId="f46cf8bb-4ec7-4653-94a9-ff26fa22481f" providerId="ADAL" clId="{64305B13-359E-4B95-A0D2-9883CB54BF2C}" dt="2022-07-10T04:48:24.516" v="23"/>
          <ac:spMkLst>
            <pc:docMk/>
            <pc:sldMk cId="2257038213" sldId="307"/>
            <ac:spMk id="8" creationId="{781520F1-3B2F-40B3-8B43-E9AB4E66D6D0}"/>
          </ac:spMkLst>
        </pc:spChg>
      </pc:sldChg>
      <pc:sldChg chg="addSp delSp modSp add">
        <pc:chgData name="Fabian Surya Pramudya" userId="f46cf8bb-4ec7-4653-94a9-ff26fa22481f" providerId="ADAL" clId="{64305B13-359E-4B95-A0D2-9883CB54BF2C}" dt="2022-07-10T04:51:56.908" v="58"/>
        <pc:sldMkLst>
          <pc:docMk/>
          <pc:sldMk cId="117369712" sldId="308"/>
        </pc:sldMkLst>
        <pc:spChg chg="del">
          <ac:chgData name="Fabian Surya Pramudya" userId="f46cf8bb-4ec7-4653-94a9-ff26fa22481f" providerId="ADAL" clId="{64305B13-359E-4B95-A0D2-9883CB54BF2C}" dt="2022-07-10T04:51:54.297" v="56" actId="478"/>
          <ac:spMkLst>
            <pc:docMk/>
            <pc:sldMk cId="117369712" sldId="308"/>
            <ac:spMk id="2" creationId="{3F44EAE5-B049-4C3C-A85E-A114EC2185BB}"/>
          </ac:spMkLst>
        </pc:spChg>
        <pc:spChg chg="add del mod">
          <ac:chgData name="Fabian Surya Pramudya" userId="f46cf8bb-4ec7-4653-94a9-ff26fa22481f" providerId="ADAL" clId="{64305B13-359E-4B95-A0D2-9883CB54BF2C}" dt="2022-07-10T04:51:56.578" v="57" actId="478"/>
          <ac:spMkLst>
            <pc:docMk/>
            <pc:sldMk cId="117369712" sldId="308"/>
            <ac:spMk id="5" creationId="{9D148605-B960-41FA-B46B-77CB01C23080}"/>
          </ac:spMkLst>
        </pc:spChg>
        <pc:spChg chg="add">
          <ac:chgData name="Fabian Surya Pramudya" userId="f46cf8bb-4ec7-4653-94a9-ff26fa22481f" providerId="ADAL" clId="{64305B13-359E-4B95-A0D2-9883CB54BF2C}" dt="2022-07-10T04:51:56.908" v="58"/>
          <ac:spMkLst>
            <pc:docMk/>
            <pc:sldMk cId="117369712" sldId="308"/>
            <ac:spMk id="6" creationId="{8AE18587-4322-4AC6-A11C-381516718F3E}"/>
          </ac:spMkLst>
        </pc:spChg>
      </pc:sldChg>
      <pc:sldChg chg="addSp delSp modSp add">
        <pc:chgData name="Fabian Surya Pramudya" userId="f46cf8bb-4ec7-4653-94a9-ff26fa22481f" providerId="ADAL" clId="{64305B13-359E-4B95-A0D2-9883CB54BF2C}" dt="2022-07-10T04:52:47.523" v="75" actId="1076"/>
        <pc:sldMkLst>
          <pc:docMk/>
          <pc:sldMk cId="1104237105" sldId="309"/>
        </pc:sldMkLst>
        <pc:spChg chg="del">
          <ac:chgData name="Fabian Surya Pramudya" userId="f46cf8bb-4ec7-4653-94a9-ff26fa22481f" providerId="ADAL" clId="{64305B13-359E-4B95-A0D2-9883CB54BF2C}" dt="2022-07-10T04:52:02.832" v="59" actId="478"/>
          <ac:spMkLst>
            <pc:docMk/>
            <pc:sldMk cId="1104237105" sldId="309"/>
            <ac:spMk id="2" creationId="{3F44EAE5-B049-4C3C-A85E-A114EC2185BB}"/>
          </ac:spMkLst>
        </pc:spChg>
        <pc:spChg chg="mod">
          <ac:chgData name="Fabian Surya Pramudya" userId="f46cf8bb-4ec7-4653-94a9-ff26fa22481f" providerId="ADAL" clId="{64305B13-359E-4B95-A0D2-9883CB54BF2C}" dt="2022-07-10T04:52:45.626" v="74" actId="1076"/>
          <ac:spMkLst>
            <pc:docMk/>
            <pc:sldMk cId="1104237105" sldId="309"/>
            <ac:spMk id="3" creationId="{468322E5-B2D6-416E-A254-3DBA0BE2A061}"/>
          </ac:spMkLst>
        </pc:spChg>
        <pc:spChg chg="add del mod">
          <ac:chgData name="Fabian Surya Pramudya" userId="f46cf8bb-4ec7-4653-94a9-ff26fa22481f" providerId="ADAL" clId="{64305B13-359E-4B95-A0D2-9883CB54BF2C}" dt="2022-07-10T04:52:05.592" v="60" actId="478"/>
          <ac:spMkLst>
            <pc:docMk/>
            <pc:sldMk cId="1104237105" sldId="309"/>
            <ac:spMk id="5" creationId="{30A4C1DB-131A-471B-8216-14ED6EF9D70D}"/>
          </ac:spMkLst>
        </pc:spChg>
        <pc:spChg chg="add">
          <ac:chgData name="Fabian Surya Pramudya" userId="f46cf8bb-4ec7-4653-94a9-ff26fa22481f" providerId="ADAL" clId="{64305B13-359E-4B95-A0D2-9883CB54BF2C}" dt="2022-07-10T04:52:05.987" v="61"/>
          <ac:spMkLst>
            <pc:docMk/>
            <pc:sldMk cId="1104237105" sldId="309"/>
            <ac:spMk id="6" creationId="{8C814661-DE3B-43EC-9866-BCB31CDAE924}"/>
          </ac:spMkLst>
        </pc:spChg>
        <pc:picChg chg="add mod">
          <ac:chgData name="Fabian Surya Pramudya" userId="f46cf8bb-4ec7-4653-94a9-ff26fa22481f" providerId="ADAL" clId="{64305B13-359E-4B95-A0D2-9883CB54BF2C}" dt="2022-07-10T04:52:47.523" v="75" actId="1076"/>
          <ac:picMkLst>
            <pc:docMk/>
            <pc:sldMk cId="1104237105" sldId="309"/>
            <ac:picMk id="7" creationId="{66128569-95AC-495A-A9F6-F48250A2AD13}"/>
          </ac:picMkLst>
        </pc:picChg>
      </pc:sldChg>
      <pc:sldChg chg="modSp add">
        <pc:chgData name="Fabian Surya Pramudya" userId="f46cf8bb-4ec7-4653-94a9-ff26fa22481f" providerId="ADAL" clId="{64305B13-359E-4B95-A0D2-9883CB54BF2C}" dt="2022-07-10T04:53:20.243" v="79" actId="1076"/>
        <pc:sldMkLst>
          <pc:docMk/>
          <pc:sldMk cId="510595457" sldId="310"/>
        </pc:sldMkLst>
        <pc:picChg chg="mod">
          <ac:chgData name="Fabian Surya Pramudya" userId="f46cf8bb-4ec7-4653-94a9-ff26fa22481f" providerId="ADAL" clId="{64305B13-359E-4B95-A0D2-9883CB54BF2C}" dt="2022-07-10T04:53:20.243" v="79" actId="1076"/>
          <ac:picMkLst>
            <pc:docMk/>
            <pc:sldMk cId="510595457" sldId="310"/>
            <ac:picMk id="3" creationId="{C53C7FFA-4183-434F-B5D0-73E422696B33}"/>
          </ac:picMkLst>
        </pc:picChg>
      </pc:sldChg>
      <pc:sldChg chg="addSp delSp modSp add">
        <pc:chgData name="Fabian Surya Pramudya" userId="f46cf8bb-4ec7-4653-94a9-ff26fa22481f" providerId="ADAL" clId="{64305B13-359E-4B95-A0D2-9883CB54BF2C}" dt="2022-07-10T04:55:27.917" v="122" actId="14100"/>
        <pc:sldMkLst>
          <pc:docMk/>
          <pc:sldMk cId="4199324649" sldId="311"/>
        </pc:sldMkLst>
        <pc:spChg chg="mod">
          <ac:chgData name="Fabian Surya Pramudya" userId="f46cf8bb-4ec7-4653-94a9-ff26fa22481f" providerId="ADAL" clId="{64305B13-359E-4B95-A0D2-9883CB54BF2C}" dt="2022-07-10T04:55:19.533" v="119" actId="14100"/>
          <ac:spMkLst>
            <pc:docMk/>
            <pc:sldMk cId="4199324649" sldId="311"/>
            <ac:spMk id="3" creationId="{468322E5-B2D6-416E-A254-3DBA0BE2A061}"/>
          </ac:spMkLst>
        </pc:spChg>
        <pc:spChg chg="add del mod">
          <ac:chgData name="Fabian Surya Pramudya" userId="f46cf8bb-4ec7-4653-94a9-ff26fa22481f" providerId="ADAL" clId="{64305B13-359E-4B95-A0D2-9883CB54BF2C}" dt="2022-07-10T04:53:39.158" v="87" actId="1076"/>
          <ac:spMkLst>
            <pc:docMk/>
            <pc:sldMk cId="4199324649" sldId="311"/>
            <ac:spMk id="5" creationId="{16517CA6-DCF4-4ADE-89F4-58A80E0589AA}"/>
          </ac:spMkLst>
        </pc:spChg>
        <pc:picChg chg="add mod">
          <ac:chgData name="Fabian Surya Pramudya" userId="f46cf8bb-4ec7-4653-94a9-ff26fa22481f" providerId="ADAL" clId="{64305B13-359E-4B95-A0D2-9883CB54BF2C}" dt="2022-07-10T04:55:27.917" v="122" actId="14100"/>
          <ac:picMkLst>
            <pc:docMk/>
            <pc:sldMk cId="4199324649" sldId="311"/>
            <ac:picMk id="4" creationId="{A6ADD96C-84A7-4DCD-847D-DF9195CF71C1}"/>
          </ac:picMkLst>
        </pc:picChg>
      </pc:sldChg>
      <pc:sldChg chg="add del">
        <pc:chgData name="Fabian Surya Pramudya" userId="f46cf8bb-4ec7-4653-94a9-ff26fa22481f" providerId="ADAL" clId="{64305B13-359E-4B95-A0D2-9883CB54BF2C}" dt="2022-07-10T04:55:56.514" v="131" actId="2696"/>
        <pc:sldMkLst>
          <pc:docMk/>
          <pc:sldMk cId="1332865665" sldId="312"/>
        </pc:sldMkLst>
      </pc:sldChg>
      <pc:sldChg chg="addSp modSp add">
        <pc:chgData name="Fabian Surya Pramudya" userId="f46cf8bb-4ec7-4653-94a9-ff26fa22481f" providerId="ADAL" clId="{64305B13-359E-4B95-A0D2-9883CB54BF2C}" dt="2022-07-10T04:56:18.049" v="138" actId="1076"/>
        <pc:sldMkLst>
          <pc:docMk/>
          <pc:sldMk cId="2704585203" sldId="313"/>
        </pc:sldMkLst>
        <pc:spChg chg="mod">
          <ac:chgData name="Fabian Surya Pramudya" userId="f46cf8bb-4ec7-4653-94a9-ff26fa22481f" providerId="ADAL" clId="{64305B13-359E-4B95-A0D2-9883CB54BF2C}" dt="2022-07-10T04:56:18.049" v="138" actId="1076"/>
          <ac:spMkLst>
            <pc:docMk/>
            <pc:sldMk cId="2704585203" sldId="313"/>
            <ac:spMk id="3" creationId="{468322E5-B2D6-416E-A254-3DBA0BE2A061}"/>
          </ac:spMkLst>
        </pc:spChg>
        <pc:picChg chg="add">
          <ac:chgData name="Fabian Surya Pramudya" userId="f46cf8bb-4ec7-4653-94a9-ff26fa22481f" providerId="ADAL" clId="{64305B13-359E-4B95-A0D2-9883CB54BF2C}" dt="2022-07-10T04:56:12.943" v="136"/>
          <ac:picMkLst>
            <pc:docMk/>
            <pc:sldMk cId="2704585203" sldId="313"/>
            <ac:picMk id="4" creationId="{7315D61E-7D5B-4511-A0F1-6554675019DD}"/>
          </ac:picMkLst>
        </pc:picChg>
      </pc:sldChg>
      <pc:sldChg chg="modSp add">
        <pc:chgData name="Fabian Surya Pramudya" userId="f46cf8bb-4ec7-4653-94a9-ff26fa22481f" providerId="ADAL" clId="{64305B13-359E-4B95-A0D2-9883CB54BF2C}" dt="2022-07-10T04:56:34.593" v="144" actId="27636"/>
        <pc:sldMkLst>
          <pc:docMk/>
          <pc:sldMk cId="97641865" sldId="314"/>
        </pc:sldMkLst>
        <pc:spChg chg="mod">
          <ac:chgData name="Fabian Surya Pramudya" userId="f46cf8bb-4ec7-4653-94a9-ff26fa22481f" providerId="ADAL" clId="{64305B13-359E-4B95-A0D2-9883CB54BF2C}" dt="2022-07-10T04:56:34.593" v="144" actId="27636"/>
          <ac:spMkLst>
            <pc:docMk/>
            <pc:sldMk cId="97641865" sldId="314"/>
            <ac:spMk id="3" creationId="{468322E5-B2D6-416E-A254-3DBA0BE2A061}"/>
          </ac:spMkLst>
        </pc:spChg>
      </pc:sldChg>
      <pc:sldChg chg="add">
        <pc:chgData name="Fabian Surya Pramudya" userId="f46cf8bb-4ec7-4653-94a9-ff26fa22481f" providerId="ADAL" clId="{64305B13-359E-4B95-A0D2-9883CB54BF2C}" dt="2022-07-10T04:38:02.682" v="0"/>
        <pc:sldMkLst>
          <pc:docMk/>
          <pc:sldMk cId="2881173591" sldId="315"/>
        </pc:sldMkLst>
      </pc:sldChg>
      <pc:sldChg chg="delSp modSp add del">
        <pc:chgData name="Fabian Surya Pramudya" userId="f46cf8bb-4ec7-4653-94a9-ff26fa22481f" providerId="ADAL" clId="{64305B13-359E-4B95-A0D2-9883CB54BF2C}" dt="2022-07-10T04:52:27.681" v="67" actId="2696"/>
        <pc:sldMkLst>
          <pc:docMk/>
          <pc:sldMk cId="721810756" sldId="316"/>
        </pc:sldMkLst>
        <pc:picChg chg="del mod">
          <ac:chgData name="Fabian Surya Pramudya" userId="f46cf8bb-4ec7-4653-94a9-ff26fa22481f" providerId="ADAL" clId="{64305B13-359E-4B95-A0D2-9883CB54BF2C}" dt="2022-07-10T04:52:26.037" v="66"/>
          <ac:picMkLst>
            <pc:docMk/>
            <pc:sldMk cId="721810756" sldId="316"/>
            <ac:picMk id="3" creationId="{17CF4E88-0419-4CC4-881B-FBA4551E317F}"/>
          </ac:picMkLst>
        </pc:picChg>
      </pc:sldChg>
      <pc:sldChg chg="addSp delSp modSp add">
        <pc:chgData name="Fabian Surya Pramudya" userId="f46cf8bb-4ec7-4653-94a9-ff26fa22481f" providerId="ADAL" clId="{64305B13-359E-4B95-A0D2-9883CB54BF2C}" dt="2022-07-10T04:58:42.963" v="177" actId="1076"/>
        <pc:sldMkLst>
          <pc:docMk/>
          <pc:sldMk cId="3974601475" sldId="317"/>
        </pc:sldMkLst>
        <pc:spChg chg="add del mod">
          <ac:chgData name="Fabian Surya Pramudya" userId="f46cf8bb-4ec7-4653-94a9-ff26fa22481f" providerId="ADAL" clId="{64305B13-359E-4B95-A0D2-9883CB54BF2C}" dt="2022-07-10T04:58:35.853" v="175" actId="403"/>
          <ac:spMkLst>
            <pc:docMk/>
            <pc:sldMk cId="3974601475" sldId="317"/>
            <ac:spMk id="2" creationId="{50472ABD-822C-4C86-897D-29B7D35D5DA5}"/>
          </ac:spMkLst>
        </pc:spChg>
        <pc:spChg chg="mod">
          <ac:chgData name="Fabian Surya Pramudya" userId="f46cf8bb-4ec7-4653-94a9-ff26fa22481f" providerId="ADAL" clId="{64305B13-359E-4B95-A0D2-9883CB54BF2C}" dt="2022-07-10T04:58:42.963" v="177" actId="1076"/>
          <ac:spMkLst>
            <pc:docMk/>
            <pc:sldMk cId="3974601475" sldId="317"/>
            <ac:spMk id="3" creationId="{468322E5-B2D6-416E-A254-3DBA0BE2A061}"/>
          </ac:spMkLst>
        </pc:spChg>
        <pc:spChg chg="add del mod">
          <ac:chgData name="Fabian Surya Pramudya" userId="f46cf8bb-4ec7-4653-94a9-ff26fa22481f" providerId="ADAL" clId="{64305B13-359E-4B95-A0D2-9883CB54BF2C}" dt="2022-07-10T04:58:02.155" v="159"/>
          <ac:spMkLst>
            <pc:docMk/>
            <pc:sldMk cId="3974601475" sldId="317"/>
            <ac:spMk id="4" creationId="{4021EE45-66A2-449F-8CCE-0158BC8A50FC}"/>
          </ac:spMkLst>
        </pc:spChg>
        <pc:spChg chg="add del mod">
          <ac:chgData name="Fabian Surya Pramudya" userId="f46cf8bb-4ec7-4653-94a9-ff26fa22481f" providerId="ADAL" clId="{64305B13-359E-4B95-A0D2-9883CB54BF2C}" dt="2022-07-10T04:58:02.155" v="159"/>
          <ac:spMkLst>
            <pc:docMk/>
            <pc:sldMk cId="3974601475" sldId="317"/>
            <ac:spMk id="5" creationId="{445B476C-7871-4DF3-9C1B-DE2C5AAB3E0D}"/>
          </ac:spMkLst>
        </pc:spChg>
      </pc:sldChg>
      <pc:sldChg chg="modSp add">
        <pc:chgData name="Fabian Surya Pramudya" userId="f46cf8bb-4ec7-4653-94a9-ff26fa22481f" providerId="ADAL" clId="{64305B13-359E-4B95-A0D2-9883CB54BF2C}" dt="2022-07-10T06:23:24.928" v="424" actId="1076"/>
        <pc:sldMkLst>
          <pc:docMk/>
          <pc:sldMk cId="0" sldId="318"/>
        </pc:sldMkLst>
        <pc:spChg chg="mod">
          <ac:chgData name="Fabian Surya Pramudya" userId="f46cf8bb-4ec7-4653-94a9-ff26fa22481f" providerId="ADAL" clId="{64305B13-359E-4B95-A0D2-9883CB54BF2C}" dt="2022-07-10T06:23:24.928" v="424" actId="1076"/>
          <ac:spMkLst>
            <pc:docMk/>
            <pc:sldMk cId="0" sldId="318"/>
            <ac:spMk id="91139" creationId="{00000000-0000-0000-0000-000000000000}"/>
          </ac:spMkLst>
        </pc:spChg>
        <pc:spChg chg="mod">
          <ac:chgData name="Fabian Surya Pramudya" userId="f46cf8bb-4ec7-4653-94a9-ff26fa22481f" providerId="ADAL" clId="{64305B13-359E-4B95-A0D2-9883CB54BF2C}" dt="2022-07-10T06:23:23.521" v="423" actId="1076"/>
          <ac:spMkLst>
            <pc:docMk/>
            <pc:sldMk cId="0" sldId="318"/>
            <ac:spMk id="243715" creationId="{00000000-0000-0000-0000-000000000000}"/>
          </ac:spMkLst>
        </pc:spChg>
      </pc:sldChg>
      <pc:sldChg chg="delSp add del">
        <pc:chgData name="Fabian Surya Pramudya" userId="f46cf8bb-4ec7-4653-94a9-ff26fa22481f" providerId="ADAL" clId="{64305B13-359E-4B95-A0D2-9883CB54BF2C}" dt="2022-07-10T04:55:32.063" v="124" actId="2696"/>
        <pc:sldMkLst>
          <pc:docMk/>
          <pc:sldMk cId="3510503143" sldId="318"/>
        </pc:sldMkLst>
        <pc:picChg chg="del">
          <ac:chgData name="Fabian Surya Pramudya" userId="f46cf8bb-4ec7-4653-94a9-ff26fa22481f" providerId="ADAL" clId="{64305B13-359E-4B95-A0D2-9883CB54BF2C}" dt="2022-07-10T04:54:29.003" v="98"/>
          <ac:picMkLst>
            <pc:docMk/>
            <pc:sldMk cId="3510503143" sldId="318"/>
            <ac:picMk id="3" creationId="{E811DE24-DBFE-4343-A1D1-B3BE64973F34}"/>
          </ac:picMkLst>
        </pc:picChg>
      </pc:sldChg>
      <pc:sldChg chg="modSp add">
        <pc:chgData name="Fabian Surya Pramudya" userId="f46cf8bb-4ec7-4653-94a9-ff26fa22481f" providerId="ADAL" clId="{64305B13-359E-4B95-A0D2-9883CB54BF2C}" dt="2022-07-10T06:23:49.782" v="433" actId="1076"/>
        <pc:sldMkLst>
          <pc:docMk/>
          <pc:sldMk cId="0" sldId="319"/>
        </pc:sldMkLst>
        <pc:spChg chg="mod">
          <ac:chgData name="Fabian Surya Pramudya" userId="f46cf8bb-4ec7-4653-94a9-ff26fa22481f" providerId="ADAL" clId="{64305B13-359E-4B95-A0D2-9883CB54BF2C}" dt="2022-07-10T06:23:34.898" v="426" actId="1076"/>
          <ac:spMkLst>
            <pc:docMk/>
            <pc:sldMk cId="0" sldId="319"/>
            <ac:spMk id="92163" creationId="{00000000-0000-0000-0000-000000000000}"/>
          </ac:spMkLst>
        </pc:spChg>
        <pc:spChg chg="mod">
          <ac:chgData name="Fabian Surya Pramudya" userId="f46cf8bb-4ec7-4653-94a9-ff26fa22481f" providerId="ADAL" clId="{64305B13-359E-4B95-A0D2-9883CB54BF2C}" dt="2022-07-10T06:23:41.213" v="429" actId="1076"/>
          <ac:spMkLst>
            <pc:docMk/>
            <pc:sldMk cId="0" sldId="319"/>
            <ac:spMk id="92164" creationId="{00000000-0000-0000-0000-000000000000}"/>
          </ac:spMkLst>
        </pc:spChg>
        <pc:spChg chg="mod">
          <ac:chgData name="Fabian Surya Pramudya" userId="f46cf8bb-4ec7-4653-94a9-ff26fa22481f" providerId="ADAL" clId="{64305B13-359E-4B95-A0D2-9883CB54BF2C}" dt="2022-07-10T06:23:49.782" v="433" actId="1076"/>
          <ac:spMkLst>
            <pc:docMk/>
            <pc:sldMk cId="0" sldId="319"/>
            <ac:spMk id="92169" creationId="{00000000-0000-0000-0000-000000000000}"/>
          </ac:spMkLst>
        </pc:spChg>
        <pc:picChg chg="mod">
          <ac:chgData name="Fabian Surya Pramudya" userId="f46cf8bb-4ec7-4653-94a9-ff26fa22481f" providerId="ADAL" clId="{64305B13-359E-4B95-A0D2-9883CB54BF2C}" dt="2022-07-10T06:23:45.760" v="432" actId="1076"/>
          <ac:picMkLst>
            <pc:docMk/>
            <pc:sldMk cId="0" sldId="319"/>
            <ac:picMk id="2" creationId="{00000000-0000-0000-0000-000000000000}"/>
          </ac:picMkLst>
        </pc:picChg>
        <pc:picChg chg="mod">
          <ac:chgData name="Fabian Surya Pramudya" userId="f46cf8bb-4ec7-4653-94a9-ff26fa22481f" providerId="ADAL" clId="{64305B13-359E-4B95-A0D2-9883CB54BF2C}" dt="2022-07-10T06:23:45.760" v="432" actId="1076"/>
          <ac:picMkLst>
            <pc:docMk/>
            <pc:sldMk cId="0" sldId="319"/>
            <ac:picMk id="3" creationId="{00000000-0000-0000-0000-000000000000}"/>
          </ac:picMkLst>
        </pc:picChg>
        <pc:picChg chg="mod">
          <ac:chgData name="Fabian Surya Pramudya" userId="f46cf8bb-4ec7-4653-94a9-ff26fa22481f" providerId="ADAL" clId="{64305B13-359E-4B95-A0D2-9883CB54BF2C}" dt="2022-07-10T06:23:45.760" v="432" actId="1076"/>
          <ac:picMkLst>
            <pc:docMk/>
            <pc:sldMk cId="0" sldId="319"/>
            <ac:picMk id="4" creationId="{00000000-0000-0000-0000-000000000000}"/>
          </ac:picMkLst>
        </pc:picChg>
        <pc:picChg chg="mod">
          <ac:chgData name="Fabian Surya Pramudya" userId="f46cf8bb-4ec7-4653-94a9-ff26fa22481f" providerId="ADAL" clId="{64305B13-359E-4B95-A0D2-9883CB54BF2C}" dt="2022-07-10T06:23:45.760" v="432" actId="1076"/>
          <ac:picMkLst>
            <pc:docMk/>
            <pc:sldMk cId="0" sldId="319"/>
            <ac:picMk id="5" creationId="{00000000-0000-0000-0000-000000000000}"/>
          </ac:picMkLst>
        </pc:picChg>
      </pc:sldChg>
      <pc:sldChg chg="modSp add del">
        <pc:chgData name="Fabian Surya Pramudya" userId="f46cf8bb-4ec7-4653-94a9-ff26fa22481f" providerId="ADAL" clId="{64305B13-359E-4B95-A0D2-9883CB54BF2C}" dt="2022-07-10T04:55:52.142" v="130" actId="2696"/>
        <pc:sldMkLst>
          <pc:docMk/>
          <pc:sldMk cId="3096510756" sldId="319"/>
        </pc:sldMkLst>
        <pc:spChg chg="mod">
          <ac:chgData name="Fabian Surya Pramudya" userId="f46cf8bb-4ec7-4653-94a9-ff26fa22481f" providerId="ADAL" clId="{64305B13-359E-4B95-A0D2-9883CB54BF2C}" dt="2022-07-10T04:55:43.540" v="128"/>
          <ac:spMkLst>
            <pc:docMk/>
            <pc:sldMk cId="3096510756" sldId="319"/>
            <ac:spMk id="3" creationId="{468322E5-B2D6-416E-A254-3DBA0BE2A061}"/>
          </ac:spMkLst>
        </pc:spChg>
      </pc:sldChg>
      <pc:sldChg chg="modSp add">
        <pc:chgData name="Fabian Surya Pramudya" userId="f46cf8bb-4ec7-4653-94a9-ff26fa22481f" providerId="ADAL" clId="{64305B13-359E-4B95-A0D2-9883CB54BF2C}" dt="2022-07-10T04:59:21.892" v="180" actId="1076"/>
        <pc:sldMkLst>
          <pc:docMk/>
          <pc:sldMk cId="883495976" sldId="320"/>
        </pc:sldMkLst>
        <pc:spChg chg="mod">
          <ac:chgData name="Fabian Surya Pramudya" userId="f46cf8bb-4ec7-4653-94a9-ff26fa22481f" providerId="ADAL" clId="{64305B13-359E-4B95-A0D2-9883CB54BF2C}" dt="2022-07-10T04:59:21.892" v="180" actId="1076"/>
          <ac:spMkLst>
            <pc:docMk/>
            <pc:sldMk cId="883495976" sldId="320"/>
            <ac:spMk id="2" creationId="{4DCEAB44-2C2D-4C4D-8834-053F58879EA4}"/>
          </ac:spMkLst>
        </pc:spChg>
        <pc:picChg chg="mod">
          <ac:chgData name="Fabian Surya Pramudya" userId="f46cf8bb-4ec7-4653-94a9-ff26fa22481f" providerId="ADAL" clId="{64305B13-359E-4B95-A0D2-9883CB54BF2C}" dt="2022-07-10T04:59:21.892" v="180" actId="1076"/>
          <ac:picMkLst>
            <pc:docMk/>
            <pc:sldMk cId="883495976" sldId="320"/>
            <ac:picMk id="5" creationId="{A0A55134-E9DE-475B-88D7-9BB89E4B6CD2}"/>
          </ac:picMkLst>
        </pc:picChg>
      </pc:sldChg>
      <pc:sldChg chg="modSp add">
        <pc:chgData name="Fabian Surya Pramudya" userId="f46cf8bb-4ec7-4653-94a9-ff26fa22481f" providerId="ADAL" clId="{64305B13-359E-4B95-A0D2-9883CB54BF2C}" dt="2022-07-10T05:01:15.468" v="221" actId="1076"/>
        <pc:sldMkLst>
          <pc:docMk/>
          <pc:sldMk cId="12048405" sldId="321"/>
        </pc:sldMkLst>
        <pc:spChg chg="mod">
          <ac:chgData name="Fabian Surya Pramudya" userId="f46cf8bb-4ec7-4653-94a9-ff26fa22481f" providerId="ADAL" clId="{64305B13-359E-4B95-A0D2-9883CB54BF2C}" dt="2022-07-10T05:01:15.468" v="221" actId="1076"/>
          <ac:spMkLst>
            <pc:docMk/>
            <pc:sldMk cId="12048405" sldId="321"/>
            <ac:spMk id="3" creationId="{468322E5-B2D6-416E-A254-3DBA0BE2A061}"/>
          </ac:spMkLst>
        </pc:spChg>
      </pc:sldChg>
      <pc:sldChg chg="modSp add del">
        <pc:chgData name="Fabian Surya Pramudya" userId="f46cf8bb-4ec7-4653-94a9-ff26fa22481f" providerId="ADAL" clId="{64305B13-359E-4B95-A0D2-9883CB54BF2C}" dt="2022-07-10T05:01:36.214" v="226" actId="1076"/>
        <pc:sldMkLst>
          <pc:docMk/>
          <pc:sldMk cId="4052717385" sldId="322"/>
        </pc:sldMkLst>
        <pc:spChg chg="mod">
          <ac:chgData name="Fabian Surya Pramudya" userId="f46cf8bb-4ec7-4653-94a9-ff26fa22481f" providerId="ADAL" clId="{64305B13-359E-4B95-A0D2-9883CB54BF2C}" dt="2022-07-10T05:01:36.214" v="226" actId="1076"/>
          <ac:spMkLst>
            <pc:docMk/>
            <pc:sldMk cId="4052717385" sldId="322"/>
            <ac:spMk id="3" creationId="{468322E5-B2D6-416E-A254-3DBA0BE2A061}"/>
          </ac:spMkLst>
        </pc:spChg>
      </pc:sldChg>
      <pc:sldChg chg="modSp add">
        <pc:chgData name="Fabian Surya Pramudya" userId="f46cf8bb-4ec7-4653-94a9-ff26fa22481f" providerId="ADAL" clId="{64305B13-359E-4B95-A0D2-9883CB54BF2C}" dt="2022-07-10T05:02:17.335" v="242" actId="1035"/>
        <pc:sldMkLst>
          <pc:docMk/>
          <pc:sldMk cId="1278343681" sldId="323"/>
        </pc:sldMkLst>
        <pc:spChg chg="mod">
          <ac:chgData name="Fabian Surya Pramudya" userId="f46cf8bb-4ec7-4653-94a9-ff26fa22481f" providerId="ADAL" clId="{64305B13-359E-4B95-A0D2-9883CB54BF2C}" dt="2022-07-10T05:02:17.335" v="242" actId="1035"/>
          <ac:spMkLst>
            <pc:docMk/>
            <pc:sldMk cId="1278343681" sldId="323"/>
            <ac:spMk id="3" creationId="{468322E5-B2D6-416E-A254-3DBA0BE2A061}"/>
          </ac:spMkLst>
        </pc:spChg>
      </pc:sldChg>
      <pc:sldChg chg="modSp add">
        <pc:chgData name="Fabian Surya Pramudya" userId="f46cf8bb-4ec7-4653-94a9-ff26fa22481f" providerId="ADAL" clId="{64305B13-359E-4B95-A0D2-9883CB54BF2C}" dt="2022-07-10T05:02:29.154" v="243" actId="1076"/>
        <pc:sldMkLst>
          <pc:docMk/>
          <pc:sldMk cId="1054643383" sldId="324"/>
        </pc:sldMkLst>
        <pc:spChg chg="mod">
          <ac:chgData name="Fabian Surya Pramudya" userId="f46cf8bb-4ec7-4653-94a9-ff26fa22481f" providerId="ADAL" clId="{64305B13-359E-4B95-A0D2-9883CB54BF2C}" dt="2022-07-10T05:02:29.154" v="243" actId="1076"/>
          <ac:spMkLst>
            <pc:docMk/>
            <pc:sldMk cId="1054643383" sldId="324"/>
            <ac:spMk id="2" creationId="{822C23B9-F4B3-4930-A628-05CE1374FCF3}"/>
          </ac:spMkLst>
        </pc:spChg>
        <pc:picChg chg="mod">
          <ac:chgData name="Fabian Surya Pramudya" userId="f46cf8bb-4ec7-4653-94a9-ff26fa22481f" providerId="ADAL" clId="{64305B13-359E-4B95-A0D2-9883CB54BF2C}" dt="2022-07-10T05:02:29.154" v="243" actId="1076"/>
          <ac:picMkLst>
            <pc:docMk/>
            <pc:sldMk cId="1054643383" sldId="324"/>
            <ac:picMk id="5" creationId="{E9C7B3F4-3152-4384-9ED8-28EF44F60321}"/>
          </ac:picMkLst>
        </pc:picChg>
      </pc:sldChg>
      <pc:sldChg chg="modSp add">
        <pc:chgData name="Fabian Surya Pramudya" userId="f46cf8bb-4ec7-4653-94a9-ff26fa22481f" providerId="ADAL" clId="{64305B13-359E-4B95-A0D2-9883CB54BF2C}" dt="2022-07-10T05:03:36.467" v="261" actId="20577"/>
        <pc:sldMkLst>
          <pc:docMk/>
          <pc:sldMk cId="3753000902" sldId="325"/>
        </pc:sldMkLst>
        <pc:spChg chg="mod">
          <ac:chgData name="Fabian Surya Pramudya" userId="f46cf8bb-4ec7-4653-94a9-ff26fa22481f" providerId="ADAL" clId="{64305B13-359E-4B95-A0D2-9883CB54BF2C}" dt="2022-07-10T05:03:36.467" v="261" actId="20577"/>
          <ac:spMkLst>
            <pc:docMk/>
            <pc:sldMk cId="3753000902" sldId="325"/>
            <ac:spMk id="3" creationId="{468322E5-B2D6-416E-A254-3DBA0BE2A061}"/>
          </ac:spMkLst>
        </pc:spChg>
      </pc:sldChg>
      <pc:sldChg chg="modSp add">
        <pc:chgData name="Fabian Surya Pramudya" userId="f46cf8bb-4ec7-4653-94a9-ff26fa22481f" providerId="ADAL" clId="{64305B13-359E-4B95-A0D2-9883CB54BF2C}" dt="2022-07-10T05:03:19.471" v="257" actId="403"/>
        <pc:sldMkLst>
          <pc:docMk/>
          <pc:sldMk cId="3146475102" sldId="326"/>
        </pc:sldMkLst>
        <pc:spChg chg="mod">
          <ac:chgData name="Fabian Surya Pramudya" userId="f46cf8bb-4ec7-4653-94a9-ff26fa22481f" providerId="ADAL" clId="{64305B13-359E-4B95-A0D2-9883CB54BF2C}" dt="2022-07-10T05:03:19.471" v="257" actId="403"/>
          <ac:spMkLst>
            <pc:docMk/>
            <pc:sldMk cId="3146475102" sldId="326"/>
            <ac:spMk id="3" creationId="{468322E5-B2D6-416E-A254-3DBA0BE2A061}"/>
          </ac:spMkLst>
        </pc:spChg>
      </pc:sldChg>
      <pc:sldChg chg="add">
        <pc:chgData name="Fabian Surya Pramudya" userId="f46cf8bb-4ec7-4653-94a9-ff26fa22481f" providerId="ADAL" clId="{64305B13-359E-4B95-A0D2-9883CB54BF2C}" dt="2022-07-10T04:38:02.682" v="0"/>
        <pc:sldMkLst>
          <pc:docMk/>
          <pc:sldMk cId="2746594274" sldId="327"/>
        </pc:sldMkLst>
      </pc:sldChg>
      <pc:sldChg chg="modSp add">
        <pc:chgData name="Fabian Surya Pramudya" userId="f46cf8bb-4ec7-4653-94a9-ff26fa22481f" providerId="ADAL" clId="{64305B13-359E-4B95-A0D2-9883CB54BF2C}" dt="2022-07-10T05:03:51.160" v="262" actId="1076"/>
        <pc:sldMkLst>
          <pc:docMk/>
          <pc:sldMk cId="224196436" sldId="328"/>
        </pc:sldMkLst>
        <pc:spChg chg="mod">
          <ac:chgData name="Fabian Surya Pramudya" userId="f46cf8bb-4ec7-4653-94a9-ff26fa22481f" providerId="ADAL" clId="{64305B13-359E-4B95-A0D2-9883CB54BF2C}" dt="2022-07-10T05:03:51.160" v="262" actId="1076"/>
          <ac:spMkLst>
            <pc:docMk/>
            <pc:sldMk cId="224196436" sldId="328"/>
            <ac:spMk id="3" creationId="{468322E5-B2D6-416E-A254-3DBA0BE2A061}"/>
          </ac:spMkLst>
        </pc:spChg>
      </pc:sldChg>
      <pc:sldChg chg="add">
        <pc:chgData name="Fabian Surya Pramudya" userId="f46cf8bb-4ec7-4653-94a9-ff26fa22481f" providerId="ADAL" clId="{64305B13-359E-4B95-A0D2-9883CB54BF2C}" dt="2022-07-10T04:38:02.682" v="0"/>
        <pc:sldMkLst>
          <pc:docMk/>
          <pc:sldMk cId="2250435173" sldId="329"/>
        </pc:sldMkLst>
      </pc:sldChg>
      <pc:sldChg chg="add">
        <pc:chgData name="Fabian Surya Pramudya" userId="f46cf8bb-4ec7-4653-94a9-ff26fa22481f" providerId="ADAL" clId="{64305B13-359E-4B95-A0D2-9883CB54BF2C}" dt="2022-07-10T04:38:02.682" v="0"/>
        <pc:sldMkLst>
          <pc:docMk/>
          <pc:sldMk cId="2606935665" sldId="330"/>
        </pc:sldMkLst>
      </pc:sldChg>
      <pc:sldChg chg="add">
        <pc:chgData name="Fabian Surya Pramudya" userId="f46cf8bb-4ec7-4653-94a9-ff26fa22481f" providerId="ADAL" clId="{64305B13-359E-4B95-A0D2-9883CB54BF2C}" dt="2022-07-10T04:38:02.682" v="0"/>
        <pc:sldMkLst>
          <pc:docMk/>
          <pc:sldMk cId="2721281152" sldId="331"/>
        </pc:sldMkLst>
      </pc:sldChg>
      <pc:sldChg chg="add">
        <pc:chgData name="Fabian Surya Pramudya" userId="f46cf8bb-4ec7-4653-94a9-ff26fa22481f" providerId="ADAL" clId="{64305B13-359E-4B95-A0D2-9883CB54BF2C}" dt="2022-07-10T04:38:02.682" v="0"/>
        <pc:sldMkLst>
          <pc:docMk/>
          <pc:sldMk cId="2109229406" sldId="332"/>
        </pc:sldMkLst>
      </pc:sldChg>
      <pc:sldChg chg="add">
        <pc:chgData name="Fabian Surya Pramudya" userId="f46cf8bb-4ec7-4653-94a9-ff26fa22481f" providerId="ADAL" clId="{64305B13-359E-4B95-A0D2-9883CB54BF2C}" dt="2022-07-10T04:38:02.682" v="0"/>
        <pc:sldMkLst>
          <pc:docMk/>
          <pc:sldMk cId="3221954143" sldId="333"/>
        </pc:sldMkLst>
      </pc:sldChg>
      <pc:sldChg chg="add">
        <pc:chgData name="Fabian Surya Pramudya" userId="f46cf8bb-4ec7-4653-94a9-ff26fa22481f" providerId="ADAL" clId="{64305B13-359E-4B95-A0D2-9883CB54BF2C}" dt="2022-07-10T04:38:02.682" v="0"/>
        <pc:sldMkLst>
          <pc:docMk/>
          <pc:sldMk cId="3864281381" sldId="334"/>
        </pc:sldMkLst>
      </pc:sldChg>
      <pc:sldChg chg="modSp add">
        <pc:chgData name="Fabian Surya Pramudya" userId="f46cf8bb-4ec7-4653-94a9-ff26fa22481f" providerId="ADAL" clId="{64305B13-359E-4B95-A0D2-9883CB54BF2C}" dt="2022-07-10T05:28:35.104" v="284" actId="1076"/>
        <pc:sldMkLst>
          <pc:docMk/>
          <pc:sldMk cId="1876226653" sldId="335"/>
        </pc:sldMkLst>
        <pc:spChg chg="mod">
          <ac:chgData name="Fabian Surya Pramudya" userId="f46cf8bb-4ec7-4653-94a9-ff26fa22481f" providerId="ADAL" clId="{64305B13-359E-4B95-A0D2-9883CB54BF2C}" dt="2022-07-10T05:28:32.670" v="283" actId="1076"/>
          <ac:spMkLst>
            <pc:docMk/>
            <pc:sldMk cId="1876226653" sldId="335"/>
            <ac:spMk id="3" creationId="{BFD6886E-0CAC-4F30-85A5-003144B3088F}"/>
          </ac:spMkLst>
        </pc:spChg>
        <pc:picChg chg="mod">
          <ac:chgData name="Fabian Surya Pramudya" userId="f46cf8bb-4ec7-4653-94a9-ff26fa22481f" providerId="ADAL" clId="{64305B13-359E-4B95-A0D2-9883CB54BF2C}" dt="2022-07-10T05:28:35.104" v="284" actId="1076"/>
          <ac:picMkLst>
            <pc:docMk/>
            <pc:sldMk cId="1876226653" sldId="335"/>
            <ac:picMk id="4" creationId="{999CA00F-CA4E-4F95-9AB2-0B57381C13A5}"/>
          </ac:picMkLst>
        </pc:picChg>
      </pc:sldChg>
      <pc:sldChg chg="modSp add">
        <pc:chgData name="Fabian Surya Pramudya" userId="f46cf8bb-4ec7-4653-94a9-ff26fa22481f" providerId="ADAL" clId="{64305B13-359E-4B95-A0D2-9883CB54BF2C}" dt="2022-07-10T05:30:32.957" v="315" actId="1076"/>
        <pc:sldMkLst>
          <pc:docMk/>
          <pc:sldMk cId="164870401" sldId="336"/>
        </pc:sldMkLst>
        <pc:spChg chg="mod">
          <ac:chgData name="Fabian Surya Pramudya" userId="f46cf8bb-4ec7-4653-94a9-ff26fa22481f" providerId="ADAL" clId="{64305B13-359E-4B95-A0D2-9883CB54BF2C}" dt="2022-07-10T05:30:18" v="311" actId="1076"/>
          <ac:spMkLst>
            <pc:docMk/>
            <pc:sldMk cId="164870401" sldId="336"/>
            <ac:spMk id="2" creationId="{6E2C56CF-DB5B-4210-8F25-390D48E4BE29}"/>
          </ac:spMkLst>
        </pc:spChg>
        <pc:spChg chg="mod">
          <ac:chgData name="Fabian Surya Pramudya" userId="f46cf8bb-4ec7-4653-94a9-ff26fa22481f" providerId="ADAL" clId="{64305B13-359E-4B95-A0D2-9883CB54BF2C}" dt="2022-07-10T05:30:32.957" v="315" actId="1076"/>
          <ac:spMkLst>
            <pc:docMk/>
            <pc:sldMk cId="164870401" sldId="336"/>
            <ac:spMk id="3" creationId="{45ABB95F-0D35-491B-83F7-4B60313F479C}"/>
          </ac:spMkLst>
        </pc:spChg>
      </pc:sldChg>
      <pc:sldChg chg="modSp add">
        <pc:chgData name="Fabian Surya Pramudya" userId="f46cf8bb-4ec7-4653-94a9-ff26fa22481f" providerId="ADAL" clId="{64305B13-359E-4B95-A0D2-9883CB54BF2C}" dt="2022-07-10T05:30:48.951" v="322" actId="1076"/>
        <pc:sldMkLst>
          <pc:docMk/>
          <pc:sldMk cId="3088477552" sldId="337"/>
        </pc:sldMkLst>
        <pc:spChg chg="mod">
          <ac:chgData name="Fabian Surya Pramudya" userId="f46cf8bb-4ec7-4653-94a9-ff26fa22481f" providerId="ADAL" clId="{64305B13-359E-4B95-A0D2-9883CB54BF2C}" dt="2022-07-10T05:30:46.215" v="321" actId="1076"/>
          <ac:spMkLst>
            <pc:docMk/>
            <pc:sldMk cId="3088477552" sldId="337"/>
            <ac:spMk id="2" creationId="{6E2C56CF-DB5B-4210-8F25-390D48E4BE29}"/>
          </ac:spMkLst>
        </pc:spChg>
        <pc:spChg chg="mod">
          <ac:chgData name="Fabian Surya Pramudya" userId="f46cf8bb-4ec7-4653-94a9-ff26fa22481f" providerId="ADAL" clId="{64305B13-359E-4B95-A0D2-9883CB54BF2C}" dt="2022-07-10T05:30:48.951" v="322" actId="1076"/>
          <ac:spMkLst>
            <pc:docMk/>
            <pc:sldMk cId="3088477552" sldId="337"/>
            <ac:spMk id="3" creationId="{45ABB95F-0D35-491B-83F7-4B60313F479C}"/>
          </ac:spMkLst>
        </pc:spChg>
      </pc:sldChg>
      <pc:sldChg chg="add del">
        <pc:chgData name="Fabian Surya Pramudya" userId="f46cf8bb-4ec7-4653-94a9-ff26fa22481f" providerId="ADAL" clId="{64305B13-359E-4B95-A0D2-9883CB54BF2C}" dt="2022-07-10T05:32:01.670" v="332" actId="2696"/>
        <pc:sldMkLst>
          <pc:docMk/>
          <pc:sldMk cId="612830102" sldId="338"/>
        </pc:sldMkLst>
      </pc:sldChg>
      <pc:sldChg chg="modSp add del">
        <pc:chgData name="Fabian Surya Pramudya" userId="f46cf8bb-4ec7-4653-94a9-ff26fa22481f" providerId="ADAL" clId="{64305B13-359E-4B95-A0D2-9883CB54BF2C}" dt="2022-07-10T05:32:01.716" v="333" actId="2696"/>
        <pc:sldMkLst>
          <pc:docMk/>
          <pc:sldMk cId="3333870772" sldId="339"/>
        </pc:sldMkLst>
        <pc:spChg chg="mod">
          <ac:chgData name="Fabian Surya Pramudya" userId="f46cf8bb-4ec7-4653-94a9-ff26fa22481f" providerId="ADAL" clId="{64305B13-359E-4B95-A0D2-9883CB54BF2C}" dt="2022-07-10T04:38:03.326" v="3" actId="27636"/>
          <ac:spMkLst>
            <pc:docMk/>
            <pc:sldMk cId="3333870772" sldId="339"/>
            <ac:spMk id="3" creationId="{45ABB95F-0D35-491B-83F7-4B60313F479C}"/>
          </ac:spMkLst>
        </pc:spChg>
      </pc:sldChg>
      <pc:sldChg chg="add del">
        <pc:chgData name="Fabian Surya Pramudya" userId="f46cf8bb-4ec7-4653-94a9-ff26fa22481f" providerId="ADAL" clId="{64305B13-359E-4B95-A0D2-9883CB54BF2C}" dt="2022-07-10T05:32:01.740" v="334" actId="2696"/>
        <pc:sldMkLst>
          <pc:docMk/>
          <pc:sldMk cId="1985393090" sldId="340"/>
        </pc:sldMkLst>
      </pc:sldChg>
      <pc:sldChg chg="add del">
        <pc:chgData name="Fabian Surya Pramudya" userId="f46cf8bb-4ec7-4653-94a9-ff26fa22481f" providerId="ADAL" clId="{64305B13-359E-4B95-A0D2-9883CB54BF2C}" dt="2022-07-10T05:32:01.777" v="335" actId="2696"/>
        <pc:sldMkLst>
          <pc:docMk/>
          <pc:sldMk cId="2390187664" sldId="341"/>
        </pc:sldMkLst>
      </pc:sldChg>
      <pc:sldChg chg="add del">
        <pc:chgData name="Fabian Surya Pramudya" userId="f46cf8bb-4ec7-4653-94a9-ff26fa22481f" providerId="ADAL" clId="{64305B13-359E-4B95-A0D2-9883CB54BF2C}" dt="2022-07-10T05:32:01.793" v="336" actId="2696"/>
        <pc:sldMkLst>
          <pc:docMk/>
          <pc:sldMk cId="2655584113" sldId="342"/>
        </pc:sldMkLst>
      </pc:sldChg>
      <pc:sldChg chg="add del">
        <pc:chgData name="Fabian Surya Pramudya" userId="f46cf8bb-4ec7-4653-94a9-ff26fa22481f" providerId="ADAL" clId="{64305B13-359E-4B95-A0D2-9883CB54BF2C}" dt="2022-07-10T05:32:01.811" v="338" actId="2696"/>
        <pc:sldMkLst>
          <pc:docMk/>
          <pc:sldMk cId="2286397912" sldId="343"/>
        </pc:sldMkLst>
      </pc:sldChg>
      <pc:sldChg chg="add del">
        <pc:chgData name="Fabian Surya Pramudya" userId="f46cf8bb-4ec7-4653-94a9-ff26fa22481f" providerId="ADAL" clId="{64305B13-359E-4B95-A0D2-9883CB54BF2C}" dt="2022-07-10T05:32:01.856" v="340" actId="2696"/>
        <pc:sldMkLst>
          <pc:docMk/>
          <pc:sldMk cId="1127669913" sldId="344"/>
        </pc:sldMkLst>
      </pc:sldChg>
      <pc:sldChg chg="add del">
        <pc:chgData name="Fabian Surya Pramudya" userId="f46cf8bb-4ec7-4653-94a9-ff26fa22481f" providerId="ADAL" clId="{64305B13-359E-4B95-A0D2-9883CB54BF2C}" dt="2022-07-10T05:32:01.891" v="341" actId="2696"/>
        <pc:sldMkLst>
          <pc:docMk/>
          <pc:sldMk cId="866791080" sldId="345"/>
        </pc:sldMkLst>
      </pc:sldChg>
      <pc:sldChg chg="addSp delSp modSp add del">
        <pc:chgData name="Fabian Surya Pramudya" userId="f46cf8bb-4ec7-4653-94a9-ff26fa22481f" providerId="ADAL" clId="{64305B13-359E-4B95-A0D2-9883CB54BF2C}" dt="2022-07-10T04:55:31.437" v="123" actId="2696"/>
        <pc:sldMkLst>
          <pc:docMk/>
          <pc:sldMk cId="1254447840" sldId="346"/>
        </pc:sldMkLst>
        <pc:spChg chg="mod">
          <ac:chgData name="Fabian Surya Pramudya" userId="f46cf8bb-4ec7-4653-94a9-ff26fa22481f" providerId="ADAL" clId="{64305B13-359E-4B95-A0D2-9883CB54BF2C}" dt="2022-07-10T04:55:01.286" v="112"/>
          <ac:spMkLst>
            <pc:docMk/>
            <pc:sldMk cId="1254447840" sldId="346"/>
            <ac:spMk id="3" creationId="{468322E5-B2D6-416E-A254-3DBA0BE2A061}"/>
          </ac:spMkLst>
        </pc:spChg>
        <pc:picChg chg="add del mod">
          <ac:chgData name="Fabian Surya Pramudya" userId="f46cf8bb-4ec7-4653-94a9-ff26fa22481f" providerId="ADAL" clId="{64305B13-359E-4B95-A0D2-9883CB54BF2C}" dt="2022-07-10T04:55:11.743" v="117"/>
          <ac:picMkLst>
            <pc:docMk/>
            <pc:sldMk cId="1254447840" sldId="346"/>
            <ac:picMk id="4" creationId="{993BBF45-4C4A-42D7-B2AE-9E359E3137ED}"/>
          </ac:picMkLst>
        </pc:picChg>
      </pc:sldChg>
      <pc:sldChg chg="modSp add">
        <pc:chgData name="Fabian Surya Pramudya" userId="f46cf8bb-4ec7-4653-94a9-ff26fa22481f" providerId="ADAL" clId="{64305B13-359E-4B95-A0D2-9883CB54BF2C}" dt="2022-07-10T04:55:47.252" v="129"/>
        <pc:sldMkLst>
          <pc:docMk/>
          <pc:sldMk cId="3353003660" sldId="346"/>
        </pc:sldMkLst>
        <pc:spChg chg="mod">
          <ac:chgData name="Fabian Surya Pramudya" userId="f46cf8bb-4ec7-4653-94a9-ff26fa22481f" providerId="ADAL" clId="{64305B13-359E-4B95-A0D2-9883CB54BF2C}" dt="2022-07-10T04:55:47.252" v="129"/>
          <ac:spMkLst>
            <pc:docMk/>
            <pc:sldMk cId="3353003660" sldId="346"/>
            <ac:spMk id="3" creationId="{468322E5-B2D6-416E-A254-3DBA0BE2A061}"/>
          </ac:spMkLst>
        </pc:spChg>
      </pc:sldChg>
      <pc:sldChg chg="modSp add del">
        <pc:chgData name="Fabian Surya Pramudya" userId="f46cf8bb-4ec7-4653-94a9-ff26fa22481f" providerId="ADAL" clId="{64305B13-359E-4B95-A0D2-9883CB54BF2C}" dt="2022-07-10T05:00:45.980" v="209"/>
        <pc:sldMkLst>
          <pc:docMk/>
          <pc:sldMk cId="1177078413" sldId="347"/>
        </pc:sldMkLst>
        <pc:spChg chg="mod">
          <ac:chgData name="Fabian Surya Pramudya" userId="f46cf8bb-4ec7-4653-94a9-ff26fa22481f" providerId="ADAL" clId="{64305B13-359E-4B95-A0D2-9883CB54BF2C}" dt="2022-07-10T05:00:44.480" v="207"/>
          <ac:spMkLst>
            <pc:docMk/>
            <pc:sldMk cId="1177078413" sldId="347"/>
            <ac:spMk id="2" creationId="{50472ABD-822C-4C86-897D-29B7D35D5DA5}"/>
          </ac:spMkLst>
        </pc:spChg>
        <pc:spChg chg="mod">
          <ac:chgData name="Fabian Surya Pramudya" userId="f46cf8bb-4ec7-4653-94a9-ff26fa22481f" providerId="ADAL" clId="{64305B13-359E-4B95-A0D2-9883CB54BF2C}" dt="2022-07-10T05:00:45.162" v="208" actId="5793"/>
          <ac:spMkLst>
            <pc:docMk/>
            <pc:sldMk cId="1177078413" sldId="347"/>
            <ac:spMk id="3" creationId="{468322E5-B2D6-416E-A254-3DBA0BE2A061}"/>
          </ac:spMkLst>
        </pc:spChg>
      </pc:sldChg>
      <pc:sldChg chg="modSp add">
        <pc:chgData name="Fabian Surya Pramudya" userId="f46cf8bb-4ec7-4653-94a9-ff26fa22481f" providerId="ADAL" clId="{64305B13-359E-4B95-A0D2-9883CB54BF2C}" dt="2022-07-10T05:43:57.091" v="355" actId="20577"/>
        <pc:sldMkLst>
          <pc:docMk/>
          <pc:sldMk cId="3798237569" sldId="347"/>
        </pc:sldMkLst>
        <pc:spChg chg="mod">
          <ac:chgData name="Fabian Surya Pramudya" userId="f46cf8bb-4ec7-4653-94a9-ff26fa22481f" providerId="ADAL" clId="{64305B13-359E-4B95-A0D2-9883CB54BF2C}" dt="2022-07-10T05:43:57.091" v="355" actId="20577"/>
          <ac:spMkLst>
            <pc:docMk/>
            <pc:sldMk cId="3798237569" sldId="347"/>
            <ac:spMk id="2" creationId="{00000000-0000-0000-0000-000000000000}"/>
          </ac:spMkLst>
        </pc:spChg>
      </pc:sldChg>
      <pc:sldChg chg="modSp add">
        <pc:chgData name="Fabian Surya Pramudya" userId="f46cf8bb-4ec7-4653-94a9-ff26fa22481f" providerId="ADAL" clId="{64305B13-359E-4B95-A0D2-9883CB54BF2C}" dt="2022-07-10T05:44:01.199" v="356"/>
        <pc:sldMkLst>
          <pc:docMk/>
          <pc:sldMk cId="4016352647" sldId="348"/>
        </pc:sldMkLst>
        <pc:spChg chg="mod">
          <ac:chgData name="Fabian Surya Pramudya" userId="f46cf8bb-4ec7-4653-94a9-ff26fa22481f" providerId="ADAL" clId="{64305B13-359E-4B95-A0D2-9883CB54BF2C}" dt="2022-07-10T05:44:01.199" v="356"/>
          <ac:spMkLst>
            <pc:docMk/>
            <pc:sldMk cId="4016352647" sldId="348"/>
            <ac:spMk id="2" creationId="{00000000-0000-0000-0000-000000000000}"/>
          </ac:spMkLst>
        </pc:spChg>
      </pc:sldChg>
      <pc:sldChg chg="modSp add">
        <pc:chgData name="Fabian Surya Pramudya" userId="f46cf8bb-4ec7-4653-94a9-ff26fa22481f" providerId="ADAL" clId="{64305B13-359E-4B95-A0D2-9883CB54BF2C}" dt="2022-07-10T05:44:04.141" v="357"/>
        <pc:sldMkLst>
          <pc:docMk/>
          <pc:sldMk cId="4117613201" sldId="349"/>
        </pc:sldMkLst>
        <pc:spChg chg="mod">
          <ac:chgData name="Fabian Surya Pramudya" userId="f46cf8bb-4ec7-4653-94a9-ff26fa22481f" providerId="ADAL" clId="{64305B13-359E-4B95-A0D2-9883CB54BF2C}" dt="2022-07-10T05:44:04.141" v="357"/>
          <ac:spMkLst>
            <pc:docMk/>
            <pc:sldMk cId="4117613201" sldId="349"/>
            <ac:spMk id="2" creationId="{00000000-0000-0000-0000-000000000000}"/>
          </ac:spMkLst>
        </pc:spChg>
      </pc:sldChg>
      <pc:sldChg chg="add del">
        <pc:chgData name="Fabian Surya Pramudya" userId="f46cf8bb-4ec7-4653-94a9-ff26fa22481f" providerId="ADAL" clId="{64305B13-359E-4B95-A0D2-9883CB54BF2C}" dt="2022-07-10T05:44:52.974" v="362"/>
        <pc:sldMkLst>
          <pc:docMk/>
          <pc:sldMk cId="2737594961" sldId="350"/>
        </pc:sldMkLst>
      </pc:sldChg>
      <pc:sldChg chg="addSp delSp modSp add del">
        <pc:chgData name="Fabian Surya Pramudya" userId="f46cf8bb-4ec7-4653-94a9-ff26fa22481f" providerId="ADAL" clId="{64305B13-359E-4B95-A0D2-9883CB54BF2C}" dt="2022-07-10T06:03:53.416" v="415" actId="2696"/>
        <pc:sldMkLst>
          <pc:docMk/>
          <pc:sldMk cId="4286255265" sldId="350"/>
        </pc:sldMkLst>
        <pc:spChg chg="del">
          <ac:chgData name="Fabian Surya Pramudya" userId="f46cf8bb-4ec7-4653-94a9-ff26fa22481f" providerId="ADAL" clId="{64305B13-359E-4B95-A0D2-9883CB54BF2C}" dt="2022-07-10T06:01:04.094" v="396" actId="478"/>
          <ac:spMkLst>
            <pc:docMk/>
            <pc:sldMk cId="4286255265" sldId="350"/>
            <ac:spMk id="2" creationId="{A0213D56-5BA4-4813-A4D3-7C474DAC479D}"/>
          </ac:spMkLst>
        </pc:spChg>
        <pc:spChg chg="del mod">
          <ac:chgData name="Fabian Surya Pramudya" userId="f46cf8bb-4ec7-4653-94a9-ff26fa22481f" providerId="ADAL" clId="{64305B13-359E-4B95-A0D2-9883CB54BF2C}" dt="2022-07-10T06:00:01.706" v="379" actId="478"/>
          <ac:spMkLst>
            <pc:docMk/>
            <pc:sldMk cId="4286255265" sldId="350"/>
            <ac:spMk id="3" creationId="{32112476-6724-437D-A720-4008282A7992}"/>
          </ac:spMkLst>
        </pc:spChg>
        <pc:spChg chg="add del mod">
          <ac:chgData name="Fabian Surya Pramudya" userId="f46cf8bb-4ec7-4653-94a9-ff26fa22481f" providerId="ADAL" clId="{64305B13-359E-4B95-A0D2-9883CB54BF2C}" dt="2022-07-10T06:00:05.187" v="383"/>
          <ac:spMkLst>
            <pc:docMk/>
            <pc:sldMk cId="4286255265" sldId="350"/>
            <ac:spMk id="4" creationId="{6AC91393-4966-4FC2-A1E7-466C9CC398D4}"/>
          </ac:spMkLst>
        </pc:spChg>
        <pc:spChg chg="add mod">
          <ac:chgData name="Fabian Surya Pramudya" userId="f46cf8bb-4ec7-4653-94a9-ff26fa22481f" providerId="ADAL" clId="{64305B13-359E-4B95-A0D2-9883CB54BF2C}" dt="2022-07-10T06:01:23.247" v="403" actId="1076"/>
          <ac:spMkLst>
            <pc:docMk/>
            <pc:sldMk cId="4286255265" sldId="350"/>
            <ac:spMk id="5" creationId="{0F22EF43-049A-4577-B54E-8E504E245BB3}"/>
          </ac:spMkLst>
        </pc:spChg>
        <pc:picChg chg="add del mod modCrop">
          <ac:chgData name="Fabian Surya Pramudya" userId="f46cf8bb-4ec7-4653-94a9-ff26fa22481f" providerId="ADAL" clId="{64305B13-359E-4B95-A0D2-9883CB54BF2C}" dt="2022-07-10T06:01:20.466" v="402" actId="478"/>
          <ac:picMkLst>
            <pc:docMk/>
            <pc:sldMk cId="4286255265" sldId="350"/>
            <ac:picMk id="6" creationId="{23659691-6444-4CD1-AA23-D784B4DBF319}"/>
          </ac:picMkLst>
        </pc:picChg>
        <pc:picChg chg="add del mod">
          <ac:chgData name="Fabian Surya Pramudya" userId="f46cf8bb-4ec7-4653-94a9-ff26fa22481f" providerId="ADAL" clId="{64305B13-359E-4B95-A0D2-9883CB54BF2C}" dt="2022-07-10T06:00:41.827" v="389" actId="478"/>
          <ac:picMkLst>
            <pc:docMk/>
            <pc:sldMk cId="4286255265" sldId="350"/>
            <ac:picMk id="7" creationId="{7548EE37-A27F-4F2E-A50A-31F7AC8DCCD9}"/>
          </ac:picMkLst>
        </pc:picChg>
      </pc:sldChg>
      <pc:sldChg chg="addSp delSp modSp add ord">
        <pc:chgData name="Fabian Surya Pramudya" userId="f46cf8bb-4ec7-4653-94a9-ff26fa22481f" providerId="ADAL" clId="{64305B13-359E-4B95-A0D2-9883CB54BF2C}" dt="2022-07-10T06:04:14.684" v="417" actId="1076"/>
        <pc:sldMkLst>
          <pc:docMk/>
          <pc:sldMk cId="748520752" sldId="351"/>
        </pc:sldMkLst>
        <pc:spChg chg="del">
          <ac:chgData name="Fabian Surya Pramudya" userId="f46cf8bb-4ec7-4653-94a9-ff26fa22481f" providerId="ADAL" clId="{64305B13-359E-4B95-A0D2-9883CB54BF2C}" dt="2022-07-10T06:01:09.638" v="398" actId="478"/>
          <ac:spMkLst>
            <pc:docMk/>
            <pc:sldMk cId="748520752" sldId="351"/>
            <ac:spMk id="5" creationId="{0F22EF43-049A-4577-B54E-8E504E245BB3}"/>
          </ac:spMkLst>
        </pc:spChg>
        <pc:picChg chg="mod">
          <ac:chgData name="Fabian Surya Pramudya" userId="f46cf8bb-4ec7-4653-94a9-ff26fa22481f" providerId="ADAL" clId="{64305B13-359E-4B95-A0D2-9883CB54BF2C}" dt="2022-07-10T06:04:14.684" v="417" actId="1076"/>
          <ac:picMkLst>
            <pc:docMk/>
            <pc:sldMk cId="748520752" sldId="351"/>
            <ac:picMk id="6" creationId="{23659691-6444-4CD1-AA23-D784B4DBF319}"/>
          </ac:picMkLst>
        </pc:picChg>
        <pc:picChg chg="add mod">
          <ac:chgData name="Fabian Surya Pramudya" userId="f46cf8bb-4ec7-4653-94a9-ff26fa22481f" providerId="ADAL" clId="{64305B13-359E-4B95-A0D2-9883CB54BF2C}" dt="2022-07-10T06:02:35.253" v="409" actId="1076"/>
          <ac:picMkLst>
            <pc:docMk/>
            <pc:sldMk cId="748520752" sldId="351"/>
            <ac:picMk id="1026" creationId="{2F18340E-61A0-47C5-BAF7-0D5124073BFE}"/>
          </ac:picMkLst>
        </pc:picChg>
      </pc:sldChg>
      <pc:sldChg chg="add del">
        <pc:chgData name="Fabian Surya Pramudya" userId="f46cf8bb-4ec7-4653-94a9-ff26fa22481f" providerId="ADAL" clId="{64305B13-359E-4B95-A0D2-9883CB54BF2C}" dt="2022-07-10T05:45:02.904" v="365"/>
        <pc:sldMkLst>
          <pc:docMk/>
          <pc:sldMk cId="892397431" sldId="351"/>
        </pc:sldMkLst>
      </pc:sldChg>
      <pc:sldChg chg="modSp add">
        <pc:chgData name="Fabian Surya Pramudya" userId="f46cf8bb-4ec7-4653-94a9-ff26fa22481f" providerId="ADAL" clId="{64305B13-359E-4B95-A0D2-9883CB54BF2C}" dt="2022-07-10T06:24:17.479" v="443" actId="1076"/>
        <pc:sldMkLst>
          <pc:docMk/>
          <pc:sldMk cId="0" sldId="383"/>
        </pc:sldMkLst>
        <pc:spChg chg="mod">
          <ac:chgData name="Fabian Surya Pramudya" userId="f46cf8bb-4ec7-4653-94a9-ff26fa22481f" providerId="ADAL" clId="{64305B13-359E-4B95-A0D2-9883CB54BF2C}" dt="2022-07-10T06:24:17.479" v="443" actId="1076"/>
          <ac:spMkLst>
            <pc:docMk/>
            <pc:sldMk cId="0" sldId="383"/>
            <ac:spMk id="93187" creationId="{00000000-0000-0000-0000-000000000000}"/>
          </ac:spMkLst>
        </pc:spChg>
        <pc:spChg chg="mod">
          <ac:chgData name="Fabian Surya Pramudya" userId="f46cf8bb-4ec7-4653-94a9-ff26fa22481f" providerId="ADAL" clId="{64305B13-359E-4B95-A0D2-9883CB54BF2C}" dt="2022-07-10T06:24:14.923" v="442" actId="14100"/>
          <ac:spMkLst>
            <pc:docMk/>
            <pc:sldMk cId="0" sldId="383"/>
            <ac:spMk id="93188" creationId="{00000000-0000-0000-0000-000000000000}"/>
          </ac:spMkLst>
        </pc:spChg>
        <pc:picChg chg="mod">
          <ac:chgData name="Fabian Surya Pramudya" userId="f46cf8bb-4ec7-4653-94a9-ff26fa22481f" providerId="ADAL" clId="{64305B13-359E-4B95-A0D2-9883CB54BF2C}" dt="2022-07-10T06:24:10.699" v="440" actId="1076"/>
          <ac:picMkLst>
            <pc:docMk/>
            <pc:sldMk cId="0" sldId="383"/>
            <ac:picMk id="2" creationId="{00000000-0000-0000-0000-000000000000}"/>
          </ac:picMkLst>
        </pc:picChg>
      </pc:sldChg>
      <pc:sldMasterChg chg="delSldLayout modSldLayout">
        <pc:chgData name="Fabian Surya Pramudya" userId="f46cf8bb-4ec7-4653-94a9-ff26fa22481f" providerId="ADAL" clId="{64305B13-359E-4B95-A0D2-9883CB54BF2C}" dt="2022-07-10T05:32:01.849" v="339" actId="2696"/>
        <pc:sldMasterMkLst>
          <pc:docMk/>
          <pc:sldMasterMk cId="0" sldId="2147483648"/>
        </pc:sldMasterMkLst>
        <pc:sldLayoutChg chg="modSp">
          <pc:chgData name="Fabian Surya Pramudya" userId="f46cf8bb-4ec7-4653-94a9-ff26fa22481f" providerId="ADAL" clId="{64305B13-359E-4B95-A0D2-9883CB54BF2C}" dt="2022-07-10T04:51:24.621" v="51" actId="14100"/>
          <pc:sldLayoutMkLst>
            <pc:docMk/>
            <pc:sldMasterMk cId="0" sldId="2147483648"/>
            <pc:sldLayoutMk cId="0" sldId="2147483650"/>
          </pc:sldLayoutMkLst>
          <pc:spChg chg="mod">
            <ac:chgData name="Fabian Surya Pramudya" userId="f46cf8bb-4ec7-4653-94a9-ff26fa22481f" providerId="ADAL" clId="{64305B13-359E-4B95-A0D2-9883CB54BF2C}" dt="2022-07-10T04:51:24.621" v="51" actId="14100"/>
            <ac:spMkLst>
              <pc:docMk/>
              <pc:sldMasterMk cId="0" sldId="2147483648"/>
              <pc:sldLayoutMk cId="0" sldId="2147483650"/>
              <ac:spMk id="9" creationId="{00000000-0000-0000-0000-000000000000}"/>
            </ac:spMkLst>
          </pc:spChg>
        </pc:sldLayoutChg>
        <pc:sldLayoutChg chg="del">
          <pc:chgData name="Fabian Surya Pramudya" userId="f46cf8bb-4ec7-4653-94a9-ff26fa22481f" providerId="ADAL" clId="{64305B13-359E-4B95-A0D2-9883CB54BF2C}" dt="2022-07-10T04:52:27.727" v="68" actId="2696"/>
          <pc:sldLayoutMkLst>
            <pc:docMk/>
            <pc:sldMasterMk cId="0" sldId="2147483648"/>
            <pc:sldLayoutMk cId="3396267647" sldId="2147483658"/>
          </pc:sldLayoutMkLst>
        </pc:sldLayoutChg>
        <pc:sldLayoutChg chg="del">
          <pc:chgData name="Fabian Surya Pramudya" userId="f46cf8bb-4ec7-4653-94a9-ff26fa22481f" providerId="ADAL" clId="{64305B13-359E-4B95-A0D2-9883CB54BF2C}" dt="2022-07-10T04:55:32.150" v="125" actId="2696"/>
          <pc:sldLayoutMkLst>
            <pc:docMk/>
            <pc:sldMasterMk cId="0" sldId="2147483648"/>
            <pc:sldLayoutMk cId="111645543" sldId="2147483659"/>
          </pc:sldLayoutMkLst>
        </pc:sldLayoutChg>
        <pc:sldLayoutChg chg="del">
          <pc:chgData name="Fabian Surya Pramudya" userId="f46cf8bb-4ec7-4653-94a9-ff26fa22481f" providerId="ADAL" clId="{64305B13-359E-4B95-A0D2-9883CB54BF2C}" dt="2022-07-10T05:32:01.804" v="337" actId="2696"/>
          <pc:sldLayoutMkLst>
            <pc:docMk/>
            <pc:sldMasterMk cId="0" sldId="2147483648"/>
            <pc:sldLayoutMk cId="1688324812" sldId="2147483670"/>
          </pc:sldLayoutMkLst>
        </pc:sldLayoutChg>
        <pc:sldLayoutChg chg="del">
          <pc:chgData name="Fabian Surya Pramudya" userId="f46cf8bb-4ec7-4653-94a9-ff26fa22481f" providerId="ADAL" clId="{64305B13-359E-4B95-A0D2-9883CB54BF2C}" dt="2022-07-10T05:32:01.849" v="339" actId="2696"/>
          <pc:sldLayoutMkLst>
            <pc:docMk/>
            <pc:sldMasterMk cId="0" sldId="2147483648"/>
            <pc:sldLayoutMk cId="2940792732" sldId="2147483671"/>
          </pc:sldLayoutMkLst>
        </pc:sldLayoutChg>
        <pc:sldLayoutChg chg="delSp">
          <pc:chgData name="Fabian Surya Pramudya" userId="f46cf8bb-4ec7-4653-94a9-ff26fa22481f" providerId="ADAL" clId="{64305B13-359E-4B95-A0D2-9883CB54BF2C}" dt="2022-07-10T04:51:39.834" v="55" actId="478"/>
          <pc:sldLayoutMkLst>
            <pc:docMk/>
            <pc:sldMasterMk cId="0" sldId="2147483648"/>
            <pc:sldLayoutMk cId="2188224329" sldId="2147483672"/>
          </pc:sldLayoutMkLst>
          <pc:spChg chg="del">
            <ac:chgData name="Fabian Surya Pramudya" userId="f46cf8bb-4ec7-4653-94a9-ff26fa22481f" providerId="ADAL" clId="{64305B13-359E-4B95-A0D2-9883CB54BF2C}" dt="2022-07-10T04:51:39.834" v="55" actId="478"/>
            <ac:spMkLst>
              <pc:docMk/>
              <pc:sldMasterMk cId="0" sldId="2147483648"/>
              <pc:sldLayoutMk cId="2188224329" sldId="2147483672"/>
              <ac:spMk id="6" creationId="{00000000-0000-0000-0000-000000000000}"/>
            </ac:spMkLst>
          </pc:spChg>
          <pc:spChg chg="del">
            <ac:chgData name="Fabian Surya Pramudya" userId="f46cf8bb-4ec7-4653-94a9-ff26fa22481f" providerId="ADAL" clId="{64305B13-359E-4B95-A0D2-9883CB54BF2C}" dt="2022-07-10T04:51:38.614" v="54" actId="478"/>
            <ac:spMkLst>
              <pc:docMk/>
              <pc:sldMasterMk cId="0" sldId="2147483648"/>
              <pc:sldLayoutMk cId="2188224329" sldId="2147483672"/>
              <ac:spMk id="7" creationId="{00000000-0000-0000-0000-000000000000}"/>
            </ac:spMkLst>
          </pc:spChg>
        </pc:sldLayoutChg>
      </pc:sldMasterChg>
    </pc:docChg>
  </pc:docChgLst>
  <pc:docChgLst>
    <pc:chgData name="Fabian Surya Pramudya" userId="f46cf8bb-4ec7-4653-94a9-ff26fa22481f" providerId="ADAL" clId="{FB578377-9936-4CF0-A859-60CC08244A0B}"/>
    <pc:docChg chg="undo custSel addSld delSld modSld sldOrd modSection">
      <pc:chgData name="Fabian Surya Pramudya" userId="f46cf8bb-4ec7-4653-94a9-ff26fa22481f" providerId="ADAL" clId="{FB578377-9936-4CF0-A859-60CC08244A0B}" dt="2022-08-03T21:58:28.866" v="177" actId="1035"/>
      <pc:docMkLst>
        <pc:docMk/>
      </pc:docMkLst>
      <pc:sldChg chg="del">
        <pc:chgData name="Fabian Surya Pramudya" userId="f46cf8bb-4ec7-4653-94a9-ff26fa22481f" providerId="ADAL" clId="{FB578377-9936-4CF0-A859-60CC08244A0B}" dt="2022-08-03T12:30:05.662" v="1" actId="2696"/>
        <pc:sldMkLst>
          <pc:docMk/>
          <pc:sldMk cId="2516975436" sldId="259"/>
        </pc:sldMkLst>
      </pc:sldChg>
      <pc:sldChg chg="del">
        <pc:chgData name="Fabian Surya Pramudya" userId="f46cf8bb-4ec7-4653-94a9-ff26fa22481f" providerId="ADAL" clId="{FB578377-9936-4CF0-A859-60CC08244A0B}" dt="2022-08-03T12:30:13.139" v="2" actId="2696"/>
        <pc:sldMkLst>
          <pc:docMk/>
          <pc:sldMk cId="0" sldId="294"/>
        </pc:sldMkLst>
      </pc:sldChg>
      <pc:sldChg chg="addSp delSp modSp">
        <pc:chgData name="Fabian Surya Pramudya" userId="f46cf8bb-4ec7-4653-94a9-ff26fa22481f" providerId="ADAL" clId="{FB578377-9936-4CF0-A859-60CC08244A0B}" dt="2022-08-03T21:57:46.186" v="160" actId="1076"/>
        <pc:sldMkLst>
          <pc:docMk/>
          <pc:sldMk cId="0" sldId="295"/>
        </pc:sldMkLst>
        <pc:spChg chg="add del mod">
          <ac:chgData name="Fabian Surya Pramudya" userId="f46cf8bb-4ec7-4653-94a9-ff26fa22481f" providerId="ADAL" clId="{FB578377-9936-4CF0-A859-60CC08244A0B}" dt="2022-08-03T21:57:29.588" v="153" actId="478"/>
          <ac:spMkLst>
            <pc:docMk/>
            <pc:sldMk cId="0" sldId="295"/>
            <ac:spMk id="4" creationId="{FD5A1FF9-1587-46EF-86BF-5112020F2983}"/>
          </ac:spMkLst>
        </pc:spChg>
        <pc:spChg chg="add mod">
          <ac:chgData name="Fabian Surya Pramudya" userId="f46cf8bb-4ec7-4653-94a9-ff26fa22481f" providerId="ADAL" clId="{FB578377-9936-4CF0-A859-60CC08244A0B}" dt="2022-08-03T21:57:18.836" v="151" actId="20577"/>
          <ac:spMkLst>
            <pc:docMk/>
            <pc:sldMk cId="0" sldId="295"/>
            <ac:spMk id="7" creationId="{4BC30A24-A75B-4FFD-B129-5CACBD074573}"/>
          </ac:spMkLst>
        </pc:spChg>
        <pc:spChg chg="del mod">
          <ac:chgData name="Fabian Surya Pramudya" userId="f46cf8bb-4ec7-4653-94a9-ff26fa22481f" providerId="ADAL" clId="{FB578377-9936-4CF0-A859-60CC08244A0B}" dt="2022-08-03T21:57:26.958" v="152" actId="478"/>
          <ac:spMkLst>
            <pc:docMk/>
            <pc:sldMk cId="0" sldId="295"/>
            <ac:spMk id="51203" creationId="{00000000-0000-0000-0000-000000000000}"/>
          </ac:spMkLst>
        </pc:spChg>
        <pc:spChg chg="mod">
          <ac:chgData name="Fabian Surya Pramudya" userId="f46cf8bb-4ec7-4653-94a9-ff26fa22481f" providerId="ADAL" clId="{FB578377-9936-4CF0-A859-60CC08244A0B}" dt="2022-08-03T21:55:46.821" v="100" actId="1036"/>
          <ac:spMkLst>
            <pc:docMk/>
            <pc:sldMk cId="0" sldId="295"/>
            <ac:spMk id="51206" creationId="{00000000-0000-0000-0000-000000000000}"/>
          </ac:spMkLst>
        </pc:spChg>
        <pc:spChg chg="mod">
          <ac:chgData name="Fabian Surya Pramudya" userId="f46cf8bb-4ec7-4653-94a9-ff26fa22481f" providerId="ADAL" clId="{FB578377-9936-4CF0-A859-60CC08244A0B}" dt="2022-08-03T21:55:46.821" v="100" actId="1036"/>
          <ac:spMkLst>
            <pc:docMk/>
            <pc:sldMk cId="0" sldId="295"/>
            <ac:spMk id="51207" creationId="{00000000-0000-0000-0000-000000000000}"/>
          </ac:spMkLst>
        </pc:spChg>
        <pc:spChg chg="mod">
          <ac:chgData name="Fabian Surya Pramudya" userId="f46cf8bb-4ec7-4653-94a9-ff26fa22481f" providerId="ADAL" clId="{FB578377-9936-4CF0-A859-60CC08244A0B}" dt="2022-08-03T21:57:46.186" v="160" actId="1076"/>
          <ac:spMkLst>
            <pc:docMk/>
            <pc:sldMk cId="0" sldId="295"/>
            <ac:spMk id="51208" creationId="{00000000-0000-0000-0000-000000000000}"/>
          </ac:spMkLst>
        </pc:spChg>
        <pc:picChg chg="mod">
          <ac:chgData name="Fabian Surya Pramudya" userId="f46cf8bb-4ec7-4653-94a9-ff26fa22481f" providerId="ADAL" clId="{FB578377-9936-4CF0-A859-60CC08244A0B}" dt="2022-08-03T21:55:46.821" v="100" actId="1036"/>
          <ac:picMkLst>
            <pc:docMk/>
            <pc:sldMk cId="0" sldId="295"/>
            <ac:picMk id="2" creationId="{00000000-0000-0000-0000-000000000000}"/>
          </ac:picMkLst>
        </pc:picChg>
      </pc:sldChg>
      <pc:sldChg chg="addSp delSp modSp ord">
        <pc:chgData name="Fabian Surya Pramudya" userId="f46cf8bb-4ec7-4653-94a9-ff26fa22481f" providerId="ADAL" clId="{FB578377-9936-4CF0-A859-60CC08244A0B}" dt="2022-08-03T21:58:28.866" v="177" actId="1035"/>
        <pc:sldMkLst>
          <pc:docMk/>
          <pc:sldMk cId="0" sldId="301"/>
        </pc:sldMkLst>
        <pc:spChg chg="add del mod">
          <ac:chgData name="Fabian Surya Pramudya" userId="f46cf8bb-4ec7-4653-94a9-ff26fa22481f" providerId="ADAL" clId="{FB578377-9936-4CF0-A859-60CC08244A0B}" dt="2022-08-03T21:58:08.058" v="164" actId="478"/>
          <ac:spMkLst>
            <pc:docMk/>
            <pc:sldMk cId="0" sldId="301"/>
            <ac:spMk id="5" creationId="{801C8657-CC8A-41BA-B056-CD7BBAF5EC42}"/>
          </ac:spMkLst>
        </pc:spChg>
        <pc:spChg chg="add">
          <ac:chgData name="Fabian Surya Pramudya" userId="f46cf8bb-4ec7-4653-94a9-ff26fa22481f" providerId="ADAL" clId="{FB578377-9936-4CF0-A859-60CC08244A0B}" dt="2022-08-03T21:58:00.183" v="162"/>
          <ac:spMkLst>
            <pc:docMk/>
            <pc:sldMk cId="0" sldId="301"/>
            <ac:spMk id="7" creationId="{9DACAC8C-86C2-490E-87B5-DB174E438F30}"/>
          </ac:spMkLst>
        </pc:spChg>
        <pc:spChg chg="del mod">
          <ac:chgData name="Fabian Surya Pramudya" userId="f46cf8bb-4ec7-4653-94a9-ff26fa22481f" providerId="ADAL" clId="{FB578377-9936-4CF0-A859-60CC08244A0B}" dt="2022-08-03T21:58:05.426" v="163" actId="478"/>
          <ac:spMkLst>
            <pc:docMk/>
            <pc:sldMk cId="0" sldId="301"/>
            <ac:spMk id="53251" creationId="{00000000-0000-0000-0000-000000000000}"/>
          </ac:spMkLst>
        </pc:spChg>
        <pc:spChg chg="mod">
          <ac:chgData name="Fabian Surya Pramudya" userId="f46cf8bb-4ec7-4653-94a9-ff26fa22481f" providerId="ADAL" clId="{FB578377-9936-4CF0-A859-60CC08244A0B}" dt="2022-08-03T21:58:28.866" v="177" actId="1035"/>
          <ac:spMkLst>
            <pc:docMk/>
            <pc:sldMk cId="0" sldId="301"/>
            <ac:spMk id="53252" creationId="{00000000-0000-0000-0000-000000000000}"/>
          </ac:spMkLst>
        </pc:spChg>
      </pc:sldChg>
      <pc:sldChg chg="add">
        <pc:chgData name="Fabian Surya Pramudya" userId="f46cf8bb-4ec7-4653-94a9-ff26fa22481f" providerId="ADAL" clId="{FB578377-9936-4CF0-A859-60CC08244A0B}" dt="2022-08-03T12:30:04.201" v="0"/>
        <pc:sldMkLst>
          <pc:docMk/>
          <pc:sldMk cId="2013683884" sldId="384"/>
        </pc:sldMkLst>
      </pc:sldChg>
    </pc:docChg>
  </pc:docChgLst>
  <pc:docChgLst>
    <pc:chgData name="Fabian Surya Pramudya" userId="f46cf8bb-4ec7-4653-94a9-ff26fa22481f" providerId="ADAL" clId="{FD9ABBCF-DD9E-4A6F-AD9B-8588B8C90FF7}"/>
    <pc:docChg chg="undo redo custSel addSld delSld modSld sldOrd modSection">
      <pc:chgData name="Fabian Surya Pramudya" userId="f46cf8bb-4ec7-4653-94a9-ff26fa22481f" providerId="ADAL" clId="{FD9ABBCF-DD9E-4A6F-AD9B-8588B8C90FF7}" dt="2022-10-03T08:44:14.256" v="4715" actId="1076"/>
      <pc:docMkLst>
        <pc:docMk/>
      </pc:docMkLst>
      <pc:sldChg chg="modSp">
        <pc:chgData name="Fabian Surya Pramudya" userId="f46cf8bb-4ec7-4653-94a9-ff26fa22481f" providerId="ADAL" clId="{FD9ABBCF-DD9E-4A6F-AD9B-8588B8C90FF7}" dt="2022-09-27T17:36:01.991" v="24" actId="20577"/>
        <pc:sldMkLst>
          <pc:docMk/>
          <pc:sldMk cId="0" sldId="256"/>
        </pc:sldMkLst>
        <pc:spChg chg="mod">
          <ac:chgData name="Fabian Surya Pramudya" userId="f46cf8bb-4ec7-4653-94a9-ff26fa22481f" providerId="ADAL" clId="{FD9ABBCF-DD9E-4A6F-AD9B-8588B8C90FF7}" dt="2022-09-27T17:36:01.991" v="24" actId="20577"/>
          <ac:spMkLst>
            <pc:docMk/>
            <pc:sldMk cId="0" sldId="256"/>
            <ac:spMk id="18" creationId="{32DB365E-C0A0-4B3F-B6B1-8D39827C09A3}"/>
          </ac:spMkLst>
        </pc:spChg>
      </pc:sldChg>
      <pc:sldChg chg="modSp">
        <pc:chgData name="Fabian Surya Pramudya" userId="f46cf8bb-4ec7-4653-94a9-ff26fa22481f" providerId="ADAL" clId="{FD9ABBCF-DD9E-4A6F-AD9B-8588B8C90FF7}" dt="2022-09-27T17:37:16.909" v="103" actId="20577"/>
        <pc:sldMkLst>
          <pc:docMk/>
          <pc:sldMk cId="3560658300" sldId="257"/>
        </pc:sldMkLst>
        <pc:spChg chg="mod">
          <ac:chgData name="Fabian Surya Pramudya" userId="f46cf8bb-4ec7-4653-94a9-ff26fa22481f" providerId="ADAL" clId="{FD9ABBCF-DD9E-4A6F-AD9B-8588B8C90FF7}" dt="2022-09-27T17:37:16.909" v="103" actId="20577"/>
          <ac:spMkLst>
            <pc:docMk/>
            <pc:sldMk cId="3560658300" sldId="257"/>
            <ac:spMk id="3" creationId="{00000000-0000-0000-0000-000000000000}"/>
          </ac:spMkLst>
        </pc:spChg>
      </pc:sldChg>
      <pc:sldChg chg="del">
        <pc:chgData name="Fabian Surya Pramudya" userId="f46cf8bb-4ec7-4653-94a9-ff26fa22481f" providerId="ADAL" clId="{FD9ABBCF-DD9E-4A6F-AD9B-8588B8C90FF7}" dt="2022-09-27T17:57:00.281" v="123" actId="2696"/>
        <pc:sldMkLst>
          <pc:docMk/>
          <pc:sldMk cId="240642466" sldId="271"/>
        </pc:sldMkLst>
      </pc:sldChg>
      <pc:sldChg chg="addSp delSp modSp">
        <pc:chgData name="Fabian Surya Pramudya" userId="f46cf8bb-4ec7-4653-94a9-ff26fa22481f" providerId="ADAL" clId="{FD9ABBCF-DD9E-4A6F-AD9B-8588B8C90FF7}" dt="2022-10-01T23:46:05.455" v="424"/>
        <pc:sldMkLst>
          <pc:docMk/>
          <pc:sldMk cId="3124806157" sldId="274"/>
        </pc:sldMkLst>
        <pc:spChg chg="mod">
          <ac:chgData name="Fabian Surya Pramudya" userId="f46cf8bb-4ec7-4653-94a9-ff26fa22481f" providerId="ADAL" clId="{FD9ABBCF-DD9E-4A6F-AD9B-8588B8C90FF7}" dt="2022-09-27T17:57:16.750" v="164"/>
          <ac:spMkLst>
            <pc:docMk/>
            <pc:sldMk cId="3124806157" sldId="274"/>
            <ac:spMk id="2" creationId="{00000000-0000-0000-0000-000000000000}"/>
          </ac:spMkLst>
        </pc:spChg>
        <pc:spChg chg="add del">
          <ac:chgData name="Fabian Surya Pramudya" userId="f46cf8bb-4ec7-4653-94a9-ff26fa22481f" providerId="ADAL" clId="{FD9ABBCF-DD9E-4A6F-AD9B-8588B8C90FF7}" dt="2022-10-01T23:44:01.098" v="361"/>
          <ac:spMkLst>
            <pc:docMk/>
            <pc:sldMk cId="3124806157" sldId="274"/>
            <ac:spMk id="3" creationId="{78CB6183-87AA-45DE-95DC-6D0AA733003A}"/>
          </ac:spMkLst>
        </pc:spChg>
        <pc:spChg chg="mod">
          <ac:chgData name="Fabian Surya Pramudya" userId="f46cf8bb-4ec7-4653-94a9-ff26fa22481f" providerId="ADAL" clId="{FD9ABBCF-DD9E-4A6F-AD9B-8588B8C90FF7}" dt="2022-10-01T23:45:40.670" v="420" actId="113"/>
          <ac:spMkLst>
            <pc:docMk/>
            <pc:sldMk cId="3124806157" sldId="274"/>
            <ac:spMk id="4" creationId="{34C8ACB7-62F4-4DFA-BF4E-F704AD38BEDF}"/>
          </ac:spMkLst>
        </pc:spChg>
        <pc:spChg chg="add del mod">
          <ac:chgData name="Fabian Surya Pramudya" userId="f46cf8bb-4ec7-4653-94a9-ff26fa22481f" providerId="ADAL" clId="{FD9ABBCF-DD9E-4A6F-AD9B-8588B8C90FF7}" dt="2022-10-01T23:46:05.455" v="424"/>
          <ac:spMkLst>
            <pc:docMk/>
            <pc:sldMk cId="3124806157" sldId="274"/>
            <ac:spMk id="5" creationId="{CC4687AF-ECD5-4213-9AFE-A0613AACB576}"/>
          </ac:spMkLst>
        </pc:spChg>
      </pc:sldChg>
      <pc:sldChg chg="del">
        <pc:chgData name="Fabian Surya Pramudya" userId="f46cf8bb-4ec7-4653-94a9-ff26fa22481f" providerId="ADAL" clId="{FD9ABBCF-DD9E-4A6F-AD9B-8588B8C90FF7}" dt="2022-09-27T17:56:59.334" v="108" actId="2696"/>
        <pc:sldMkLst>
          <pc:docMk/>
          <pc:sldMk cId="683789328" sldId="276"/>
        </pc:sldMkLst>
      </pc:sldChg>
      <pc:sldChg chg="del">
        <pc:chgData name="Fabian Surya Pramudya" userId="f46cf8bb-4ec7-4653-94a9-ff26fa22481f" providerId="ADAL" clId="{FD9ABBCF-DD9E-4A6F-AD9B-8588B8C90FF7}" dt="2022-09-27T17:56:59.389" v="109" actId="2696"/>
        <pc:sldMkLst>
          <pc:docMk/>
          <pc:sldMk cId="3440442806" sldId="277"/>
        </pc:sldMkLst>
      </pc:sldChg>
      <pc:sldChg chg="del">
        <pc:chgData name="Fabian Surya Pramudya" userId="f46cf8bb-4ec7-4653-94a9-ff26fa22481f" providerId="ADAL" clId="{FD9ABBCF-DD9E-4A6F-AD9B-8588B8C90FF7}" dt="2022-09-27T17:56:59.444" v="110" actId="2696"/>
        <pc:sldMkLst>
          <pc:docMk/>
          <pc:sldMk cId="2752398955" sldId="278"/>
        </pc:sldMkLst>
      </pc:sldChg>
      <pc:sldChg chg="del">
        <pc:chgData name="Fabian Surya Pramudya" userId="f46cf8bb-4ec7-4653-94a9-ff26fa22481f" providerId="ADAL" clId="{FD9ABBCF-DD9E-4A6F-AD9B-8588B8C90FF7}" dt="2022-09-27T17:56:59.542" v="112" actId="2696"/>
        <pc:sldMkLst>
          <pc:docMk/>
          <pc:sldMk cId="3494511364" sldId="284"/>
        </pc:sldMkLst>
      </pc:sldChg>
      <pc:sldChg chg="del">
        <pc:chgData name="Fabian Surya Pramudya" userId="f46cf8bb-4ec7-4653-94a9-ff26fa22481f" providerId="ADAL" clId="{FD9ABBCF-DD9E-4A6F-AD9B-8588B8C90FF7}" dt="2022-09-27T17:57:01.367" v="156" actId="2696"/>
        <pc:sldMkLst>
          <pc:docMk/>
          <pc:sldMk cId="0" sldId="295"/>
        </pc:sldMkLst>
      </pc:sldChg>
      <pc:sldChg chg="del">
        <pc:chgData name="Fabian Surya Pramudya" userId="f46cf8bb-4ec7-4653-94a9-ff26fa22481f" providerId="ADAL" clId="{FD9ABBCF-DD9E-4A6F-AD9B-8588B8C90FF7}" dt="2022-09-27T17:57:01.309" v="154" actId="2696"/>
        <pc:sldMkLst>
          <pc:docMk/>
          <pc:sldMk cId="0" sldId="301"/>
        </pc:sldMkLst>
      </pc:sldChg>
      <pc:sldChg chg="del">
        <pc:chgData name="Fabian Surya Pramudya" userId="f46cf8bb-4ec7-4653-94a9-ff26fa22481f" providerId="ADAL" clId="{FD9ABBCF-DD9E-4A6F-AD9B-8588B8C90FF7}" dt="2022-09-27T17:57:00.895" v="137" actId="2696"/>
        <pc:sldMkLst>
          <pc:docMk/>
          <pc:sldMk cId="2266335927" sldId="303"/>
        </pc:sldMkLst>
      </pc:sldChg>
      <pc:sldChg chg="del">
        <pc:chgData name="Fabian Surya Pramudya" userId="f46cf8bb-4ec7-4653-94a9-ff26fa22481f" providerId="ADAL" clId="{FD9ABBCF-DD9E-4A6F-AD9B-8588B8C90FF7}" dt="2022-09-27T17:57:01.246" v="150" actId="2696"/>
        <pc:sldMkLst>
          <pc:docMk/>
          <pc:sldMk cId="3386296652" sldId="304"/>
        </pc:sldMkLst>
      </pc:sldChg>
      <pc:sldChg chg="del">
        <pc:chgData name="Fabian Surya Pramudya" userId="f46cf8bb-4ec7-4653-94a9-ff26fa22481f" providerId="ADAL" clId="{FD9ABBCF-DD9E-4A6F-AD9B-8588B8C90FF7}" dt="2022-09-27T17:57:01.262" v="151" actId="2696"/>
        <pc:sldMkLst>
          <pc:docMk/>
          <pc:sldMk cId="3609814425" sldId="305"/>
        </pc:sldMkLst>
      </pc:sldChg>
      <pc:sldChg chg="del">
        <pc:chgData name="Fabian Surya Pramudya" userId="f46cf8bb-4ec7-4653-94a9-ff26fa22481f" providerId="ADAL" clId="{FD9ABBCF-DD9E-4A6F-AD9B-8588B8C90FF7}" dt="2022-09-27T17:57:01.474" v="158" actId="2696"/>
        <pc:sldMkLst>
          <pc:docMk/>
          <pc:sldMk cId="3431159792" sldId="306"/>
        </pc:sldMkLst>
      </pc:sldChg>
      <pc:sldChg chg="del">
        <pc:chgData name="Fabian Surya Pramudya" userId="f46cf8bb-4ec7-4653-94a9-ff26fa22481f" providerId="ADAL" clId="{FD9ABBCF-DD9E-4A6F-AD9B-8588B8C90FF7}" dt="2022-09-27T17:56:59.514" v="111" actId="2696"/>
        <pc:sldMkLst>
          <pc:docMk/>
          <pc:sldMk cId="2257038213" sldId="307"/>
        </pc:sldMkLst>
      </pc:sldChg>
      <pc:sldChg chg="del">
        <pc:chgData name="Fabian Surya Pramudya" userId="f46cf8bb-4ec7-4653-94a9-ff26fa22481f" providerId="ADAL" clId="{FD9ABBCF-DD9E-4A6F-AD9B-8588B8C90FF7}" dt="2022-09-27T17:56:59.647" v="115" actId="2696"/>
        <pc:sldMkLst>
          <pc:docMk/>
          <pc:sldMk cId="117369712" sldId="308"/>
        </pc:sldMkLst>
      </pc:sldChg>
      <pc:sldChg chg="del">
        <pc:chgData name="Fabian Surya Pramudya" userId="f46cf8bb-4ec7-4653-94a9-ff26fa22481f" providerId="ADAL" clId="{FD9ABBCF-DD9E-4A6F-AD9B-8588B8C90FF7}" dt="2022-09-27T17:56:59.784" v="118" actId="2696"/>
        <pc:sldMkLst>
          <pc:docMk/>
          <pc:sldMk cId="1104237105" sldId="309"/>
        </pc:sldMkLst>
      </pc:sldChg>
      <pc:sldChg chg="del">
        <pc:chgData name="Fabian Surya Pramudya" userId="f46cf8bb-4ec7-4653-94a9-ff26fa22481f" providerId="ADAL" clId="{FD9ABBCF-DD9E-4A6F-AD9B-8588B8C90FF7}" dt="2022-09-27T17:56:59.696" v="116" actId="2696"/>
        <pc:sldMkLst>
          <pc:docMk/>
          <pc:sldMk cId="510595457" sldId="310"/>
        </pc:sldMkLst>
      </pc:sldChg>
      <pc:sldChg chg="del">
        <pc:chgData name="Fabian Surya Pramudya" userId="f46cf8bb-4ec7-4653-94a9-ff26fa22481f" providerId="ADAL" clId="{FD9ABBCF-DD9E-4A6F-AD9B-8588B8C90FF7}" dt="2022-09-27T17:56:59.880" v="119" actId="2696"/>
        <pc:sldMkLst>
          <pc:docMk/>
          <pc:sldMk cId="4199324649" sldId="311"/>
        </pc:sldMkLst>
      </pc:sldChg>
      <pc:sldChg chg="del">
        <pc:chgData name="Fabian Surya Pramudya" userId="f46cf8bb-4ec7-4653-94a9-ff26fa22481f" providerId="ADAL" clId="{FD9ABBCF-DD9E-4A6F-AD9B-8588B8C90FF7}" dt="2022-09-27T17:57:00.155" v="121" actId="2696"/>
        <pc:sldMkLst>
          <pc:docMk/>
          <pc:sldMk cId="2704585203" sldId="313"/>
        </pc:sldMkLst>
      </pc:sldChg>
      <pc:sldChg chg="del">
        <pc:chgData name="Fabian Surya Pramudya" userId="f46cf8bb-4ec7-4653-94a9-ff26fa22481f" providerId="ADAL" clId="{FD9ABBCF-DD9E-4A6F-AD9B-8588B8C90FF7}" dt="2022-09-27T17:57:00.237" v="122" actId="2696"/>
        <pc:sldMkLst>
          <pc:docMk/>
          <pc:sldMk cId="97641865" sldId="314"/>
        </pc:sldMkLst>
      </pc:sldChg>
      <pc:sldChg chg="del">
        <pc:chgData name="Fabian Surya Pramudya" userId="f46cf8bb-4ec7-4653-94a9-ff26fa22481f" providerId="ADAL" clId="{FD9ABBCF-DD9E-4A6F-AD9B-8588B8C90FF7}" dt="2022-09-27T17:56:59.619" v="113" actId="2696"/>
        <pc:sldMkLst>
          <pc:docMk/>
          <pc:sldMk cId="2881173591" sldId="315"/>
        </pc:sldMkLst>
      </pc:sldChg>
      <pc:sldChg chg="del">
        <pc:chgData name="Fabian Surya Pramudya" userId="f46cf8bb-4ec7-4653-94a9-ff26fa22481f" providerId="ADAL" clId="{FD9ABBCF-DD9E-4A6F-AD9B-8588B8C90FF7}" dt="2022-09-27T17:57:00.303" v="124" actId="2696"/>
        <pc:sldMkLst>
          <pc:docMk/>
          <pc:sldMk cId="3974601475" sldId="317"/>
        </pc:sldMkLst>
      </pc:sldChg>
      <pc:sldChg chg="del">
        <pc:chgData name="Fabian Surya Pramudya" userId="f46cf8bb-4ec7-4653-94a9-ff26fa22481f" providerId="ADAL" clId="{FD9ABBCF-DD9E-4A6F-AD9B-8588B8C90FF7}" dt="2022-09-27T17:56:59.242" v="105" actId="2696"/>
        <pc:sldMkLst>
          <pc:docMk/>
          <pc:sldMk cId="0" sldId="318"/>
        </pc:sldMkLst>
      </pc:sldChg>
      <pc:sldChg chg="del">
        <pc:chgData name="Fabian Surya Pramudya" userId="f46cf8bb-4ec7-4653-94a9-ff26fa22481f" providerId="ADAL" clId="{FD9ABBCF-DD9E-4A6F-AD9B-8588B8C90FF7}" dt="2022-09-27T17:56:59.276" v="106" actId="2696"/>
        <pc:sldMkLst>
          <pc:docMk/>
          <pc:sldMk cId="0" sldId="319"/>
        </pc:sldMkLst>
      </pc:sldChg>
      <pc:sldChg chg="del">
        <pc:chgData name="Fabian Surya Pramudya" userId="f46cf8bb-4ec7-4653-94a9-ff26fa22481f" providerId="ADAL" clId="{FD9ABBCF-DD9E-4A6F-AD9B-8588B8C90FF7}" dt="2022-09-27T17:57:00.346" v="125" actId="2696"/>
        <pc:sldMkLst>
          <pc:docMk/>
          <pc:sldMk cId="883495976" sldId="320"/>
        </pc:sldMkLst>
      </pc:sldChg>
      <pc:sldChg chg="del">
        <pc:chgData name="Fabian Surya Pramudya" userId="f46cf8bb-4ec7-4653-94a9-ff26fa22481f" providerId="ADAL" clId="{FD9ABBCF-DD9E-4A6F-AD9B-8588B8C90FF7}" dt="2022-09-27T17:57:00.379" v="127" actId="2696"/>
        <pc:sldMkLst>
          <pc:docMk/>
          <pc:sldMk cId="12048405" sldId="321"/>
        </pc:sldMkLst>
      </pc:sldChg>
      <pc:sldChg chg="del">
        <pc:chgData name="Fabian Surya Pramudya" userId="f46cf8bb-4ec7-4653-94a9-ff26fa22481f" providerId="ADAL" clId="{FD9ABBCF-DD9E-4A6F-AD9B-8588B8C90FF7}" dt="2022-09-27T17:57:00.462" v="128" actId="2696"/>
        <pc:sldMkLst>
          <pc:docMk/>
          <pc:sldMk cId="4052717385" sldId="322"/>
        </pc:sldMkLst>
      </pc:sldChg>
      <pc:sldChg chg="del">
        <pc:chgData name="Fabian Surya Pramudya" userId="f46cf8bb-4ec7-4653-94a9-ff26fa22481f" providerId="ADAL" clId="{FD9ABBCF-DD9E-4A6F-AD9B-8588B8C90FF7}" dt="2022-09-27T17:57:00.486" v="129" actId="2696"/>
        <pc:sldMkLst>
          <pc:docMk/>
          <pc:sldMk cId="1278343681" sldId="323"/>
        </pc:sldMkLst>
      </pc:sldChg>
      <pc:sldChg chg="del">
        <pc:chgData name="Fabian Surya Pramudya" userId="f46cf8bb-4ec7-4653-94a9-ff26fa22481f" providerId="ADAL" clId="{FD9ABBCF-DD9E-4A6F-AD9B-8588B8C90FF7}" dt="2022-09-27T17:57:00.557" v="130" actId="2696"/>
        <pc:sldMkLst>
          <pc:docMk/>
          <pc:sldMk cId="1054643383" sldId="324"/>
        </pc:sldMkLst>
      </pc:sldChg>
      <pc:sldChg chg="del">
        <pc:chgData name="Fabian Surya Pramudya" userId="f46cf8bb-4ec7-4653-94a9-ff26fa22481f" providerId="ADAL" clId="{FD9ABBCF-DD9E-4A6F-AD9B-8588B8C90FF7}" dt="2022-09-27T17:57:00.627" v="132" actId="2696"/>
        <pc:sldMkLst>
          <pc:docMk/>
          <pc:sldMk cId="3753000902" sldId="325"/>
        </pc:sldMkLst>
      </pc:sldChg>
      <pc:sldChg chg="del">
        <pc:chgData name="Fabian Surya Pramudya" userId="f46cf8bb-4ec7-4653-94a9-ff26fa22481f" providerId="ADAL" clId="{FD9ABBCF-DD9E-4A6F-AD9B-8588B8C90FF7}" dt="2022-09-27T17:57:00.660" v="133" actId="2696"/>
        <pc:sldMkLst>
          <pc:docMk/>
          <pc:sldMk cId="3146475102" sldId="326"/>
        </pc:sldMkLst>
      </pc:sldChg>
      <pc:sldChg chg="del">
        <pc:chgData name="Fabian Surya Pramudya" userId="f46cf8bb-4ec7-4653-94a9-ff26fa22481f" providerId="ADAL" clId="{FD9ABBCF-DD9E-4A6F-AD9B-8588B8C90FF7}" dt="2022-09-27T17:57:00.767" v="134" actId="2696"/>
        <pc:sldMkLst>
          <pc:docMk/>
          <pc:sldMk cId="2746594274" sldId="327"/>
        </pc:sldMkLst>
      </pc:sldChg>
      <pc:sldChg chg="del">
        <pc:chgData name="Fabian Surya Pramudya" userId="f46cf8bb-4ec7-4653-94a9-ff26fa22481f" providerId="ADAL" clId="{FD9ABBCF-DD9E-4A6F-AD9B-8588B8C90FF7}" dt="2022-09-27T17:57:00.857" v="136" actId="2696"/>
        <pc:sldMkLst>
          <pc:docMk/>
          <pc:sldMk cId="224196436" sldId="328"/>
        </pc:sldMkLst>
      </pc:sldChg>
      <pc:sldChg chg="del">
        <pc:chgData name="Fabian Surya Pramudya" userId="f46cf8bb-4ec7-4653-94a9-ff26fa22481f" providerId="ADAL" clId="{FD9ABBCF-DD9E-4A6F-AD9B-8588B8C90FF7}" dt="2022-09-27T17:57:00.924" v="138" actId="2696"/>
        <pc:sldMkLst>
          <pc:docMk/>
          <pc:sldMk cId="2250435173" sldId="329"/>
        </pc:sldMkLst>
      </pc:sldChg>
      <pc:sldChg chg="del">
        <pc:chgData name="Fabian Surya Pramudya" userId="f46cf8bb-4ec7-4653-94a9-ff26fa22481f" providerId="ADAL" clId="{FD9ABBCF-DD9E-4A6F-AD9B-8588B8C90FF7}" dt="2022-09-27T17:57:00.960" v="140" actId="2696"/>
        <pc:sldMkLst>
          <pc:docMk/>
          <pc:sldMk cId="2606935665" sldId="330"/>
        </pc:sldMkLst>
      </pc:sldChg>
      <pc:sldChg chg="del">
        <pc:chgData name="Fabian Surya Pramudya" userId="f46cf8bb-4ec7-4653-94a9-ff26fa22481f" providerId="ADAL" clId="{FD9ABBCF-DD9E-4A6F-AD9B-8588B8C90FF7}" dt="2022-09-27T17:57:00.993" v="142" actId="2696"/>
        <pc:sldMkLst>
          <pc:docMk/>
          <pc:sldMk cId="2721281152" sldId="331"/>
        </pc:sldMkLst>
      </pc:sldChg>
      <pc:sldChg chg="del">
        <pc:chgData name="Fabian Surya Pramudya" userId="f46cf8bb-4ec7-4653-94a9-ff26fa22481f" providerId="ADAL" clId="{FD9ABBCF-DD9E-4A6F-AD9B-8588B8C90FF7}" dt="2022-09-27T17:57:01.024" v="144" actId="2696"/>
        <pc:sldMkLst>
          <pc:docMk/>
          <pc:sldMk cId="2109229406" sldId="332"/>
        </pc:sldMkLst>
      </pc:sldChg>
      <pc:sldChg chg="del">
        <pc:chgData name="Fabian Surya Pramudya" userId="f46cf8bb-4ec7-4653-94a9-ff26fa22481f" providerId="ADAL" clId="{FD9ABBCF-DD9E-4A6F-AD9B-8588B8C90FF7}" dt="2022-09-27T17:57:01.062" v="146" actId="2696"/>
        <pc:sldMkLst>
          <pc:docMk/>
          <pc:sldMk cId="3221954143" sldId="333"/>
        </pc:sldMkLst>
      </pc:sldChg>
      <pc:sldChg chg="del">
        <pc:chgData name="Fabian Surya Pramudya" userId="f46cf8bb-4ec7-4653-94a9-ff26fa22481f" providerId="ADAL" clId="{FD9ABBCF-DD9E-4A6F-AD9B-8588B8C90FF7}" dt="2022-09-27T17:57:01.179" v="148" actId="2696"/>
        <pc:sldMkLst>
          <pc:docMk/>
          <pc:sldMk cId="3864281381" sldId="334"/>
        </pc:sldMkLst>
      </pc:sldChg>
      <pc:sldChg chg="del">
        <pc:chgData name="Fabian Surya Pramudya" userId="f46cf8bb-4ec7-4653-94a9-ff26fa22481f" providerId="ADAL" clId="{FD9ABBCF-DD9E-4A6F-AD9B-8588B8C90FF7}" dt="2022-09-27T17:57:01.285" v="152" actId="2696"/>
        <pc:sldMkLst>
          <pc:docMk/>
          <pc:sldMk cId="1876226653" sldId="335"/>
        </pc:sldMkLst>
      </pc:sldChg>
      <pc:sldChg chg="del">
        <pc:chgData name="Fabian Surya Pramudya" userId="f46cf8bb-4ec7-4653-94a9-ff26fa22481f" providerId="ADAL" clId="{FD9ABBCF-DD9E-4A6F-AD9B-8588B8C90FF7}" dt="2022-09-27T17:57:01.549" v="159" actId="2696"/>
        <pc:sldMkLst>
          <pc:docMk/>
          <pc:sldMk cId="164870401" sldId="336"/>
        </pc:sldMkLst>
      </pc:sldChg>
      <pc:sldChg chg="del">
        <pc:chgData name="Fabian Surya Pramudya" userId="f46cf8bb-4ec7-4653-94a9-ff26fa22481f" providerId="ADAL" clId="{FD9ABBCF-DD9E-4A6F-AD9B-8588B8C90FF7}" dt="2022-09-27T17:57:01.660" v="160" actId="2696"/>
        <pc:sldMkLst>
          <pc:docMk/>
          <pc:sldMk cId="3088477552" sldId="337"/>
        </pc:sldMkLst>
      </pc:sldChg>
      <pc:sldChg chg="del">
        <pc:chgData name="Fabian Surya Pramudya" userId="f46cf8bb-4ec7-4653-94a9-ff26fa22481f" providerId="ADAL" clId="{FD9ABBCF-DD9E-4A6F-AD9B-8588B8C90FF7}" dt="2022-09-27T17:57:00.033" v="120" actId="2696"/>
        <pc:sldMkLst>
          <pc:docMk/>
          <pc:sldMk cId="3353003660" sldId="346"/>
        </pc:sldMkLst>
      </pc:sldChg>
      <pc:sldChg chg="del">
        <pc:chgData name="Fabian Surya Pramudya" userId="f46cf8bb-4ec7-4653-94a9-ff26fa22481f" providerId="ADAL" clId="{FD9ABBCF-DD9E-4A6F-AD9B-8588B8C90FF7}" dt="2022-09-27T17:57:01.734" v="161" actId="2696"/>
        <pc:sldMkLst>
          <pc:docMk/>
          <pc:sldMk cId="3798237569" sldId="347"/>
        </pc:sldMkLst>
      </pc:sldChg>
      <pc:sldChg chg="del">
        <pc:chgData name="Fabian Surya Pramudya" userId="f46cf8bb-4ec7-4653-94a9-ff26fa22481f" providerId="ADAL" clId="{FD9ABBCF-DD9E-4A6F-AD9B-8588B8C90FF7}" dt="2022-09-27T17:57:01.777" v="162" actId="2696"/>
        <pc:sldMkLst>
          <pc:docMk/>
          <pc:sldMk cId="4016352647" sldId="348"/>
        </pc:sldMkLst>
      </pc:sldChg>
      <pc:sldChg chg="del">
        <pc:chgData name="Fabian Surya Pramudya" userId="f46cf8bb-4ec7-4653-94a9-ff26fa22481f" providerId="ADAL" clId="{FD9ABBCF-DD9E-4A6F-AD9B-8588B8C90FF7}" dt="2022-09-27T17:58:08.578" v="176" actId="2696"/>
        <pc:sldMkLst>
          <pc:docMk/>
          <pc:sldMk cId="4117613201" sldId="349"/>
        </pc:sldMkLst>
      </pc:sldChg>
      <pc:sldChg chg="del">
        <pc:chgData name="Fabian Surya Pramudya" userId="f46cf8bb-4ec7-4653-94a9-ff26fa22481f" providerId="ADAL" clId="{FD9ABBCF-DD9E-4A6F-AD9B-8588B8C90FF7}" dt="2022-09-27T17:56:59.129" v="104" actId="2696"/>
        <pc:sldMkLst>
          <pc:docMk/>
          <pc:sldMk cId="748520752" sldId="351"/>
        </pc:sldMkLst>
      </pc:sldChg>
      <pc:sldChg chg="del">
        <pc:chgData name="Fabian Surya Pramudya" userId="f46cf8bb-4ec7-4653-94a9-ff26fa22481f" providerId="ADAL" clId="{FD9ABBCF-DD9E-4A6F-AD9B-8588B8C90FF7}" dt="2022-09-27T17:56:59.305" v="107" actId="2696"/>
        <pc:sldMkLst>
          <pc:docMk/>
          <pc:sldMk cId="0" sldId="383"/>
        </pc:sldMkLst>
      </pc:sldChg>
      <pc:sldChg chg="modSp">
        <pc:chgData name="Fabian Surya Pramudya" userId="f46cf8bb-4ec7-4653-94a9-ff26fa22481f" providerId="ADAL" clId="{FD9ABBCF-DD9E-4A6F-AD9B-8588B8C90FF7}" dt="2022-09-27T17:58:48.614" v="190" actId="5793"/>
        <pc:sldMkLst>
          <pc:docMk/>
          <pc:sldMk cId="2013683884" sldId="384"/>
        </pc:sldMkLst>
        <pc:spChg chg="mod">
          <ac:chgData name="Fabian Surya Pramudya" userId="f46cf8bb-4ec7-4653-94a9-ff26fa22481f" providerId="ADAL" clId="{FD9ABBCF-DD9E-4A6F-AD9B-8588B8C90FF7}" dt="2022-09-27T17:58:48.614" v="190" actId="5793"/>
          <ac:spMkLst>
            <pc:docMk/>
            <pc:sldMk cId="2013683884" sldId="384"/>
            <ac:spMk id="2" creationId="{B3509AFA-2B94-4D5A-A25C-3F04BFE9CD3F}"/>
          </ac:spMkLst>
        </pc:spChg>
      </pc:sldChg>
      <pc:sldChg chg="addSp delSp modSp add">
        <pc:chgData name="Fabian Surya Pramudya" userId="f46cf8bb-4ec7-4653-94a9-ff26fa22481f" providerId="ADAL" clId="{FD9ABBCF-DD9E-4A6F-AD9B-8588B8C90FF7}" dt="2022-10-02T05:14:54.589" v="1804" actId="14100"/>
        <pc:sldMkLst>
          <pc:docMk/>
          <pc:sldMk cId="2366270736" sldId="385"/>
        </pc:sldMkLst>
        <pc:spChg chg="mod">
          <ac:chgData name="Fabian Surya Pramudya" userId="f46cf8bb-4ec7-4653-94a9-ff26fa22481f" providerId="ADAL" clId="{FD9ABBCF-DD9E-4A6F-AD9B-8588B8C90FF7}" dt="2022-09-27T17:57:36.901" v="170"/>
          <ac:spMkLst>
            <pc:docMk/>
            <pc:sldMk cId="2366270736" sldId="385"/>
            <ac:spMk id="2" creationId="{00000000-0000-0000-0000-000000000000}"/>
          </ac:spMkLst>
        </pc:spChg>
        <pc:spChg chg="add del mod">
          <ac:chgData name="Fabian Surya Pramudya" userId="f46cf8bb-4ec7-4653-94a9-ff26fa22481f" providerId="ADAL" clId="{FD9ABBCF-DD9E-4A6F-AD9B-8588B8C90FF7}" dt="2022-10-02T05:14:43.710" v="1800" actId="478"/>
          <ac:spMkLst>
            <pc:docMk/>
            <pc:sldMk cId="2366270736" sldId="385"/>
            <ac:spMk id="3" creationId="{B473A5FE-4680-4FBD-9F5F-A2811352F63D}"/>
          </ac:spMkLst>
        </pc:spChg>
        <pc:spChg chg="mod">
          <ac:chgData name="Fabian Surya Pramudya" userId="f46cf8bb-4ec7-4653-94a9-ff26fa22481f" providerId="ADAL" clId="{FD9ABBCF-DD9E-4A6F-AD9B-8588B8C90FF7}" dt="2022-10-02T05:14:54.589" v="1804" actId="14100"/>
          <ac:spMkLst>
            <pc:docMk/>
            <pc:sldMk cId="2366270736" sldId="385"/>
            <ac:spMk id="4" creationId="{34C8ACB7-62F4-4DFA-BF4E-F704AD38BEDF}"/>
          </ac:spMkLst>
        </pc:spChg>
        <pc:spChg chg="add del mod">
          <ac:chgData name="Fabian Surya Pramudya" userId="f46cf8bb-4ec7-4653-94a9-ff26fa22481f" providerId="ADAL" clId="{FD9ABBCF-DD9E-4A6F-AD9B-8588B8C90FF7}" dt="2022-10-02T04:38:55.470" v="1629"/>
          <ac:spMkLst>
            <pc:docMk/>
            <pc:sldMk cId="2366270736" sldId="385"/>
            <ac:spMk id="5" creationId="{137F7204-9F00-47FB-B9AF-C647BAC8AEBF}"/>
          </ac:spMkLst>
        </pc:spChg>
      </pc:sldChg>
      <pc:sldChg chg="modSp add">
        <pc:chgData name="Fabian Surya Pramudya" userId="f46cf8bb-4ec7-4653-94a9-ff26fa22481f" providerId="ADAL" clId="{FD9ABBCF-DD9E-4A6F-AD9B-8588B8C90FF7}" dt="2022-10-03T01:05:48.423" v="2846" actId="1076"/>
        <pc:sldMkLst>
          <pc:docMk/>
          <pc:sldMk cId="1651064686" sldId="386"/>
        </pc:sldMkLst>
        <pc:spChg chg="mod">
          <ac:chgData name="Fabian Surya Pramudya" userId="f46cf8bb-4ec7-4653-94a9-ff26fa22481f" providerId="ADAL" clId="{FD9ABBCF-DD9E-4A6F-AD9B-8588B8C90FF7}" dt="2022-09-27T17:57:42.817" v="171"/>
          <ac:spMkLst>
            <pc:docMk/>
            <pc:sldMk cId="1651064686" sldId="386"/>
            <ac:spMk id="2" creationId="{00000000-0000-0000-0000-000000000000}"/>
          </ac:spMkLst>
        </pc:spChg>
        <pc:spChg chg="mod">
          <ac:chgData name="Fabian Surya Pramudya" userId="f46cf8bb-4ec7-4653-94a9-ff26fa22481f" providerId="ADAL" clId="{FD9ABBCF-DD9E-4A6F-AD9B-8588B8C90FF7}" dt="2022-10-03T01:05:48.423" v="2846" actId="1076"/>
          <ac:spMkLst>
            <pc:docMk/>
            <pc:sldMk cId="1651064686" sldId="386"/>
            <ac:spMk id="4" creationId="{34C8ACB7-62F4-4DFA-BF4E-F704AD38BEDF}"/>
          </ac:spMkLst>
        </pc:spChg>
      </pc:sldChg>
      <pc:sldChg chg="addSp delSp modSp add">
        <pc:chgData name="Fabian Surya Pramudya" userId="f46cf8bb-4ec7-4653-94a9-ff26fa22481f" providerId="ADAL" clId="{FD9ABBCF-DD9E-4A6F-AD9B-8588B8C90FF7}" dt="2022-10-03T02:44:22.149" v="3660" actId="1076"/>
        <pc:sldMkLst>
          <pc:docMk/>
          <pc:sldMk cId="2759062337" sldId="387"/>
        </pc:sldMkLst>
        <pc:spChg chg="mod">
          <ac:chgData name="Fabian Surya Pramudya" userId="f46cf8bb-4ec7-4653-94a9-ff26fa22481f" providerId="ADAL" clId="{FD9ABBCF-DD9E-4A6F-AD9B-8588B8C90FF7}" dt="2022-10-03T02:19:39.267" v="3529" actId="20577"/>
          <ac:spMkLst>
            <pc:docMk/>
            <pc:sldMk cId="2759062337" sldId="387"/>
            <ac:spMk id="2" creationId="{00000000-0000-0000-0000-000000000000}"/>
          </ac:spMkLst>
        </pc:spChg>
        <pc:spChg chg="add mod">
          <ac:chgData name="Fabian Surya Pramudya" userId="f46cf8bb-4ec7-4653-94a9-ff26fa22481f" providerId="ADAL" clId="{FD9ABBCF-DD9E-4A6F-AD9B-8588B8C90FF7}" dt="2022-10-03T02:44:14.256" v="3657" actId="1076"/>
          <ac:spMkLst>
            <pc:docMk/>
            <pc:sldMk cId="2759062337" sldId="387"/>
            <ac:spMk id="3" creationId="{41FF21C0-F252-4E15-8377-BA86CAC43739}"/>
          </ac:spMkLst>
        </pc:spChg>
        <pc:spChg chg="mod">
          <ac:chgData name="Fabian Surya Pramudya" userId="f46cf8bb-4ec7-4653-94a9-ff26fa22481f" providerId="ADAL" clId="{FD9ABBCF-DD9E-4A6F-AD9B-8588B8C90FF7}" dt="2022-10-03T02:44:19.138" v="3659" actId="6549"/>
          <ac:spMkLst>
            <pc:docMk/>
            <pc:sldMk cId="2759062337" sldId="387"/>
            <ac:spMk id="4" creationId="{34C8ACB7-62F4-4DFA-BF4E-F704AD38BEDF}"/>
          </ac:spMkLst>
        </pc:spChg>
        <pc:picChg chg="add del">
          <ac:chgData name="Fabian Surya Pramudya" userId="f46cf8bb-4ec7-4653-94a9-ff26fa22481f" providerId="ADAL" clId="{FD9ABBCF-DD9E-4A6F-AD9B-8588B8C90FF7}" dt="2022-10-03T02:43:31.668" v="3651" actId="478"/>
          <ac:picMkLst>
            <pc:docMk/>
            <pc:sldMk cId="2759062337" sldId="387"/>
            <ac:picMk id="5" creationId="{2EB4C529-F636-40AA-8055-C34857437C15}"/>
          </ac:picMkLst>
        </pc:picChg>
        <pc:picChg chg="add mod">
          <ac:chgData name="Fabian Surya Pramudya" userId="f46cf8bb-4ec7-4653-94a9-ff26fa22481f" providerId="ADAL" clId="{FD9ABBCF-DD9E-4A6F-AD9B-8588B8C90FF7}" dt="2022-10-03T02:44:22.149" v="3660" actId="1076"/>
          <ac:picMkLst>
            <pc:docMk/>
            <pc:sldMk cId="2759062337" sldId="387"/>
            <ac:picMk id="6" creationId="{B285B774-74E3-4A2F-BB39-B38D1FC767CC}"/>
          </ac:picMkLst>
        </pc:picChg>
      </pc:sldChg>
      <pc:sldChg chg="addSp delSp modSp add ord">
        <pc:chgData name="Fabian Surya Pramudya" userId="f46cf8bb-4ec7-4653-94a9-ff26fa22481f" providerId="ADAL" clId="{FD9ABBCF-DD9E-4A6F-AD9B-8588B8C90FF7}" dt="2022-10-03T06:15:52.033" v="4295" actId="14100"/>
        <pc:sldMkLst>
          <pc:docMk/>
          <pc:sldMk cId="1049086817" sldId="388"/>
        </pc:sldMkLst>
        <pc:spChg chg="mod">
          <ac:chgData name="Fabian Surya Pramudya" userId="f46cf8bb-4ec7-4653-94a9-ff26fa22481f" providerId="ADAL" clId="{FD9ABBCF-DD9E-4A6F-AD9B-8588B8C90FF7}" dt="2022-09-27T17:58:05.705" v="175"/>
          <ac:spMkLst>
            <pc:docMk/>
            <pc:sldMk cId="1049086817" sldId="388"/>
            <ac:spMk id="2" creationId="{00000000-0000-0000-0000-000000000000}"/>
          </ac:spMkLst>
        </pc:spChg>
        <pc:spChg chg="add del mod">
          <ac:chgData name="Fabian Surya Pramudya" userId="f46cf8bb-4ec7-4653-94a9-ff26fa22481f" providerId="ADAL" clId="{FD9ABBCF-DD9E-4A6F-AD9B-8588B8C90FF7}" dt="2022-10-03T04:33:53.756" v="3972" actId="478"/>
          <ac:spMkLst>
            <pc:docMk/>
            <pc:sldMk cId="1049086817" sldId="388"/>
            <ac:spMk id="3" creationId="{17C0024F-6AFE-44DF-8188-B628C90A849E}"/>
          </ac:spMkLst>
        </pc:spChg>
        <pc:spChg chg="del mod">
          <ac:chgData name="Fabian Surya Pramudya" userId="f46cf8bb-4ec7-4653-94a9-ff26fa22481f" providerId="ADAL" clId="{FD9ABBCF-DD9E-4A6F-AD9B-8588B8C90FF7}" dt="2022-10-03T04:34:19.540" v="3973" actId="478"/>
          <ac:spMkLst>
            <pc:docMk/>
            <pc:sldMk cId="1049086817" sldId="388"/>
            <ac:spMk id="4" creationId="{34C8ACB7-62F4-4DFA-BF4E-F704AD38BEDF}"/>
          </ac:spMkLst>
        </pc:spChg>
        <pc:spChg chg="add mod">
          <ac:chgData name="Fabian Surya Pramudya" userId="f46cf8bb-4ec7-4653-94a9-ff26fa22481f" providerId="ADAL" clId="{FD9ABBCF-DD9E-4A6F-AD9B-8588B8C90FF7}" dt="2022-10-03T06:15:52.033" v="4295" actId="14100"/>
          <ac:spMkLst>
            <pc:docMk/>
            <pc:sldMk cId="1049086817" sldId="388"/>
            <ac:spMk id="6" creationId="{01BB0C68-A479-46EA-B766-D7D101006142}"/>
          </ac:spMkLst>
        </pc:spChg>
        <pc:picChg chg="add del mod">
          <ac:chgData name="Fabian Surya Pramudya" userId="f46cf8bb-4ec7-4653-94a9-ff26fa22481f" providerId="ADAL" clId="{FD9ABBCF-DD9E-4A6F-AD9B-8588B8C90FF7}" dt="2022-10-03T06:04:24.380" v="4199" actId="478"/>
          <ac:picMkLst>
            <pc:docMk/>
            <pc:sldMk cId="1049086817" sldId="388"/>
            <ac:picMk id="5" creationId="{E08E060C-11AE-46E7-AD68-B233C92DE54B}"/>
          </ac:picMkLst>
        </pc:picChg>
      </pc:sldChg>
      <pc:sldChg chg="add del">
        <pc:chgData name="Fabian Surya Pramudya" userId="f46cf8bb-4ec7-4653-94a9-ff26fa22481f" providerId="ADAL" clId="{FD9ABBCF-DD9E-4A6F-AD9B-8588B8C90FF7}" dt="2022-09-27T17:57:31.325" v="169"/>
        <pc:sldMkLst>
          <pc:docMk/>
          <pc:sldMk cId="2550482353" sldId="388"/>
        </pc:sldMkLst>
      </pc:sldChg>
      <pc:sldChg chg="addSp delSp modSp add">
        <pc:chgData name="Fabian Surya Pramudya" userId="f46cf8bb-4ec7-4653-94a9-ff26fa22481f" providerId="ADAL" clId="{FD9ABBCF-DD9E-4A6F-AD9B-8588B8C90FF7}" dt="2022-10-02T00:07:37.835" v="714" actId="14100"/>
        <pc:sldMkLst>
          <pc:docMk/>
          <pc:sldMk cId="3612460995" sldId="389"/>
        </pc:sldMkLst>
        <pc:spChg chg="mod">
          <ac:chgData name="Fabian Surya Pramudya" userId="f46cf8bb-4ec7-4653-94a9-ff26fa22481f" providerId="ADAL" clId="{FD9ABBCF-DD9E-4A6F-AD9B-8588B8C90FF7}" dt="2022-10-02T00:07:37.835" v="714" actId="14100"/>
          <ac:spMkLst>
            <pc:docMk/>
            <pc:sldMk cId="3612460995" sldId="389"/>
            <ac:spMk id="4" creationId="{34C8ACB7-62F4-4DFA-BF4E-F704AD38BEDF}"/>
          </ac:spMkLst>
        </pc:spChg>
        <pc:spChg chg="add del mod">
          <ac:chgData name="Fabian Surya Pramudya" userId="f46cf8bb-4ec7-4653-94a9-ff26fa22481f" providerId="ADAL" clId="{FD9ABBCF-DD9E-4A6F-AD9B-8588B8C90FF7}" dt="2022-10-02T00:07:25.776" v="708" actId="478"/>
          <ac:spMkLst>
            <pc:docMk/>
            <pc:sldMk cId="3612460995" sldId="389"/>
            <ac:spMk id="6" creationId="{49B202CA-BB72-4B00-AC1E-7801FCF170F4}"/>
          </ac:spMkLst>
        </pc:spChg>
        <pc:picChg chg="add del mod">
          <ac:chgData name="Fabian Surya Pramudya" userId="f46cf8bb-4ec7-4653-94a9-ff26fa22481f" providerId="ADAL" clId="{FD9ABBCF-DD9E-4A6F-AD9B-8588B8C90FF7}" dt="2022-10-02T00:07:26.441" v="709" actId="478"/>
          <ac:picMkLst>
            <pc:docMk/>
            <pc:sldMk cId="3612460995" sldId="389"/>
            <ac:picMk id="3" creationId="{3C0F28A4-BEE9-4E04-B57A-58682236D109}"/>
          </ac:picMkLst>
        </pc:picChg>
      </pc:sldChg>
      <pc:sldChg chg="addSp delSp modSp add">
        <pc:chgData name="Fabian Surya Pramudya" userId="f46cf8bb-4ec7-4653-94a9-ff26fa22481f" providerId="ADAL" clId="{FD9ABBCF-DD9E-4A6F-AD9B-8588B8C90FF7}" dt="2022-10-02T00:31:38.207" v="777" actId="404"/>
        <pc:sldMkLst>
          <pc:docMk/>
          <pc:sldMk cId="1752165096" sldId="390"/>
        </pc:sldMkLst>
        <pc:spChg chg="mod">
          <ac:chgData name="Fabian Surya Pramudya" userId="f46cf8bb-4ec7-4653-94a9-ff26fa22481f" providerId="ADAL" clId="{FD9ABBCF-DD9E-4A6F-AD9B-8588B8C90FF7}" dt="2022-10-02T00:31:38.207" v="777" actId="404"/>
          <ac:spMkLst>
            <pc:docMk/>
            <pc:sldMk cId="1752165096" sldId="390"/>
            <ac:spMk id="4" creationId="{34C8ACB7-62F4-4DFA-BF4E-F704AD38BEDF}"/>
          </ac:spMkLst>
        </pc:spChg>
        <pc:spChg chg="add del mod">
          <ac:chgData name="Fabian Surya Pramudya" userId="f46cf8bb-4ec7-4653-94a9-ff26fa22481f" providerId="ADAL" clId="{FD9ABBCF-DD9E-4A6F-AD9B-8588B8C90FF7}" dt="2022-10-02T00:08:00.206" v="722"/>
          <ac:spMkLst>
            <pc:docMk/>
            <pc:sldMk cId="1752165096" sldId="390"/>
            <ac:spMk id="5" creationId="{11E62464-BE2A-4006-AE30-A397A066CE8B}"/>
          </ac:spMkLst>
        </pc:spChg>
        <pc:spChg chg="del">
          <ac:chgData name="Fabian Surya Pramudya" userId="f46cf8bb-4ec7-4653-94a9-ff26fa22481f" providerId="ADAL" clId="{FD9ABBCF-DD9E-4A6F-AD9B-8588B8C90FF7}" dt="2022-10-02T00:03:41.512" v="681" actId="478"/>
          <ac:spMkLst>
            <pc:docMk/>
            <pc:sldMk cId="1752165096" sldId="390"/>
            <ac:spMk id="6" creationId="{49B202CA-BB72-4B00-AC1E-7801FCF170F4}"/>
          </ac:spMkLst>
        </pc:spChg>
        <pc:picChg chg="mod">
          <ac:chgData name="Fabian Surya Pramudya" userId="f46cf8bb-4ec7-4653-94a9-ff26fa22481f" providerId="ADAL" clId="{FD9ABBCF-DD9E-4A6F-AD9B-8588B8C90FF7}" dt="2022-10-02T00:03:56.793" v="688" actId="1076"/>
          <ac:picMkLst>
            <pc:docMk/>
            <pc:sldMk cId="1752165096" sldId="390"/>
            <ac:picMk id="3" creationId="{3C0F28A4-BEE9-4E04-B57A-58682236D109}"/>
          </ac:picMkLst>
        </pc:picChg>
      </pc:sldChg>
      <pc:sldChg chg="addSp delSp modSp add">
        <pc:chgData name="Fabian Surya Pramudya" userId="f46cf8bb-4ec7-4653-94a9-ff26fa22481f" providerId="ADAL" clId="{FD9ABBCF-DD9E-4A6F-AD9B-8588B8C90FF7}" dt="2022-10-02T01:44:39.333" v="984" actId="14100"/>
        <pc:sldMkLst>
          <pc:docMk/>
          <pc:sldMk cId="1313300003" sldId="391"/>
        </pc:sldMkLst>
        <pc:spChg chg="del">
          <ac:chgData name="Fabian Surya Pramudya" userId="f46cf8bb-4ec7-4653-94a9-ff26fa22481f" providerId="ADAL" clId="{FD9ABBCF-DD9E-4A6F-AD9B-8588B8C90FF7}" dt="2022-10-02T00:07:43.197" v="715" actId="478"/>
          <ac:spMkLst>
            <pc:docMk/>
            <pc:sldMk cId="1313300003" sldId="391"/>
            <ac:spMk id="4" creationId="{34C8ACB7-62F4-4DFA-BF4E-F704AD38BEDF}"/>
          </ac:spMkLst>
        </pc:spChg>
        <pc:spChg chg="mod">
          <ac:chgData name="Fabian Surya Pramudya" userId="f46cf8bb-4ec7-4653-94a9-ff26fa22481f" providerId="ADAL" clId="{FD9ABBCF-DD9E-4A6F-AD9B-8588B8C90FF7}" dt="2022-10-02T01:44:39.333" v="984" actId="14100"/>
          <ac:spMkLst>
            <pc:docMk/>
            <pc:sldMk cId="1313300003" sldId="391"/>
            <ac:spMk id="6" creationId="{49B202CA-BB72-4B00-AC1E-7801FCF170F4}"/>
          </ac:spMkLst>
        </pc:spChg>
        <pc:picChg chg="del">
          <ac:chgData name="Fabian Surya Pramudya" userId="f46cf8bb-4ec7-4653-94a9-ff26fa22481f" providerId="ADAL" clId="{FD9ABBCF-DD9E-4A6F-AD9B-8588B8C90FF7}" dt="2022-10-02T00:07:44.840" v="716" actId="478"/>
          <ac:picMkLst>
            <pc:docMk/>
            <pc:sldMk cId="1313300003" sldId="391"/>
            <ac:picMk id="3" creationId="{3C0F28A4-BEE9-4E04-B57A-58682236D109}"/>
          </ac:picMkLst>
        </pc:picChg>
        <pc:picChg chg="add">
          <ac:chgData name="Fabian Surya Pramudya" userId="f46cf8bb-4ec7-4653-94a9-ff26fa22481f" providerId="ADAL" clId="{FD9ABBCF-DD9E-4A6F-AD9B-8588B8C90FF7}" dt="2022-10-02T00:07:49.846" v="717"/>
          <ac:picMkLst>
            <pc:docMk/>
            <pc:sldMk cId="1313300003" sldId="391"/>
            <ac:picMk id="8" creationId="{0FA15427-4B17-4F36-AA8D-302EF342D5F9}"/>
          </ac:picMkLst>
        </pc:picChg>
      </pc:sldChg>
      <pc:sldChg chg="addSp delSp modSp add">
        <pc:chgData name="Fabian Surya Pramudya" userId="f46cf8bb-4ec7-4653-94a9-ff26fa22481f" providerId="ADAL" clId="{FD9ABBCF-DD9E-4A6F-AD9B-8588B8C90FF7}" dt="2022-10-02T01:43:50.401" v="970" actId="1076"/>
        <pc:sldMkLst>
          <pc:docMk/>
          <pc:sldMk cId="4164296945" sldId="392"/>
        </pc:sldMkLst>
        <pc:spChg chg="del">
          <ac:chgData name="Fabian Surya Pramudya" userId="f46cf8bb-4ec7-4653-94a9-ff26fa22481f" providerId="ADAL" clId="{FD9ABBCF-DD9E-4A6F-AD9B-8588B8C90FF7}" dt="2022-10-02T00:31:52.594" v="779" actId="478"/>
          <ac:spMkLst>
            <pc:docMk/>
            <pc:sldMk cId="4164296945" sldId="392"/>
            <ac:spMk id="4" creationId="{34C8ACB7-62F4-4DFA-BF4E-F704AD38BEDF}"/>
          </ac:spMkLst>
        </pc:spChg>
        <pc:spChg chg="add del mod">
          <ac:chgData name="Fabian Surya Pramudya" userId="f46cf8bb-4ec7-4653-94a9-ff26fa22481f" providerId="ADAL" clId="{FD9ABBCF-DD9E-4A6F-AD9B-8588B8C90FF7}" dt="2022-10-02T00:35:41.115" v="809"/>
          <ac:spMkLst>
            <pc:docMk/>
            <pc:sldMk cId="4164296945" sldId="392"/>
            <ac:spMk id="9" creationId="{7D383AA0-B8E5-48D1-BAF8-025A793C2388}"/>
          </ac:spMkLst>
        </pc:spChg>
        <pc:spChg chg="add mod">
          <ac:chgData name="Fabian Surya Pramudya" userId="f46cf8bb-4ec7-4653-94a9-ff26fa22481f" providerId="ADAL" clId="{FD9ABBCF-DD9E-4A6F-AD9B-8588B8C90FF7}" dt="2022-10-02T01:43:50.401" v="970" actId="1076"/>
          <ac:spMkLst>
            <pc:docMk/>
            <pc:sldMk cId="4164296945" sldId="392"/>
            <ac:spMk id="10" creationId="{78E48A72-B5CD-4DD4-9D0A-49D69FB1A2EB}"/>
          </ac:spMkLst>
        </pc:spChg>
        <pc:grpChg chg="add mod">
          <ac:chgData name="Fabian Surya Pramudya" userId="f46cf8bb-4ec7-4653-94a9-ff26fa22481f" providerId="ADAL" clId="{FD9ABBCF-DD9E-4A6F-AD9B-8588B8C90FF7}" dt="2022-10-02T01:42:39.440" v="963" actId="1076"/>
          <ac:grpSpMkLst>
            <pc:docMk/>
            <pc:sldMk cId="4164296945" sldId="392"/>
            <ac:grpSpMk id="6" creationId="{335C9EB7-7281-486D-B29D-9BBFDEB824BC}"/>
          </ac:grpSpMkLst>
        </pc:grpChg>
        <pc:picChg chg="del">
          <ac:chgData name="Fabian Surya Pramudya" userId="f46cf8bb-4ec7-4653-94a9-ff26fa22481f" providerId="ADAL" clId="{FD9ABBCF-DD9E-4A6F-AD9B-8588B8C90FF7}" dt="2022-10-02T00:31:53.112" v="780" actId="478"/>
          <ac:picMkLst>
            <pc:docMk/>
            <pc:sldMk cId="4164296945" sldId="392"/>
            <ac:picMk id="3" creationId="{3C0F28A4-BEE9-4E04-B57A-58682236D109}"/>
          </ac:picMkLst>
        </pc:picChg>
        <pc:picChg chg="add mod modCrop">
          <ac:chgData name="Fabian Surya Pramudya" userId="f46cf8bb-4ec7-4653-94a9-ff26fa22481f" providerId="ADAL" clId="{FD9ABBCF-DD9E-4A6F-AD9B-8588B8C90FF7}" dt="2022-10-02T01:40:54.613" v="936" actId="732"/>
          <ac:picMkLst>
            <pc:docMk/>
            <pc:sldMk cId="4164296945" sldId="392"/>
            <ac:picMk id="5" creationId="{E5A48345-EF74-4D96-887A-F83475DAFA67}"/>
          </ac:picMkLst>
        </pc:picChg>
        <pc:picChg chg="add mod modCrop">
          <ac:chgData name="Fabian Surya Pramudya" userId="f46cf8bb-4ec7-4653-94a9-ff26fa22481f" providerId="ADAL" clId="{FD9ABBCF-DD9E-4A6F-AD9B-8588B8C90FF7}" dt="2022-10-02T00:34:10.167" v="798" actId="164"/>
          <ac:picMkLst>
            <pc:docMk/>
            <pc:sldMk cId="4164296945" sldId="392"/>
            <ac:picMk id="8" creationId="{1DCBA05B-8D04-4497-ADE8-3B46325CBEAE}"/>
          </ac:picMkLst>
        </pc:picChg>
        <pc:picChg chg="add mod">
          <ac:chgData name="Fabian Surya Pramudya" userId="f46cf8bb-4ec7-4653-94a9-ff26fa22481f" providerId="ADAL" clId="{FD9ABBCF-DD9E-4A6F-AD9B-8588B8C90FF7}" dt="2022-10-02T01:43:24.191" v="966" actId="14861"/>
          <ac:picMkLst>
            <pc:docMk/>
            <pc:sldMk cId="4164296945" sldId="392"/>
            <ac:picMk id="11" creationId="{BFC0D3E6-4376-469D-8845-3B85FBDEA756}"/>
          </ac:picMkLst>
        </pc:picChg>
      </pc:sldChg>
      <pc:sldChg chg="addSp delSp modSp add">
        <pc:chgData name="Fabian Surya Pramudya" userId="f46cf8bb-4ec7-4653-94a9-ff26fa22481f" providerId="ADAL" clId="{FD9ABBCF-DD9E-4A6F-AD9B-8588B8C90FF7}" dt="2022-10-02T03:34:07.062" v="1303" actId="14100"/>
        <pc:sldMkLst>
          <pc:docMk/>
          <pc:sldMk cId="2312619526" sldId="393"/>
        </pc:sldMkLst>
        <pc:spChg chg="add mod">
          <ac:chgData name="Fabian Surya Pramudya" userId="f46cf8bb-4ec7-4653-94a9-ff26fa22481f" providerId="ADAL" clId="{FD9ABBCF-DD9E-4A6F-AD9B-8588B8C90FF7}" dt="2022-10-02T03:26:57.698" v="1221" actId="1076"/>
          <ac:spMkLst>
            <pc:docMk/>
            <pc:sldMk cId="2312619526" sldId="393"/>
            <ac:spMk id="3" creationId="{7FD36C0F-31C8-4F61-80D5-6392BAC19ACF}"/>
          </ac:spMkLst>
        </pc:spChg>
        <pc:spChg chg="mod">
          <ac:chgData name="Fabian Surya Pramudya" userId="f46cf8bb-4ec7-4653-94a9-ff26fa22481f" providerId="ADAL" clId="{FD9ABBCF-DD9E-4A6F-AD9B-8588B8C90FF7}" dt="2022-10-02T03:34:07.062" v="1303" actId="14100"/>
          <ac:spMkLst>
            <pc:docMk/>
            <pc:sldMk cId="2312619526" sldId="393"/>
            <ac:spMk id="10" creationId="{78E48A72-B5CD-4DD4-9D0A-49D69FB1A2EB}"/>
          </ac:spMkLst>
        </pc:spChg>
        <pc:spChg chg="add mod">
          <ac:chgData name="Fabian Surya Pramudya" userId="f46cf8bb-4ec7-4653-94a9-ff26fa22481f" providerId="ADAL" clId="{FD9ABBCF-DD9E-4A6F-AD9B-8588B8C90FF7}" dt="2022-10-02T03:32:29.564" v="1281" actId="1076"/>
          <ac:spMkLst>
            <pc:docMk/>
            <pc:sldMk cId="2312619526" sldId="393"/>
            <ac:spMk id="11" creationId="{1EDA823D-7C00-40CF-BC7C-970A6FC2DD49}"/>
          </ac:spMkLst>
        </pc:spChg>
        <pc:spChg chg="add del mod">
          <ac:chgData name="Fabian Surya Pramudya" userId="f46cf8bb-4ec7-4653-94a9-ff26fa22481f" providerId="ADAL" clId="{FD9ABBCF-DD9E-4A6F-AD9B-8588B8C90FF7}" dt="2022-10-02T03:22:37.835" v="1115" actId="478"/>
          <ac:spMkLst>
            <pc:docMk/>
            <pc:sldMk cId="2312619526" sldId="393"/>
            <ac:spMk id="12" creationId="{C4A3CDF1-61E0-4BA1-A08D-06715FF5FDD5}"/>
          </ac:spMkLst>
        </pc:spChg>
        <pc:spChg chg="add del mod">
          <ac:chgData name="Fabian Surya Pramudya" userId="f46cf8bb-4ec7-4653-94a9-ff26fa22481f" providerId="ADAL" clId="{FD9ABBCF-DD9E-4A6F-AD9B-8588B8C90FF7}" dt="2022-10-02T03:22:40.511" v="1117" actId="478"/>
          <ac:spMkLst>
            <pc:docMk/>
            <pc:sldMk cId="2312619526" sldId="393"/>
            <ac:spMk id="13" creationId="{6049C989-94AA-47D0-AA67-8C4154760071}"/>
          </ac:spMkLst>
        </pc:spChg>
        <pc:spChg chg="add mod">
          <ac:chgData name="Fabian Surya Pramudya" userId="f46cf8bb-4ec7-4653-94a9-ff26fa22481f" providerId="ADAL" clId="{FD9ABBCF-DD9E-4A6F-AD9B-8588B8C90FF7}" dt="2022-10-02T03:33:52.371" v="1299" actId="1076"/>
          <ac:spMkLst>
            <pc:docMk/>
            <pc:sldMk cId="2312619526" sldId="393"/>
            <ac:spMk id="18" creationId="{26DC0584-1BF0-444B-98F7-EF814CB3845F}"/>
          </ac:spMkLst>
        </pc:spChg>
        <pc:grpChg chg="del">
          <ac:chgData name="Fabian Surya Pramudya" userId="f46cf8bb-4ec7-4653-94a9-ff26fa22481f" providerId="ADAL" clId="{FD9ABBCF-DD9E-4A6F-AD9B-8588B8C90FF7}" dt="2022-10-02T00:36:51.174" v="819" actId="478"/>
          <ac:grpSpMkLst>
            <pc:docMk/>
            <pc:sldMk cId="2312619526" sldId="393"/>
            <ac:grpSpMk id="6" creationId="{335C9EB7-7281-486D-B29D-9BBFDEB824BC}"/>
          </ac:grpSpMkLst>
        </pc:grpChg>
        <pc:picChg chg="add mod">
          <ac:chgData name="Fabian Surya Pramudya" userId="f46cf8bb-4ec7-4653-94a9-ff26fa22481f" providerId="ADAL" clId="{FD9ABBCF-DD9E-4A6F-AD9B-8588B8C90FF7}" dt="2022-10-02T03:23:25.377" v="1131" actId="14100"/>
          <ac:picMkLst>
            <pc:docMk/>
            <pc:sldMk cId="2312619526" sldId="393"/>
            <ac:picMk id="4" creationId="{B3811768-A91E-4204-9F40-1F59864680AC}"/>
          </ac:picMkLst>
        </pc:picChg>
        <pc:picChg chg="add mod">
          <ac:chgData name="Fabian Surya Pramudya" userId="f46cf8bb-4ec7-4653-94a9-ff26fa22481f" providerId="ADAL" clId="{FD9ABBCF-DD9E-4A6F-AD9B-8588B8C90FF7}" dt="2022-10-02T03:32:31.143" v="1282" actId="1076"/>
          <ac:picMkLst>
            <pc:docMk/>
            <pc:sldMk cId="2312619526" sldId="393"/>
            <ac:picMk id="9" creationId="{3FAD848C-0027-4C1F-90E2-2B45AD7CAB4A}"/>
          </ac:picMkLst>
        </pc:picChg>
        <pc:picChg chg="add del mod">
          <ac:chgData name="Fabian Surya Pramudya" userId="f46cf8bb-4ec7-4653-94a9-ff26fa22481f" providerId="ADAL" clId="{FD9ABBCF-DD9E-4A6F-AD9B-8588B8C90FF7}" dt="2022-10-02T03:22:38.341" v="1116" actId="478"/>
          <ac:picMkLst>
            <pc:docMk/>
            <pc:sldMk cId="2312619526" sldId="393"/>
            <ac:picMk id="14" creationId="{9DF93D6A-3086-4485-B518-15C8EAF172F5}"/>
          </ac:picMkLst>
        </pc:picChg>
        <pc:picChg chg="add del mod">
          <ac:chgData name="Fabian Surya Pramudya" userId="f46cf8bb-4ec7-4653-94a9-ff26fa22481f" providerId="ADAL" clId="{FD9ABBCF-DD9E-4A6F-AD9B-8588B8C90FF7}" dt="2022-10-02T03:22:40.949" v="1118" actId="478"/>
          <ac:picMkLst>
            <pc:docMk/>
            <pc:sldMk cId="2312619526" sldId="393"/>
            <ac:picMk id="15" creationId="{FE6F4637-7EDE-49B0-A59F-C3BB20C53ED1}"/>
          </ac:picMkLst>
        </pc:picChg>
        <pc:picChg chg="add del mod">
          <ac:chgData name="Fabian Surya Pramudya" userId="f46cf8bb-4ec7-4653-94a9-ff26fa22481f" providerId="ADAL" clId="{FD9ABBCF-DD9E-4A6F-AD9B-8588B8C90FF7}" dt="2022-10-02T03:27:56.434" v="1227"/>
          <ac:picMkLst>
            <pc:docMk/>
            <pc:sldMk cId="2312619526" sldId="393"/>
            <ac:picMk id="16" creationId="{EAD50B2C-4C54-4237-A754-1CCC01A36F3A}"/>
          </ac:picMkLst>
        </pc:picChg>
        <pc:picChg chg="add mod">
          <ac:chgData name="Fabian Surya Pramudya" userId="f46cf8bb-4ec7-4653-94a9-ff26fa22481f" providerId="ADAL" clId="{FD9ABBCF-DD9E-4A6F-AD9B-8588B8C90FF7}" dt="2022-10-02T03:34:03.968" v="1302" actId="1076"/>
          <ac:picMkLst>
            <pc:docMk/>
            <pc:sldMk cId="2312619526" sldId="393"/>
            <ac:picMk id="17" creationId="{4C4AAE0B-2FDB-4A4E-A1E9-BF003F6FC083}"/>
          </ac:picMkLst>
        </pc:picChg>
      </pc:sldChg>
      <pc:sldChg chg="addSp delSp modSp add del">
        <pc:chgData name="Fabian Surya Pramudya" userId="f46cf8bb-4ec7-4653-94a9-ff26fa22481f" providerId="ADAL" clId="{FD9ABBCF-DD9E-4A6F-AD9B-8588B8C90FF7}" dt="2022-10-02T03:25:06.366" v="1170" actId="2696"/>
        <pc:sldMkLst>
          <pc:docMk/>
          <pc:sldMk cId="1557281060" sldId="394"/>
        </pc:sldMkLst>
        <pc:spChg chg="del mod">
          <ac:chgData name="Fabian Surya Pramudya" userId="f46cf8bb-4ec7-4653-94a9-ff26fa22481f" providerId="ADAL" clId="{FD9ABBCF-DD9E-4A6F-AD9B-8588B8C90FF7}" dt="2022-10-02T03:16:22.451" v="999"/>
          <ac:spMkLst>
            <pc:docMk/>
            <pc:sldMk cId="1557281060" sldId="394"/>
            <ac:spMk id="3" creationId="{7FD36C0F-31C8-4F61-80D5-6392BAC19ACF}"/>
          </ac:spMkLst>
        </pc:spChg>
        <pc:spChg chg="mod">
          <ac:chgData name="Fabian Surya Pramudya" userId="f46cf8bb-4ec7-4653-94a9-ff26fa22481f" providerId="ADAL" clId="{FD9ABBCF-DD9E-4A6F-AD9B-8588B8C90FF7}" dt="2022-10-02T00:44:50.403" v="892" actId="14100"/>
          <ac:spMkLst>
            <pc:docMk/>
            <pc:sldMk cId="1557281060" sldId="394"/>
            <ac:spMk id="10" creationId="{78E48A72-B5CD-4DD4-9D0A-49D69FB1A2EB}"/>
          </ac:spMkLst>
        </pc:spChg>
        <pc:spChg chg="mod">
          <ac:chgData name="Fabian Surya Pramudya" userId="f46cf8bb-4ec7-4653-94a9-ff26fa22481f" providerId="ADAL" clId="{FD9ABBCF-DD9E-4A6F-AD9B-8588B8C90FF7}" dt="2022-10-02T00:39:58.784" v="864"/>
          <ac:spMkLst>
            <pc:docMk/>
            <pc:sldMk cId="1557281060" sldId="394"/>
            <ac:spMk id="11" creationId="{1EDA823D-7C00-40CF-BC7C-970A6FC2DD49}"/>
          </ac:spMkLst>
        </pc:spChg>
        <pc:picChg chg="del">
          <ac:chgData name="Fabian Surya Pramudya" userId="f46cf8bb-4ec7-4653-94a9-ff26fa22481f" providerId="ADAL" clId="{FD9ABBCF-DD9E-4A6F-AD9B-8588B8C90FF7}" dt="2022-10-02T00:39:09.780" v="851" actId="478"/>
          <ac:picMkLst>
            <pc:docMk/>
            <pc:sldMk cId="1557281060" sldId="394"/>
            <ac:picMk id="4" creationId="{B3811768-A91E-4204-9F40-1F59864680AC}"/>
          </ac:picMkLst>
        </pc:picChg>
        <pc:picChg chg="add del mod">
          <ac:chgData name="Fabian Surya Pramudya" userId="f46cf8bb-4ec7-4653-94a9-ff26fa22481f" providerId="ADAL" clId="{FD9ABBCF-DD9E-4A6F-AD9B-8588B8C90FF7}" dt="2022-10-02T03:18:41.788" v="1035"/>
          <ac:picMkLst>
            <pc:docMk/>
            <pc:sldMk cId="1557281060" sldId="394"/>
            <ac:picMk id="5" creationId="{8DC55F70-DEC7-45AA-9227-7BF8AF2050DF}"/>
          </ac:picMkLst>
        </pc:picChg>
        <pc:picChg chg="add del mod">
          <ac:chgData name="Fabian Surya Pramudya" userId="f46cf8bb-4ec7-4653-94a9-ff26fa22481f" providerId="ADAL" clId="{FD9ABBCF-DD9E-4A6F-AD9B-8588B8C90FF7}" dt="2022-10-02T03:18:41.788" v="1035"/>
          <ac:picMkLst>
            <pc:docMk/>
            <pc:sldMk cId="1557281060" sldId="394"/>
            <ac:picMk id="6" creationId="{7E6529CD-351C-4789-A61C-0141A13D2E8E}"/>
          </ac:picMkLst>
        </pc:picChg>
        <pc:picChg chg="add del mod">
          <ac:chgData name="Fabian Surya Pramudya" userId="f46cf8bb-4ec7-4653-94a9-ff26fa22481f" providerId="ADAL" clId="{FD9ABBCF-DD9E-4A6F-AD9B-8588B8C90FF7}" dt="2022-10-02T03:24:43.838" v="1161"/>
          <ac:picMkLst>
            <pc:docMk/>
            <pc:sldMk cId="1557281060" sldId="394"/>
            <ac:picMk id="8" creationId="{A6ED2A47-94DE-4B6E-BEFA-ED3DC784E582}"/>
          </ac:picMkLst>
        </pc:picChg>
        <pc:picChg chg="del">
          <ac:chgData name="Fabian Surya Pramudya" userId="f46cf8bb-4ec7-4653-94a9-ff26fa22481f" providerId="ADAL" clId="{FD9ABBCF-DD9E-4A6F-AD9B-8588B8C90FF7}" dt="2022-10-02T00:39:53.014" v="863" actId="478"/>
          <ac:picMkLst>
            <pc:docMk/>
            <pc:sldMk cId="1557281060" sldId="394"/>
            <ac:picMk id="9" creationId="{3FAD848C-0027-4C1F-90E2-2B45AD7CAB4A}"/>
          </ac:picMkLst>
        </pc:picChg>
      </pc:sldChg>
      <pc:sldChg chg="addSp delSp modSp add">
        <pc:chgData name="Fabian Surya Pramudya" userId="f46cf8bb-4ec7-4653-94a9-ff26fa22481f" providerId="ADAL" clId="{FD9ABBCF-DD9E-4A6F-AD9B-8588B8C90FF7}" dt="2022-10-02T04:02:27.643" v="1512" actId="1076"/>
        <pc:sldMkLst>
          <pc:docMk/>
          <pc:sldMk cId="2306349469" sldId="395"/>
        </pc:sldMkLst>
        <pc:spChg chg="mod">
          <ac:chgData name="Fabian Surya Pramudya" userId="f46cf8bb-4ec7-4653-94a9-ff26fa22481f" providerId="ADAL" clId="{FD9ABBCF-DD9E-4A6F-AD9B-8588B8C90FF7}" dt="2022-10-02T00:42:46.293" v="877" actId="1076"/>
          <ac:spMkLst>
            <pc:docMk/>
            <pc:sldMk cId="2306349469" sldId="395"/>
            <ac:spMk id="3" creationId="{7FD36C0F-31C8-4F61-80D5-6392BAC19ACF}"/>
          </ac:spMkLst>
        </pc:spChg>
        <pc:spChg chg="add mod">
          <ac:chgData name="Fabian Surya Pramudya" userId="f46cf8bb-4ec7-4653-94a9-ff26fa22481f" providerId="ADAL" clId="{FD9ABBCF-DD9E-4A6F-AD9B-8588B8C90FF7}" dt="2022-10-02T04:02:07.177" v="1509" actId="1076"/>
          <ac:spMkLst>
            <pc:docMk/>
            <pc:sldMk cId="2306349469" sldId="395"/>
            <ac:spMk id="9" creationId="{4861B5F7-620C-4D46-A70B-0CACF368FCCF}"/>
          </ac:spMkLst>
        </pc:spChg>
        <pc:spChg chg="mod">
          <ac:chgData name="Fabian Surya Pramudya" userId="f46cf8bb-4ec7-4653-94a9-ff26fa22481f" providerId="ADAL" clId="{FD9ABBCF-DD9E-4A6F-AD9B-8588B8C90FF7}" dt="2022-10-02T04:01:37.968" v="1504" actId="6549"/>
          <ac:spMkLst>
            <pc:docMk/>
            <pc:sldMk cId="2306349469" sldId="395"/>
            <ac:spMk id="10" creationId="{78E48A72-B5CD-4DD4-9D0A-49D69FB1A2EB}"/>
          </ac:spMkLst>
        </pc:spChg>
        <pc:spChg chg="del">
          <ac:chgData name="Fabian Surya Pramudya" userId="f46cf8bb-4ec7-4653-94a9-ff26fa22481f" providerId="ADAL" clId="{FD9ABBCF-DD9E-4A6F-AD9B-8588B8C90FF7}" dt="2022-10-02T00:43:15.806" v="879" actId="478"/>
          <ac:spMkLst>
            <pc:docMk/>
            <pc:sldMk cId="2306349469" sldId="395"/>
            <ac:spMk id="11" creationId="{1EDA823D-7C00-40CF-BC7C-970A6FC2DD49}"/>
          </ac:spMkLst>
        </pc:spChg>
        <pc:picChg chg="add mod">
          <ac:chgData name="Fabian Surya Pramudya" userId="f46cf8bb-4ec7-4653-94a9-ff26fa22481f" providerId="ADAL" clId="{FD9ABBCF-DD9E-4A6F-AD9B-8588B8C90FF7}" dt="2022-10-02T04:01:04.976" v="1494" actId="1076"/>
          <ac:picMkLst>
            <pc:docMk/>
            <pc:sldMk cId="2306349469" sldId="395"/>
            <ac:picMk id="4" creationId="{53B2CAB6-1224-4D22-AFE1-343B6EAF4E2D}"/>
          </ac:picMkLst>
        </pc:picChg>
        <pc:picChg chg="del">
          <ac:chgData name="Fabian Surya Pramudya" userId="f46cf8bb-4ec7-4653-94a9-ff26fa22481f" providerId="ADAL" clId="{FD9ABBCF-DD9E-4A6F-AD9B-8588B8C90FF7}" dt="2022-10-02T00:42:30.678" v="873" actId="478"/>
          <ac:picMkLst>
            <pc:docMk/>
            <pc:sldMk cId="2306349469" sldId="395"/>
            <ac:picMk id="5" creationId="{8DC55F70-DEC7-45AA-9227-7BF8AF2050DF}"/>
          </ac:picMkLst>
        </pc:picChg>
        <pc:picChg chg="del">
          <ac:chgData name="Fabian Surya Pramudya" userId="f46cf8bb-4ec7-4653-94a9-ff26fa22481f" providerId="ADAL" clId="{FD9ABBCF-DD9E-4A6F-AD9B-8588B8C90FF7}" dt="2022-10-02T00:43:17.900" v="880" actId="478"/>
          <ac:picMkLst>
            <pc:docMk/>
            <pc:sldMk cId="2306349469" sldId="395"/>
            <ac:picMk id="6" creationId="{7E6529CD-351C-4789-A61C-0141A13D2E8E}"/>
          </ac:picMkLst>
        </pc:picChg>
        <pc:picChg chg="add mod">
          <ac:chgData name="Fabian Surya Pramudya" userId="f46cf8bb-4ec7-4653-94a9-ff26fa22481f" providerId="ADAL" clId="{FD9ABBCF-DD9E-4A6F-AD9B-8588B8C90FF7}" dt="2022-10-02T04:02:00.569" v="1506" actId="1076"/>
          <ac:picMkLst>
            <pc:docMk/>
            <pc:sldMk cId="2306349469" sldId="395"/>
            <ac:picMk id="8" creationId="{CF0867D0-9D36-412B-9336-8411D20FF95A}"/>
          </ac:picMkLst>
        </pc:picChg>
        <pc:picChg chg="add mod">
          <ac:chgData name="Fabian Surya Pramudya" userId="f46cf8bb-4ec7-4653-94a9-ff26fa22481f" providerId="ADAL" clId="{FD9ABBCF-DD9E-4A6F-AD9B-8588B8C90FF7}" dt="2022-10-02T04:02:27.643" v="1512" actId="1076"/>
          <ac:picMkLst>
            <pc:docMk/>
            <pc:sldMk cId="2306349469" sldId="395"/>
            <ac:picMk id="12" creationId="{3A384CE3-8B43-434A-9937-F227E751BE79}"/>
          </ac:picMkLst>
        </pc:picChg>
      </pc:sldChg>
      <pc:sldChg chg="delSp modSp add del">
        <pc:chgData name="Fabian Surya Pramudya" userId="f46cf8bb-4ec7-4653-94a9-ff26fa22481f" providerId="ADAL" clId="{FD9ABBCF-DD9E-4A6F-AD9B-8588B8C90FF7}" dt="2022-10-02T03:25:05.027" v="1169" actId="2696"/>
        <pc:sldMkLst>
          <pc:docMk/>
          <pc:sldMk cId="3583754775" sldId="396"/>
        </pc:sldMkLst>
        <pc:spChg chg="del">
          <ac:chgData name="Fabian Surya Pramudya" userId="f46cf8bb-4ec7-4653-94a9-ff26fa22481f" providerId="ADAL" clId="{FD9ABBCF-DD9E-4A6F-AD9B-8588B8C90FF7}" dt="2022-10-02T03:23:33.215" v="1133" actId="478"/>
          <ac:spMkLst>
            <pc:docMk/>
            <pc:sldMk cId="3583754775" sldId="396"/>
            <ac:spMk id="3" creationId="{7FD36C0F-31C8-4F61-80D5-6392BAC19ACF}"/>
          </ac:spMkLst>
        </pc:spChg>
        <pc:spChg chg="del">
          <ac:chgData name="Fabian Surya Pramudya" userId="f46cf8bb-4ec7-4653-94a9-ff26fa22481f" providerId="ADAL" clId="{FD9ABBCF-DD9E-4A6F-AD9B-8588B8C90FF7}" dt="2022-10-02T03:23:35.145" v="1135" actId="478"/>
          <ac:spMkLst>
            <pc:docMk/>
            <pc:sldMk cId="3583754775" sldId="396"/>
            <ac:spMk id="11" creationId="{1EDA823D-7C00-40CF-BC7C-970A6FC2DD49}"/>
          </ac:spMkLst>
        </pc:spChg>
        <pc:spChg chg="del mod">
          <ac:chgData name="Fabian Surya Pramudya" userId="f46cf8bb-4ec7-4653-94a9-ff26fa22481f" providerId="ADAL" clId="{FD9ABBCF-DD9E-4A6F-AD9B-8588B8C90FF7}" dt="2022-10-02T03:23:57.299" v="1144"/>
          <ac:spMkLst>
            <pc:docMk/>
            <pc:sldMk cId="3583754775" sldId="396"/>
            <ac:spMk id="12" creationId="{C4A3CDF1-61E0-4BA1-A08D-06715FF5FDD5}"/>
          </ac:spMkLst>
        </pc:spChg>
        <pc:spChg chg="del mod">
          <ac:chgData name="Fabian Surya Pramudya" userId="f46cf8bb-4ec7-4653-94a9-ff26fa22481f" providerId="ADAL" clId="{FD9ABBCF-DD9E-4A6F-AD9B-8588B8C90FF7}" dt="2022-10-02T03:24:03.154" v="1148"/>
          <ac:spMkLst>
            <pc:docMk/>
            <pc:sldMk cId="3583754775" sldId="396"/>
            <ac:spMk id="13" creationId="{6049C989-94AA-47D0-AA67-8C4154760071}"/>
          </ac:spMkLst>
        </pc:spChg>
        <pc:picChg chg="del">
          <ac:chgData name="Fabian Surya Pramudya" userId="f46cf8bb-4ec7-4653-94a9-ff26fa22481f" providerId="ADAL" clId="{FD9ABBCF-DD9E-4A6F-AD9B-8588B8C90FF7}" dt="2022-10-02T03:23:34.077" v="1134" actId="478"/>
          <ac:picMkLst>
            <pc:docMk/>
            <pc:sldMk cId="3583754775" sldId="396"/>
            <ac:picMk id="4" creationId="{B3811768-A91E-4204-9F40-1F59864680AC}"/>
          </ac:picMkLst>
        </pc:picChg>
        <pc:picChg chg="del">
          <ac:chgData name="Fabian Surya Pramudya" userId="f46cf8bb-4ec7-4653-94a9-ff26fa22481f" providerId="ADAL" clId="{FD9ABBCF-DD9E-4A6F-AD9B-8588B8C90FF7}" dt="2022-10-02T03:23:35.595" v="1136" actId="478"/>
          <ac:picMkLst>
            <pc:docMk/>
            <pc:sldMk cId="3583754775" sldId="396"/>
            <ac:picMk id="9" creationId="{3FAD848C-0027-4C1F-90E2-2B45AD7CAB4A}"/>
          </ac:picMkLst>
        </pc:picChg>
        <pc:picChg chg="del">
          <ac:chgData name="Fabian Surya Pramudya" userId="f46cf8bb-4ec7-4653-94a9-ff26fa22481f" providerId="ADAL" clId="{FD9ABBCF-DD9E-4A6F-AD9B-8588B8C90FF7}" dt="2022-10-02T03:24:11.177" v="1151"/>
          <ac:picMkLst>
            <pc:docMk/>
            <pc:sldMk cId="3583754775" sldId="396"/>
            <ac:picMk id="14" creationId="{9DF93D6A-3086-4485-B518-15C8EAF172F5}"/>
          </ac:picMkLst>
        </pc:picChg>
        <pc:picChg chg="del">
          <ac:chgData name="Fabian Surya Pramudya" userId="f46cf8bb-4ec7-4653-94a9-ff26fa22481f" providerId="ADAL" clId="{FD9ABBCF-DD9E-4A6F-AD9B-8588B8C90FF7}" dt="2022-10-02T03:24:11.177" v="1151"/>
          <ac:picMkLst>
            <pc:docMk/>
            <pc:sldMk cId="3583754775" sldId="396"/>
            <ac:picMk id="15" creationId="{FE6F4637-7EDE-49B0-A59F-C3BB20C53ED1}"/>
          </ac:picMkLst>
        </pc:picChg>
      </pc:sldChg>
      <pc:sldChg chg="addSp delSp modSp add">
        <pc:chgData name="Fabian Surya Pramudya" userId="f46cf8bb-4ec7-4653-94a9-ff26fa22481f" providerId="ADAL" clId="{FD9ABBCF-DD9E-4A6F-AD9B-8588B8C90FF7}" dt="2022-10-02T03:58:09.560" v="1433" actId="20577"/>
        <pc:sldMkLst>
          <pc:docMk/>
          <pc:sldMk cId="4127216782" sldId="397"/>
        </pc:sldMkLst>
        <pc:spChg chg="mod">
          <ac:chgData name="Fabian Surya Pramudya" userId="f46cf8bb-4ec7-4653-94a9-ff26fa22481f" providerId="ADAL" clId="{FD9ABBCF-DD9E-4A6F-AD9B-8588B8C90FF7}" dt="2022-10-02T03:23:58.935" v="1145"/>
          <ac:spMkLst>
            <pc:docMk/>
            <pc:sldMk cId="4127216782" sldId="397"/>
            <ac:spMk id="3" creationId="{7FD36C0F-31C8-4F61-80D5-6392BAC19ACF}"/>
          </ac:spMkLst>
        </pc:spChg>
        <pc:spChg chg="mod">
          <ac:chgData name="Fabian Surya Pramudya" userId="f46cf8bb-4ec7-4653-94a9-ff26fa22481f" providerId="ADAL" clId="{FD9ABBCF-DD9E-4A6F-AD9B-8588B8C90FF7}" dt="2022-10-02T03:57:30.946" v="1421" actId="403"/>
          <ac:spMkLst>
            <pc:docMk/>
            <pc:sldMk cId="4127216782" sldId="397"/>
            <ac:spMk id="10" creationId="{78E48A72-B5CD-4DD4-9D0A-49D69FB1A2EB}"/>
          </ac:spMkLst>
        </pc:spChg>
        <pc:spChg chg="mod">
          <ac:chgData name="Fabian Surya Pramudya" userId="f46cf8bb-4ec7-4653-94a9-ff26fa22481f" providerId="ADAL" clId="{FD9ABBCF-DD9E-4A6F-AD9B-8588B8C90FF7}" dt="2022-10-02T03:57:36.787" v="1422" actId="1076"/>
          <ac:spMkLst>
            <pc:docMk/>
            <pc:sldMk cId="4127216782" sldId="397"/>
            <ac:spMk id="11" creationId="{1EDA823D-7C00-40CF-BC7C-970A6FC2DD49}"/>
          </ac:spMkLst>
        </pc:spChg>
        <pc:spChg chg="add mod">
          <ac:chgData name="Fabian Surya Pramudya" userId="f46cf8bb-4ec7-4653-94a9-ff26fa22481f" providerId="ADAL" clId="{FD9ABBCF-DD9E-4A6F-AD9B-8588B8C90FF7}" dt="2022-10-02T03:58:09.560" v="1433" actId="20577"/>
          <ac:spMkLst>
            <pc:docMk/>
            <pc:sldMk cId="4127216782" sldId="397"/>
            <ac:spMk id="15" creationId="{B0F0F0B2-3A59-447F-BA11-E7A7BC3E34E6}"/>
          </ac:spMkLst>
        </pc:spChg>
        <pc:picChg chg="del">
          <ac:chgData name="Fabian Surya Pramudya" userId="f46cf8bb-4ec7-4653-94a9-ff26fa22481f" providerId="ADAL" clId="{FD9ABBCF-DD9E-4A6F-AD9B-8588B8C90FF7}" dt="2022-10-02T03:24:21.835" v="1155" actId="478"/>
          <ac:picMkLst>
            <pc:docMk/>
            <pc:sldMk cId="4127216782" sldId="397"/>
            <ac:picMk id="4" creationId="{B3811768-A91E-4204-9F40-1F59864680AC}"/>
          </ac:picMkLst>
        </pc:picChg>
        <pc:picChg chg="del">
          <ac:chgData name="Fabian Surya Pramudya" userId="f46cf8bb-4ec7-4653-94a9-ff26fa22481f" providerId="ADAL" clId="{FD9ABBCF-DD9E-4A6F-AD9B-8588B8C90FF7}" dt="2022-10-02T03:24:32.071" v="1159" actId="478"/>
          <ac:picMkLst>
            <pc:docMk/>
            <pc:sldMk cId="4127216782" sldId="397"/>
            <ac:picMk id="9" creationId="{3FAD848C-0027-4C1F-90E2-2B45AD7CAB4A}"/>
          </ac:picMkLst>
        </pc:picChg>
        <pc:picChg chg="add mod">
          <ac:chgData name="Fabian Surya Pramudya" userId="f46cf8bb-4ec7-4653-94a9-ff26fa22481f" providerId="ADAL" clId="{FD9ABBCF-DD9E-4A6F-AD9B-8588B8C90FF7}" dt="2022-10-02T03:57:24.160" v="1418" actId="1076"/>
          <ac:picMkLst>
            <pc:docMk/>
            <pc:sldMk cId="4127216782" sldId="397"/>
            <ac:picMk id="12" creationId="{D9F98400-07BC-4B71-878C-5A9A39B4F41E}"/>
          </ac:picMkLst>
        </pc:picChg>
        <pc:picChg chg="add mod">
          <ac:chgData name="Fabian Surya Pramudya" userId="f46cf8bb-4ec7-4653-94a9-ff26fa22481f" providerId="ADAL" clId="{FD9ABBCF-DD9E-4A6F-AD9B-8588B8C90FF7}" dt="2022-10-02T03:57:38.467" v="1423" actId="1076"/>
          <ac:picMkLst>
            <pc:docMk/>
            <pc:sldMk cId="4127216782" sldId="397"/>
            <ac:picMk id="13" creationId="{9F3FC59D-8A85-4E94-B692-08A7F99FA71D}"/>
          </ac:picMkLst>
        </pc:picChg>
        <pc:picChg chg="add mod">
          <ac:chgData name="Fabian Surya Pramudya" userId="f46cf8bb-4ec7-4653-94a9-ff26fa22481f" providerId="ADAL" clId="{FD9ABBCF-DD9E-4A6F-AD9B-8588B8C90FF7}" dt="2022-10-02T03:34:38.816" v="1312" actId="1076"/>
          <ac:picMkLst>
            <pc:docMk/>
            <pc:sldMk cId="4127216782" sldId="397"/>
            <ac:picMk id="14" creationId="{60F89AC3-C26F-4A72-B3A6-D81B56778A84}"/>
          </ac:picMkLst>
        </pc:picChg>
      </pc:sldChg>
      <pc:sldChg chg="delSp modSp add">
        <pc:chgData name="Fabian Surya Pramudya" userId="f46cf8bb-4ec7-4653-94a9-ff26fa22481f" providerId="ADAL" clId="{FD9ABBCF-DD9E-4A6F-AD9B-8588B8C90FF7}" dt="2022-10-02T05:31:23.705" v="1843"/>
        <pc:sldMkLst>
          <pc:docMk/>
          <pc:sldMk cId="3408421497" sldId="398"/>
        </pc:sldMkLst>
        <pc:spChg chg="mod">
          <ac:chgData name="Fabian Surya Pramudya" userId="f46cf8bb-4ec7-4653-94a9-ff26fa22481f" providerId="ADAL" clId="{FD9ABBCF-DD9E-4A6F-AD9B-8588B8C90FF7}" dt="2022-10-02T05:31:23.705" v="1843"/>
          <ac:spMkLst>
            <pc:docMk/>
            <pc:sldMk cId="3408421497" sldId="398"/>
            <ac:spMk id="3" creationId="{B473A5FE-4680-4FBD-9F5F-A2811352F63D}"/>
          </ac:spMkLst>
        </pc:spChg>
        <pc:spChg chg="del mod">
          <ac:chgData name="Fabian Surya Pramudya" userId="f46cf8bb-4ec7-4653-94a9-ff26fa22481f" providerId="ADAL" clId="{FD9ABBCF-DD9E-4A6F-AD9B-8588B8C90FF7}" dt="2022-10-02T05:15:04.116" v="1806" actId="478"/>
          <ac:spMkLst>
            <pc:docMk/>
            <pc:sldMk cId="3408421497" sldId="398"/>
            <ac:spMk id="4" creationId="{34C8ACB7-62F4-4DFA-BF4E-F704AD38BEDF}"/>
          </ac:spMkLst>
        </pc:spChg>
      </pc:sldChg>
      <pc:sldChg chg="addSp delSp modSp add">
        <pc:chgData name="Fabian Surya Pramudya" userId="f46cf8bb-4ec7-4653-94a9-ff26fa22481f" providerId="ADAL" clId="{FD9ABBCF-DD9E-4A6F-AD9B-8588B8C90FF7}" dt="2022-10-03T00:42:09.889" v="2762"/>
        <pc:sldMkLst>
          <pc:docMk/>
          <pc:sldMk cId="3483878132" sldId="399"/>
        </pc:sldMkLst>
        <pc:spChg chg="mod">
          <ac:chgData name="Fabian Surya Pramudya" userId="f46cf8bb-4ec7-4653-94a9-ff26fa22481f" providerId="ADAL" clId="{FD9ABBCF-DD9E-4A6F-AD9B-8588B8C90FF7}" dt="2022-10-03T00:42:09.889" v="2762"/>
          <ac:spMkLst>
            <pc:docMk/>
            <pc:sldMk cId="3483878132" sldId="399"/>
            <ac:spMk id="2" creationId="{00000000-0000-0000-0000-000000000000}"/>
          </ac:spMkLst>
        </pc:spChg>
        <pc:spChg chg="mod">
          <ac:chgData name="Fabian Surya Pramudya" userId="f46cf8bb-4ec7-4653-94a9-ff26fa22481f" providerId="ADAL" clId="{FD9ABBCF-DD9E-4A6F-AD9B-8588B8C90FF7}" dt="2022-10-03T00:41:55.307" v="2750" actId="20577"/>
          <ac:spMkLst>
            <pc:docMk/>
            <pc:sldMk cId="3483878132" sldId="399"/>
            <ac:spMk id="3" creationId="{B473A5FE-4680-4FBD-9F5F-A2811352F63D}"/>
          </ac:spMkLst>
        </pc:spChg>
        <pc:spChg chg="add del mod">
          <ac:chgData name="Fabian Surya Pramudya" userId="f46cf8bb-4ec7-4653-94a9-ff26fa22481f" providerId="ADAL" clId="{FD9ABBCF-DD9E-4A6F-AD9B-8588B8C90FF7}" dt="2022-10-02T06:20:38.545" v="2156"/>
          <ac:spMkLst>
            <pc:docMk/>
            <pc:sldMk cId="3483878132" sldId="399"/>
            <ac:spMk id="5" creationId="{55C8AEF9-8C9A-482C-A5EF-FB51BD4EAE59}"/>
          </ac:spMkLst>
        </pc:spChg>
        <pc:picChg chg="add del mod">
          <ac:chgData name="Fabian Surya Pramudya" userId="f46cf8bb-4ec7-4653-94a9-ff26fa22481f" providerId="ADAL" clId="{FD9ABBCF-DD9E-4A6F-AD9B-8588B8C90FF7}" dt="2022-10-02T06:17:53.843" v="2118" actId="478"/>
          <ac:picMkLst>
            <pc:docMk/>
            <pc:sldMk cId="3483878132" sldId="399"/>
            <ac:picMk id="4" creationId="{3E2772C2-FB27-4369-A849-96C3ECBAFF59}"/>
          </ac:picMkLst>
        </pc:picChg>
      </pc:sldChg>
      <pc:sldChg chg="addSp delSp modSp add">
        <pc:chgData name="Fabian Surya Pramudya" userId="f46cf8bb-4ec7-4653-94a9-ff26fa22481f" providerId="ADAL" clId="{FD9ABBCF-DD9E-4A6F-AD9B-8588B8C90FF7}" dt="2022-10-03T00:41:05.306" v="2740" actId="255"/>
        <pc:sldMkLst>
          <pc:docMk/>
          <pc:sldMk cId="634996025" sldId="400"/>
        </pc:sldMkLst>
        <pc:spChg chg="mod">
          <ac:chgData name="Fabian Surya Pramudya" userId="f46cf8bb-4ec7-4653-94a9-ff26fa22481f" providerId="ADAL" clId="{FD9ABBCF-DD9E-4A6F-AD9B-8588B8C90FF7}" dt="2022-10-02T22:43:47.520" v="2509" actId="20577"/>
          <ac:spMkLst>
            <pc:docMk/>
            <pc:sldMk cId="634996025" sldId="400"/>
            <ac:spMk id="2" creationId="{00000000-0000-0000-0000-000000000000}"/>
          </ac:spMkLst>
        </pc:spChg>
        <pc:spChg chg="mod">
          <ac:chgData name="Fabian Surya Pramudya" userId="f46cf8bb-4ec7-4653-94a9-ff26fa22481f" providerId="ADAL" clId="{FD9ABBCF-DD9E-4A6F-AD9B-8588B8C90FF7}" dt="2022-10-03T00:40:52.944" v="2737" actId="1076"/>
          <ac:spMkLst>
            <pc:docMk/>
            <pc:sldMk cId="634996025" sldId="400"/>
            <ac:spMk id="3" creationId="{B473A5FE-4680-4FBD-9F5F-A2811352F63D}"/>
          </ac:spMkLst>
        </pc:spChg>
        <pc:spChg chg="add mod">
          <ac:chgData name="Fabian Surya Pramudya" userId="f46cf8bb-4ec7-4653-94a9-ff26fa22481f" providerId="ADAL" clId="{FD9ABBCF-DD9E-4A6F-AD9B-8588B8C90FF7}" dt="2022-10-03T00:41:05.306" v="2740" actId="255"/>
          <ac:spMkLst>
            <pc:docMk/>
            <pc:sldMk cId="634996025" sldId="400"/>
            <ac:spMk id="6" creationId="{0D93ED9E-C678-47C2-BFE4-6B5620E87212}"/>
          </ac:spMkLst>
        </pc:spChg>
        <pc:picChg chg="del">
          <ac:chgData name="Fabian Surya Pramudya" userId="f46cf8bb-4ec7-4653-94a9-ff26fa22481f" providerId="ADAL" clId="{FD9ABBCF-DD9E-4A6F-AD9B-8588B8C90FF7}" dt="2022-10-02T06:01:49.163" v="1916" actId="478"/>
          <ac:picMkLst>
            <pc:docMk/>
            <pc:sldMk cId="634996025" sldId="400"/>
            <ac:picMk id="4" creationId="{3E2772C2-FB27-4369-A849-96C3ECBAFF59}"/>
          </ac:picMkLst>
        </pc:picChg>
        <pc:picChg chg="add del mod">
          <ac:chgData name="Fabian Surya Pramudya" userId="f46cf8bb-4ec7-4653-94a9-ff26fa22481f" providerId="ADAL" clId="{FD9ABBCF-DD9E-4A6F-AD9B-8588B8C90FF7}" dt="2022-10-03T00:40:06.500" v="2711" actId="478"/>
          <ac:picMkLst>
            <pc:docMk/>
            <pc:sldMk cId="634996025" sldId="400"/>
            <ac:picMk id="5" creationId="{7E805B51-739E-4060-AB9E-810D75A190DC}"/>
          </ac:picMkLst>
        </pc:picChg>
      </pc:sldChg>
      <pc:sldChg chg="addSp delSp modSp add">
        <pc:chgData name="Fabian Surya Pramudya" userId="f46cf8bb-4ec7-4653-94a9-ff26fa22481f" providerId="ADAL" clId="{FD9ABBCF-DD9E-4A6F-AD9B-8588B8C90FF7}" dt="2022-10-03T00:42:47.983" v="2765"/>
        <pc:sldMkLst>
          <pc:docMk/>
          <pc:sldMk cId="1298487834" sldId="401"/>
        </pc:sldMkLst>
        <pc:spChg chg="mod">
          <ac:chgData name="Fabian Surya Pramudya" userId="f46cf8bb-4ec7-4653-94a9-ff26fa22481f" providerId="ADAL" clId="{FD9ABBCF-DD9E-4A6F-AD9B-8588B8C90FF7}" dt="2022-10-02T06:14:40.984" v="2078" actId="404"/>
          <ac:spMkLst>
            <pc:docMk/>
            <pc:sldMk cId="1298487834" sldId="401"/>
            <ac:spMk id="3" creationId="{B473A5FE-4680-4FBD-9F5F-A2811352F63D}"/>
          </ac:spMkLst>
        </pc:spChg>
        <pc:spChg chg="add mod">
          <ac:chgData name="Fabian Surya Pramudya" userId="f46cf8bb-4ec7-4653-94a9-ff26fa22481f" providerId="ADAL" clId="{FD9ABBCF-DD9E-4A6F-AD9B-8588B8C90FF7}" dt="2022-10-02T06:15:44.188" v="2092" actId="14100"/>
          <ac:spMkLst>
            <pc:docMk/>
            <pc:sldMk cId="1298487834" sldId="401"/>
            <ac:spMk id="4" creationId="{7AEF7AE3-1AE7-42D5-8DCA-5F67E75B5AEA}"/>
          </ac:spMkLst>
        </pc:spChg>
        <pc:spChg chg="add mod">
          <ac:chgData name="Fabian Surya Pramudya" userId="f46cf8bb-4ec7-4653-94a9-ff26fa22481f" providerId="ADAL" clId="{FD9ABBCF-DD9E-4A6F-AD9B-8588B8C90FF7}" dt="2022-10-02T06:13:49.634" v="2045" actId="1076"/>
          <ac:spMkLst>
            <pc:docMk/>
            <pc:sldMk cId="1298487834" sldId="401"/>
            <ac:spMk id="6" creationId="{9453BB8E-10B7-4129-A89B-B31277B69B95}"/>
          </ac:spMkLst>
        </pc:spChg>
        <pc:spChg chg="add del">
          <ac:chgData name="Fabian Surya Pramudya" userId="f46cf8bb-4ec7-4653-94a9-ff26fa22481f" providerId="ADAL" clId="{FD9ABBCF-DD9E-4A6F-AD9B-8588B8C90FF7}" dt="2022-10-03T00:42:47.983" v="2765"/>
          <ac:spMkLst>
            <pc:docMk/>
            <pc:sldMk cId="1298487834" sldId="401"/>
            <ac:spMk id="8" creationId="{8D3162DC-A5A7-4BE6-B203-828CEE5DC202}"/>
          </ac:spMkLst>
        </pc:spChg>
        <pc:picChg chg="mod">
          <ac:chgData name="Fabian Surya Pramudya" userId="f46cf8bb-4ec7-4653-94a9-ff26fa22481f" providerId="ADAL" clId="{FD9ABBCF-DD9E-4A6F-AD9B-8588B8C90FF7}" dt="2022-10-02T06:13:51.521" v="2046" actId="1076"/>
          <ac:picMkLst>
            <pc:docMk/>
            <pc:sldMk cId="1298487834" sldId="401"/>
            <ac:picMk id="5" creationId="{7E805B51-739E-4060-AB9E-810D75A190DC}"/>
          </ac:picMkLst>
        </pc:picChg>
        <pc:picChg chg="add mod">
          <ac:chgData name="Fabian Surya Pramudya" userId="f46cf8bb-4ec7-4653-94a9-ff26fa22481f" providerId="ADAL" clId="{FD9ABBCF-DD9E-4A6F-AD9B-8588B8C90FF7}" dt="2022-10-02T06:15:42.566" v="2091" actId="14100"/>
          <ac:picMkLst>
            <pc:docMk/>
            <pc:sldMk cId="1298487834" sldId="401"/>
            <ac:picMk id="1026" creationId="{D2398BED-E62E-46D3-9199-38A2EBA8C51E}"/>
          </ac:picMkLst>
        </pc:picChg>
      </pc:sldChg>
      <pc:sldChg chg="add del">
        <pc:chgData name="Fabian Surya Pramudya" userId="f46cf8bb-4ec7-4653-94a9-ff26fa22481f" providerId="ADAL" clId="{FD9ABBCF-DD9E-4A6F-AD9B-8588B8C90FF7}" dt="2022-10-02T06:01:56.494" v="1918"/>
        <pc:sldMkLst>
          <pc:docMk/>
          <pc:sldMk cId="3494543395" sldId="401"/>
        </pc:sldMkLst>
      </pc:sldChg>
      <pc:sldChg chg="delSp modSp add del">
        <pc:chgData name="Fabian Surya Pramudya" userId="f46cf8bb-4ec7-4653-94a9-ff26fa22481f" providerId="ADAL" clId="{FD9ABBCF-DD9E-4A6F-AD9B-8588B8C90FF7}" dt="2022-10-03T00:43:15.551" v="2772" actId="2696"/>
        <pc:sldMkLst>
          <pc:docMk/>
          <pc:sldMk cId="3814195439" sldId="402"/>
        </pc:sldMkLst>
        <pc:spChg chg="mod">
          <ac:chgData name="Fabian Surya Pramudya" userId="f46cf8bb-4ec7-4653-94a9-ff26fa22481f" providerId="ADAL" clId="{FD9ABBCF-DD9E-4A6F-AD9B-8588B8C90FF7}" dt="2022-10-03T00:43:03.449" v="2768"/>
          <ac:spMkLst>
            <pc:docMk/>
            <pc:sldMk cId="3814195439" sldId="402"/>
            <ac:spMk id="3" creationId="{B473A5FE-4680-4FBD-9F5F-A2811352F63D}"/>
          </ac:spMkLst>
        </pc:spChg>
        <pc:spChg chg="del">
          <ac:chgData name="Fabian Surya Pramudya" userId="f46cf8bb-4ec7-4653-94a9-ff26fa22481f" providerId="ADAL" clId="{FD9ABBCF-DD9E-4A6F-AD9B-8588B8C90FF7}" dt="2022-10-02T06:22:59.988" v="2199" actId="478"/>
          <ac:spMkLst>
            <pc:docMk/>
            <pc:sldMk cId="3814195439" sldId="402"/>
            <ac:spMk id="4" creationId="{7AEF7AE3-1AE7-42D5-8DCA-5F67E75B5AEA}"/>
          </ac:spMkLst>
        </pc:spChg>
        <pc:spChg chg="del">
          <ac:chgData name="Fabian Surya Pramudya" userId="f46cf8bb-4ec7-4653-94a9-ff26fa22481f" providerId="ADAL" clId="{FD9ABBCF-DD9E-4A6F-AD9B-8588B8C90FF7}" dt="2022-10-02T06:22:55.604" v="2196" actId="478"/>
          <ac:spMkLst>
            <pc:docMk/>
            <pc:sldMk cId="3814195439" sldId="402"/>
            <ac:spMk id="6" creationId="{9453BB8E-10B7-4129-A89B-B31277B69B95}"/>
          </ac:spMkLst>
        </pc:spChg>
        <pc:picChg chg="del">
          <ac:chgData name="Fabian Surya Pramudya" userId="f46cf8bb-4ec7-4653-94a9-ff26fa22481f" providerId="ADAL" clId="{FD9ABBCF-DD9E-4A6F-AD9B-8588B8C90FF7}" dt="2022-10-02T06:22:54.233" v="2195" actId="478"/>
          <ac:picMkLst>
            <pc:docMk/>
            <pc:sldMk cId="3814195439" sldId="402"/>
            <ac:picMk id="5" creationId="{7E805B51-739E-4060-AB9E-810D75A190DC}"/>
          </ac:picMkLst>
        </pc:picChg>
        <pc:picChg chg="del">
          <ac:chgData name="Fabian Surya Pramudya" userId="f46cf8bb-4ec7-4653-94a9-ff26fa22481f" providerId="ADAL" clId="{FD9ABBCF-DD9E-4A6F-AD9B-8588B8C90FF7}" dt="2022-10-02T06:22:56.008" v="2197" actId="478"/>
          <ac:picMkLst>
            <pc:docMk/>
            <pc:sldMk cId="3814195439" sldId="402"/>
            <ac:picMk id="1026" creationId="{D2398BED-E62E-46D3-9199-38A2EBA8C51E}"/>
          </ac:picMkLst>
        </pc:picChg>
      </pc:sldChg>
      <pc:sldChg chg="addSp delSp modSp add">
        <pc:chgData name="Fabian Surya Pramudya" userId="f46cf8bb-4ec7-4653-94a9-ff26fa22481f" providerId="ADAL" clId="{FD9ABBCF-DD9E-4A6F-AD9B-8588B8C90FF7}" dt="2022-10-03T01:13:27.801" v="2944" actId="20577"/>
        <pc:sldMkLst>
          <pc:docMk/>
          <pc:sldMk cId="646377336" sldId="403"/>
        </pc:sldMkLst>
        <pc:spChg chg="del">
          <ac:chgData name="Fabian Surya Pramudya" userId="f46cf8bb-4ec7-4653-94a9-ff26fa22481f" providerId="ADAL" clId="{FD9ABBCF-DD9E-4A6F-AD9B-8588B8C90FF7}" dt="2022-10-02T06:25:39.204" v="2225" actId="478"/>
          <ac:spMkLst>
            <pc:docMk/>
            <pc:sldMk cId="646377336" sldId="403"/>
            <ac:spMk id="4" creationId="{34C8ACB7-62F4-4DFA-BF4E-F704AD38BEDF}"/>
          </ac:spMkLst>
        </pc:spChg>
        <pc:spChg chg="add del mod">
          <ac:chgData name="Fabian Surya Pramudya" userId="f46cf8bb-4ec7-4653-94a9-ff26fa22481f" providerId="ADAL" clId="{FD9ABBCF-DD9E-4A6F-AD9B-8588B8C90FF7}" dt="2022-10-02T06:52:15.846" v="2290" actId="478"/>
          <ac:spMkLst>
            <pc:docMk/>
            <pc:sldMk cId="646377336" sldId="403"/>
            <ac:spMk id="5" creationId="{21454B39-D573-4ED9-9757-8D6B0DB858B2}"/>
          </ac:spMkLst>
        </pc:spChg>
        <pc:spChg chg="add mod">
          <ac:chgData name="Fabian Surya Pramudya" userId="f46cf8bb-4ec7-4653-94a9-ff26fa22481f" providerId="ADAL" clId="{FD9ABBCF-DD9E-4A6F-AD9B-8588B8C90FF7}" dt="2022-10-03T01:12:33.316" v="2859" actId="14100"/>
          <ac:spMkLst>
            <pc:docMk/>
            <pc:sldMk cId="646377336" sldId="403"/>
            <ac:spMk id="6" creationId="{9CA47900-574D-45DF-A35B-EFE93C5692A3}"/>
          </ac:spMkLst>
        </pc:spChg>
        <pc:spChg chg="add mod">
          <ac:chgData name="Fabian Surya Pramudya" userId="f46cf8bb-4ec7-4653-94a9-ff26fa22481f" providerId="ADAL" clId="{FD9ABBCF-DD9E-4A6F-AD9B-8588B8C90FF7}" dt="2022-10-03T01:13:27.801" v="2944" actId="20577"/>
          <ac:spMkLst>
            <pc:docMk/>
            <pc:sldMk cId="646377336" sldId="403"/>
            <ac:spMk id="8" creationId="{BE10064E-92E3-456F-8806-ADA1CA9033BE}"/>
          </ac:spMkLst>
        </pc:spChg>
        <pc:picChg chg="add mod modCrop">
          <ac:chgData name="Fabian Surya Pramudya" userId="f46cf8bb-4ec7-4653-94a9-ff26fa22481f" providerId="ADAL" clId="{FD9ABBCF-DD9E-4A6F-AD9B-8588B8C90FF7}" dt="2022-10-03T01:12:32.860" v="2858" actId="14100"/>
          <ac:picMkLst>
            <pc:docMk/>
            <pc:sldMk cId="646377336" sldId="403"/>
            <ac:picMk id="3" creationId="{D19A087F-AEF6-45A2-AEF6-383904AD3D58}"/>
          </ac:picMkLst>
        </pc:picChg>
      </pc:sldChg>
      <pc:sldChg chg="delSp modSp add">
        <pc:chgData name="Fabian Surya Pramudya" userId="f46cf8bb-4ec7-4653-94a9-ff26fa22481f" providerId="ADAL" clId="{FD9ABBCF-DD9E-4A6F-AD9B-8588B8C90FF7}" dt="2022-10-03T01:30:08.092" v="3034" actId="115"/>
        <pc:sldMkLst>
          <pc:docMk/>
          <pc:sldMk cId="3119607312" sldId="404"/>
        </pc:sldMkLst>
        <pc:spChg chg="mod">
          <ac:chgData name="Fabian Surya Pramudya" userId="f46cf8bb-4ec7-4653-94a9-ff26fa22481f" providerId="ADAL" clId="{FD9ABBCF-DD9E-4A6F-AD9B-8588B8C90FF7}" dt="2022-10-03T01:30:08.092" v="3034" actId="115"/>
          <ac:spMkLst>
            <pc:docMk/>
            <pc:sldMk cId="3119607312" sldId="404"/>
            <ac:spMk id="6" creationId="{9CA47900-574D-45DF-A35B-EFE93C5692A3}"/>
          </ac:spMkLst>
        </pc:spChg>
        <pc:spChg chg="del">
          <ac:chgData name="Fabian Surya Pramudya" userId="f46cf8bb-4ec7-4653-94a9-ff26fa22481f" providerId="ADAL" clId="{FD9ABBCF-DD9E-4A6F-AD9B-8588B8C90FF7}" dt="2022-10-02T07:42:52.163" v="2416" actId="478"/>
          <ac:spMkLst>
            <pc:docMk/>
            <pc:sldMk cId="3119607312" sldId="404"/>
            <ac:spMk id="8" creationId="{BE10064E-92E3-456F-8806-ADA1CA9033BE}"/>
          </ac:spMkLst>
        </pc:spChg>
        <pc:picChg chg="del">
          <ac:chgData name="Fabian Surya Pramudya" userId="f46cf8bb-4ec7-4653-94a9-ff26fa22481f" providerId="ADAL" clId="{FD9ABBCF-DD9E-4A6F-AD9B-8588B8C90FF7}" dt="2022-10-02T07:10:48.047" v="2388" actId="478"/>
          <ac:picMkLst>
            <pc:docMk/>
            <pc:sldMk cId="3119607312" sldId="404"/>
            <ac:picMk id="3" creationId="{D19A087F-AEF6-45A2-AEF6-383904AD3D58}"/>
          </ac:picMkLst>
        </pc:picChg>
      </pc:sldChg>
      <pc:sldChg chg="addSp delSp modSp add">
        <pc:chgData name="Fabian Surya Pramudya" userId="f46cf8bb-4ec7-4653-94a9-ff26fa22481f" providerId="ADAL" clId="{FD9ABBCF-DD9E-4A6F-AD9B-8588B8C90FF7}" dt="2022-10-03T01:44:59.090" v="3446" actId="20577"/>
        <pc:sldMkLst>
          <pc:docMk/>
          <pc:sldMk cId="248096499" sldId="405"/>
        </pc:sldMkLst>
        <pc:spChg chg="add mod">
          <ac:chgData name="Fabian Surya Pramudya" userId="f46cf8bb-4ec7-4653-94a9-ff26fa22481f" providerId="ADAL" clId="{FD9ABBCF-DD9E-4A6F-AD9B-8588B8C90FF7}" dt="2022-10-03T01:44:59.090" v="3446" actId="20577"/>
          <ac:spMkLst>
            <pc:docMk/>
            <pc:sldMk cId="248096499" sldId="405"/>
            <ac:spMk id="3" creationId="{11964B06-300E-4AE6-A9F7-74F24A87ACFC}"/>
          </ac:spMkLst>
        </pc:spChg>
        <pc:spChg chg="add mod">
          <ac:chgData name="Fabian Surya Pramudya" userId="f46cf8bb-4ec7-4653-94a9-ff26fa22481f" providerId="ADAL" clId="{FD9ABBCF-DD9E-4A6F-AD9B-8588B8C90FF7}" dt="2022-10-03T01:44:24.635" v="3405" actId="1076"/>
          <ac:spMkLst>
            <pc:docMk/>
            <pc:sldMk cId="248096499" sldId="405"/>
            <ac:spMk id="4" creationId="{EEC6DDE8-9425-48D7-B22F-520291F9CB4A}"/>
          </ac:spMkLst>
        </pc:spChg>
        <pc:spChg chg="mod">
          <ac:chgData name="Fabian Surya Pramudya" userId="f46cf8bb-4ec7-4653-94a9-ff26fa22481f" providerId="ADAL" clId="{FD9ABBCF-DD9E-4A6F-AD9B-8588B8C90FF7}" dt="2022-10-03T01:41:42.326" v="3231" actId="13926"/>
          <ac:spMkLst>
            <pc:docMk/>
            <pc:sldMk cId="248096499" sldId="405"/>
            <ac:spMk id="6" creationId="{9CA47900-574D-45DF-A35B-EFE93C5692A3}"/>
          </ac:spMkLst>
        </pc:spChg>
        <pc:spChg chg="del">
          <ac:chgData name="Fabian Surya Pramudya" userId="f46cf8bb-4ec7-4653-94a9-ff26fa22481f" providerId="ADAL" clId="{FD9ABBCF-DD9E-4A6F-AD9B-8588B8C90FF7}" dt="2022-10-03T01:36:59.741" v="3118" actId="478"/>
          <ac:spMkLst>
            <pc:docMk/>
            <pc:sldMk cId="248096499" sldId="405"/>
            <ac:spMk id="8" creationId="{BE10064E-92E3-456F-8806-ADA1CA9033BE}"/>
          </ac:spMkLst>
        </pc:spChg>
        <pc:picChg chg="add del mod">
          <ac:chgData name="Fabian Surya Pramudya" userId="f46cf8bb-4ec7-4653-94a9-ff26fa22481f" providerId="ADAL" clId="{FD9ABBCF-DD9E-4A6F-AD9B-8588B8C90FF7}" dt="2022-10-03T01:40:25.976" v="3166" actId="478"/>
          <ac:picMkLst>
            <pc:docMk/>
            <pc:sldMk cId="248096499" sldId="405"/>
            <ac:picMk id="9" creationId="{D7458950-84F8-43D8-A837-EF6EF64D8AC2}"/>
          </ac:picMkLst>
        </pc:picChg>
        <pc:picChg chg="add mod">
          <ac:chgData name="Fabian Surya Pramudya" userId="f46cf8bb-4ec7-4653-94a9-ff26fa22481f" providerId="ADAL" clId="{FD9ABBCF-DD9E-4A6F-AD9B-8588B8C90FF7}" dt="2022-10-03T01:44:26.604" v="3406" actId="1076"/>
          <ac:picMkLst>
            <pc:docMk/>
            <pc:sldMk cId="248096499" sldId="405"/>
            <ac:picMk id="10" creationId="{8014EFBC-E60B-4308-BFBD-EC3268A813FE}"/>
          </ac:picMkLst>
        </pc:picChg>
      </pc:sldChg>
      <pc:sldChg chg="addSp delSp modSp add ord">
        <pc:chgData name="Fabian Surya Pramudya" userId="f46cf8bb-4ec7-4653-94a9-ff26fa22481f" providerId="ADAL" clId="{FD9ABBCF-DD9E-4A6F-AD9B-8588B8C90FF7}" dt="2022-10-03T01:33:46.721" v="3100" actId="122"/>
        <pc:sldMkLst>
          <pc:docMk/>
          <pc:sldMk cId="887751840" sldId="406"/>
        </pc:sldMkLst>
        <pc:spChg chg="add del">
          <ac:chgData name="Fabian Surya Pramudya" userId="f46cf8bb-4ec7-4653-94a9-ff26fa22481f" providerId="ADAL" clId="{FD9ABBCF-DD9E-4A6F-AD9B-8588B8C90FF7}" dt="2022-10-02T07:48:01.987" v="2470"/>
          <ac:spMkLst>
            <pc:docMk/>
            <pc:sldMk cId="887751840" sldId="406"/>
            <ac:spMk id="3" creationId="{5EE9707F-0EDC-432D-8EB8-57640E325F33}"/>
          </ac:spMkLst>
        </pc:spChg>
        <pc:spChg chg="mod">
          <ac:chgData name="Fabian Surya Pramudya" userId="f46cf8bb-4ec7-4653-94a9-ff26fa22481f" providerId="ADAL" clId="{FD9ABBCF-DD9E-4A6F-AD9B-8588B8C90FF7}" dt="2022-10-03T01:33:46.721" v="3100" actId="122"/>
          <ac:spMkLst>
            <pc:docMk/>
            <pc:sldMk cId="887751840" sldId="406"/>
            <ac:spMk id="6" creationId="{9CA47900-574D-45DF-A35B-EFE93C5692A3}"/>
          </ac:spMkLst>
        </pc:spChg>
        <pc:spChg chg="del">
          <ac:chgData name="Fabian Surya Pramudya" userId="f46cf8bb-4ec7-4653-94a9-ff26fa22481f" providerId="ADAL" clId="{FD9ABBCF-DD9E-4A6F-AD9B-8588B8C90FF7}" dt="2022-10-02T07:47:55.050" v="2468" actId="478"/>
          <ac:spMkLst>
            <pc:docMk/>
            <pc:sldMk cId="887751840" sldId="406"/>
            <ac:spMk id="8" creationId="{BE10064E-92E3-456F-8806-ADA1CA9033BE}"/>
          </ac:spMkLst>
        </pc:spChg>
      </pc:sldChg>
      <pc:sldChg chg="addSp delSp modSp add">
        <pc:chgData name="Fabian Surya Pramudya" userId="f46cf8bb-4ec7-4653-94a9-ff26fa22481f" providerId="ADAL" clId="{FD9ABBCF-DD9E-4A6F-AD9B-8588B8C90FF7}" dt="2022-10-03T02:10:04.556" v="3459"/>
        <pc:sldMkLst>
          <pc:docMk/>
          <pc:sldMk cId="3283158374" sldId="407"/>
        </pc:sldMkLst>
        <pc:spChg chg="add del mod">
          <ac:chgData name="Fabian Surya Pramudya" userId="f46cf8bb-4ec7-4653-94a9-ff26fa22481f" providerId="ADAL" clId="{FD9ABBCF-DD9E-4A6F-AD9B-8588B8C90FF7}" dt="2022-10-03T01:37:20.572" v="3123"/>
          <ac:spMkLst>
            <pc:docMk/>
            <pc:sldMk cId="3283158374" sldId="407"/>
            <ac:spMk id="4" creationId="{2838AEBC-5235-4A12-95C4-E01848D33FB0}"/>
          </ac:spMkLst>
        </pc:spChg>
        <pc:spChg chg="del mod">
          <ac:chgData name="Fabian Surya Pramudya" userId="f46cf8bb-4ec7-4653-94a9-ff26fa22481f" providerId="ADAL" clId="{FD9ABBCF-DD9E-4A6F-AD9B-8588B8C90FF7}" dt="2022-10-03T02:10:04.556" v="3459"/>
          <ac:spMkLst>
            <pc:docMk/>
            <pc:sldMk cId="3283158374" sldId="407"/>
            <ac:spMk id="6" creationId="{9CA47900-574D-45DF-A35B-EFE93C5692A3}"/>
          </ac:spMkLst>
        </pc:spChg>
        <pc:picChg chg="add del mod">
          <ac:chgData name="Fabian Surya Pramudya" userId="f46cf8bb-4ec7-4653-94a9-ff26fa22481f" providerId="ADAL" clId="{FD9ABBCF-DD9E-4A6F-AD9B-8588B8C90FF7}" dt="2022-10-03T01:36:50.189" v="3117"/>
          <ac:picMkLst>
            <pc:docMk/>
            <pc:sldMk cId="3283158374" sldId="407"/>
            <ac:picMk id="3" creationId="{D973A788-6CE7-4236-B63F-3514E774028D}"/>
          </ac:picMkLst>
        </pc:picChg>
      </pc:sldChg>
      <pc:sldChg chg="delSp modSp add">
        <pc:chgData name="Fabian Surya Pramudya" userId="f46cf8bb-4ec7-4653-94a9-ff26fa22481f" providerId="ADAL" clId="{FD9ABBCF-DD9E-4A6F-AD9B-8588B8C90FF7}" dt="2022-10-03T00:43:13.005" v="2771" actId="123"/>
        <pc:sldMkLst>
          <pc:docMk/>
          <pc:sldMk cId="2967818268" sldId="408"/>
        </pc:sldMkLst>
        <pc:spChg chg="mod">
          <ac:chgData name="Fabian Surya Pramudya" userId="f46cf8bb-4ec7-4653-94a9-ff26fa22481f" providerId="ADAL" clId="{FD9ABBCF-DD9E-4A6F-AD9B-8588B8C90FF7}" dt="2022-10-03T00:43:13.005" v="2771" actId="123"/>
          <ac:spMkLst>
            <pc:docMk/>
            <pc:sldMk cId="2967818268" sldId="408"/>
            <ac:spMk id="3" creationId="{B473A5FE-4680-4FBD-9F5F-A2811352F63D}"/>
          </ac:spMkLst>
        </pc:spChg>
        <pc:spChg chg="del">
          <ac:chgData name="Fabian Surya Pramudya" userId="f46cf8bb-4ec7-4653-94a9-ff26fa22481f" providerId="ADAL" clId="{FD9ABBCF-DD9E-4A6F-AD9B-8588B8C90FF7}" dt="2022-10-03T00:42:53.151" v="2767" actId="478"/>
          <ac:spMkLst>
            <pc:docMk/>
            <pc:sldMk cId="2967818268" sldId="408"/>
            <ac:spMk id="4" creationId="{7AEF7AE3-1AE7-42D5-8DCA-5F67E75B5AEA}"/>
          </ac:spMkLst>
        </pc:spChg>
      </pc:sldChg>
      <pc:sldChg chg="delSp add del">
        <pc:chgData name="Fabian Surya Pramudya" userId="f46cf8bb-4ec7-4653-94a9-ff26fa22481f" providerId="ADAL" clId="{FD9ABBCF-DD9E-4A6F-AD9B-8588B8C90FF7}" dt="2022-10-03T02:09:56.535" v="3456" actId="2696"/>
        <pc:sldMkLst>
          <pc:docMk/>
          <pc:sldMk cId="3234842479" sldId="409"/>
        </pc:sldMkLst>
        <pc:picChg chg="del">
          <ac:chgData name="Fabian Surya Pramudya" userId="f46cf8bb-4ec7-4653-94a9-ff26fa22481f" providerId="ADAL" clId="{FD9ABBCF-DD9E-4A6F-AD9B-8588B8C90FF7}" dt="2022-10-03T01:41:46.870" v="3232"/>
          <ac:picMkLst>
            <pc:docMk/>
            <pc:sldMk cId="3234842479" sldId="409"/>
            <ac:picMk id="9" creationId="{D7458950-84F8-43D8-A837-EF6EF64D8AC2}"/>
          </ac:picMkLst>
        </pc:picChg>
      </pc:sldChg>
      <pc:sldChg chg="add">
        <pc:chgData name="Fabian Surya Pramudya" userId="f46cf8bb-4ec7-4653-94a9-ff26fa22481f" providerId="ADAL" clId="{FD9ABBCF-DD9E-4A6F-AD9B-8588B8C90FF7}" dt="2022-10-03T01:45:03.544" v="3447"/>
        <pc:sldMkLst>
          <pc:docMk/>
          <pc:sldMk cId="1813819683" sldId="410"/>
        </pc:sldMkLst>
      </pc:sldChg>
      <pc:sldChg chg="addSp delSp modSp add">
        <pc:chgData name="Fabian Surya Pramudya" userId="f46cf8bb-4ec7-4653-94a9-ff26fa22481f" providerId="ADAL" clId="{FD9ABBCF-DD9E-4A6F-AD9B-8588B8C90FF7}" dt="2022-10-03T02:18:33.337" v="3513" actId="123"/>
        <pc:sldMkLst>
          <pc:docMk/>
          <pc:sldMk cId="249405137" sldId="411"/>
        </pc:sldMkLst>
        <pc:spChg chg="mod">
          <ac:chgData name="Fabian Surya Pramudya" userId="f46cf8bb-4ec7-4653-94a9-ff26fa22481f" providerId="ADAL" clId="{FD9ABBCF-DD9E-4A6F-AD9B-8588B8C90FF7}" dt="2022-10-03T02:18:33.337" v="3513" actId="123"/>
          <ac:spMkLst>
            <pc:docMk/>
            <pc:sldMk cId="249405137" sldId="411"/>
            <ac:spMk id="3" creationId="{11964B06-300E-4AE6-A9F7-74F24A87ACFC}"/>
          </ac:spMkLst>
        </pc:spChg>
        <pc:spChg chg="del">
          <ac:chgData name="Fabian Surya Pramudya" userId="f46cf8bb-4ec7-4653-94a9-ff26fa22481f" providerId="ADAL" clId="{FD9ABBCF-DD9E-4A6F-AD9B-8588B8C90FF7}" dt="2022-10-03T02:09:53.068" v="3455" actId="478"/>
          <ac:spMkLst>
            <pc:docMk/>
            <pc:sldMk cId="249405137" sldId="411"/>
            <ac:spMk id="4" creationId="{EEC6DDE8-9425-48D7-B22F-520291F9CB4A}"/>
          </ac:spMkLst>
        </pc:spChg>
        <pc:spChg chg="add del">
          <ac:chgData name="Fabian Surya Pramudya" userId="f46cf8bb-4ec7-4653-94a9-ff26fa22481f" providerId="ADAL" clId="{FD9ABBCF-DD9E-4A6F-AD9B-8588B8C90FF7}" dt="2022-10-03T02:17:10.605" v="3470"/>
          <ac:spMkLst>
            <pc:docMk/>
            <pc:sldMk cId="249405137" sldId="411"/>
            <ac:spMk id="5" creationId="{759FC675-E557-4DCC-9198-1A3A166C92EB}"/>
          </ac:spMkLst>
        </pc:spChg>
        <pc:spChg chg="mod">
          <ac:chgData name="Fabian Surya Pramudya" userId="f46cf8bb-4ec7-4653-94a9-ff26fa22481f" providerId="ADAL" clId="{FD9ABBCF-DD9E-4A6F-AD9B-8588B8C90FF7}" dt="2022-10-03T02:09:47.436" v="3452" actId="13926"/>
          <ac:spMkLst>
            <pc:docMk/>
            <pc:sldMk cId="249405137" sldId="411"/>
            <ac:spMk id="6" creationId="{9CA47900-574D-45DF-A35B-EFE93C5692A3}"/>
          </ac:spMkLst>
        </pc:spChg>
        <pc:picChg chg="del">
          <ac:chgData name="Fabian Surya Pramudya" userId="f46cf8bb-4ec7-4653-94a9-ff26fa22481f" providerId="ADAL" clId="{FD9ABBCF-DD9E-4A6F-AD9B-8588B8C90FF7}" dt="2022-10-03T02:09:51.873" v="3454" actId="478"/>
          <ac:picMkLst>
            <pc:docMk/>
            <pc:sldMk cId="249405137" sldId="411"/>
            <ac:picMk id="10" creationId="{8014EFBC-E60B-4308-BFBD-EC3268A813FE}"/>
          </ac:picMkLst>
        </pc:picChg>
      </pc:sldChg>
      <pc:sldChg chg="delSp modSp add">
        <pc:chgData name="Fabian Surya Pramudya" userId="f46cf8bb-4ec7-4653-94a9-ff26fa22481f" providerId="ADAL" clId="{FD9ABBCF-DD9E-4A6F-AD9B-8588B8C90FF7}" dt="2022-10-03T04:35:48.720" v="4020" actId="20577"/>
        <pc:sldMkLst>
          <pc:docMk/>
          <pc:sldMk cId="3843430661" sldId="412"/>
        </pc:sldMkLst>
        <pc:spChg chg="mod">
          <ac:chgData name="Fabian Surya Pramudya" userId="f46cf8bb-4ec7-4653-94a9-ff26fa22481f" providerId="ADAL" clId="{FD9ABBCF-DD9E-4A6F-AD9B-8588B8C90FF7}" dt="2022-10-03T03:12:12.680" v="3735" actId="20577"/>
          <ac:spMkLst>
            <pc:docMk/>
            <pc:sldMk cId="3843430661" sldId="412"/>
            <ac:spMk id="2" creationId="{00000000-0000-0000-0000-000000000000}"/>
          </ac:spMkLst>
        </pc:spChg>
        <pc:spChg chg="del">
          <ac:chgData name="Fabian Surya Pramudya" userId="f46cf8bb-4ec7-4653-94a9-ff26fa22481f" providerId="ADAL" clId="{FD9ABBCF-DD9E-4A6F-AD9B-8588B8C90FF7}" dt="2022-10-03T03:03:36.277" v="3691" actId="478"/>
          <ac:spMkLst>
            <pc:docMk/>
            <pc:sldMk cId="3843430661" sldId="412"/>
            <ac:spMk id="3" creationId="{17C0024F-6AFE-44DF-8188-B628C90A849E}"/>
          </ac:spMkLst>
        </pc:spChg>
        <pc:spChg chg="mod">
          <ac:chgData name="Fabian Surya Pramudya" userId="f46cf8bb-4ec7-4653-94a9-ff26fa22481f" providerId="ADAL" clId="{FD9ABBCF-DD9E-4A6F-AD9B-8588B8C90FF7}" dt="2022-10-03T04:35:48.720" v="4020" actId="20577"/>
          <ac:spMkLst>
            <pc:docMk/>
            <pc:sldMk cId="3843430661" sldId="412"/>
            <ac:spMk id="4" creationId="{34C8ACB7-62F4-4DFA-BF4E-F704AD38BEDF}"/>
          </ac:spMkLst>
        </pc:spChg>
        <pc:spChg chg="mod">
          <ac:chgData name="Fabian Surya Pramudya" userId="f46cf8bb-4ec7-4653-94a9-ff26fa22481f" providerId="ADAL" clId="{FD9ABBCF-DD9E-4A6F-AD9B-8588B8C90FF7}" dt="2022-10-03T03:11:03.078" v="3703" actId="1076"/>
          <ac:spMkLst>
            <pc:docMk/>
            <pc:sldMk cId="3843430661" sldId="412"/>
            <ac:spMk id="7" creationId="{8ABA6F95-747B-4FDF-946A-24A16ECC5706}"/>
          </ac:spMkLst>
        </pc:spChg>
      </pc:sldChg>
      <pc:sldChg chg="addSp delSp modSp add">
        <pc:chgData name="Fabian Surya Pramudya" userId="f46cf8bb-4ec7-4653-94a9-ff26fa22481f" providerId="ADAL" clId="{FD9ABBCF-DD9E-4A6F-AD9B-8588B8C90FF7}" dt="2022-10-03T04:31:19.658" v="3911"/>
        <pc:sldMkLst>
          <pc:docMk/>
          <pc:sldMk cId="4124455027" sldId="413"/>
        </pc:sldMkLst>
        <pc:spChg chg="mod">
          <ac:chgData name="Fabian Surya Pramudya" userId="f46cf8bb-4ec7-4653-94a9-ff26fa22481f" providerId="ADAL" clId="{FD9ABBCF-DD9E-4A6F-AD9B-8588B8C90FF7}" dt="2022-10-03T03:12:18.440" v="3737" actId="20577"/>
          <ac:spMkLst>
            <pc:docMk/>
            <pc:sldMk cId="4124455027" sldId="413"/>
            <ac:spMk id="2" creationId="{00000000-0000-0000-0000-000000000000}"/>
          </ac:spMkLst>
        </pc:spChg>
        <pc:spChg chg="mod">
          <ac:chgData name="Fabian Surya Pramudya" userId="f46cf8bb-4ec7-4653-94a9-ff26fa22481f" providerId="ADAL" clId="{FD9ABBCF-DD9E-4A6F-AD9B-8588B8C90FF7}" dt="2022-10-03T04:28:02.414" v="3868" actId="6549"/>
          <ac:spMkLst>
            <pc:docMk/>
            <pc:sldMk cId="4124455027" sldId="413"/>
            <ac:spMk id="4" creationId="{34C8ACB7-62F4-4DFA-BF4E-F704AD38BEDF}"/>
          </ac:spMkLst>
        </pc:spChg>
        <pc:spChg chg="add mod">
          <ac:chgData name="Fabian Surya Pramudya" userId="f46cf8bb-4ec7-4653-94a9-ff26fa22481f" providerId="ADAL" clId="{FD9ABBCF-DD9E-4A6F-AD9B-8588B8C90FF7}" dt="2022-10-03T04:30:18.884" v="3907" actId="1036"/>
          <ac:spMkLst>
            <pc:docMk/>
            <pc:sldMk cId="4124455027" sldId="413"/>
            <ac:spMk id="5" creationId="{C9A9AA11-ECD0-44BE-95AB-4B717A730DEF}"/>
          </ac:spMkLst>
        </pc:spChg>
        <pc:spChg chg="add del">
          <ac:chgData name="Fabian Surya Pramudya" userId="f46cf8bb-4ec7-4653-94a9-ff26fa22481f" providerId="ADAL" clId="{FD9ABBCF-DD9E-4A6F-AD9B-8588B8C90FF7}" dt="2022-10-03T04:31:19.658" v="3911"/>
          <ac:spMkLst>
            <pc:docMk/>
            <pc:sldMk cId="4124455027" sldId="413"/>
            <ac:spMk id="6" creationId="{0391A8FC-0B35-4596-9D6B-B85DFA0D2782}"/>
          </ac:spMkLst>
        </pc:spChg>
        <pc:spChg chg="add mod">
          <ac:chgData name="Fabian Surya Pramudya" userId="f46cf8bb-4ec7-4653-94a9-ff26fa22481f" providerId="ADAL" clId="{FD9ABBCF-DD9E-4A6F-AD9B-8588B8C90FF7}" dt="2022-10-03T04:31:19.019" v="3910" actId="571"/>
          <ac:spMkLst>
            <pc:docMk/>
            <pc:sldMk cId="4124455027" sldId="413"/>
            <ac:spMk id="8" creationId="{602720EB-405E-41E2-91FC-DD0B8A4C26A4}"/>
          </ac:spMkLst>
        </pc:spChg>
        <pc:picChg chg="add mod">
          <ac:chgData name="Fabian Surya Pramudya" userId="f46cf8bb-4ec7-4653-94a9-ff26fa22481f" providerId="ADAL" clId="{FD9ABBCF-DD9E-4A6F-AD9B-8588B8C90FF7}" dt="2022-10-03T04:30:15.317" v="3901" actId="1036"/>
          <ac:picMkLst>
            <pc:docMk/>
            <pc:sldMk cId="4124455027" sldId="413"/>
            <ac:picMk id="3" creationId="{2B50CDA2-5F15-4547-8EBD-CF8CABD3A09E}"/>
          </ac:picMkLst>
        </pc:picChg>
      </pc:sldChg>
      <pc:sldChg chg="delSp modSp add">
        <pc:chgData name="Fabian Surya Pramudya" userId="f46cf8bb-4ec7-4653-94a9-ff26fa22481f" providerId="ADAL" clId="{FD9ABBCF-DD9E-4A6F-AD9B-8588B8C90FF7}" dt="2022-10-03T04:36:30.431" v="4031" actId="20577"/>
        <pc:sldMkLst>
          <pc:docMk/>
          <pc:sldMk cId="1841469733" sldId="414"/>
        </pc:sldMkLst>
        <pc:spChg chg="mod">
          <ac:chgData name="Fabian Surya Pramudya" userId="f46cf8bb-4ec7-4653-94a9-ff26fa22481f" providerId="ADAL" clId="{FD9ABBCF-DD9E-4A6F-AD9B-8588B8C90FF7}" dt="2022-10-03T04:36:30.431" v="4031" actId="20577"/>
          <ac:spMkLst>
            <pc:docMk/>
            <pc:sldMk cId="1841469733" sldId="414"/>
            <ac:spMk id="4" creationId="{34C8ACB7-62F4-4DFA-BF4E-F704AD38BEDF}"/>
          </ac:spMkLst>
        </pc:spChg>
        <pc:spChg chg="del">
          <ac:chgData name="Fabian Surya Pramudya" userId="f46cf8bb-4ec7-4653-94a9-ff26fa22481f" providerId="ADAL" clId="{FD9ABBCF-DD9E-4A6F-AD9B-8588B8C90FF7}" dt="2022-10-03T04:32:27.642" v="3918" actId="478"/>
          <ac:spMkLst>
            <pc:docMk/>
            <pc:sldMk cId="1841469733" sldId="414"/>
            <ac:spMk id="5" creationId="{C9A9AA11-ECD0-44BE-95AB-4B717A730DEF}"/>
          </ac:spMkLst>
        </pc:spChg>
        <pc:picChg chg="del">
          <ac:chgData name="Fabian Surya Pramudya" userId="f46cf8bb-4ec7-4653-94a9-ff26fa22481f" providerId="ADAL" clId="{FD9ABBCF-DD9E-4A6F-AD9B-8588B8C90FF7}" dt="2022-10-03T04:32:26.088" v="3917" actId="478"/>
          <ac:picMkLst>
            <pc:docMk/>
            <pc:sldMk cId="1841469733" sldId="414"/>
            <ac:picMk id="3" creationId="{2B50CDA2-5F15-4547-8EBD-CF8CABD3A09E}"/>
          </ac:picMkLst>
        </pc:picChg>
      </pc:sldChg>
      <pc:sldChg chg="addSp modSp add">
        <pc:chgData name="Fabian Surya Pramudya" userId="f46cf8bb-4ec7-4653-94a9-ff26fa22481f" providerId="ADAL" clId="{FD9ABBCF-DD9E-4A6F-AD9B-8588B8C90FF7}" dt="2022-10-03T08:44:14.256" v="4715" actId="1076"/>
        <pc:sldMkLst>
          <pc:docMk/>
          <pc:sldMk cId="3789629184" sldId="415"/>
        </pc:sldMkLst>
        <pc:spChg chg="mod">
          <ac:chgData name="Fabian Surya Pramudya" userId="f46cf8bb-4ec7-4653-94a9-ff26fa22481f" providerId="ADAL" clId="{FD9ABBCF-DD9E-4A6F-AD9B-8588B8C90FF7}" dt="2022-10-03T04:39:32.078" v="4077" actId="20577"/>
          <ac:spMkLst>
            <pc:docMk/>
            <pc:sldMk cId="3789629184" sldId="415"/>
            <ac:spMk id="2" creationId="{00000000-0000-0000-0000-000000000000}"/>
          </ac:spMkLst>
        </pc:spChg>
        <pc:spChg chg="add mod">
          <ac:chgData name="Fabian Surya Pramudya" userId="f46cf8bb-4ec7-4653-94a9-ff26fa22481f" providerId="ADAL" clId="{FD9ABBCF-DD9E-4A6F-AD9B-8588B8C90FF7}" dt="2022-10-03T08:44:14.256" v="4715" actId="1076"/>
          <ac:spMkLst>
            <pc:docMk/>
            <pc:sldMk cId="3789629184" sldId="415"/>
            <ac:spMk id="3" creationId="{A9EB5FDF-6411-4AD9-AD91-90E4280BF780}"/>
          </ac:spMkLst>
        </pc:spChg>
        <pc:spChg chg="mod">
          <ac:chgData name="Fabian Surya Pramudya" userId="f46cf8bb-4ec7-4653-94a9-ff26fa22481f" providerId="ADAL" clId="{FD9ABBCF-DD9E-4A6F-AD9B-8588B8C90FF7}" dt="2022-10-03T08:44:09.709" v="4714" actId="1036"/>
          <ac:spMkLst>
            <pc:docMk/>
            <pc:sldMk cId="3789629184" sldId="415"/>
            <ac:spMk id="4" creationId="{34C8ACB7-62F4-4DFA-BF4E-F704AD38BEDF}"/>
          </ac:spMkLst>
        </pc:spChg>
      </pc:sldChg>
      <pc:sldChg chg="modSp add">
        <pc:chgData name="Fabian Surya Pramudya" userId="f46cf8bb-4ec7-4653-94a9-ff26fa22481f" providerId="ADAL" clId="{FD9ABBCF-DD9E-4A6F-AD9B-8588B8C90FF7}" dt="2022-10-03T04:41:50.860" v="4112" actId="1076"/>
        <pc:sldMkLst>
          <pc:docMk/>
          <pc:sldMk cId="63118660" sldId="416"/>
        </pc:sldMkLst>
        <pc:spChg chg="mod">
          <ac:chgData name="Fabian Surya Pramudya" userId="f46cf8bb-4ec7-4653-94a9-ff26fa22481f" providerId="ADAL" clId="{FD9ABBCF-DD9E-4A6F-AD9B-8588B8C90FF7}" dt="2022-10-03T04:38:44.333" v="4059" actId="20577"/>
          <ac:spMkLst>
            <pc:docMk/>
            <pc:sldMk cId="63118660" sldId="416"/>
            <ac:spMk id="2" creationId="{00000000-0000-0000-0000-000000000000}"/>
          </ac:spMkLst>
        </pc:spChg>
        <pc:spChg chg="mod">
          <ac:chgData name="Fabian Surya Pramudya" userId="f46cf8bb-4ec7-4653-94a9-ff26fa22481f" providerId="ADAL" clId="{FD9ABBCF-DD9E-4A6F-AD9B-8588B8C90FF7}" dt="2022-10-03T04:41:50.860" v="4112" actId="1076"/>
          <ac:spMkLst>
            <pc:docMk/>
            <pc:sldMk cId="63118660" sldId="416"/>
            <ac:spMk id="4" creationId="{34C8ACB7-62F4-4DFA-BF4E-F704AD38BEDF}"/>
          </ac:spMkLst>
        </pc:spChg>
      </pc:sldChg>
      <pc:sldChg chg="addSp delSp modSp add">
        <pc:chgData name="Fabian Surya Pramudya" userId="f46cf8bb-4ec7-4653-94a9-ff26fa22481f" providerId="ADAL" clId="{FD9ABBCF-DD9E-4A6F-AD9B-8588B8C90FF7}" dt="2022-10-03T08:40:38.712" v="4602" actId="20577"/>
        <pc:sldMkLst>
          <pc:docMk/>
          <pc:sldMk cId="3476544728" sldId="417"/>
        </pc:sldMkLst>
        <pc:spChg chg="mod">
          <ac:chgData name="Fabian Surya Pramudya" userId="f46cf8bb-4ec7-4653-94a9-ff26fa22481f" providerId="ADAL" clId="{FD9ABBCF-DD9E-4A6F-AD9B-8588B8C90FF7}" dt="2022-10-03T04:38:50.615" v="4063" actId="20577"/>
          <ac:spMkLst>
            <pc:docMk/>
            <pc:sldMk cId="3476544728" sldId="417"/>
            <ac:spMk id="2" creationId="{00000000-0000-0000-0000-000000000000}"/>
          </ac:spMkLst>
        </pc:spChg>
        <pc:spChg chg="add del mod">
          <ac:chgData name="Fabian Surya Pramudya" userId="f46cf8bb-4ec7-4653-94a9-ff26fa22481f" providerId="ADAL" clId="{FD9ABBCF-DD9E-4A6F-AD9B-8588B8C90FF7}" dt="2022-10-03T04:44:43.149" v="4148"/>
          <ac:spMkLst>
            <pc:docMk/>
            <pc:sldMk cId="3476544728" sldId="417"/>
            <ac:spMk id="3" creationId="{9B3E6FDD-CE37-4622-8AA5-0030C3F34F09}"/>
          </ac:spMkLst>
        </pc:spChg>
        <pc:spChg chg="mod">
          <ac:chgData name="Fabian Surya Pramudya" userId="f46cf8bb-4ec7-4653-94a9-ff26fa22481f" providerId="ADAL" clId="{FD9ABBCF-DD9E-4A6F-AD9B-8588B8C90FF7}" dt="2022-10-03T08:40:38.712" v="4602" actId="20577"/>
          <ac:spMkLst>
            <pc:docMk/>
            <pc:sldMk cId="3476544728" sldId="417"/>
            <ac:spMk id="4" creationId="{34C8ACB7-62F4-4DFA-BF4E-F704AD38BEDF}"/>
          </ac:spMkLst>
        </pc:spChg>
      </pc:sldChg>
      <pc:sldChg chg="addSp modSp add">
        <pc:chgData name="Fabian Surya Pramudya" userId="f46cf8bb-4ec7-4653-94a9-ff26fa22481f" providerId="ADAL" clId="{FD9ABBCF-DD9E-4A6F-AD9B-8588B8C90FF7}" dt="2022-10-03T06:35:48.714" v="4454" actId="1076"/>
        <pc:sldMkLst>
          <pc:docMk/>
          <pc:sldMk cId="538099543" sldId="418"/>
        </pc:sldMkLst>
        <pc:spChg chg="mod">
          <ac:chgData name="Fabian Surya Pramudya" userId="f46cf8bb-4ec7-4653-94a9-ff26fa22481f" providerId="ADAL" clId="{FD9ABBCF-DD9E-4A6F-AD9B-8588B8C90FF7}" dt="2022-10-03T04:39:00.577" v="4069" actId="20577"/>
          <ac:spMkLst>
            <pc:docMk/>
            <pc:sldMk cId="538099543" sldId="418"/>
            <ac:spMk id="2" creationId="{00000000-0000-0000-0000-000000000000}"/>
          </ac:spMkLst>
        </pc:spChg>
        <pc:spChg chg="mod">
          <ac:chgData name="Fabian Surya Pramudya" userId="f46cf8bb-4ec7-4653-94a9-ff26fa22481f" providerId="ADAL" clId="{FD9ABBCF-DD9E-4A6F-AD9B-8588B8C90FF7}" dt="2022-10-03T06:35:16.058" v="4437"/>
          <ac:spMkLst>
            <pc:docMk/>
            <pc:sldMk cId="538099543" sldId="418"/>
            <ac:spMk id="4" creationId="{34C8ACB7-62F4-4DFA-BF4E-F704AD38BEDF}"/>
          </ac:spMkLst>
        </pc:spChg>
        <pc:spChg chg="add mod">
          <ac:chgData name="Fabian Surya Pramudya" userId="f46cf8bb-4ec7-4653-94a9-ff26fa22481f" providerId="ADAL" clId="{FD9ABBCF-DD9E-4A6F-AD9B-8588B8C90FF7}" dt="2022-10-03T06:35:48.714" v="4454" actId="1076"/>
          <ac:spMkLst>
            <pc:docMk/>
            <pc:sldMk cId="538099543" sldId="418"/>
            <ac:spMk id="5" creationId="{7A34CA85-C7C7-4B10-92A1-9EF195052784}"/>
          </ac:spMkLst>
        </pc:spChg>
        <pc:picChg chg="add mod">
          <ac:chgData name="Fabian Surya Pramudya" userId="f46cf8bb-4ec7-4653-94a9-ff26fa22481f" providerId="ADAL" clId="{FD9ABBCF-DD9E-4A6F-AD9B-8588B8C90FF7}" dt="2022-10-03T06:35:12.546" v="4436" actId="14100"/>
          <ac:picMkLst>
            <pc:docMk/>
            <pc:sldMk cId="538099543" sldId="418"/>
            <ac:picMk id="3" creationId="{88C9E02B-5099-4374-AE8C-207B84285D7D}"/>
          </ac:picMkLst>
        </pc:picChg>
      </pc:sldChg>
      <pc:sldChg chg="modSp add">
        <pc:chgData name="Fabian Surya Pramudya" userId="f46cf8bb-4ec7-4653-94a9-ff26fa22481f" providerId="ADAL" clId="{FD9ABBCF-DD9E-4A6F-AD9B-8588B8C90FF7}" dt="2022-10-03T06:19:47.544" v="4368" actId="20577"/>
        <pc:sldMkLst>
          <pc:docMk/>
          <pc:sldMk cId="3168890103" sldId="419"/>
        </pc:sldMkLst>
        <pc:spChg chg="mod">
          <ac:chgData name="Fabian Surya Pramudya" userId="f46cf8bb-4ec7-4653-94a9-ff26fa22481f" providerId="ADAL" clId="{FD9ABBCF-DD9E-4A6F-AD9B-8588B8C90FF7}" dt="2022-10-03T06:19:47.544" v="4368" actId="20577"/>
          <ac:spMkLst>
            <pc:docMk/>
            <pc:sldMk cId="3168890103" sldId="419"/>
            <ac:spMk id="6" creationId="{01BB0C68-A479-46EA-B766-D7D101006142}"/>
          </ac:spMkLst>
        </pc:spChg>
        <pc:picChg chg="mod">
          <ac:chgData name="Fabian Surya Pramudya" userId="f46cf8bb-4ec7-4653-94a9-ff26fa22481f" providerId="ADAL" clId="{FD9ABBCF-DD9E-4A6F-AD9B-8588B8C90FF7}" dt="2022-10-03T06:17:18.238" v="4302" actId="14100"/>
          <ac:picMkLst>
            <pc:docMk/>
            <pc:sldMk cId="3168890103" sldId="419"/>
            <ac:picMk id="5" creationId="{E08E060C-11AE-46E7-AD68-B233C92DE54B}"/>
          </ac:picMkLst>
        </pc:picChg>
      </pc:sldChg>
      <pc:sldChg chg="addSp delSp modSp add">
        <pc:chgData name="Fabian Surya Pramudya" userId="f46cf8bb-4ec7-4653-94a9-ff26fa22481f" providerId="ADAL" clId="{FD9ABBCF-DD9E-4A6F-AD9B-8588B8C90FF7}" dt="2022-10-03T07:20:01.058" v="4457" actId="1076"/>
        <pc:sldMkLst>
          <pc:docMk/>
          <pc:sldMk cId="1762995828" sldId="420"/>
        </pc:sldMkLst>
        <pc:spChg chg="del">
          <ac:chgData name="Fabian Surya Pramudya" userId="f46cf8bb-4ec7-4653-94a9-ff26fa22481f" providerId="ADAL" clId="{FD9ABBCF-DD9E-4A6F-AD9B-8588B8C90FF7}" dt="2022-10-03T06:21:22.066" v="4377"/>
          <ac:spMkLst>
            <pc:docMk/>
            <pc:sldMk cId="1762995828" sldId="420"/>
            <ac:spMk id="6" creationId="{01BB0C68-A479-46EA-B766-D7D101006142}"/>
          </ac:spMkLst>
        </pc:spChg>
        <pc:spChg chg="add mod">
          <ac:chgData name="Fabian Surya Pramudya" userId="f46cf8bb-4ec7-4653-94a9-ff26fa22481f" providerId="ADAL" clId="{FD9ABBCF-DD9E-4A6F-AD9B-8588B8C90FF7}" dt="2022-10-03T07:20:01.058" v="4457" actId="1076"/>
          <ac:spMkLst>
            <pc:docMk/>
            <pc:sldMk cId="1762995828" sldId="420"/>
            <ac:spMk id="8" creationId="{8ACF600C-F2EE-4041-99FC-2444BA8DB79B}"/>
          </ac:spMkLst>
        </pc:spChg>
        <pc:picChg chg="add mod">
          <ac:chgData name="Fabian Surya Pramudya" userId="f46cf8bb-4ec7-4653-94a9-ff26fa22481f" providerId="ADAL" clId="{FD9ABBCF-DD9E-4A6F-AD9B-8588B8C90FF7}" dt="2022-10-03T07:19:57.143" v="4456" actId="1076"/>
          <ac:picMkLst>
            <pc:docMk/>
            <pc:sldMk cId="1762995828" sldId="420"/>
            <ac:picMk id="3" creationId="{76F0FCA7-F66C-4D72-8936-A1B8C82987A1}"/>
          </ac:picMkLst>
        </pc:picChg>
        <pc:picChg chg="del">
          <ac:chgData name="Fabian Surya Pramudya" userId="f46cf8bb-4ec7-4653-94a9-ff26fa22481f" providerId="ADAL" clId="{FD9ABBCF-DD9E-4A6F-AD9B-8588B8C90FF7}" dt="2022-10-03T06:20:28.724" v="4370" actId="478"/>
          <ac:picMkLst>
            <pc:docMk/>
            <pc:sldMk cId="1762995828" sldId="420"/>
            <ac:picMk id="5" creationId="{E08E060C-11AE-46E7-AD68-B233C92DE54B}"/>
          </ac:picMkLst>
        </pc:picChg>
      </pc:sldChg>
      <pc:sldMasterChg chg="delSldLayout">
        <pc:chgData name="Fabian Surya Pramudya" userId="f46cf8bb-4ec7-4653-94a9-ff26fa22481f" providerId="ADAL" clId="{FD9ABBCF-DD9E-4A6F-AD9B-8588B8C90FF7}" dt="2022-09-27T17:57:01.369" v="157" actId="2696"/>
        <pc:sldMasterMkLst>
          <pc:docMk/>
          <pc:sldMasterMk cId="0" sldId="2147483648"/>
        </pc:sldMasterMkLst>
        <pc:sldLayoutChg chg="del">
          <pc:chgData name="Fabian Surya Pramudya" userId="f46cf8bb-4ec7-4653-94a9-ff26fa22481f" providerId="ADAL" clId="{FD9ABBCF-DD9E-4A6F-AD9B-8588B8C90FF7}" dt="2022-09-27T17:56:59.626" v="114" actId="2696"/>
          <pc:sldLayoutMkLst>
            <pc:docMk/>
            <pc:sldMasterMk cId="0" sldId="2147483648"/>
            <pc:sldLayoutMk cId="3918486649" sldId="2147483656"/>
          </pc:sldLayoutMkLst>
        </pc:sldLayoutChg>
        <pc:sldLayoutChg chg="del">
          <pc:chgData name="Fabian Surya Pramudya" userId="f46cf8bb-4ec7-4653-94a9-ff26fa22481f" providerId="ADAL" clId="{FD9ABBCF-DD9E-4A6F-AD9B-8588B8C90FF7}" dt="2022-09-27T17:56:59.698" v="117" actId="2696"/>
          <pc:sldLayoutMkLst>
            <pc:docMk/>
            <pc:sldMasterMk cId="0" sldId="2147483648"/>
            <pc:sldLayoutMk cId="3739215042" sldId="2147483657"/>
          </pc:sldLayoutMkLst>
        </pc:sldLayoutChg>
        <pc:sldLayoutChg chg="del">
          <pc:chgData name="Fabian Surya Pramudya" userId="f46cf8bb-4ec7-4653-94a9-ff26fa22481f" providerId="ADAL" clId="{FD9ABBCF-DD9E-4A6F-AD9B-8588B8C90FF7}" dt="2022-09-27T17:57:00.348" v="126" actId="2696"/>
          <pc:sldLayoutMkLst>
            <pc:docMk/>
            <pc:sldMasterMk cId="0" sldId="2147483648"/>
            <pc:sldLayoutMk cId="1826039689" sldId="2147483660"/>
          </pc:sldLayoutMkLst>
        </pc:sldLayoutChg>
        <pc:sldLayoutChg chg="del">
          <pc:chgData name="Fabian Surya Pramudya" userId="f46cf8bb-4ec7-4653-94a9-ff26fa22481f" providerId="ADAL" clId="{FD9ABBCF-DD9E-4A6F-AD9B-8588B8C90FF7}" dt="2022-09-27T17:57:00.560" v="131" actId="2696"/>
          <pc:sldLayoutMkLst>
            <pc:docMk/>
            <pc:sldMasterMk cId="0" sldId="2147483648"/>
            <pc:sldLayoutMk cId="3460994647" sldId="2147483661"/>
          </pc:sldLayoutMkLst>
        </pc:sldLayoutChg>
        <pc:sldLayoutChg chg="del">
          <pc:chgData name="Fabian Surya Pramudya" userId="f46cf8bb-4ec7-4653-94a9-ff26fa22481f" providerId="ADAL" clId="{FD9ABBCF-DD9E-4A6F-AD9B-8588B8C90FF7}" dt="2022-09-27T17:57:00.771" v="135" actId="2696"/>
          <pc:sldLayoutMkLst>
            <pc:docMk/>
            <pc:sldMasterMk cId="0" sldId="2147483648"/>
            <pc:sldLayoutMk cId="1960501756" sldId="2147483662"/>
          </pc:sldLayoutMkLst>
        </pc:sldLayoutChg>
        <pc:sldLayoutChg chg="del">
          <pc:chgData name="Fabian Surya Pramudya" userId="f46cf8bb-4ec7-4653-94a9-ff26fa22481f" providerId="ADAL" clId="{FD9ABBCF-DD9E-4A6F-AD9B-8588B8C90FF7}" dt="2022-09-27T17:57:00.928" v="139" actId="2696"/>
          <pc:sldLayoutMkLst>
            <pc:docMk/>
            <pc:sldMasterMk cId="0" sldId="2147483648"/>
            <pc:sldLayoutMk cId="1032262488" sldId="2147483663"/>
          </pc:sldLayoutMkLst>
        </pc:sldLayoutChg>
        <pc:sldLayoutChg chg="del">
          <pc:chgData name="Fabian Surya Pramudya" userId="f46cf8bb-4ec7-4653-94a9-ff26fa22481f" providerId="ADAL" clId="{FD9ABBCF-DD9E-4A6F-AD9B-8588B8C90FF7}" dt="2022-09-27T17:57:00.963" v="141" actId="2696"/>
          <pc:sldLayoutMkLst>
            <pc:docMk/>
            <pc:sldMasterMk cId="0" sldId="2147483648"/>
            <pc:sldLayoutMk cId="1420195148" sldId="2147483664"/>
          </pc:sldLayoutMkLst>
        </pc:sldLayoutChg>
        <pc:sldLayoutChg chg="del">
          <pc:chgData name="Fabian Surya Pramudya" userId="f46cf8bb-4ec7-4653-94a9-ff26fa22481f" providerId="ADAL" clId="{FD9ABBCF-DD9E-4A6F-AD9B-8588B8C90FF7}" dt="2022-09-27T17:57:00.996" v="143" actId="2696"/>
          <pc:sldLayoutMkLst>
            <pc:docMk/>
            <pc:sldMasterMk cId="0" sldId="2147483648"/>
            <pc:sldLayoutMk cId="2021393247" sldId="2147483665"/>
          </pc:sldLayoutMkLst>
        </pc:sldLayoutChg>
        <pc:sldLayoutChg chg="del">
          <pc:chgData name="Fabian Surya Pramudya" userId="f46cf8bb-4ec7-4653-94a9-ff26fa22481f" providerId="ADAL" clId="{FD9ABBCF-DD9E-4A6F-AD9B-8588B8C90FF7}" dt="2022-09-27T17:57:01.030" v="145" actId="2696"/>
          <pc:sldLayoutMkLst>
            <pc:docMk/>
            <pc:sldMasterMk cId="0" sldId="2147483648"/>
            <pc:sldLayoutMk cId="1305409048" sldId="2147483666"/>
          </pc:sldLayoutMkLst>
        </pc:sldLayoutChg>
        <pc:sldLayoutChg chg="del">
          <pc:chgData name="Fabian Surya Pramudya" userId="f46cf8bb-4ec7-4653-94a9-ff26fa22481f" providerId="ADAL" clId="{FD9ABBCF-DD9E-4A6F-AD9B-8588B8C90FF7}" dt="2022-09-27T17:57:01.065" v="147" actId="2696"/>
          <pc:sldLayoutMkLst>
            <pc:docMk/>
            <pc:sldMasterMk cId="0" sldId="2147483648"/>
            <pc:sldLayoutMk cId="1893365343" sldId="2147483667"/>
          </pc:sldLayoutMkLst>
        </pc:sldLayoutChg>
        <pc:sldLayoutChg chg="del">
          <pc:chgData name="Fabian Surya Pramudya" userId="f46cf8bb-4ec7-4653-94a9-ff26fa22481f" providerId="ADAL" clId="{FD9ABBCF-DD9E-4A6F-AD9B-8588B8C90FF7}" dt="2022-09-27T17:57:01.181" v="149" actId="2696"/>
          <pc:sldLayoutMkLst>
            <pc:docMk/>
            <pc:sldMasterMk cId="0" sldId="2147483648"/>
            <pc:sldLayoutMk cId="930874498" sldId="2147483668"/>
          </pc:sldLayoutMkLst>
        </pc:sldLayoutChg>
        <pc:sldLayoutChg chg="del">
          <pc:chgData name="Fabian Surya Pramudya" userId="f46cf8bb-4ec7-4653-94a9-ff26fa22481f" providerId="ADAL" clId="{FD9ABBCF-DD9E-4A6F-AD9B-8588B8C90FF7}" dt="2022-09-27T17:57:01.288" v="153" actId="2696"/>
          <pc:sldLayoutMkLst>
            <pc:docMk/>
            <pc:sldMasterMk cId="0" sldId="2147483648"/>
            <pc:sldLayoutMk cId="2283411703" sldId="2147483669"/>
          </pc:sldLayoutMkLst>
        </pc:sldLayoutChg>
        <pc:sldLayoutChg chg="del">
          <pc:chgData name="Fabian Surya Pramudya" userId="f46cf8bb-4ec7-4653-94a9-ff26fa22481f" providerId="ADAL" clId="{FD9ABBCF-DD9E-4A6F-AD9B-8588B8C90FF7}" dt="2022-09-27T17:57:01.310" v="155" actId="2696"/>
          <pc:sldLayoutMkLst>
            <pc:docMk/>
            <pc:sldMasterMk cId="0" sldId="2147483648"/>
            <pc:sldLayoutMk cId="1867602656" sldId="2147483673"/>
          </pc:sldLayoutMkLst>
        </pc:sldLayoutChg>
        <pc:sldLayoutChg chg="del">
          <pc:chgData name="Fabian Surya Pramudya" userId="f46cf8bb-4ec7-4653-94a9-ff26fa22481f" providerId="ADAL" clId="{FD9ABBCF-DD9E-4A6F-AD9B-8588B8C90FF7}" dt="2022-09-27T17:57:01.369" v="157" actId="2696"/>
          <pc:sldLayoutMkLst>
            <pc:docMk/>
            <pc:sldMasterMk cId="0" sldId="2147483648"/>
            <pc:sldLayoutMk cId="1116933795" sldId="2147483674"/>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42327A3B-766F-4631-90B1-9B3D33DE7C5C}" type="datetimeFigureOut">
              <a:rPr lang="en-US"/>
              <a:pPr>
                <a:defRPr/>
              </a:pPr>
              <a:t>12/23/2022</a:t>
            </a:fld>
            <a:endParaRPr lang="en-US"/>
          </a:p>
        </p:txBody>
      </p:sp>
      <p:sp>
        <p:nvSpPr>
          <p:cNvPr id="4" name="Slide Image Placeholder 3"/>
          <p:cNvSpPr>
            <a:spLocks noGrp="1" noRot="1" noChangeAspect="1"/>
          </p:cNvSpPr>
          <p:nvPr>
            <p:ph type="sldImg" idx="2"/>
          </p:nvPr>
        </p:nvSpPr>
        <p:spPr>
          <a:xfrm>
            <a:off x="1006475" y="685800"/>
            <a:ext cx="484505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98F58BAA-C397-4D9C-949B-0B7D3F08F4B6}"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1" descr="Background 01-01.jpg"/>
          <p:cNvPicPr>
            <a:picLocks noChangeAspect="1"/>
          </p:cNvPicPr>
          <p:nvPr userDrawn="1"/>
        </p:nvPicPr>
        <p:blipFill>
          <a:blip r:embed="rId2" cstate="screen">
            <a:alphaModFix/>
          </a:blip>
          <a:srcRect/>
          <a:stretch>
            <a:fillRect/>
          </a:stretch>
        </p:blipFill>
        <p:spPr bwMode="auto">
          <a:xfrm>
            <a:off x="0" y="3175"/>
            <a:ext cx="10688638" cy="7556500"/>
          </a:xfrm>
          <a:prstGeom prst="rect">
            <a:avLst/>
          </a:prstGeom>
          <a:noFill/>
          <a:ln w="9525">
            <a:noFill/>
            <a:miter lim="800000"/>
            <a:headEnd/>
            <a:tailEnd/>
          </a:ln>
        </p:spPr>
      </p:pic>
      <p:pic>
        <p:nvPicPr>
          <p:cNvPr id="12" name="Picture 11" descr="A screenshot of a cell phone&#10;&#10;Description automatically generated">
            <a:extLst>
              <a:ext uri="{FF2B5EF4-FFF2-40B4-BE49-F238E27FC236}">
                <a16:creationId xmlns:a16="http://schemas.microsoft.com/office/drawing/2014/main" id="{9EA64FB5-AD3D-6B4E-9CDC-DAE578F5C07C}"/>
              </a:ext>
            </a:extLst>
          </p:cNvPr>
          <p:cNvPicPr>
            <a:picLocks noChangeAspect="1"/>
          </p:cNvPicPr>
          <p:nvPr userDrawn="1"/>
        </p:nvPicPr>
        <p:blipFill rotWithShape="1">
          <a:blip r:embed="rId3"/>
          <a:srcRect l="20942" t="89154" r="21091" b="4449"/>
          <a:stretch/>
        </p:blipFill>
        <p:spPr>
          <a:xfrm>
            <a:off x="5080503" y="646216"/>
            <a:ext cx="4004840" cy="625040"/>
          </a:xfrm>
          <a:prstGeom prst="rect">
            <a:avLst/>
          </a:prstGeom>
          <a:ln w="3175">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62B2341-C3BD-4867-8D41-5F80C1709B34}" type="datetimeFigureOut">
              <a:rPr lang="en-US"/>
              <a:pPr>
                <a:defRPr/>
              </a:pPr>
              <a:t>12/23/2022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D7FA9F5-F61B-45A1-B5E1-F65A5889B2EE}" type="slidenum">
              <a:rPr lang="en-US"/>
              <a:pPr>
                <a:defRPr/>
              </a:pPr>
              <a:t>‹#›</a:t>
            </a:fld>
            <a:endParaRPr lang="en-US"/>
          </a:p>
        </p:txBody>
      </p:sp>
      <p:pic>
        <p:nvPicPr>
          <p:cNvPr id="7" name="Picture 1" descr="Background 01-02.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
        <p:nvSpPr>
          <p:cNvPr id="9" name="Title Placeholder 1"/>
          <p:cNvSpPr>
            <a:spLocks noGrp="1"/>
          </p:cNvSpPr>
          <p:nvPr>
            <p:ph type="title"/>
          </p:nvPr>
        </p:nvSpPr>
        <p:spPr bwMode="auto">
          <a:xfrm>
            <a:off x="1238250" y="7493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 name="Text Placeholder 2"/>
          <p:cNvSpPr>
            <a:spLocks noGrp="1"/>
          </p:cNvSpPr>
          <p:nvPr>
            <p:ph idx="13"/>
          </p:nvPr>
        </p:nvSpPr>
        <p:spPr bwMode="auto">
          <a:xfrm>
            <a:off x="1238250" y="20097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descr="A screenshot of a cell phone&#10;&#10;Description automatically generated">
            <a:extLst>
              <a:ext uri="{FF2B5EF4-FFF2-40B4-BE49-F238E27FC236}">
                <a16:creationId xmlns:a16="http://schemas.microsoft.com/office/drawing/2014/main" id="{5317F68B-01F1-E94A-99D3-3F09D8A936B7}"/>
              </a:ext>
            </a:extLst>
          </p:cNvPr>
          <p:cNvPicPr>
            <a:picLocks noChangeAspect="1"/>
          </p:cNvPicPr>
          <p:nvPr userDrawn="1"/>
        </p:nvPicPr>
        <p:blipFill rotWithShape="1">
          <a:blip r:embed="rId3"/>
          <a:srcRect l="20942" t="89154" r="21091" b="4449"/>
          <a:stretch/>
        </p:blipFill>
        <p:spPr>
          <a:xfrm>
            <a:off x="3392488" y="6813668"/>
            <a:ext cx="4004840" cy="625040"/>
          </a:xfrm>
          <a:prstGeom prst="rect">
            <a:avLst/>
          </a:prstGeom>
          <a:ln w="3175">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329" y="4859832"/>
            <a:ext cx="9085342" cy="1502066"/>
          </a:xfrm>
        </p:spPr>
        <p:txBody>
          <a:bodyPr anchor="t"/>
          <a:lstStyle>
            <a:lvl1pPr algn="l">
              <a:defRPr sz="4600" b="1" cap="all"/>
            </a:lvl1pPr>
          </a:lstStyle>
          <a:p>
            <a:r>
              <a:rPr lang="en-US"/>
              <a:t>Click to edit Master title style</a:t>
            </a:r>
          </a:p>
        </p:txBody>
      </p:sp>
      <p:sp>
        <p:nvSpPr>
          <p:cNvPr id="3" name="Text Placeholder 2"/>
          <p:cNvSpPr>
            <a:spLocks noGrp="1"/>
          </p:cNvSpPr>
          <p:nvPr>
            <p:ph type="body" idx="1"/>
          </p:nvPr>
        </p:nvSpPr>
        <p:spPr>
          <a:xfrm>
            <a:off x="844329" y="3205459"/>
            <a:ext cx="9085342" cy="1654373"/>
          </a:xfrm>
        </p:spPr>
        <p:txBody>
          <a:bodyPr anchor="b"/>
          <a:lstStyle>
            <a:lvl1pPr marL="0" indent="0">
              <a:buNone/>
              <a:defRPr sz="2300">
                <a:solidFill>
                  <a:schemeClr val="tx1">
                    <a:tint val="75000"/>
                  </a:schemeClr>
                </a:solidFill>
              </a:defRPr>
            </a:lvl1pPr>
            <a:lvl2pPr marL="521437" indent="0">
              <a:buNone/>
              <a:defRPr sz="2100">
                <a:solidFill>
                  <a:schemeClr val="tx1">
                    <a:tint val="75000"/>
                  </a:schemeClr>
                </a:solidFill>
              </a:defRPr>
            </a:lvl2pPr>
            <a:lvl3pPr marL="1042873" indent="0">
              <a:buNone/>
              <a:defRPr sz="1800">
                <a:solidFill>
                  <a:schemeClr val="tx1">
                    <a:tint val="75000"/>
                  </a:schemeClr>
                </a:solidFill>
              </a:defRPr>
            </a:lvl3pPr>
            <a:lvl4pPr marL="1564310" indent="0">
              <a:buNone/>
              <a:defRPr sz="1600">
                <a:solidFill>
                  <a:schemeClr val="tx1">
                    <a:tint val="75000"/>
                  </a:schemeClr>
                </a:solidFill>
              </a:defRPr>
            </a:lvl4pPr>
            <a:lvl5pPr marL="2085746" indent="0">
              <a:buNone/>
              <a:defRPr sz="1600">
                <a:solidFill>
                  <a:schemeClr val="tx1">
                    <a:tint val="75000"/>
                  </a:schemeClr>
                </a:solidFill>
              </a:defRPr>
            </a:lvl5pPr>
            <a:lvl6pPr marL="2607183" indent="0">
              <a:buNone/>
              <a:defRPr sz="1600">
                <a:solidFill>
                  <a:schemeClr val="tx1">
                    <a:tint val="75000"/>
                  </a:schemeClr>
                </a:solidFill>
              </a:defRPr>
            </a:lvl6pPr>
            <a:lvl7pPr marL="3128620" indent="0">
              <a:buNone/>
              <a:defRPr sz="1600">
                <a:solidFill>
                  <a:schemeClr val="tx1">
                    <a:tint val="75000"/>
                  </a:schemeClr>
                </a:solidFill>
              </a:defRPr>
            </a:lvl7pPr>
            <a:lvl8pPr marL="3650056" indent="0">
              <a:buNone/>
              <a:defRPr sz="1600">
                <a:solidFill>
                  <a:schemeClr val="tx1">
                    <a:tint val="75000"/>
                  </a:schemeClr>
                </a:solidFill>
              </a:defRPr>
            </a:lvl8pPr>
            <a:lvl9pPr marL="4171493"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B24E772-3899-4649-A2AA-7CF914911BC6}" type="datetimeFigureOut">
              <a:rPr lang="en-US"/>
              <a:pPr>
                <a:defRPr/>
              </a:pPr>
              <a:t>12/23/2022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272044D-538C-4006-A81A-9ADFE14E088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4432" y="1764666"/>
            <a:ext cx="4720815" cy="4991131"/>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33391" y="1764666"/>
            <a:ext cx="4720815" cy="4991131"/>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A2569E45-41F7-4121-96F3-D9854AFC6DC8}" type="datetimeFigureOut">
              <a:rPr lang="en-US"/>
              <a:pPr>
                <a:defRPr/>
              </a:pPr>
              <a:t>12/23/2022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E504BA8-D676-4613-9C2C-2877DCA64D8F}" type="slidenum">
              <a:rPr lang="en-US"/>
              <a:pPr>
                <a:defRPr/>
              </a:pPr>
              <a:t>‹#›</a:t>
            </a:fld>
            <a:endParaRPr lang="en-US"/>
          </a:p>
        </p:txBody>
      </p:sp>
      <p:pic>
        <p:nvPicPr>
          <p:cNvPr id="8" name="Picture 1" descr="Background 01-03.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
        <p:nvSpPr>
          <p:cNvPr id="10" name="Title Placeholder 1"/>
          <p:cNvSpPr>
            <a:spLocks noGrp="1"/>
          </p:cNvSpPr>
          <p:nvPr>
            <p:ph type="title"/>
          </p:nvPr>
        </p:nvSpPr>
        <p:spPr bwMode="auto">
          <a:xfrm>
            <a:off x="121920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3"/>
          </p:nvPr>
        </p:nvSpPr>
        <p:spPr bwMode="auto">
          <a:xfrm>
            <a:off x="121920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3" name="Picture 12" descr="A screenshot of a cell phone&#10;&#10;Description automatically generated">
            <a:extLst>
              <a:ext uri="{FF2B5EF4-FFF2-40B4-BE49-F238E27FC236}">
                <a16:creationId xmlns:a16="http://schemas.microsoft.com/office/drawing/2014/main" id="{E24EA1D8-E779-9B4C-A906-459512BC2D87}"/>
              </a:ext>
            </a:extLst>
          </p:cNvPr>
          <p:cNvPicPr>
            <a:picLocks noChangeAspect="1"/>
          </p:cNvPicPr>
          <p:nvPr userDrawn="1"/>
        </p:nvPicPr>
        <p:blipFill rotWithShape="1">
          <a:blip r:embed="rId3"/>
          <a:srcRect l="20942" t="89154" r="21091" b="4449"/>
          <a:stretch/>
        </p:blipFill>
        <p:spPr>
          <a:xfrm>
            <a:off x="3350299" y="6745088"/>
            <a:ext cx="4004840" cy="625040"/>
          </a:xfrm>
          <a:prstGeom prst="rect">
            <a:avLst/>
          </a:prstGeom>
          <a:ln w="3175">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7" name="Date Placeholder 3"/>
          <p:cNvSpPr>
            <a:spLocks noGrp="1"/>
          </p:cNvSpPr>
          <p:nvPr>
            <p:ph type="dt" sz="half" idx="10"/>
          </p:nvPr>
        </p:nvSpPr>
        <p:spPr/>
        <p:txBody>
          <a:bodyPr/>
          <a:lstStyle>
            <a:lvl1pPr>
              <a:defRPr/>
            </a:lvl1pPr>
          </a:lstStyle>
          <a:p>
            <a:pPr>
              <a:defRPr/>
            </a:pPr>
            <a:fld id="{34384A83-4D5A-429E-BDC6-FD1381510BEB}" type="datetimeFigureOut">
              <a:rPr lang="en-US"/>
              <a:pPr>
                <a:defRPr/>
              </a:pPr>
              <a:t>12/23/2022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6CA70E03-8071-4189-BFD0-FC7EEE7DCDB5}" type="slidenum">
              <a:rPr lang="en-US"/>
              <a:pPr>
                <a:defRPr/>
              </a:pPr>
              <a:t>‹#›</a:t>
            </a:fld>
            <a:endParaRPr lang="en-US"/>
          </a:p>
        </p:txBody>
      </p:sp>
      <p:sp>
        <p:nvSpPr>
          <p:cNvPr id="10" name="Title Placeholder 1"/>
          <p:cNvSpPr>
            <a:spLocks noGrp="1"/>
          </p:cNvSpPr>
          <p:nvPr>
            <p:ph type="title"/>
          </p:nvPr>
        </p:nvSpPr>
        <p:spPr bwMode="auto">
          <a:xfrm>
            <a:off x="121920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
          </p:nvPr>
        </p:nvSpPr>
        <p:spPr bwMode="auto">
          <a:xfrm>
            <a:off x="121920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descr="A screenshot of a cell phone&#10;&#10;Description automatically generated">
            <a:extLst>
              <a:ext uri="{FF2B5EF4-FFF2-40B4-BE49-F238E27FC236}">
                <a16:creationId xmlns:a16="http://schemas.microsoft.com/office/drawing/2014/main" id="{0859D3EC-5E23-3B41-9DA0-38316698BC36}"/>
              </a:ext>
            </a:extLst>
          </p:cNvPr>
          <p:cNvPicPr>
            <a:picLocks noChangeAspect="1"/>
          </p:cNvPicPr>
          <p:nvPr userDrawn="1"/>
        </p:nvPicPr>
        <p:blipFill rotWithShape="1">
          <a:blip r:embed="rId2"/>
          <a:srcRect l="20942" t="89154" r="21091" b="4449"/>
          <a:stretch/>
        </p:blipFill>
        <p:spPr>
          <a:xfrm>
            <a:off x="3341899" y="6779378"/>
            <a:ext cx="4004840" cy="625040"/>
          </a:xfrm>
          <a:prstGeom prst="rect">
            <a:avLst/>
          </a:prstGeom>
          <a:ln w="3175">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fld id="{E71D282C-CC3E-4E1D-BB33-9531F7A7F244}" type="datetimeFigureOut">
              <a:rPr lang="en-US"/>
              <a:pPr>
                <a:defRPr/>
              </a:pPr>
              <a:t>12/23/2022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A3E6B65-159F-439F-9BD7-E9F07CE5AD1C}" type="slidenum">
              <a:rPr lang="en-US"/>
              <a:pPr>
                <a:defRPr/>
              </a:pPr>
              <a:t>‹#›</a:t>
            </a:fld>
            <a:endParaRPr lang="en-US"/>
          </a:p>
        </p:txBody>
      </p:sp>
      <p:sp>
        <p:nvSpPr>
          <p:cNvPr id="6" name="Title Placeholder 1"/>
          <p:cNvSpPr>
            <a:spLocks noGrp="1"/>
          </p:cNvSpPr>
          <p:nvPr>
            <p:ph type="title"/>
          </p:nvPr>
        </p:nvSpPr>
        <p:spPr bwMode="auto">
          <a:xfrm>
            <a:off x="121920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7" name="Text Placeholder 2"/>
          <p:cNvSpPr>
            <a:spLocks noGrp="1"/>
          </p:cNvSpPr>
          <p:nvPr>
            <p:ph idx="1"/>
          </p:nvPr>
        </p:nvSpPr>
        <p:spPr bwMode="auto">
          <a:xfrm>
            <a:off x="121920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screenshot of a cell phone&#10;&#10;Description automatically generated">
            <a:extLst>
              <a:ext uri="{FF2B5EF4-FFF2-40B4-BE49-F238E27FC236}">
                <a16:creationId xmlns:a16="http://schemas.microsoft.com/office/drawing/2014/main" id="{EDE9ED95-923D-3548-823B-31E4248CF767}"/>
              </a:ext>
            </a:extLst>
          </p:cNvPr>
          <p:cNvPicPr>
            <a:picLocks noChangeAspect="1"/>
          </p:cNvPicPr>
          <p:nvPr userDrawn="1"/>
        </p:nvPicPr>
        <p:blipFill rotWithShape="1">
          <a:blip r:embed="rId2"/>
          <a:srcRect l="20942" t="89154" r="21091" b="4449"/>
          <a:stretch/>
        </p:blipFill>
        <p:spPr>
          <a:xfrm>
            <a:off x="3341899" y="6786998"/>
            <a:ext cx="4004840" cy="625040"/>
          </a:xfrm>
          <a:prstGeom prst="rect">
            <a:avLst/>
          </a:prstGeom>
          <a:ln w="3175">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fld id="{E71D282C-CC3E-4E1D-BB33-9531F7A7F244}" type="datetimeFigureOut">
              <a:rPr lang="en-US"/>
              <a:pPr>
                <a:defRPr/>
              </a:pPr>
              <a:t>12/23/2022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A3E6B65-159F-439F-9BD7-E9F07CE5AD1C}" type="slidenum">
              <a:rPr lang="en-US"/>
              <a:pPr>
                <a:defRPr/>
              </a:pPr>
              <a:t>‹#›</a:t>
            </a:fld>
            <a:endParaRPr lang="en-US"/>
          </a:p>
        </p:txBody>
      </p:sp>
      <p:pic>
        <p:nvPicPr>
          <p:cNvPr id="9" name="Picture 8" descr="A screenshot of a cell phone&#10;&#10;Description automatically generated">
            <a:extLst>
              <a:ext uri="{FF2B5EF4-FFF2-40B4-BE49-F238E27FC236}">
                <a16:creationId xmlns:a16="http://schemas.microsoft.com/office/drawing/2014/main" id="{EDE9ED95-923D-3548-823B-31E4248CF767}"/>
              </a:ext>
            </a:extLst>
          </p:cNvPr>
          <p:cNvPicPr>
            <a:picLocks noChangeAspect="1"/>
          </p:cNvPicPr>
          <p:nvPr userDrawn="1"/>
        </p:nvPicPr>
        <p:blipFill rotWithShape="1">
          <a:blip r:embed="rId2"/>
          <a:srcRect l="20942" t="89154" r="21091" b="4449"/>
          <a:stretch/>
        </p:blipFill>
        <p:spPr>
          <a:xfrm>
            <a:off x="3341899" y="6786998"/>
            <a:ext cx="4004840" cy="625040"/>
          </a:xfrm>
          <a:prstGeom prst="rect">
            <a:avLst/>
          </a:prstGeom>
          <a:ln w="3175">
            <a:noFill/>
          </a:ln>
        </p:spPr>
      </p:pic>
    </p:spTree>
    <p:extLst>
      <p:ext uri="{BB962C8B-B14F-4D97-AF65-F5344CB8AC3E}">
        <p14:creationId xmlns:p14="http://schemas.microsoft.com/office/powerpoint/2010/main" val="2188224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059D9E7-C17C-4132-9B73-48A51CFD46B3}" type="datetimeFigureOut">
              <a:rPr lang="en-US"/>
              <a:pPr>
                <a:defRPr/>
              </a:pPr>
              <a:t>12/23/2022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896416AF-AB6B-466F-BD3E-24BE387F4714}" type="slidenum">
              <a:rPr lang="en-US"/>
              <a:pPr>
                <a:defRPr/>
              </a:pPr>
              <a:t>‹#›</a:t>
            </a:fld>
            <a:endParaRPr lang="en-US"/>
          </a:p>
        </p:txBody>
      </p:sp>
      <p:pic>
        <p:nvPicPr>
          <p:cNvPr id="5" name="Picture 1" descr="Background 01-04.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1" descr="Background 01-02.jpg"/>
          <p:cNvPicPr>
            <a:picLocks noChangeAspect="1"/>
          </p:cNvPicPr>
          <p:nvPr userDrawn="1"/>
        </p:nvPicPr>
        <p:blipFill>
          <a:blip r:embed="rId10" cstate="screen"/>
          <a:srcRect/>
          <a:stretch>
            <a:fillRect/>
          </a:stretch>
        </p:blipFill>
        <p:spPr bwMode="auto">
          <a:xfrm>
            <a:off x="0" y="0"/>
            <a:ext cx="10688638" cy="7556500"/>
          </a:xfrm>
          <a:prstGeom prst="rect">
            <a:avLst/>
          </a:prstGeom>
          <a:noFill/>
          <a:ln w="9525">
            <a:noFill/>
            <a:miter lim="800000"/>
            <a:headEnd/>
            <a:tailEnd/>
          </a:ln>
        </p:spPr>
      </p:pic>
      <p:sp>
        <p:nvSpPr>
          <p:cNvPr id="1026" name="Title Placeholder 1"/>
          <p:cNvSpPr>
            <a:spLocks noGrp="1"/>
          </p:cNvSpPr>
          <p:nvPr>
            <p:ph type="title"/>
          </p:nvPr>
        </p:nvSpPr>
        <p:spPr bwMode="auto">
          <a:xfrm>
            <a:off x="120015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120015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34988" y="7010400"/>
            <a:ext cx="2493962" cy="401638"/>
          </a:xfrm>
          <a:prstGeom prst="rect">
            <a:avLst/>
          </a:prstGeom>
        </p:spPr>
        <p:txBody>
          <a:bodyPr vert="horz" wrap="square" lIns="104287" tIns="52144" rIns="104287" bIns="52144" numCol="1" anchor="ctr" anchorCtr="0" compatLnSpc="1">
            <a:prstTxWarp prst="textNoShape">
              <a:avLst/>
            </a:prstTxWarp>
          </a:bodyPr>
          <a:lstStyle>
            <a:lvl1pPr>
              <a:defRPr sz="1400" smtClean="0">
                <a:solidFill>
                  <a:srgbClr val="898989"/>
                </a:solidFill>
              </a:defRPr>
            </a:lvl1pPr>
          </a:lstStyle>
          <a:p>
            <a:pPr>
              <a:defRPr/>
            </a:pPr>
            <a:fld id="{22E5663C-481F-407A-A60F-1F041C634F4F}" type="datetimeFigureOut">
              <a:rPr lang="en-US"/>
              <a:pPr>
                <a:defRPr/>
              </a:pPr>
              <a:t>12/23/2022</a:t>
            </a:fld>
            <a:endParaRPr lang="en-US"/>
          </a:p>
        </p:txBody>
      </p:sp>
      <p:sp>
        <p:nvSpPr>
          <p:cNvPr id="5" name="Footer Placeholder 4"/>
          <p:cNvSpPr>
            <a:spLocks noGrp="1"/>
          </p:cNvSpPr>
          <p:nvPr>
            <p:ph type="ftr" sz="quarter" idx="3"/>
          </p:nvPr>
        </p:nvSpPr>
        <p:spPr>
          <a:xfrm>
            <a:off x="3651250" y="7010400"/>
            <a:ext cx="3386138" cy="401638"/>
          </a:xfrm>
          <a:prstGeom prst="rect">
            <a:avLst/>
          </a:prstGeom>
        </p:spPr>
        <p:txBody>
          <a:bodyPr vert="horz" lIns="104287" tIns="52144" rIns="104287" bIns="52144" rtlCol="0" anchor="ctr"/>
          <a:lstStyle>
            <a:lvl1pPr algn="ctr" defTabSz="521437" fontAlgn="auto">
              <a:spcBef>
                <a:spcPts val="0"/>
              </a:spcBef>
              <a:spcAft>
                <a:spcPts val="0"/>
              </a:spcAft>
              <a:defRPr sz="1400">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7659688" y="7010400"/>
            <a:ext cx="2493962" cy="401638"/>
          </a:xfrm>
          <a:prstGeom prst="rect">
            <a:avLst/>
          </a:prstGeom>
        </p:spPr>
        <p:txBody>
          <a:bodyPr vert="horz" wrap="square" lIns="104287" tIns="52144" rIns="104287" bIns="52144" numCol="1" anchor="ctr" anchorCtr="0" compatLnSpc="1">
            <a:prstTxWarp prst="textNoShape">
              <a:avLst/>
            </a:prstTxWarp>
          </a:bodyPr>
          <a:lstStyle>
            <a:lvl1pPr algn="r">
              <a:defRPr sz="1400" smtClean="0">
                <a:solidFill>
                  <a:srgbClr val="898989"/>
                </a:solidFill>
              </a:defRPr>
            </a:lvl1pPr>
          </a:lstStyle>
          <a:p>
            <a:pPr>
              <a:defRPr/>
            </a:pPr>
            <a:fld id="{F1FCD700-A755-4C30-8B04-5025159A3A5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72" r:id="rId7"/>
    <p:sldLayoutId id="2147483655" r:id="rId8"/>
  </p:sldLayoutIdLst>
  <p:txStyles>
    <p:title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5pPr>
      <a:lvl6pPr marL="4572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6pPr>
      <a:lvl7pPr marL="9144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7pPr>
      <a:lvl8pPr marL="13716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8pPr>
      <a:lvl9pPr marL="18288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9pPr>
    </p:titleStyle>
    <p:bodyStyle>
      <a:lvl1pPr marL="390525" indent="-390525" algn="l" defTabSz="520700" rtl="0" eaLnBrk="0" fontAlgn="base" hangingPunct="0">
        <a:spcBef>
          <a:spcPct val="20000"/>
        </a:spcBef>
        <a:spcAft>
          <a:spcPct val="0"/>
        </a:spcAft>
        <a:buFont typeface="Arial" pitchFamily="34" charset="0"/>
        <a:buChar char="•"/>
        <a:defRPr sz="3600" kern="1200">
          <a:solidFill>
            <a:schemeClr val="tx1"/>
          </a:solidFill>
          <a:latin typeface="Open Sans"/>
          <a:ea typeface="MS PGothic" pitchFamily="34" charset="-128"/>
          <a:cs typeface="Open Sans"/>
        </a:defRPr>
      </a:lvl1pPr>
      <a:lvl2pPr marL="846138" indent="-325438" algn="l" defTabSz="520700" rtl="0" eaLnBrk="0" fontAlgn="base" hangingPunct="0">
        <a:spcBef>
          <a:spcPct val="20000"/>
        </a:spcBef>
        <a:spcAft>
          <a:spcPct val="0"/>
        </a:spcAft>
        <a:buFont typeface="Arial" pitchFamily="34" charset="0"/>
        <a:buChar char="–"/>
        <a:defRPr sz="3200" kern="1200">
          <a:solidFill>
            <a:schemeClr val="tx1"/>
          </a:solidFill>
          <a:latin typeface="Open Sans"/>
          <a:ea typeface="MS PGothic" pitchFamily="34" charset="-128"/>
          <a:cs typeface="+mn-cs"/>
        </a:defRPr>
      </a:lvl2pPr>
      <a:lvl3pPr marL="1303338" indent="-260350" algn="l" defTabSz="520700" rtl="0" eaLnBrk="0" fontAlgn="base" hangingPunct="0">
        <a:spcBef>
          <a:spcPct val="20000"/>
        </a:spcBef>
        <a:spcAft>
          <a:spcPct val="0"/>
        </a:spcAft>
        <a:buFont typeface="Arial" pitchFamily="34" charset="0"/>
        <a:buChar char="•"/>
        <a:defRPr sz="2700" kern="1200">
          <a:solidFill>
            <a:schemeClr val="tx1"/>
          </a:solidFill>
          <a:latin typeface="Open Sans"/>
          <a:ea typeface="MS PGothic" pitchFamily="34" charset="-128"/>
          <a:cs typeface="+mn-cs"/>
        </a:defRPr>
      </a:lvl3pPr>
      <a:lvl4pPr marL="1824038" indent="-260350"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4pPr>
      <a:lvl5pPr marL="2346325" indent="-260350"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5pPr>
      <a:lvl6pPr marL="2867901" indent="-260718" algn="l" defTabSz="521437" rtl="0" eaLnBrk="1" latinLnBrk="0" hangingPunct="1">
        <a:spcBef>
          <a:spcPct val="20000"/>
        </a:spcBef>
        <a:buFont typeface="Arial"/>
        <a:buChar char="•"/>
        <a:defRPr sz="2300" kern="1200">
          <a:solidFill>
            <a:schemeClr val="tx1"/>
          </a:solidFill>
          <a:latin typeface="+mn-lt"/>
          <a:ea typeface="+mn-ea"/>
          <a:cs typeface="+mn-cs"/>
        </a:defRPr>
      </a:lvl6pPr>
      <a:lvl7pPr marL="3389338" indent="-260718" algn="l" defTabSz="521437" rtl="0" eaLnBrk="1" latinLnBrk="0" hangingPunct="1">
        <a:spcBef>
          <a:spcPct val="20000"/>
        </a:spcBef>
        <a:buFont typeface="Arial"/>
        <a:buChar char="•"/>
        <a:defRPr sz="2300" kern="1200">
          <a:solidFill>
            <a:schemeClr val="tx1"/>
          </a:solidFill>
          <a:latin typeface="+mn-lt"/>
          <a:ea typeface="+mn-ea"/>
          <a:cs typeface="+mn-cs"/>
        </a:defRPr>
      </a:lvl7pPr>
      <a:lvl8pPr marL="3910775" indent="-260718" algn="l" defTabSz="521437" rtl="0" eaLnBrk="1" latinLnBrk="0" hangingPunct="1">
        <a:spcBef>
          <a:spcPct val="20000"/>
        </a:spcBef>
        <a:buFont typeface="Arial"/>
        <a:buChar char="•"/>
        <a:defRPr sz="2300" kern="1200">
          <a:solidFill>
            <a:schemeClr val="tx1"/>
          </a:solidFill>
          <a:latin typeface="+mn-lt"/>
          <a:ea typeface="+mn-ea"/>
          <a:cs typeface="+mn-cs"/>
        </a:defRPr>
      </a:lvl8pPr>
      <a:lvl9pPr marL="4432211" indent="-260718" algn="l" defTabSz="521437" rtl="0" eaLnBrk="1" latinLnBrk="0" hangingPunct="1">
        <a:spcBef>
          <a:spcPct val="20000"/>
        </a:spcBef>
        <a:buFont typeface="Arial"/>
        <a:buChar char="•"/>
        <a:defRPr sz="2300" kern="1200">
          <a:solidFill>
            <a:schemeClr val="tx1"/>
          </a:solidFill>
          <a:latin typeface="+mn-lt"/>
          <a:ea typeface="+mn-ea"/>
          <a:cs typeface="+mn-cs"/>
        </a:defRPr>
      </a:lvl9pPr>
    </p:bodyStyle>
    <p:otherStyle>
      <a:defPPr>
        <a:defRPr lang="en-US"/>
      </a:defPPr>
      <a:lvl1pPr marL="0" algn="l" defTabSz="521437" rtl="0" eaLnBrk="1" latinLnBrk="0" hangingPunct="1">
        <a:defRPr sz="2100" kern="1200">
          <a:solidFill>
            <a:schemeClr val="tx1"/>
          </a:solidFill>
          <a:latin typeface="+mn-lt"/>
          <a:ea typeface="+mn-ea"/>
          <a:cs typeface="+mn-cs"/>
        </a:defRPr>
      </a:lvl1pPr>
      <a:lvl2pPr marL="521437" algn="l" defTabSz="521437" rtl="0" eaLnBrk="1" latinLnBrk="0" hangingPunct="1">
        <a:defRPr sz="2100" kern="1200">
          <a:solidFill>
            <a:schemeClr val="tx1"/>
          </a:solidFill>
          <a:latin typeface="+mn-lt"/>
          <a:ea typeface="+mn-ea"/>
          <a:cs typeface="+mn-cs"/>
        </a:defRPr>
      </a:lvl2pPr>
      <a:lvl3pPr marL="1042873" algn="l" defTabSz="521437" rtl="0" eaLnBrk="1" latinLnBrk="0" hangingPunct="1">
        <a:defRPr sz="2100" kern="1200">
          <a:solidFill>
            <a:schemeClr val="tx1"/>
          </a:solidFill>
          <a:latin typeface="+mn-lt"/>
          <a:ea typeface="+mn-ea"/>
          <a:cs typeface="+mn-cs"/>
        </a:defRPr>
      </a:lvl3pPr>
      <a:lvl4pPr marL="1564310" algn="l" defTabSz="521437" rtl="0" eaLnBrk="1" latinLnBrk="0" hangingPunct="1">
        <a:defRPr sz="2100" kern="1200">
          <a:solidFill>
            <a:schemeClr val="tx1"/>
          </a:solidFill>
          <a:latin typeface="+mn-lt"/>
          <a:ea typeface="+mn-ea"/>
          <a:cs typeface="+mn-cs"/>
        </a:defRPr>
      </a:lvl4pPr>
      <a:lvl5pPr marL="2085746" algn="l" defTabSz="521437" rtl="0" eaLnBrk="1" latinLnBrk="0" hangingPunct="1">
        <a:defRPr sz="2100" kern="1200">
          <a:solidFill>
            <a:schemeClr val="tx1"/>
          </a:solidFill>
          <a:latin typeface="+mn-lt"/>
          <a:ea typeface="+mn-ea"/>
          <a:cs typeface="+mn-cs"/>
        </a:defRPr>
      </a:lvl5pPr>
      <a:lvl6pPr marL="2607183" algn="l" defTabSz="521437" rtl="0" eaLnBrk="1" latinLnBrk="0" hangingPunct="1">
        <a:defRPr sz="2100" kern="1200">
          <a:solidFill>
            <a:schemeClr val="tx1"/>
          </a:solidFill>
          <a:latin typeface="+mn-lt"/>
          <a:ea typeface="+mn-ea"/>
          <a:cs typeface="+mn-cs"/>
        </a:defRPr>
      </a:lvl6pPr>
      <a:lvl7pPr marL="3128620" algn="l" defTabSz="521437" rtl="0" eaLnBrk="1" latinLnBrk="0" hangingPunct="1">
        <a:defRPr sz="2100" kern="1200">
          <a:solidFill>
            <a:schemeClr val="tx1"/>
          </a:solidFill>
          <a:latin typeface="+mn-lt"/>
          <a:ea typeface="+mn-ea"/>
          <a:cs typeface="+mn-cs"/>
        </a:defRPr>
      </a:lvl7pPr>
      <a:lvl8pPr marL="3650056" algn="l" defTabSz="521437" rtl="0" eaLnBrk="1" latinLnBrk="0" hangingPunct="1">
        <a:defRPr sz="2100" kern="1200">
          <a:solidFill>
            <a:schemeClr val="tx1"/>
          </a:solidFill>
          <a:latin typeface="+mn-lt"/>
          <a:ea typeface="+mn-ea"/>
          <a:cs typeface="+mn-cs"/>
        </a:defRPr>
      </a:lvl8pPr>
      <a:lvl9pPr marL="4171493" algn="l" defTabSz="521437"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CE9AF79D-845E-461B-ADC4-7B9B51F04481}"/>
              </a:ext>
            </a:extLst>
          </p:cNvPr>
          <p:cNvSpPr>
            <a:spLocks noChangeArrowheads="1"/>
          </p:cNvSpPr>
          <p:nvPr/>
        </p:nvSpPr>
        <p:spPr bwMode="auto">
          <a:xfrm>
            <a:off x="2120202" y="2029767"/>
            <a:ext cx="8568435" cy="1010294"/>
          </a:xfrm>
          <a:prstGeom prst="rect">
            <a:avLst/>
          </a:prstGeom>
          <a:noFill/>
          <a:ln w="9525">
            <a:noFill/>
            <a:miter lim="800000"/>
            <a:headEnd/>
            <a:tailEnd/>
          </a:ln>
        </p:spPr>
        <p:txBody>
          <a:bodyPr/>
          <a:lstStyle/>
          <a:p>
            <a:pPr>
              <a:spcBef>
                <a:spcPct val="20000"/>
              </a:spcBef>
              <a:tabLst>
                <a:tab pos="1320800" algn="l"/>
                <a:tab pos="2054225" algn="l"/>
              </a:tabLst>
            </a:pPr>
            <a:r>
              <a:rPr lang="en-US" sz="2400" dirty="0">
                <a:solidFill>
                  <a:schemeClr val="bg1"/>
                </a:solidFill>
                <a:latin typeface="Open Sans"/>
              </a:rPr>
              <a:t>Course		 	: </a:t>
            </a:r>
            <a:r>
              <a:rPr lang="en-HK" sz="2400" dirty="0">
                <a:solidFill>
                  <a:schemeClr val="bg1"/>
                </a:solidFill>
                <a:latin typeface="Open Sans"/>
              </a:rPr>
              <a:t>Computational Biology</a:t>
            </a:r>
            <a:endParaRPr lang="en-US" sz="2400" dirty="0">
              <a:solidFill>
                <a:schemeClr val="bg1"/>
              </a:solidFill>
              <a:latin typeface="Open Sans"/>
            </a:endParaRPr>
          </a:p>
          <a:p>
            <a:pPr>
              <a:spcBef>
                <a:spcPct val="20000"/>
              </a:spcBef>
              <a:tabLst>
                <a:tab pos="1320800" algn="l"/>
                <a:tab pos="2054225" algn="l"/>
              </a:tabLst>
            </a:pPr>
            <a:r>
              <a:rPr lang="en-US" sz="2400" dirty="0">
                <a:solidFill>
                  <a:schemeClr val="bg1"/>
                </a:solidFill>
                <a:latin typeface="Open Sans"/>
              </a:rPr>
              <a:t>Effective Period	: June 2022</a:t>
            </a:r>
            <a:endParaRPr lang="en-US" sz="1400" dirty="0">
              <a:solidFill>
                <a:schemeClr val="bg1"/>
              </a:solidFill>
              <a:latin typeface="Open Sans"/>
            </a:endParaRPr>
          </a:p>
        </p:txBody>
      </p:sp>
      <p:sp>
        <p:nvSpPr>
          <p:cNvPr id="18" name="Rectangle 6">
            <a:extLst>
              <a:ext uri="{FF2B5EF4-FFF2-40B4-BE49-F238E27FC236}">
                <a16:creationId xmlns:a16="http://schemas.microsoft.com/office/drawing/2014/main" id="{32DB365E-C0A0-4B3F-B6B1-8D39827C09A3}"/>
              </a:ext>
            </a:extLst>
          </p:cNvPr>
          <p:cNvSpPr txBox="1">
            <a:spLocks noChangeArrowheads="1"/>
          </p:cNvSpPr>
          <p:nvPr/>
        </p:nvSpPr>
        <p:spPr>
          <a:xfrm>
            <a:off x="2120201" y="3754525"/>
            <a:ext cx="8568435" cy="2384425"/>
          </a:xfrm>
          <a:prstGeom prst="rect">
            <a:avLst/>
          </a:prstGeom>
          <a:noFill/>
        </p:spPr>
        <p:txBody>
          <a:bodyPr>
            <a:normAutofit/>
          </a:bodyPr>
          <a:lst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5pPr>
            <a:lvl6pPr marL="4572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6pPr>
            <a:lvl7pPr marL="9144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7pPr>
            <a:lvl8pPr marL="13716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8pPr>
            <a:lvl9pPr marL="18288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9pPr>
          </a:lstStyle>
          <a:p>
            <a:pPr algn="ctr" eaLnBrk="1" hangingPunct="1"/>
            <a:r>
              <a:rPr lang="en-GB" sz="5400" b="1" dirty="0">
                <a:solidFill>
                  <a:schemeClr val="bg1"/>
                </a:solidFill>
              </a:rPr>
              <a:t>Molecular </a:t>
            </a:r>
          </a:p>
          <a:p>
            <a:pPr algn="ctr" eaLnBrk="1" hangingPunct="1"/>
            <a:r>
              <a:rPr lang="en-GB" sz="5400" b="1" dirty="0">
                <a:solidFill>
                  <a:schemeClr val="bg1"/>
                </a:solidFill>
              </a:rPr>
              <a:t>Evolution</a:t>
            </a:r>
            <a:endParaRPr lang="en-US" sz="40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sz="4000" b="1" dirty="0" err="1"/>
              <a:t>Learning</a:t>
            </a:r>
            <a:r>
              <a:rPr lang="id-ID" sz="4000" b="1" dirty="0"/>
              <a:t> </a:t>
            </a:r>
            <a:r>
              <a:rPr lang="id-ID" sz="4000" b="1" dirty="0" err="1"/>
              <a:t>Objectives</a:t>
            </a:r>
            <a:endParaRPr lang="id-ID" sz="4000" b="1" dirty="0"/>
          </a:p>
        </p:txBody>
      </p:sp>
      <p:sp>
        <p:nvSpPr>
          <p:cNvPr id="3" name="Content Placeholder 2"/>
          <p:cNvSpPr>
            <a:spLocks noGrp="1"/>
          </p:cNvSpPr>
          <p:nvPr>
            <p:ph idx="1"/>
          </p:nvPr>
        </p:nvSpPr>
        <p:spPr/>
        <p:txBody>
          <a:bodyPr/>
          <a:lstStyle/>
          <a:p>
            <a:r>
              <a:rPr lang="en-AU" sz="2800" dirty="0"/>
              <a:t>History of Life on Earth</a:t>
            </a:r>
            <a:endParaRPr lang="en-HK" sz="2800" dirty="0"/>
          </a:p>
          <a:p>
            <a:r>
              <a:rPr lang="en-AU" sz="2800" dirty="0"/>
              <a:t>Theories of Evolution</a:t>
            </a:r>
            <a:endParaRPr lang="en-HK" sz="2800" dirty="0"/>
          </a:p>
          <a:p>
            <a:r>
              <a:rPr lang="en-AU" sz="2800" dirty="0"/>
              <a:t>Molecular Basis of Heritable Genetic</a:t>
            </a:r>
            <a:r>
              <a:rPr lang="en-HK" sz="2800" dirty="0"/>
              <a:t> </a:t>
            </a:r>
            <a:r>
              <a:rPr lang="en-AU" sz="2800" dirty="0"/>
              <a:t>Variations</a:t>
            </a:r>
            <a:endParaRPr lang="en-HK" sz="2800" dirty="0"/>
          </a:p>
          <a:p>
            <a:r>
              <a:rPr lang="en-AU" sz="2800" dirty="0"/>
              <a:t>Factors that Affect Gene Frequency in a Population</a:t>
            </a:r>
            <a:endParaRPr lang="en-HK" sz="2800" dirty="0"/>
          </a:p>
          <a:p>
            <a:r>
              <a:rPr lang="en-AU" sz="2800" dirty="0"/>
              <a:t>Molecular Phylogenetics</a:t>
            </a:r>
            <a:endParaRPr lang="en-HK" sz="2800" dirty="0"/>
          </a:p>
          <a:p>
            <a:r>
              <a:rPr lang="en-AU" sz="2800" dirty="0"/>
              <a:t>Construction of the Phylogenetic Tree</a:t>
            </a:r>
            <a:endParaRPr lang="en-HK" sz="2800" dirty="0"/>
          </a:p>
        </p:txBody>
      </p:sp>
    </p:spTree>
    <p:extLst>
      <p:ext uri="{BB962C8B-B14F-4D97-AF65-F5344CB8AC3E}">
        <p14:creationId xmlns:p14="http://schemas.microsoft.com/office/powerpoint/2010/main" val="3560658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History of Life on Earth</a:t>
            </a:r>
            <a:endParaRPr lang="en-HK" sz="2800" dirty="0"/>
          </a:p>
        </p:txBody>
      </p:sp>
      <p:sp>
        <p:nvSpPr>
          <p:cNvPr id="4" name="Rectangle 3">
            <a:extLst>
              <a:ext uri="{FF2B5EF4-FFF2-40B4-BE49-F238E27FC236}">
                <a16:creationId xmlns:a16="http://schemas.microsoft.com/office/drawing/2014/main" id="{34C8ACB7-62F4-4DFA-BF4E-F704AD38BEDF}"/>
              </a:ext>
            </a:extLst>
          </p:cNvPr>
          <p:cNvSpPr/>
          <p:nvPr/>
        </p:nvSpPr>
        <p:spPr>
          <a:xfrm>
            <a:off x="1238251" y="1556768"/>
            <a:ext cx="8678482" cy="4939814"/>
          </a:xfrm>
          <a:prstGeom prst="rect">
            <a:avLst/>
          </a:prstGeom>
        </p:spPr>
        <p:txBody>
          <a:bodyPr wrap="square">
            <a:spAutoFit/>
          </a:bodyPr>
          <a:lstStyle/>
          <a:p>
            <a:pPr algn="just"/>
            <a:r>
              <a:rPr lang="en-US" sz="1800" dirty="0"/>
              <a:t>Observations and experiments in chemistry, geology, and physics have led scientists to propose one scenario of life on early earth from microorganisms living 3.5 billion years ago.</a:t>
            </a:r>
          </a:p>
          <a:p>
            <a:pPr algn="just"/>
            <a:endParaRPr lang="en-US" sz="1800" dirty="0"/>
          </a:p>
          <a:p>
            <a:pPr algn="just"/>
            <a:r>
              <a:rPr lang="en-US" sz="1800" dirty="0"/>
              <a:t>They hypothesize that chemical and physical processes could have produced simple cells through a sequence of four main stages:</a:t>
            </a:r>
          </a:p>
          <a:p>
            <a:pPr algn="just"/>
            <a:endParaRPr lang="en-US" sz="1800" dirty="0"/>
          </a:p>
          <a:p>
            <a:pPr marL="457200" indent="-457200" algn="just">
              <a:buAutoNum type="arabicPeriod"/>
            </a:pPr>
            <a:r>
              <a:rPr lang="en-US" sz="1800" dirty="0"/>
              <a:t>The abiotic (nonliving) synthesis of small organic molecules, such as amino acids and nitrogenous bases</a:t>
            </a:r>
          </a:p>
          <a:p>
            <a:pPr marL="457200" indent="-457200" algn="just">
              <a:buAutoNum type="arabicPeriod"/>
            </a:pPr>
            <a:r>
              <a:rPr lang="en-US" sz="1800" dirty="0"/>
              <a:t>The joining of these small molecules into macromolecules, such as proteins and nucleic acids</a:t>
            </a:r>
          </a:p>
          <a:p>
            <a:pPr marL="457200" indent="-457200" algn="just">
              <a:buAutoNum type="arabicPeriod"/>
            </a:pPr>
            <a:r>
              <a:rPr lang="en-US" sz="1800" dirty="0"/>
              <a:t>The packaging of these molecules into </a:t>
            </a:r>
            <a:r>
              <a:rPr lang="en-US" sz="1800" b="1" dirty="0"/>
              <a:t>protocells</a:t>
            </a:r>
            <a:r>
              <a:rPr lang="en-US" sz="1800" dirty="0"/>
              <a:t>, droplets with membranes that maintained an internal chemistry different from that of their surroundings</a:t>
            </a:r>
          </a:p>
          <a:p>
            <a:pPr marL="457200" indent="-457200" algn="just">
              <a:buAutoNum type="arabicPeriod"/>
            </a:pPr>
            <a:r>
              <a:rPr lang="en-US" sz="1800" dirty="0"/>
              <a:t>The origin of self-replicating molecules that eventually made inheritance possible</a:t>
            </a:r>
          </a:p>
          <a:p>
            <a:pPr algn="just"/>
            <a:endParaRPr lang="en-US" sz="1800" dirty="0"/>
          </a:p>
          <a:p>
            <a:pPr algn="just"/>
            <a:r>
              <a:rPr lang="en-HK" b="1" u="sng" dirty="0"/>
              <a:t>Key evolutionary events</a:t>
            </a:r>
            <a:r>
              <a:rPr lang="en-HK" b="1" dirty="0"/>
              <a:t> </a:t>
            </a:r>
            <a:r>
              <a:rPr lang="en-US" dirty="0"/>
              <a:t>: “oxygen revolution”; origin of </a:t>
            </a:r>
            <a:r>
              <a:rPr lang="en-HK" dirty="0"/>
              <a:t>eukaryotes, first multicellular organisms; </a:t>
            </a:r>
            <a:r>
              <a:rPr lang="en-US" dirty="0"/>
              <a:t>colonization of land by large eukaryotes; origin of </a:t>
            </a:r>
            <a:r>
              <a:rPr lang="en-US" dirty="0" err="1"/>
              <a:t>tetrapods</a:t>
            </a:r>
            <a:r>
              <a:rPr lang="en-US" dirty="0"/>
              <a:t>; and the Permian mass </a:t>
            </a:r>
            <a:r>
              <a:rPr lang="en-HK" dirty="0"/>
              <a:t>extinction.</a:t>
            </a:r>
            <a:endParaRPr lang="en-US" sz="1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Tree>
    <p:extLst>
      <p:ext uri="{BB962C8B-B14F-4D97-AF65-F5344CB8AC3E}">
        <p14:creationId xmlns:p14="http://schemas.microsoft.com/office/powerpoint/2010/main" val="3124806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History of Life on Earth</a:t>
            </a:r>
            <a:endParaRPr lang="en-HK" sz="2800" dirty="0"/>
          </a:p>
        </p:txBody>
      </p:sp>
      <p:sp>
        <p:nvSpPr>
          <p:cNvPr id="4" name="Rectangle 3">
            <a:extLst>
              <a:ext uri="{FF2B5EF4-FFF2-40B4-BE49-F238E27FC236}">
                <a16:creationId xmlns:a16="http://schemas.microsoft.com/office/drawing/2014/main" id="{34C8ACB7-62F4-4DFA-BF4E-F704AD38BEDF}"/>
              </a:ext>
            </a:extLst>
          </p:cNvPr>
          <p:cNvSpPr/>
          <p:nvPr/>
        </p:nvSpPr>
        <p:spPr>
          <a:xfrm>
            <a:off x="1238250" y="1556768"/>
            <a:ext cx="8954621" cy="2677656"/>
          </a:xfrm>
          <a:prstGeom prst="rect">
            <a:avLst/>
          </a:prstGeom>
        </p:spPr>
        <p:txBody>
          <a:bodyPr wrap="square">
            <a:spAutoFit/>
          </a:bodyPr>
          <a:lstStyle/>
          <a:p>
            <a:pPr algn="just"/>
            <a:r>
              <a:rPr lang="en-HK" dirty="0"/>
              <a:t>Abiotic Synthesis of Macromolecules</a:t>
            </a:r>
          </a:p>
          <a:p>
            <a:pPr algn="just"/>
            <a:endParaRPr lang="en-HK" dirty="0"/>
          </a:p>
          <a:p>
            <a:pPr marL="285750" indent="-285750" algn="just">
              <a:buFont typeface="Arial" panose="020B0604020202020204" pitchFamily="34" charset="0"/>
              <a:buChar char="•"/>
            </a:pPr>
            <a:r>
              <a:rPr lang="en-US" sz="1800" dirty="0"/>
              <a:t>Small organic molecules, such as amino acids and nitrogenous bases, is not sufficient for the emergence </a:t>
            </a:r>
            <a:r>
              <a:rPr lang="en-HK" sz="1800" dirty="0"/>
              <a:t>of life. </a:t>
            </a:r>
            <a:r>
              <a:rPr lang="en-US" sz="1800" dirty="0"/>
              <a:t>Every cell has many types of macromolecules (enzymes and other proteins) and the nucleic acids needed for self-replication</a:t>
            </a:r>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HK" sz="1800" dirty="0"/>
              <a:t>A 2016 study demonstrated </a:t>
            </a:r>
            <a:r>
              <a:rPr lang="en-US" sz="1800" dirty="0"/>
              <a:t>that the abiotic synthesis of RNA’s two purine bases, adenine (A) and guanine (G), </a:t>
            </a:r>
            <a:r>
              <a:rPr lang="en-US" sz="1800" b="1" dirty="0"/>
              <a:t>can occur spontaneously from simple precursor molecules</a:t>
            </a:r>
            <a:r>
              <a:rPr lang="en-US" sz="1800" dirty="0"/>
              <a:t>. the abiotic synthesis of the smaller cytosine (C) and uracil (U) bases was accomplished in 2009</a:t>
            </a:r>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Tree>
    <p:extLst>
      <p:ext uri="{BB962C8B-B14F-4D97-AF65-F5344CB8AC3E}">
        <p14:creationId xmlns:p14="http://schemas.microsoft.com/office/powerpoint/2010/main" val="3612460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History of Life on Earth</a:t>
            </a:r>
            <a:endParaRPr lang="en-HK" sz="2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6" name="Rectangle 5">
            <a:extLst>
              <a:ext uri="{FF2B5EF4-FFF2-40B4-BE49-F238E27FC236}">
                <a16:creationId xmlns:a16="http://schemas.microsoft.com/office/drawing/2014/main" id="{49B202CA-BB72-4B00-AC1E-7801FCF170F4}"/>
              </a:ext>
            </a:extLst>
          </p:cNvPr>
          <p:cNvSpPr/>
          <p:nvPr/>
        </p:nvSpPr>
        <p:spPr>
          <a:xfrm>
            <a:off x="1238250" y="1622026"/>
            <a:ext cx="5742099" cy="5170646"/>
          </a:xfrm>
          <a:prstGeom prst="rect">
            <a:avLst/>
          </a:prstGeom>
        </p:spPr>
        <p:txBody>
          <a:bodyPr wrap="square">
            <a:spAutoFit/>
          </a:bodyPr>
          <a:lstStyle/>
          <a:p>
            <a:pPr algn="just"/>
            <a:r>
              <a:rPr lang="en-HK" dirty="0"/>
              <a:t>Protocells</a:t>
            </a:r>
          </a:p>
          <a:p>
            <a:pPr algn="just"/>
            <a:endParaRPr lang="en-HK" dirty="0"/>
          </a:p>
          <a:p>
            <a:pPr marL="285750" indent="-285750" algn="just">
              <a:buFont typeface="Arial" panose="020B0604020202020204" pitchFamily="34" charset="0"/>
              <a:buChar char="•"/>
            </a:pPr>
            <a:r>
              <a:rPr lang="en-US" sz="1800" dirty="0"/>
              <a:t>All organisms must be able to carry out both reproduction and energy processing (metabolism). DNA molecules carry genetic information and instructions</a:t>
            </a:r>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US" sz="1800" dirty="0"/>
              <a:t>Abiotically produced </a:t>
            </a:r>
            <a:r>
              <a:rPr lang="en-US" sz="1800" b="1" dirty="0"/>
              <a:t>vesicles</a:t>
            </a:r>
            <a:r>
              <a:rPr lang="en-US" sz="1800" dirty="0"/>
              <a:t> (fluid filled compartments enclosed by a membrane-like structure) can exhibit certain properties of life, Simple reproduction and metabolism, and maintenance of an internal chemical environment different from that of their surroundings</a:t>
            </a:r>
          </a:p>
          <a:p>
            <a:pPr algn="just"/>
            <a:endParaRPr lang="en-US" sz="1800" dirty="0"/>
          </a:p>
          <a:p>
            <a:pPr marL="285750" indent="-285750" algn="just">
              <a:buFont typeface="Arial" panose="020B0604020202020204" pitchFamily="34" charset="0"/>
              <a:buChar char="•"/>
            </a:pPr>
            <a:r>
              <a:rPr lang="en-US" sz="1800" dirty="0"/>
              <a:t>vesicles can form spontaneously when lipids or other organic molecules are added to water. Vesicles also can absorb montmorillonite particles, including those on which RNA and other organic molecules have become attached</a:t>
            </a:r>
          </a:p>
          <a:p>
            <a:pPr marL="285750" indent="-285750" algn="just">
              <a:buFont typeface="Arial" panose="020B0604020202020204" pitchFamily="34" charset="0"/>
              <a:buChar char="•"/>
            </a:pPr>
            <a:endParaRPr lang="en-US" sz="1800" dirty="0"/>
          </a:p>
        </p:txBody>
      </p:sp>
      <p:pic>
        <p:nvPicPr>
          <p:cNvPr id="8" name="Picture 7">
            <a:extLst>
              <a:ext uri="{FF2B5EF4-FFF2-40B4-BE49-F238E27FC236}">
                <a16:creationId xmlns:a16="http://schemas.microsoft.com/office/drawing/2014/main" id="{0FA15427-4B17-4F36-AA8D-302EF342D5F9}"/>
              </a:ext>
            </a:extLst>
          </p:cNvPr>
          <p:cNvPicPr>
            <a:picLocks noChangeAspect="1"/>
          </p:cNvPicPr>
          <p:nvPr/>
        </p:nvPicPr>
        <p:blipFill>
          <a:blip r:embed="rId2"/>
          <a:stretch>
            <a:fillRect/>
          </a:stretch>
        </p:blipFill>
        <p:spPr>
          <a:xfrm>
            <a:off x="7261412" y="1883682"/>
            <a:ext cx="3039035" cy="4100285"/>
          </a:xfrm>
          <a:prstGeom prst="rect">
            <a:avLst/>
          </a:prstGeom>
        </p:spPr>
      </p:pic>
    </p:spTree>
    <p:extLst>
      <p:ext uri="{BB962C8B-B14F-4D97-AF65-F5344CB8AC3E}">
        <p14:creationId xmlns:p14="http://schemas.microsoft.com/office/powerpoint/2010/main" val="1313300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History of Life on Earth</a:t>
            </a:r>
            <a:endParaRPr lang="en-HK" sz="2800" dirty="0"/>
          </a:p>
        </p:txBody>
      </p:sp>
      <p:sp>
        <p:nvSpPr>
          <p:cNvPr id="4" name="Rectangle 3">
            <a:extLst>
              <a:ext uri="{FF2B5EF4-FFF2-40B4-BE49-F238E27FC236}">
                <a16:creationId xmlns:a16="http://schemas.microsoft.com/office/drawing/2014/main" id="{34C8ACB7-62F4-4DFA-BF4E-F704AD38BEDF}"/>
              </a:ext>
            </a:extLst>
          </p:cNvPr>
          <p:cNvSpPr/>
          <p:nvPr/>
        </p:nvSpPr>
        <p:spPr>
          <a:xfrm>
            <a:off x="1238251" y="1556768"/>
            <a:ext cx="5821455" cy="5663089"/>
          </a:xfrm>
          <a:prstGeom prst="rect">
            <a:avLst/>
          </a:prstGeom>
        </p:spPr>
        <p:txBody>
          <a:bodyPr wrap="square">
            <a:spAutoFit/>
          </a:bodyPr>
          <a:lstStyle/>
          <a:p>
            <a:pPr algn="just"/>
            <a:r>
              <a:rPr lang="en-HK" dirty="0"/>
              <a:t>Self-Replication RNA</a:t>
            </a:r>
          </a:p>
          <a:p>
            <a:pPr algn="just"/>
            <a:endParaRPr lang="en-HK" dirty="0"/>
          </a:p>
          <a:p>
            <a:pPr marL="285750" indent="-285750" algn="just">
              <a:buFont typeface="Arial" panose="020B0604020202020204" pitchFamily="34" charset="0"/>
              <a:buChar char="•"/>
            </a:pPr>
            <a:r>
              <a:rPr lang="en-US" sz="1600" dirty="0"/>
              <a:t>The first genetic material was most likely RNA. RNA plays a central role in protein synthesis, but it can also function as an enzyme-like catalyst (</a:t>
            </a:r>
            <a:r>
              <a:rPr lang="en-US" sz="1600" b="1" dirty="0"/>
              <a:t>ribozymes</a:t>
            </a:r>
            <a:r>
              <a:rPr lang="en-US" sz="1600" dirty="0"/>
              <a:t>).</a:t>
            </a:r>
          </a:p>
          <a:p>
            <a:pPr marL="285750" indent="-285750" algn="just">
              <a:buFont typeface="Arial" panose="020B0604020202020204" pitchFamily="34" charset="0"/>
              <a:buChar char="•"/>
            </a:pPr>
            <a:endParaRPr lang="en-US" sz="1600" dirty="0"/>
          </a:p>
          <a:p>
            <a:pPr marL="285750" indent="-285750" algn="just">
              <a:buFont typeface="Arial" panose="020B0604020202020204" pitchFamily="34" charset="0"/>
              <a:buChar char="•"/>
            </a:pPr>
            <a:r>
              <a:rPr lang="en-US" sz="1600" dirty="0"/>
              <a:t>single-stranded RNA has a specific three-dimensional shapes based on their nucleotide sequences. The RNA molecule with the greatest ability to replicate itself will leave the most descendant molecules</a:t>
            </a:r>
          </a:p>
          <a:p>
            <a:pPr marL="285750" indent="-285750" algn="just">
              <a:buFont typeface="Arial" panose="020B0604020202020204" pitchFamily="34" charset="0"/>
              <a:buChar char="•"/>
            </a:pPr>
            <a:endParaRPr lang="en-US" sz="1600" dirty="0"/>
          </a:p>
          <a:p>
            <a:pPr marL="285750" indent="-285750" algn="just">
              <a:buFont typeface="Arial" panose="020B0604020202020204" pitchFamily="34" charset="0"/>
              <a:buChar char="•"/>
            </a:pPr>
            <a:r>
              <a:rPr lang="en-US" sz="1600" dirty="0"/>
              <a:t>On early Earth, a vesicle with such self-replicating, catalytic RNA would differ from its many neighbors that lacked such molecules. If that vesicle could grow, split, and pass its RNA molecules to its “daughters,” the daughters would be protocells.</a:t>
            </a:r>
          </a:p>
          <a:p>
            <a:pPr marL="285750" indent="-285750" algn="just">
              <a:buFont typeface="Arial" panose="020B0604020202020204" pitchFamily="34" charset="0"/>
              <a:buChar char="•"/>
            </a:pPr>
            <a:endParaRPr lang="en-US" sz="1600" dirty="0"/>
          </a:p>
          <a:p>
            <a:pPr marL="285750" indent="-285750" algn="just">
              <a:buFont typeface="Arial" panose="020B0604020202020204" pitchFamily="34" charset="0"/>
              <a:buChar char="•"/>
            </a:pPr>
            <a:r>
              <a:rPr lang="en-US" sz="1600" dirty="0"/>
              <a:t>Once RNA sequences that carried genetic information appeared in protocells, many additional changes would have been possible </a:t>
            </a:r>
            <a:r>
              <a:rPr lang="en-US" sz="1600" dirty="0" err="1"/>
              <a:t>e.g</a:t>
            </a:r>
            <a:r>
              <a:rPr lang="en-US" sz="1600" dirty="0"/>
              <a:t> RNA could have provided the template on which DNA nucleotides were assembled. Double stranded DNA is a more chemically stable repository for genetic information than is the more fragile RNA.</a:t>
            </a:r>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pic>
        <p:nvPicPr>
          <p:cNvPr id="3" name="Picture 2">
            <a:extLst>
              <a:ext uri="{FF2B5EF4-FFF2-40B4-BE49-F238E27FC236}">
                <a16:creationId xmlns:a16="http://schemas.microsoft.com/office/drawing/2014/main" id="{3C0F28A4-BEE9-4E04-B57A-58682236D109}"/>
              </a:ext>
            </a:extLst>
          </p:cNvPr>
          <p:cNvPicPr>
            <a:picLocks noChangeAspect="1"/>
          </p:cNvPicPr>
          <p:nvPr/>
        </p:nvPicPr>
        <p:blipFill>
          <a:blip r:embed="rId2"/>
          <a:stretch>
            <a:fillRect/>
          </a:stretch>
        </p:blipFill>
        <p:spPr>
          <a:xfrm>
            <a:off x="7261412" y="1883682"/>
            <a:ext cx="3039035" cy="4100285"/>
          </a:xfrm>
          <a:prstGeom prst="rect">
            <a:avLst/>
          </a:prstGeom>
        </p:spPr>
      </p:pic>
    </p:spTree>
    <p:extLst>
      <p:ext uri="{BB962C8B-B14F-4D97-AF65-F5344CB8AC3E}">
        <p14:creationId xmlns:p14="http://schemas.microsoft.com/office/powerpoint/2010/main" val="1752165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History of Life on Earth</a:t>
            </a:r>
            <a:endParaRPr lang="en-HK" sz="2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grpSp>
        <p:nvGrpSpPr>
          <p:cNvPr id="6" name="Group 5">
            <a:extLst>
              <a:ext uri="{FF2B5EF4-FFF2-40B4-BE49-F238E27FC236}">
                <a16:creationId xmlns:a16="http://schemas.microsoft.com/office/drawing/2014/main" id="{335C9EB7-7281-486D-B29D-9BBFDEB824BC}"/>
              </a:ext>
            </a:extLst>
          </p:cNvPr>
          <p:cNvGrpSpPr/>
          <p:nvPr/>
        </p:nvGrpSpPr>
        <p:grpSpPr>
          <a:xfrm>
            <a:off x="6557422" y="1818080"/>
            <a:ext cx="3470202" cy="2328320"/>
            <a:chOff x="3352470" y="2700337"/>
            <a:chExt cx="3301536" cy="2162175"/>
          </a:xfrm>
        </p:grpSpPr>
        <p:pic>
          <p:nvPicPr>
            <p:cNvPr id="5" name="Picture 4">
              <a:extLst>
                <a:ext uri="{FF2B5EF4-FFF2-40B4-BE49-F238E27FC236}">
                  <a16:creationId xmlns:a16="http://schemas.microsoft.com/office/drawing/2014/main" id="{E5A48345-EF74-4D96-887A-F83475DAFA67}"/>
                </a:ext>
              </a:extLst>
            </p:cNvPr>
            <p:cNvPicPr>
              <a:picLocks noChangeAspect="1"/>
            </p:cNvPicPr>
            <p:nvPr/>
          </p:nvPicPr>
          <p:blipFill rotWithShape="1">
            <a:blip r:embed="rId2"/>
            <a:srcRect l="37093"/>
            <a:stretch/>
          </p:blipFill>
          <p:spPr>
            <a:xfrm>
              <a:off x="3352470" y="2700337"/>
              <a:ext cx="3301536" cy="2162175"/>
            </a:xfrm>
            <a:prstGeom prst="rect">
              <a:avLst/>
            </a:prstGeom>
          </p:spPr>
        </p:pic>
        <p:pic>
          <p:nvPicPr>
            <p:cNvPr id="8" name="Picture 7">
              <a:extLst>
                <a:ext uri="{FF2B5EF4-FFF2-40B4-BE49-F238E27FC236}">
                  <a16:creationId xmlns:a16="http://schemas.microsoft.com/office/drawing/2014/main" id="{1DCBA05B-8D04-4497-ADE8-3B46325CBEAE}"/>
                </a:ext>
              </a:extLst>
            </p:cNvPr>
            <p:cNvPicPr>
              <a:picLocks noChangeAspect="1"/>
            </p:cNvPicPr>
            <p:nvPr/>
          </p:nvPicPr>
          <p:blipFill rotWithShape="1">
            <a:blip r:embed="rId2"/>
            <a:srcRect t="79075" r="63264"/>
            <a:stretch/>
          </p:blipFill>
          <p:spPr>
            <a:xfrm rot="5400000">
              <a:off x="5920605" y="3265429"/>
              <a:ext cx="1242612" cy="224190"/>
            </a:xfrm>
            <a:prstGeom prst="rect">
              <a:avLst/>
            </a:prstGeom>
          </p:spPr>
        </p:pic>
      </p:grpSp>
      <p:sp>
        <p:nvSpPr>
          <p:cNvPr id="10" name="Rectangle 9">
            <a:extLst>
              <a:ext uri="{FF2B5EF4-FFF2-40B4-BE49-F238E27FC236}">
                <a16:creationId xmlns:a16="http://schemas.microsoft.com/office/drawing/2014/main" id="{78E48A72-B5CD-4DD4-9D0A-49D69FB1A2EB}"/>
              </a:ext>
            </a:extLst>
          </p:cNvPr>
          <p:cNvSpPr/>
          <p:nvPr/>
        </p:nvSpPr>
        <p:spPr>
          <a:xfrm>
            <a:off x="914400" y="4561210"/>
            <a:ext cx="9064995" cy="2246769"/>
          </a:xfrm>
          <a:prstGeom prst="rect">
            <a:avLst/>
          </a:prstGeom>
        </p:spPr>
        <p:txBody>
          <a:bodyPr wrap="square">
            <a:spAutoFit/>
          </a:bodyPr>
          <a:lstStyle/>
          <a:p>
            <a:pPr algn="ctr"/>
            <a:r>
              <a:rPr lang="en-US" sz="2000" dirty="0"/>
              <a:t>Key events in life’s history include the origins of unicellular and multicellular organisms and the colonization of land The first three eons in the geologic record—the Hadean, the Archaean, and the Proterozoic—together lasted about 4 billion years. </a:t>
            </a:r>
          </a:p>
          <a:p>
            <a:pPr algn="ctr"/>
            <a:endParaRPr lang="en-US" sz="2000" dirty="0"/>
          </a:p>
          <a:p>
            <a:pPr algn="ctr"/>
            <a:r>
              <a:rPr lang="en-US" sz="2000" dirty="0"/>
              <a:t>The Phanerozoic eon, roughly the last half billion years, encompasses most of the time that animals have existed on Earth. It is divided into three eras: </a:t>
            </a:r>
          </a:p>
          <a:p>
            <a:pPr algn="ctr"/>
            <a:r>
              <a:rPr lang="en-US" sz="2000" dirty="0"/>
              <a:t>the Paleozoic, Mesozoic, and Cenozoic.</a:t>
            </a:r>
          </a:p>
        </p:txBody>
      </p:sp>
      <p:pic>
        <p:nvPicPr>
          <p:cNvPr id="11" name="Picture 10">
            <a:extLst>
              <a:ext uri="{FF2B5EF4-FFF2-40B4-BE49-F238E27FC236}">
                <a16:creationId xmlns:a16="http://schemas.microsoft.com/office/drawing/2014/main" id="{BFC0D3E6-4376-469D-8845-3B85FBDEA756}"/>
              </a:ext>
            </a:extLst>
          </p:cNvPr>
          <p:cNvPicPr>
            <a:picLocks noChangeAspect="1"/>
          </p:cNvPicPr>
          <p:nvPr/>
        </p:nvPicPr>
        <p:blipFill>
          <a:blip r:embed="rId3"/>
          <a:stretch>
            <a:fillRect/>
          </a:stretch>
        </p:blipFill>
        <p:spPr>
          <a:xfrm>
            <a:off x="1238250" y="1639490"/>
            <a:ext cx="5197297" cy="2664218"/>
          </a:xfrm>
          <a:prstGeom prst="rect">
            <a:avLst/>
          </a:prstGeom>
        </p:spPr>
      </p:pic>
    </p:spTree>
    <p:extLst>
      <p:ext uri="{BB962C8B-B14F-4D97-AF65-F5344CB8AC3E}">
        <p14:creationId xmlns:p14="http://schemas.microsoft.com/office/powerpoint/2010/main" val="4164296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History of Life on Earth</a:t>
            </a:r>
            <a:endParaRPr lang="en-HK" sz="2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10" name="Rectangle 9">
            <a:extLst>
              <a:ext uri="{FF2B5EF4-FFF2-40B4-BE49-F238E27FC236}">
                <a16:creationId xmlns:a16="http://schemas.microsoft.com/office/drawing/2014/main" id="{78E48A72-B5CD-4DD4-9D0A-49D69FB1A2EB}"/>
              </a:ext>
            </a:extLst>
          </p:cNvPr>
          <p:cNvSpPr/>
          <p:nvPr/>
        </p:nvSpPr>
        <p:spPr>
          <a:xfrm>
            <a:off x="3365307" y="2070262"/>
            <a:ext cx="7100087" cy="1323439"/>
          </a:xfrm>
          <a:prstGeom prst="rect">
            <a:avLst/>
          </a:prstGeom>
        </p:spPr>
        <p:txBody>
          <a:bodyPr wrap="square">
            <a:spAutoFit/>
          </a:bodyPr>
          <a:lstStyle/>
          <a:p>
            <a:pPr algn="just"/>
            <a:r>
              <a:rPr lang="en-US" sz="1600" dirty="0"/>
              <a:t>The earliest direct evidence of these organisms, dating from 3.5 billion years ago, comes from fossilized stromatolites (layered rocks that form when certain prokaryotes bind thin films of sediment together). Stromatolites and other early prokaryotes were Earth’s sole inhabitants for about 1.5 billion years until these prokaryotes transformed life on our planet.</a:t>
            </a:r>
          </a:p>
        </p:txBody>
      </p:sp>
      <p:sp>
        <p:nvSpPr>
          <p:cNvPr id="3" name="Rectangle 2">
            <a:extLst>
              <a:ext uri="{FF2B5EF4-FFF2-40B4-BE49-F238E27FC236}">
                <a16:creationId xmlns:a16="http://schemas.microsoft.com/office/drawing/2014/main" id="{7FD36C0F-31C8-4F61-80D5-6392BAC19ACF}"/>
              </a:ext>
            </a:extLst>
          </p:cNvPr>
          <p:cNvSpPr/>
          <p:nvPr/>
        </p:nvSpPr>
        <p:spPr>
          <a:xfrm>
            <a:off x="1239435" y="1644128"/>
            <a:ext cx="3642208" cy="369332"/>
          </a:xfrm>
          <a:prstGeom prst="rect">
            <a:avLst/>
          </a:prstGeom>
        </p:spPr>
        <p:txBody>
          <a:bodyPr wrap="square">
            <a:spAutoFit/>
          </a:bodyPr>
          <a:lstStyle/>
          <a:p>
            <a:r>
              <a:rPr lang="en-HK" sz="1800" dirty="0">
                <a:solidFill>
                  <a:srgbClr val="241F1F"/>
                </a:solidFill>
                <a:latin typeface="+mj-lt"/>
              </a:rPr>
              <a:t>The First Single-Celled Organisms</a:t>
            </a:r>
            <a:endParaRPr lang="en-HK" sz="1800" dirty="0">
              <a:latin typeface="+mj-lt"/>
            </a:endParaRPr>
          </a:p>
        </p:txBody>
      </p:sp>
      <p:pic>
        <p:nvPicPr>
          <p:cNvPr id="4" name="Picture 3">
            <a:extLst>
              <a:ext uri="{FF2B5EF4-FFF2-40B4-BE49-F238E27FC236}">
                <a16:creationId xmlns:a16="http://schemas.microsoft.com/office/drawing/2014/main" id="{B3811768-A91E-4204-9F40-1F59864680AC}"/>
              </a:ext>
            </a:extLst>
          </p:cNvPr>
          <p:cNvPicPr>
            <a:picLocks noChangeAspect="1"/>
          </p:cNvPicPr>
          <p:nvPr/>
        </p:nvPicPr>
        <p:blipFill>
          <a:blip r:embed="rId2"/>
          <a:stretch>
            <a:fillRect/>
          </a:stretch>
        </p:blipFill>
        <p:spPr>
          <a:xfrm>
            <a:off x="1460244" y="2070262"/>
            <a:ext cx="1712063" cy="1384995"/>
          </a:xfrm>
          <a:prstGeom prst="rect">
            <a:avLst/>
          </a:prstGeom>
        </p:spPr>
      </p:pic>
      <p:pic>
        <p:nvPicPr>
          <p:cNvPr id="9" name="Picture 8">
            <a:extLst>
              <a:ext uri="{FF2B5EF4-FFF2-40B4-BE49-F238E27FC236}">
                <a16:creationId xmlns:a16="http://schemas.microsoft.com/office/drawing/2014/main" id="{3FAD848C-0027-4C1F-90E2-2B45AD7CAB4A}"/>
              </a:ext>
            </a:extLst>
          </p:cNvPr>
          <p:cNvPicPr>
            <a:picLocks noChangeAspect="1"/>
          </p:cNvPicPr>
          <p:nvPr/>
        </p:nvPicPr>
        <p:blipFill>
          <a:blip r:embed="rId3"/>
          <a:stretch>
            <a:fillRect/>
          </a:stretch>
        </p:blipFill>
        <p:spPr>
          <a:xfrm>
            <a:off x="1460243" y="4413030"/>
            <a:ext cx="1712062" cy="1402605"/>
          </a:xfrm>
          <a:prstGeom prst="rect">
            <a:avLst/>
          </a:prstGeom>
        </p:spPr>
      </p:pic>
      <p:sp>
        <p:nvSpPr>
          <p:cNvPr id="11" name="Rectangle 10">
            <a:extLst>
              <a:ext uri="{FF2B5EF4-FFF2-40B4-BE49-F238E27FC236}">
                <a16:creationId xmlns:a16="http://schemas.microsoft.com/office/drawing/2014/main" id="{1EDA823D-7C00-40CF-BC7C-970A6FC2DD49}"/>
              </a:ext>
            </a:extLst>
          </p:cNvPr>
          <p:cNvSpPr/>
          <p:nvPr/>
        </p:nvSpPr>
        <p:spPr>
          <a:xfrm>
            <a:off x="1238250" y="3917085"/>
            <a:ext cx="4246105" cy="369332"/>
          </a:xfrm>
          <a:prstGeom prst="rect">
            <a:avLst/>
          </a:prstGeom>
        </p:spPr>
        <p:txBody>
          <a:bodyPr wrap="square">
            <a:spAutoFit/>
          </a:bodyPr>
          <a:lstStyle/>
          <a:p>
            <a:r>
              <a:rPr lang="en-US" sz="1800" dirty="0"/>
              <a:t>Photosynthesis and the Oxygen Revolution</a:t>
            </a:r>
            <a:endParaRPr lang="en-HK" sz="1800" dirty="0"/>
          </a:p>
        </p:txBody>
      </p:sp>
      <p:pic>
        <p:nvPicPr>
          <p:cNvPr id="17" name="Picture 16">
            <a:extLst>
              <a:ext uri="{FF2B5EF4-FFF2-40B4-BE49-F238E27FC236}">
                <a16:creationId xmlns:a16="http://schemas.microsoft.com/office/drawing/2014/main" id="{4C4AAE0B-2FDB-4A4E-A1E9-BF003F6FC083}"/>
              </a:ext>
            </a:extLst>
          </p:cNvPr>
          <p:cNvPicPr>
            <a:picLocks noChangeAspect="1"/>
          </p:cNvPicPr>
          <p:nvPr/>
        </p:nvPicPr>
        <p:blipFill>
          <a:blip r:embed="rId4"/>
          <a:stretch>
            <a:fillRect/>
          </a:stretch>
        </p:blipFill>
        <p:spPr>
          <a:xfrm>
            <a:off x="7323950" y="3331996"/>
            <a:ext cx="3049516" cy="2200955"/>
          </a:xfrm>
          <a:prstGeom prst="rect">
            <a:avLst/>
          </a:prstGeom>
        </p:spPr>
      </p:pic>
      <p:sp>
        <p:nvSpPr>
          <p:cNvPr id="18" name="Rectangle 17">
            <a:extLst>
              <a:ext uri="{FF2B5EF4-FFF2-40B4-BE49-F238E27FC236}">
                <a16:creationId xmlns:a16="http://schemas.microsoft.com/office/drawing/2014/main" id="{26DC0584-1BF0-444B-98F7-EF814CB3845F}"/>
              </a:ext>
            </a:extLst>
          </p:cNvPr>
          <p:cNvSpPr/>
          <p:nvPr/>
        </p:nvSpPr>
        <p:spPr>
          <a:xfrm>
            <a:off x="3361302" y="4405302"/>
            <a:ext cx="7008159" cy="2800767"/>
          </a:xfrm>
          <a:prstGeom prst="rect">
            <a:avLst/>
          </a:prstGeom>
        </p:spPr>
        <p:txBody>
          <a:bodyPr wrap="square">
            <a:spAutoFit/>
          </a:bodyPr>
          <a:lstStyle/>
          <a:p>
            <a:pPr algn="just"/>
            <a:r>
              <a:rPr lang="en-HK" sz="1600" dirty="0">
                <a:solidFill>
                  <a:srgbClr val="241F1F"/>
                </a:solidFill>
                <a:latin typeface="StoneSerifITCPro-Medium"/>
              </a:rPr>
              <a:t>When oxygenic photosynthesis first </a:t>
            </a:r>
          </a:p>
          <a:p>
            <a:pPr algn="just"/>
            <a:r>
              <a:rPr lang="en-HK" sz="1600" dirty="0">
                <a:solidFill>
                  <a:srgbClr val="241F1F"/>
                </a:solidFill>
                <a:latin typeface="StoneSerifITCPro-Medium"/>
              </a:rPr>
              <a:t>evolved—in photosynthetic prokaryotes </a:t>
            </a:r>
          </a:p>
          <a:p>
            <a:pPr algn="just"/>
            <a:r>
              <a:rPr lang="en-HK" sz="1600" dirty="0">
                <a:solidFill>
                  <a:srgbClr val="241F1F"/>
                </a:solidFill>
                <a:latin typeface="StoneSerifITCPro-Medium"/>
              </a:rPr>
              <a:t>similar </a:t>
            </a:r>
            <a:r>
              <a:rPr lang="en-US" sz="1600" dirty="0">
                <a:solidFill>
                  <a:srgbClr val="241F1F"/>
                </a:solidFill>
                <a:latin typeface="StoneSerifITCPro-Medium"/>
              </a:rPr>
              <a:t>to today’s cyanobacteria— the </a:t>
            </a:r>
          </a:p>
          <a:p>
            <a:pPr algn="just"/>
            <a:r>
              <a:rPr lang="en-US" sz="1600" dirty="0">
                <a:solidFill>
                  <a:srgbClr val="241F1F"/>
                </a:solidFill>
                <a:latin typeface="StoneSerifITCPro-Medium"/>
              </a:rPr>
              <a:t>free O</a:t>
            </a:r>
            <a:r>
              <a:rPr lang="en-US" sz="1600" baseline="-25000" dirty="0">
                <a:solidFill>
                  <a:srgbClr val="241F1F"/>
                </a:solidFill>
                <a:latin typeface="StoneSerifITCPro-Medium"/>
              </a:rPr>
              <a:t>2</a:t>
            </a:r>
            <a:r>
              <a:rPr lang="en-US" sz="1600" dirty="0">
                <a:solidFill>
                  <a:srgbClr val="241F1F"/>
                </a:solidFill>
                <a:latin typeface="StoneSerifITCPro-Medium"/>
              </a:rPr>
              <a:t> it produced probably dissolved in </a:t>
            </a:r>
          </a:p>
          <a:p>
            <a:pPr algn="just"/>
            <a:r>
              <a:rPr lang="en-US" sz="1600" dirty="0">
                <a:solidFill>
                  <a:srgbClr val="241F1F"/>
                </a:solidFill>
                <a:latin typeface="StoneSerifITCPro-Medium"/>
              </a:rPr>
              <a:t>the surrounding water until it reached a </a:t>
            </a:r>
          </a:p>
          <a:p>
            <a:pPr algn="just"/>
            <a:r>
              <a:rPr lang="en-US" sz="1600" dirty="0">
                <a:solidFill>
                  <a:srgbClr val="241F1F"/>
                </a:solidFill>
                <a:latin typeface="StoneSerifITCPro-Medium"/>
              </a:rPr>
              <a:t>high enough concentration to react with elements </a:t>
            </a:r>
            <a:r>
              <a:rPr lang="en-HK" sz="1600" dirty="0">
                <a:solidFill>
                  <a:srgbClr val="241F1F"/>
                </a:solidFill>
                <a:latin typeface="StoneSerifITCPro-Medium"/>
              </a:rPr>
              <a:t>dissolved in water. </a:t>
            </a:r>
            <a:r>
              <a:rPr lang="en-US" sz="1600" dirty="0">
                <a:solidFill>
                  <a:srgbClr val="241F1F"/>
                </a:solidFill>
                <a:latin typeface="StoneSerifITCPro-Medium"/>
              </a:rPr>
              <a:t>After this occurred, the O</a:t>
            </a:r>
            <a:r>
              <a:rPr lang="en-US" sz="1600" baseline="-25000" dirty="0">
                <a:solidFill>
                  <a:srgbClr val="241F1F"/>
                </a:solidFill>
                <a:latin typeface="StoneSerifITCPro-Medium"/>
              </a:rPr>
              <a:t>2</a:t>
            </a:r>
            <a:r>
              <a:rPr lang="en-US" sz="1600" dirty="0">
                <a:solidFill>
                  <a:srgbClr val="241F1F"/>
                </a:solidFill>
                <a:latin typeface="StoneSerifITCPro-Medium"/>
              </a:rPr>
              <a:t> finally began to “gas out” of the water and enter the atmosphere. This “oxygen revolution” had an enormous impact on life. In some of its chemical forms, oxygen attacks chemical bonds and can inhibit enzymes and damage cells.</a:t>
            </a:r>
            <a:endParaRPr lang="en-HK" sz="1600" dirty="0">
              <a:solidFill>
                <a:srgbClr val="241F1F"/>
              </a:solidFill>
              <a:latin typeface="StoneSerifITCPro-Medium"/>
            </a:endParaRPr>
          </a:p>
          <a:p>
            <a:pPr algn="just"/>
            <a:endParaRPr lang="en-HK" sz="1600" dirty="0">
              <a:solidFill>
                <a:srgbClr val="241F1F"/>
              </a:solidFill>
              <a:latin typeface="StoneSerifITCPro-Medium"/>
            </a:endParaRPr>
          </a:p>
          <a:p>
            <a:pPr algn="just"/>
            <a:endParaRPr lang="en-HK" sz="1600" dirty="0"/>
          </a:p>
        </p:txBody>
      </p:sp>
    </p:spTree>
    <p:extLst>
      <p:ext uri="{BB962C8B-B14F-4D97-AF65-F5344CB8AC3E}">
        <p14:creationId xmlns:p14="http://schemas.microsoft.com/office/powerpoint/2010/main" val="2312619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History of Life on Earth</a:t>
            </a:r>
            <a:endParaRPr lang="en-HK" sz="2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10" name="Rectangle 9">
            <a:extLst>
              <a:ext uri="{FF2B5EF4-FFF2-40B4-BE49-F238E27FC236}">
                <a16:creationId xmlns:a16="http://schemas.microsoft.com/office/drawing/2014/main" id="{78E48A72-B5CD-4DD4-9D0A-49D69FB1A2EB}"/>
              </a:ext>
            </a:extLst>
          </p:cNvPr>
          <p:cNvSpPr/>
          <p:nvPr/>
        </p:nvSpPr>
        <p:spPr>
          <a:xfrm>
            <a:off x="2833353" y="2045062"/>
            <a:ext cx="4893972" cy="2246769"/>
          </a:xfrm>
          <a:prstGeom prst="rect">
            <a:avLst/>
          </a:prstGeom>
        </p:spPr>
        <p:txBody>
          <a:bodyPr wrap="square">
            <a:spAutoFit/>
          </a:bodyPr>
          <a:lstStyle/>
          <a:p>
            <a:pPr algn="just"/>
            <a:r>
              <a:rPr lang="en-US" sz="1400" dirty="0"/>
              <a:t>Recall that eukaryotic cells have more complex organization than prokaryotic cells: Eukaryotic cells have a nuclear envelope, mitochondria, endoplasmic reticulum, and other internal structures that prokaryotes lack. (read : </a:t>
            </a:r>
            <a:r>
              <a:rPr lang="en-US" sz="1400" b="1" i="1" dirty="0"/>
              <a:t>endosymbiosis</a:t>
            </a:r>
            <a:r>
              <a:rPr lang="en-US" sz="1400" dirty="0"/>
              <a:t>)</a:t>
            </a:r>
          </a:p>
          <a:p>
            <a:pPr algn="just"/>
            <a:endParaRPr lang="en-US" sz="1400" dirty="0"/>
          </a:p>
          <a:p>
            <a:pPr algn="just"/>
            <a:r>
              <a:rPr lang="en-US" sz="1400" dirty="0"/>
              <a:t>By whatever means the relationship began, we can hypothesize how the symbiosis could have become beneficial. For example, in a world that was becoming increasingly aerobic, a host that was itself an anaerobe would have benefited from endosymbionts that could make use of the oxygen.</a:t>
            </a:r>
          </a:p>
        </p:txBody>
      </p:sp>
      <p:sp>
        <p:nvSpPr>
          <p:cNvPr id="3" name="Rectangle 2">
            <a:extLst>
              <a:ext uri="{FF2B5EF4-FFF2-40B4-BE49-F238E27FC236}">
                <a16:creationId xmlns:a16="http://schemas.microsoft.com/office/drawing/2014/main" id="{7FD36C0F-31C8-4F61-80D5-6392BAC19ACF}"/>
              </a:ext>
            </a:extLst>
          </p:cNvPr>
          <p:cNvSpPr/>
          <p:nvPr/>
        </p:nvSpPr>
        <p:spPr>
          <a:xfrm>
            <a:off x="1239435" y="1644128"/>
            <a:ext cx="3642208" cy="369332"/>
          </a:xfrm>
          <a:prstGeom prst="rect">
            <a:avLst/>
          </a:prstGeom>
        </p:spPr>
        <p:txBody>
          <a:bodyPr wrap="square">
            <a:spAutoFit/>
          </a:bodyPr>
          <a:lstStyle/>
          <a:p>
            <a:r>
              <a:rPr lang="en-HK" sz="1800" dirty="0"/>
              <a:t>The First Eukaryotes</a:t>
            </a:r>
          </a:p>
        </p:txBody>
      </p:sp>
      <p:sp>
        <p:nvSpPr>
          <p:cNvPr id="11" name="Rectangle 10">
            <a:extLst>
              <a:ext uri="{FF2B5EF4-FFF2-40B4-BE49-F238E27FC236}">
                <a16:creationId xmlns:a16="http://schemas.microsoft.com/office/drawing/2014/main" id="{1EDA823D-7C00-40CF-BC7C-970A6FC2DD49}"/>
              </a:ext>
            </a:extLst>
          </p:cNvPr>
          <p:cNvSpPr/>
          <p:nvPr/>
        </p:nvSpPr>
        <p:spPr>
          <a:xfrm>
            <a:off x="1238250" y="4317056"/>
            <a:ext cx="4246105" cy="369332"/>
          </a:xfrm>
          <a:prstGeom prst="rect">
            <a:avLst/>
          </a:prstGeom>
        </p:spPr>
        <p:txBody>
          <a:bodyPr wrap="square">
            <a:spAutoFit/>
          </a:bodyPr>
          <a:lstStyle/>
          <a:p>
            <a:r>
              <a:rPr lang="en-US" sz="1800" dirty="0"/>
              <a:t>Early Multicellular Eukaryotes</a:t>
            </a:r>
            <a:endParaRPr lang="en-HK" sz="1800" dirty="0"/>
          </a:p>
        </p:txBody>
      </p:sp>
      <p:pic>
        <p:nvPicPr>
          <p:cNvPr id="12" name="Picture 11">
            <a:extLst>
              <a:ext uri="{FF2B5EF4-FFF2-40B4-BE49-F238E27FC236}">
                <a16:creationId xmlns:a16="http://schemas.microsoft.com/office/drawing/2014/main" id="{D9F98400-07BC-4B71-878C-5A9A39B4F41E}"/>
              </a:ext>
            </a:extLst>
          </p:cNvPr>
          <p:cNvPicPr>
            <a:picLocks noChangeAspect="1"/>
          </p:cNvPicPr>
          <p:nvPr/>
        </p:nvPicPr>
        <p:blipFill>
          <a:blip r:embed="rId2"/>
          <a:stretch>
            <a:fillRect/>
          </a:stretch>
        </p:blipFill>
        <p:spPr>
          <a:xfrm>
            <a:off x="940910" y="2095555"/>
            <a:ext cx="1712063" cy="1391293"/>
          </a:xfrm>
          <a:prstGeom prst="rect">
            <a:avLst/>
          </a:prstGeom>
        </p:spPr>
      </p:pic>
      <p:pic>
        <p:nvPicPr>
          <p:cNvPr id="13" name="Picture 12">
            <a:extLst>
              <a:ext uri="{FF2B5EF4-FFF2-40B4-BE49-F238E27FC236}">
                <a16:creationId xmlns:a16="http://schemas.microsoft.com/office/drawing/2014/main" id="{9F3FC59D-8A85-4E94-B692-08A7F99FA71D}"/>
              </a:ext>
            </a:extLst>
          </p:cNvPr>
          <p:cNvPicPr>
            <a:picLocks noChangeAspect="1"/>
          </p:cNvPicPr>
          <p:nvPr/>
        </p:nvPicPr>
        <p:blipFill>
          <a:blip r:embed="rId3"/>
          <a:stretch>
            <a:fillRect/>
          </a:stretch>
        </p:blipFill>
        <p:spPr>
          <a:xfrm>
            <a:off x="883428" y="4815293"/>
            <a:ext cx="1827025" cy="1402605"/>
          </a:xfrm>
          <a:prstGeom prst="rect">
            <a:avLst/>
          </a:prstGeom>
        </p:spPr>
      </p:pic>
      <p:pic>
        <p:nvPicPr>
          <p:cNvPr id="14" name="Picture 13">
            <a:extLst>
              <a:ext uri="{FF2B5EF4-FFF2-40B4-BE49-F238E27FC236}">
                <a16:creationId xmlns:a16="http://schemas.microsoft.com/office/drawing/2014/main" id="{60F89AC3-C26F-4A72-B3A6-D81B56778A84}"/>
              </a:ext>
            </a:extLst>
          </p:cNvPr>
          <p:cNvPicPr>
            <a:picLocks noChangeAspect="1"/>
          </p:cNvPicPr>
          <p:nvPr/>
        </p:nvPicPr>
        <p:blipFill>
          <a:blip r:embed="rId4"/>
          <a:stretch>
            <a:fillRect/>
          </a:stretch>
        </p:blipFill>
        <p:spPr>
          <a:xfrm>
            <a:off x="7952390" y="1844098"/>
            <a:ext cx="2458223" cy="4814303"/>
          </a:xfrm>
          <a:prstGeom prst="rect">
            <a:avLst/>
          </a:prstGeom>
        </p:spPr>
      </p:pic>
      <p:sp>
        <p:nvSpPr>
          <p:cNvPr id="15" name="Rectangle 14">
            <a:extLst>
              <a:ext uri="{FF2B5EF4-FFF2-40B4-BE49-F238E27FC236}">
                <a16:creationId xmlns:a16="http://schemas.microsoft.com/office/drawing/2014/main" id="{B0F0F0B2-3A59-447F-BA11-E7A7BC3E34E6}"/>
              </a:ext>
            </a:extLst>
          </p:cNvPr>
          <p:cNvSpPr/>
          <p:nvPr/>
        </p:nvSpPr>
        <p:spPr>
          <a:xfrm>
            <a:off x="2833353" y="4722417"/>
            <a:ext cx="4893971" cy="2031325"/>
          </a:xfrm>
          <a:prstGeom prst="rect">
            <a:avLst/>
          </a:prstGeom>
        </p:spPr>
        <p:txBody>
          <a:bodyPr wrap="square">
            <a:spAutoFit/>
          </a:bodyPr>
          <a:lstStyle/>
          <a:p>
            <a:pPr algn="just"/>
            <a:r>
              <a:rPr lang="en-US" sz="1400" dirty="0"/>
              <a:t>The increased complexity of an orchestra makes more variations possible. After the first eukaryotes appeared, a great range of unicellular forms evolved, giving rise to the diversity  of single-celled eukaryotes that continue to flourish today. </a:t>
            </a:r>
          </a:p>
          <a:p>
            <a:pPr algn="just"/>
            <a:endParaRPr lang="en-US" sz="1400" dirty="0"/>
          </a:p>
          <a:p>
            <a:pPr algn="just"/>
            <a:r>
              <a:rPr lang="en-HK" sz="1400" dirty="0"/>
              <a:t>Some single celled </a:t>
            </a:r>
            <a:r>
              <a:rPr lang="en-US" sz="1400" dirty="0"/>
              <a:t>eukaryotes gave rise to multicellular forms, whose descendants include a variety of algae, plants, fungi, and animals. Larger and more diverse multicellular eukaryotes do not appear in the fossil record until about 600 </a:t>
            </a:r>
            <a:r>
              <a:rPr lang="en-HK" sz="1400" dirty="0"/>
              <a:t>million years ago</a:t>
            </a:r>
            <a:endParaRPr lang="en-US" sz="900" dirty="0"/>
          </a:p>
        </p:txBody>
      </p:sp>
    </p:spTree>
    <p:extLst>
      <p:ext uri="{BB962C8B-B14F-4D97-AF65-F5344CB8AC3E}">
        <p14:creationId xmlns:p14="http://schemas.microsoft.com/office/powerpoint/2010/main" val="4127216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History of Life on Earth</a:t>
            </a:r>
            <a:endParaRPr lang="en-HK" sz="2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10" name="Rectangle 9">
            <a:extLst>
              <a:ext uri="{FF2B5EF4-FFF2-40B4-BE49-F238E27FC236}">
                <a16:creationId xmlns:a16="http://schemas.microsoft.com/office/drawing/2014/main" id="{78E48A72-B5CD-4DD4-9D0A-49D69FB1A2EB}"/>
              </a:ext>
            </a:extLst>
          </p:cNvPr>
          <p:cNvSpPr/>
          <p:nvPr/>
        </p:nvSpPr>
        <p:spPr>
          <a:xfrm>
            <a:off x="3248025" y="2079298"/>
            <a:ext cx="7183862" cy="1938992"/>
          </a:xfrm>
          <a:prstGeom prst="rect">
            <a:avLst/>
          </a:prstGeom>
        </p:spPr>
        <p:txBody>
          <a:bodyPr wrap="square">
            <a:spAutoFit/>
          </a:bodyPr>
          <a:lstStyle/>
          <a:p>
            <a:pPr algn="just"/>
            <a:r>
              <a:rPr lang="en-HK" sz="2000" dirty="0"/>
              <a:t>Many present-day animal phyla </a:t>
            </a:r>
            <a:r>
              <a:rPr lang="en-US" sz="2000" dirty="0"/>
              <a:t>appear suddenly in fossils formed 535–525 million years ago, early in the Cambrian period. This phenomenon is referred to as the </a:t>
            </a:r>
            <a:r>
              <a:rPr lang="en-US" sz="2000" b="1" dirty="0"/>
              <a:t>Cambrian explosion</a:t>
            </a:r>
            <a:r>
              <a:rPr lang="en-US" sz="2000" dirty="0"/>
              <a:t>. Fossils of several animal </a:t>
            </a:r>
            <a:r>
              <a:rPr lang="en-HK" sz="2000" dirty="0"/>
              <a:t>groups—sponges, cnidarians (sea </a:t>
            </a:r>
            <a:r>
              <a:rPr lang="en-US" sz="2000" dirty="0"/>
              <a:t>anemones and their relatives), and </a:t>
            </a:r>
            <a:r>
              <a:rPr lang="en-US" sz="2000" dirty="0" err="1"/>
              <a:t>molluscs</a:t>
            </a:r>
            <a:r>
              <a:rPr lang="en-US" sz="2000" dirty="0"/>
              <a:t> (snails, clams, and their relatives)—appear in even older rocks dating from </a:t>
            </a:r>
            <a:r>
              <a:rPr lang="en-HK" sz="2000" dirty="0"/>
              <a:t>the late Proterozoic</a:t>
            </a:r>
            <a:endParaRPr lang="en-US" sz="1100" dirty="0"/>
          </a:p>
        </p:txBody>
      </p:sp>
      <p:sp>
        <p:nvSpPr>
          <p:cNvPr id="3" name="Rectangle 2">
            <a:extLst>
              <a:ext uri="{FF2B5EF4-FFF2-40B4-BE49-F238E27FC236}">
                <a16:creationId xmlns:a16="http://schemas.microsoft.com/office/drawing/2014/main" id="{7FD36C0F-31C8-4F61-80D5-6392BAC19ACF}"/>
              </a:ext>
            </a:extLst>
          </p:cNvPr>
          <p:cNvSpPr/>
          <p:nvPr/>
        </p:nvSpPr>
        <p:spPr>
          <a:xfrm>
            <a:off x="1238250" y="1598485"/>
            <a:ext cx="2794355" cy="415498"/>
          </a:xfrm>
          <a:prstGeom prst="rect">
            <a:avLst/>
          </a:prstGeom>
        </p:spPr>
        <p:txBody>
          <a:bodyPr wrap="none">
            <a:spAutoFit/>
          </a:bodyPr>
          <a:lstStyle/>
          <a:p>
            <a:r>
              <a:rPr lang="en-HK" dirty="0"/>
              <a:t>The Cambrian Explosion</a:t>
            </a:r>
          </a:p>
        </p:txBody>
      </p:sp>
      <p:pic>
        <p:nvPicPr>
          <p:cNvPr id="4" name="Picture 3">
            <a:extLst>
              <a:ext uri="{FF2B5EF4-FFF2-40B4-BE49-F238E27FC236}">
                <a16:creationId xmlns:a16="http://schemas.microsoft.com/office/drawing/2014/main" id="{53B2CAB6-1224-4D22-AFE1-343B6EAF4E2D}"/>
              </a:ext>
            </a:extLst>
          </p:cNvPr>
          <p:cNvPicPr>
            <a:picLocks noChangeAspect="1"/>
          </p:cNvPicPr>
          <p:nvPr/>
        </p:nvPicPr>
        <p:blipFill>
          <a:blip r:embed="rId2"/>
          <a:stretch>
            <a:fillRect/>
          </a:stretch>
        </p:blipFill>
        <p:spPr>
          <a:xfrm>
            <a:off x="1075900" y="2255254"/>
            <a:ext cx="1910098" cy="1678571"/>
          </a:xfrm>
          <a:prstGeom prst="rect">
            <a:avLst/>
          </a:prstGeom>
        </p:spPr>
      </p:pic>
      <p:pic>
        <p:nvPicPr>
          <p:cNvPr id="8" name="Picture 7">
            <a:extLst>
              <a:ext uri="{FF2B5EF4-FFF2-40B4-BE49-F238E27FC236}">
                <a16:creationId xmlns:a16="http://schemas.microsoft.com/office/drawing/2014/main" id="{CF0867D0-9D36-412B-9336-8411D20FF95A}"/>
              </a:ext>
            </a:extLst>
          </p:cNvPr>
          <p:cNvPicPr>
            <a:picLocks noChangeAspect="1"/>
          </p:cNvPicPr>
          <p:nvPr/>
        </p:nvPicPr>
        <p:blipFill>
          <a:blip r:embed="rId3"/>
          <a:stretch>
            <a:fillRect/>
          </a:stretch>
        </p:blipFill>
        <p:spPr>
          <a:xfrm>
            <a:off x="1676800" y="4259561"/>
            <a:ext cx="2605495" cy="2605495"/>
          </a:xfrm>
          <a:prstGeom prst="rect">
            <a:avLst/>
          </a:prstGeom>
        </p:spPr>
      </p:pic>
      <p:sp>
        <p:nvSpPr>
          <p:cNvPr id="9" name="Rectangle 8">
            <a:extLst>
              <a:ext uri="{FF2B5EF4-FFF2-40B4-BE49-F238E27FC236}">
                <a16:creationId xmlns:a16="http://schemas.microsoft.com/office/drawing/2014/main" id="{4861B5F7-620C-4D46-A70B-0CACF368FCCF}"/>
              </a:ext>
            </a:extLst>
          </p:cNvPr>
          <p:cNvSpPr/>
          <p:nvPr/>
        </p:nvSpPr>
        <p:spPr>
          <a:xfrm>
            <a:off x="4763550" y="4546645"/>
            <a:ext cx="3285589" cy="2031325"/>
          </a:xfrm>
          <a:prstGeom prst="rect">
            <a:avLst/>
          </a:prstGeom>
        </p:spPr>
        <p:txBody>
          <a:bodyPr wrap="square">
            <a:spAutoFit/>
          </a:bodyPr>
          <a:lstStyle/>
          <a:p>
            <a:pPr algn="ctr"/>
            <a:r>
              <a:rPr lang="en-US" sz="1800" i="1" dirty="0"/>
              <a:t>Overall, fossils and DNA analyses suggest that animals originated about 700 million years ago and then remained small for over 100 million years—until they diversified explosively during the Cambrian and beyond.</a:t>
            </a:r>
            <a:endParaRPr lang="en-HK" sz="1800" i="1" dirty="0"/>
          </a:p>
        </p:txBody>
      </p:sp>
      <p:pic>
        <p:nvPicPr>
          <p:cNvPr id="12" name="Picture 11">
            <a:extLst>
              <a:ext uri="{FF2B5EF4-FFF2-40B4-BE49-F238E27FC236}">
                <a16:creationId xmlns:a16="http://schemas.microsoft.com/office/drawing/2014/main" id="{3A384CE3-8B43-434A-9937-F227E751BE79}"/>
              </a:ext>
            </a:extLst>
          </p:cNvPr>
          <p:cNvPicPr>
            <a:picLocks noChangeAspect="1"/>
          </p:cNvPicPr>
          <p:nvPr/>
        </p:nvPicPr>
        <p:blipFill>
          <a:blip r:embed="rId4"/>
          <a:stretch>
            <a:fillRect/>
          </a:stretch>
        </p:blipFill>
        <p:spPr>
          <a:xfrm>
            <a:off x="8593884" y="4762878"/>
            <a:ext cx="1838003" cy="1598858"/>
          </a:xfrm>
          <a:prstGeom prst="rect">
            <a:avLst/>
          </a:prstGeom>
        </p:spPr>
      </p:pic>
    </p:spTree>
    <p:extLst>
      <p:ext uri="{BB962C8B-B14F-4D97-AF65-F5344CB8AC3E}">
        <p14:creationId xmlns:p14="http://schemas.microsoft.com/office/powerpoint/2010/main" val="2306349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Theories of Evolution</a:t>
            </a:r>
            <a:endParaRPr lang="en-HK" sz="2800" dirty="0"/>
          </a:p>
        </p:txBody>
      </p:sp>
      <p:sp>
        <p:nvSpPr>
          <p:cNvPr id="4" name="Rectangle 3">
            <a:extLst>
              <a:ext uri="{FF2B5EF4-FFF2-40B4-BE49-F238E27FC236}">
                <a16:creationId xmlns:a16="http://schemas.microsoft.com/office/drawing/2014/main" id="{34C8ACB7-62F4-4DFA-BF4E-F704AD38BEDF}"/>
              </a:ext>
            </a:extLst>
          </p:cNvPr>
          <p:cNvSpPr/>
          <p:nvPr/>
        </p:nvSpPr>
        <p:spPr>
          <a:xfrm>
            <a:off x="1238250" y="1610476"/>
            <a:ext cx="8575451" cy="5570756"/>
          </a:xfrm>
          <a:prstGeom prst="rect">
            <a:avLst/>
          </a:prstGeom>
        </p:spPr>
        <p:txBody>
          <a:bodyPr wrap="square">
            <a:spAutoFit/>
          </a:bodyPr>
          <a:lstStyle/>
          <a:p>
            <a:pPr algn="ctr"/>
            <a:r>
              <a:rPr lang="en-US" sz="2400" b="1" i="1" dirty="0"/>
              <a:t>Biological evolution is simply defined as descent with modification;</a:t>
            </a:r>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US" sz="2000" dirty="0"/>
              <a:t>The modification may be small </a:t>
            </a:r>
            <a:r>
              <a:rPr lang="en-HK" sz="2000" dirty="0"/>
              <a:t>scale (e.g. in gene/protein sequence) or large </a:t>
            </a:r>
            <a:r>
              <a:rPr lang="en-US" sz="2000" dirty="0"/>
              <a:t>scale (e.g. speciation). After life had originated on Earth about 3.6 billion years ago, it evolved, all from one primordial ancestral form, called the last universal common ancestor (LUCA).  The evolutionary history of the descendants of LUCA constitutes the tree of life.</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dirty="0"/>
              <a:t>Evolution is </a:t>
            </a:r>
            <a:r>
              <a:rPr lang="en-HK" sz="2000" dirty="0"/>
              <a:t>a continuous process involving </a:t>
            </a:r>
            <a:r>
              <a:rPr lang="en-US" sz="2000" dirty="0"/>
              <a:t>splitting of lineages, divergence of the descendants, and adaptive radiation into different environments (ecological niches) creating phenotypic diversity and formation of new species</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dirty="0"/>
              <a:t>Definition of species is debatable, however a species to its core is a reproductive community that represents a unique gene pool. </a:t>
            </a:r>
          </a:p>
          <a:p>
            <a:endParaRPr lang="en-US" sz="1400" dirty="0"/>
          </a:p>
          <a:p>
            <a:pPr marL="285750" indent="-285750" algn="just">
              <a:buFont typeface="Arial" panose="020B0604020202020204" pitchFamily="34" charset="0"/>
              <a:buChar char="•"/>
            </a:pPr>
            <a:endParaRPr lang="en-US" sz="1800" dirty="0"/>
          </a:p>
          <a:p>
            <a:pPr algn="ctr"/>
            <a:endParaRPr lang="en-US" sz="1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Tree>
    <p:extLst>
      <p:ext uri="{BB962C8B-B14F-4D97-AF65-F5344CB8AC3E}">
        <p14:creationId xmlns:p14="http://schemas.microsoft.com/office/powerpoint/2010/main" val="2366270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Theories of Evolution</a:t>
            </a:r>
            <a:endParaRPr lang="en-HK" sz="2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Rectangle 2">
            <a:extLst>
              <a:ext uri="{FF2B5EF4-FFF2-40B4-BE49-F238E27FC236}">
                <a16:creationId xmlns:a16="http://schemas.microsoft.com/office/drawing/2014/main" id="{B473A5FE-4680-4FBD-9F5F-A2811352F63D}"/>
              </a:ext>
            </a:extLst>
          </p:cNvPr>
          <p:cNvSpPr/>
          <p:nvPr/>
        </p:nvSpPr>
        <p:spPr>
          <a:xfrm>
            <a:off x="1238250" y="1555514"/>
            <a:ext cx="9206516" cy="4216539"/>
          </a:xfrm>
          <a:prstGeom prst="rect">
            <a:avLst/>
          </a:prstGeom>
        </p:spPr>
        <p:txBody>
          <a:bodyPr wrap="square">
            <a:spAutoFit/>
          </a:bodyPr>
          <a:lstStyle/>
          <a:p>
            <a:r>
              <a:rPr lang="en-US" sz="2800" dirty="0">
                <a:latin typeface="AdvP1491"/>
              </a:rPr>
              <a:t>Darwin’s theory of evolution by natural selection</a:t>
            </a:r>
          </a:p>
          <a:p>
            <a:endParaRPr lang="en-US" sz="1600" dirty="0">
              <a:latin typeface="AdvP1491"/>
            </a:endParaRPr>
          </a:p>
          <a:p>
            <a:r>
              <a:rPr lang="en-US" sz="2000" dirty="0">
                <a:latin typeface="AdvP1491"/>
              </a:rPr>
              <a:t>states that :</a:t>
            </a:r>
          </a:p>
          <a:p>
            <a:pPr marL="457200" indent="-457200">
              <a:buAutoNum type="arabicParenBoth"/>
            </a:pPr>
            <a:r>
              <a:rPr lang="en-US" sz="2000" dirty="0">
                <a:latin typeface="AdvP1491"/>
              </a:rPr>
              <a:t>variations exist among the organisms of a population</a:t>
            </a:r>
          </a:p>
          <a:p>
            <a:pPr marL="457200" indent="-457200">
              <a:buAutoNum type="arabicParenBoth"/>
            </a:pPr>
            <a:r>
              <a:rPr lang="en-US" sz="2000" dirty="0">
                <a:latin typeface="AdvP1491"/>
              </a:rPr>
              <a:t>the resources (food and space) are limited,</a:t>
            </a:r>
          </a:p>
          <a:p>
            <a:pPr marL="457200" indent="-457200">
              <a:buAutoNum type="arabicParenBoth"/>
            </a:pPr>
            <a:r>
              <a:rPr lang="en-US" sz="2000" dirty="0">
                <a:latin typeface="AdvP1491"/>
              </a:rPr>
              <a:t>the scarcity of resources would lead to competition among individuals, and </a:t>
            </a:r>
          </a:p>
          <a:p>
            <a:pPr marL="457200" indent="-457200">
              <a:buAutoNum type="arabicParenBoth"/>
            </a:pPr>
            <a:r>
              <a:rPr lang="en-US" sz="2000" dirty="0">
                <a:latin typeface="AdvP1491"/>
              </a:rPr>
              <a:t>Individuals with favorable variations are more likely to survive in the competition whereas those that do not have the favorable variations simply die out</a:t>
            </a:r>
          </a:p>
          <a:p>
            <a:pPr marL="457200" indent="-457200">
              <a:buAutoNum type="arabicParenBoth"/>
            </a:pPr>
            <a:endParaRPr lang="en-US" sz="2000" dirty="0">
              <a:latin typeface="AdvP1491"/>
            </a:endParaRPr>
          </a:p>
          <a:p>
            <a:r>
              <a:rPr lang="en-US" dirty="0"/>
              <a:t>A basic assumption of the Darwinian theory is that new mutations, both advantageous and deleterious, constantly arise in the population independent of</a:t>
            </a:r>
          </a:p>
          <a:p>
            <a:r>
              <a:rPr lang="en-US" dirty="0"/>
              <a:t>need, and </a:t>
            </a:r>
            <a:r>
              <a:rPr lang="en-US" i="1" dirty="0"/>
              <a:t>evolution is caused by natural selection acting through beneficial mutations by fixing them in the population</a:t>
            </a:r>
            <a:r>
              <a:rPr lang="en-US" dirty="0"/>
              <a:t>. </a:t>
            </a:r>
            <a:endParaRPr lang="en-HK" sz="2000" dirty="0"/>
          </a:p>
        </p:txBody>
      </p:sp>
    </p:spTree>
    <p:extLst>
      <p:ext uri="{BB962C8B-B14F-4D97-AF65-F5344CB8AC3E}">
        <p14:creationId xmlns:p14="http://schemas.microsoft.com/office/powerpoint/2010/main" val="34084214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Theories of Evolution : Neutral Theory</a:t>
            </a:r>
            <a:endParaRPr lang="en-HK" sz="2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Rectangle 2">
            <a:extLst>
              <a:ext uri="{FF2B5EF4-FFF2-40B4-BE49-F238E27FC236}">
                <a16:creationId xmlns:a16="http://schemas.microsoft.com/office/drawing/2014/main" id="{B473A5FE-4680-4FBD-9F5F-A2811352F63D}"/>
              </a:ext>
            </a:extLst>
          </p:cNvPr>
          <p:cNvSpPr/>
          <p:nvPr/>
        </p:nvSpPr>
        <p:spPr>
          <a:xfrm>
            <a:off x="1238250" y="1555514"/>
            <a:ext cx="8676459" cy="3754874"/>
          </a:xfrm>
          <a:prstGeom prst="rect">
            <a:avLst/>
          </a:prstGeom>
        </p:spPr>
        <p:txBody>
          <a:bodyPr wrap="square">
            <a:spAutoFit/>
          </a:bodyPr>
          <a:lstStyle/>
          <a:p>
            <a:pPr algn="just"/>
            <a:r>
              <a:rPr lang="en-US" sz="2000" dirty="0">
                <a:latin typeface="+mn-lt"/>
              </a:rPr>
              <a:t>Darwinian evolution does not consider neutral mutations that do not confer any selective advantage or disadvantage to be of any importance in the evolutionary process. This long-held view of Darwinian evolution was challenged by the neutral theory of </a:t>
            </a:r>
            <a:r>
              <a:rPr lang="en-HK" sz="2000" dirty="0">
                <a:latin typeface="+mn-lt"/>
              </a:rPr>
              <a:t>molecular evolution (Kimura M. </a:t>
            </a:r>
            <a:r>
              <a:rPr lang="en-HK" sz="2000" i="1" dirty="0">
                <a:latin typeface="+mn-lt"/>
              </a:rPr>
              <a:t>Nature </a:t>
            </a:r>
            <a:r>
              <a:rPr lang="en-HK" sz="2000" dirty="0">
                <a:latin typeface="+mn-lt"/>
              </a:rPr>
              <a:t>1968;217:6246.)</a:t>
            </a:r>
            <a:r>
              <a:rPr lang="en-US" sz="2000" dirty="0">
                <a:latin typeface="+mn-lt"/>
              </a:rPr>
              <a:t> </a:t>
            </a:r>
          </a:p>
          <a:p>
            <a:pPr algn="just"/>
            <a:endParaRPr lang="en-US" sz="2000" dirty="0">
              <a:latin typeface="+mn-lt"/>
            </a:endParaRPr>
          </a:p>
          <a:p>
            <a:pPr algn="just"/>
            <a:r>
              <a:rPr lang="en-US" sz="2000" dirty="0">
                <a:latin typeface="+mn-lt"/>
              </a:rPr>
              <a:t>The neutral theory postulates that evolutionary changes at the molecular level are not caused by natural selection </a:t>
            </a:r>
            <a:r>
              <a:rPr lang="en-US" sz="2000" b="1" i="1" u="sng" dirty="0">
                <a:latin typeface="+mn-lt"/>
              </a:rPr>
              <a:t>alone acting only</a:t>
            </a:r>
            <a:r>
              <a:rPr lang="en-US" sz="2000" dirty="0">
                <a:latin typeface="+mn-lt"/>
              </a:rPr>
              <a:t> on advantageous mutations but are </a:t>
            </a:r>
            <a:r>
              <a:rPr lang="en-US" sz="2000" b="1" i="1" u="sng" dirty="0">
                <a:latin typeface="+mn-lt"/>
              </a:rPr>
              <a:t>mostly</a:t>
            </a:r>
            <a:r>
              <a:rPr lang="en-US" sz="2000" dirty="0">
                <a:latin typeface="+mn-lt"/>
              </a:rPr>
              <a:t> caused by random chance fixation of selectively neutral or near-neutral alleles (genetic drift). Therefore, genetic drift plays an important role in molecular evolution.</a:t>
            </a:r>
            <a:endParaRPr lang="en-HK" sz="2000" dirty="0">
              <a:latin typeface="+mn-lt"/>
            </a:endParaRPr>
          </a:p>
          <a:p>
            <a:endParaRPr lang="en-HK" sz="2000" dirty="0"/>
          </a:p>
          <a:p>
            <a:endParaRPr lang="en-HK" sz="1800" dirty="0"/>
          </a:p>
        </p:txBody>
      </p:sp>
    </p:spTree>
    <p:extLst>
      <p:ext uri="{BB962C8B-B14F-4D97-AF65-F5344CB8AC3E}">
        <p14:creationId xmlns:p14="http://schemas.microsoft.com/office/powerpoint/2010/main" val="3483878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Theories of Evolution : Neutral Theory</a:t>
            </a:r>
            <a:endParaRPr lang="en-HK" sz="2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Rectangle 2">
            <a:extLst>
              <a:ext uri="{FF2B5EF4-FFF2-40B4-BE49-F238E27FC236}">
                <a16:creationId xmlns:a16="http://schemas.microsoft.com/office/drawing/2014/main" id="{B473A5FE-4680-4FBD-9F5F-A2811352F63D}"/>
              </a:ext>
            </a:extLst>
          </p:cNvPr>
          <p:cNvSpPr/>
          <p:nvPr/>
        </p:nvSpPr>
        <p:spPr>
          <a:xfrm>
            <a:off x="1253653" y="1829834"/>
            <a:ext cx="8484541" cy="2416046"/>
          </a:xfrm>
          <a:prstGeom prst="rect">
            <a:avLst/>
          </a:prstGeom>
        </p:spPr>
        <p:txBody>
          <a:bodyPr wrap="square">
            <a:spAutoFit/>
          </a:bodyPr>
          <a:lstStyle/>
          <a:p>
            <a:pPr algn="ctr"/>
            <a:r>
              <a:rPr lang="en-US" i="1" dirty="0"/>
              <a:t>Fitness in the context of evolution means the ability to reproduce, and contribute to the gene pool of the next </a:t>
            </a:r>
            <a:r>
              <a:rPr lang="en-HK" i="1" dirty="0"/>
              <a:t>generation</a:t>
            </a:r>
            <a:r>
              <a:rPr lang="en-HK" dirty="0"/>
              <a:t>.</a:t>
            </a:r>
          </a:p>
          <a:p>
            <a:pPr algn="ctr"/>
            <a:endParaRPr lang="en-HK" dirty="0"/>
          </a:p>
          <a:p>
            <a:pPr algn="ctr"/>
            <a:endParaRPr lang="en-HK" sz="1600" dirty="0"/>
          </a:p>
          <a:p>
            <a:pPr marL="342900" indent="-342900" algn="just">
              <a:buAutoNum type="arabicPeriod"/>
            </a:pPr>
            <a:r>
              <a:rPr lang="en-US" sz="1800" dirty="0"/>
              <a:t>A nucleotide substitution that changes the corresponding amino acid in the protein is called a nonsynonymous substitution (denoted as KA), whereas a </a:t>
            </a:r>
          </a:p>
          <a:p>
            <a:pPr marL="342900" indent="-342900" algn="just">
              <a:buAutoNum type="arabicPeriod"/>
            </a:pPr>
            <a:r>
              <a:rPr lang="en-US" sz="1800" dirty="0"/>
              <a:t>Nucleotide substitution that </a:t>
            </a:r>
            <a:r>
              <a:rPr lang="en-US" sz="1800" b="1" u="sng" dirty="0"/>
              <a:t>does not</a:t>
            </a:r>
            <a:r>
              <a:rPr lang="en-US" sz="1800" dirty="0"/>
              <a:t> change the amino acid in the protein is called a synonymous substitution (denoted as KS)</a:t>
            </a:r>
            <a:endParaRPr lang="en-US" sz="1400" dirty="0"/>
          </a:p>
        </p:txBody>
      </p:sp>
      <p:sp>
        <p:nvSpPr>
          <p:cNvPr id="6" name="Rectangle 5">
            <a:extLst>
              <a:ext uri="{FF2B5EF4-FFF2-40B4-BE49-F238E27FC236}">
                <a16:creationId xmlns:a16="http://schemas.microsoft.com/office/drawing/2014/main" id="{0D93ED9E-C678-47C2-BFE4-6B5620E87212}"/>
              </a:ext>
            </a:extLst>
          </p:cNvPr>
          <p:cNvSpPr/>
          <p:nvPr/>
        </p:nvSpPr>
        <p:spPr>
          <a:xfrm>
            <a:off x="1253653" y="4618676"/>
            <a:ext cx="8484542" cy="1708160"/>
          </a:xfrm>
          <a:prstGeom prst="rect">
            <a:avLst/>
          </a:prstGeom>
        </p:spPr>
        <p:txBody>
          <a:bodyPr wrap="square">
            <a:spAutoFit/>
          </a:bodyPr>
          <a:lstStyle/>
          <a:p>
            <a:pPr algn="ctr"/>
            <a:r>
              <a:rPr lang="en-US" i="1" dirty="0"/>
              <a:t>Typically, nonsynonymous substitutions exceed synonymous substitutions. </a:t>
            </a:r>
          </a:p>
          <a:p>
            <a:pPr algn="ctr"/>
            <a:endParaRPr lang="en-US" i="1" dirty="0"/>
          </a:p>
          <a:p>
            <a:pPr algn="ctr"/>
            <a:r>
              <a:rPr lang="en-US" dirty="0"/>
              <a:t>The average rates previously calculated were 4.7 substitutions/ synonymous site versus 0.88 substitutions/ nonsynonymous site per 10</a:t>
            </a:r>
            <a:r>
              <a:rPr lang="en-US" baseline="30000" dirty="0"/>
              <a:t>9 </a:t>
            </a:r>
            <a:r>
              <a:rPr lang="en-US" dirty="0"/>
              <a:t>(billion) years, respectively.</a:t>
            </a:r>
          </a:p>
        </p:txBody>
      </p:sp>
    </p:spTree>
    <p:extLst>
      <p:ext uri="{BB962C8B-B14F-4D97-AF65-F5344CB8AC3E}">
        <p14:creationId xmlns:p14="http://schemas.microsoft.com/office/powerpoint/2010/main" val="6349960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Theories of Evolution</a:t>
            </a:r>
            <a:endParaRPr lang="en-HK" sz="2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Rectangle 2">
            <a:extLst>
              <a:ext uri="{FF2B5EF4-FFF2-40B4-BE49-F238E27FC236}">
                <a16:creationId xmlns:a16="http://schemas.microsoft.com/office/drawing/2014/main" id="{B473A5FE-4680-4FBD-9F5F-A2811352F63D}"/>
              </a:ext>
            </a:extLst>
          </p:cNvPr>
          <p:cNvSpPr/>
          <p:nvPr/>
        </p:nvSpPr>
        <p:spPr>
          <a:xfrm>
            <a:off x="1238250" y="1655560"/>
            <a:ext cx="4969367" cy="2308324"/>
          </a:xfrm>
          <a:prstGeom prst="rect">
            <a:avLst/>
          </a:prstGeom>
        </p:spPr>
        <p:txBody>
          <a:bodyPr wrap="square">
            <a:spAutoFit/>
          </a:bodyPr>
          <a:lstStyle/>
          <a:p>
            <a:pPr algn="just"/>
            <a:r>
              <a:rPr lang="en-US" sz="1800" dirty="0"/>
              <a:t>A prediction of the neutral theory is that if the substitutions are all neutral</a:t>
            </a:r>
          </a:p>
          <a:p>
            <a:pPr algn="just"/>
            <a:endParaRPr lang="en-US" sz="1800" dirty="0"/>
          </a:p>
          <a:p>
            <a:pPr algn="just"/>
            <a:r>
              <a:rPr lang="en-US" sz="1800" dirty="0"/>
              <a:t>then for a given protein coding gene the </a:t>
            </a:r>
            <a:r>
              <a:rPr lang="en-US" sz="1800" i="1" dirty="0"/>
              <a:t>K</a:t>
            </a:r>
            <a:r>
              <a:rPr lang="en-US" sz="1800" dirty="0"/>
              <a:t>A/</a:t>
            </a:r>
            <a:r>
              <a:rPr lang="en-US" sz="1800" i="1" dirty="0"/>
              <a:t>K</a:t>
            </a:r>
            <a:r>
              <a:rPr lang="en-US" sz="1800" dirty="0"/>
              <a:t>S ratio between two species should be very similar to the same ratio within species (null hypothesis), and it is the deviation from this prediction that provides support for positive selection</a:t>
            </a:r>
          </a:p>
        </p:txBody>
      </p:sp>
      <p:pic>
        <p:nvPicPr>
          <p:cNvPr id="5" name="Picture 4">
            <a:extLst>
              <a:ext uri="{FF2B5EF4-FFF2-40B4-BE49-F238E27FC236}">
                <a16:creationId xmlns:a16="http://schemas.microsoft.com/office/drawing/2014/main" id="{7E805B51-739E-4060-AB9E-810D75A190DC}"/>
              </a:ext>
            </a:extLst>
          </p:cNvPr>
          <p:cNvPicPr>
            <a:picLocks noChangeAspect="1"/>
          </p:cNvPicPr>
          <p:nvPr/>
        </p:nvPicPr>
        <p:blipFill>
          <a:blip r:embed="rId2"/>
          <a:stretch>
            <a:fillRect/>
          </a:stretch>
        </p:blipFill>
        <p:spPr>
          <a:xfrm>
            <a:off x="6389531" y="2445596"/>
            <a:ext cx="3457575" cy="1685925"/>
          </a:xfrm>
          <a:prstGeom prst="rect">
            <a:avLst/>
          </a:prstGeom>
        </p:spPr>
      </p:pic>
      <p:sp>
        <p:nvSpPr>
          <p:cNvPr id="4" name="Rectangle 3">
            <a:extLst>
              <a:ext uri="{FF2B5EF4-FFF2-40B4-BE49-F238E27FC236}">
                <a16:creationId xmlns:a16="http://schemas.microsoft.com/office/drawing/2014/main" id="{7AEF7AE3-1AE7-42D5-8DCA-5F67E75B5AEA}"/>
              </a:ext>
            </a:extLst>
          </p:cNvPr>
          <p:cNvSpPr/>
          <p:nvPr/>
        </p:nvSpPr>
        <p:spPr>
          <a:xfrm>
            <a:off x="1238250" y="4500218"/>
            <a:ext cx="4698911" cy="2031325"/>
          </a:xfrm>
          <a:prstGeom prst="rect">
            <a:avLst/>
          </a:prstGeom>
        </p:spPr>
        <p:txBody>
          <a:bodyPr wrap="square">
            <a:spAutoFit/>
          </a:bodyPr>
          <a:lstStyle/>
          <a:p>
            <a:pPr algn="just"/>
            <a:r>
              <a:rPr lang="en-HK" sz="1800" dirty="0"/>
              <a:t>For example, strong </a:t>
            </a:r>
            <a:r>
              <a:rPr lang="en-US" sz="1800" dirty="0"/>
              <a:t>signatures of positive selection, with </a:t>
            </a:r>
            <a:r>
              <a:rPr lang="en-US" sz="1800" i="1" dirty="0"/>
              <a:t>K</a:t>
            </a:r>
            <a:r>
              <a:rPr lang="en-US" sz="1800" dirty="0"/>
              <a:t>A/</a:t>
            </a:r>
            <a:r>
              <a:rPr lang="en-US" sz="1800" i="1" dirty="0"/>
              <a:t>K</a:t>
            </a:r>
            <a:r>
              <a:rPr lang="en-US" sz="1800" dirty="0"/>
              <a:t>S ratios ranging from 1.36 to 5.15, were observed when two proteins (16 and 18 </a:t>
            </a:r>
            <a:r>
              <a:rPr lang="en-US" sz="1800" dirty="0" err="1"/>
              <a:t>kDa</a:t>
            </a:r>
            <a:r>
              <a:rPr lang="en-US" sz="1800" dirty="0"/>
              <a:t>) in the acrosomal vesicle of abalone </a:t>
            </a:r>
            <a:r>
              <a:rPr lang="en-HK" sz="1800" dirty="0"/>
              <a:t>spermatozoa were compared. These values were among </a:t>
            </a:r>
            <a:r>
              <a:rPr lang="en-US" sz="1800" dirty="0"/>
              <a:t>the highest for full-length sequences analyzed so far</a:t>
            </a:r>
            <a:endParaRPr lang="en-HK" sz="1400" dirty="0"/>
          </a:p>
        </p:txBody>
      </p:sp>
      <p:sp>
        <p:nvSpPr>
          <p:cNvPr id="6" name="Rectangle 5">
            <a:extLst>
              <a:ext uri="{FF2B5EF4-FFF2-40B4-BE49-F238E27FC236}">
                <a16:creationId xmlns:a16="http://schemas.microsoft.com/office/drawing/2014/main" id="{9453BB8E-10B7-4129-A89B-B31277B69B95}"/>
              </a:ext>
            </a:extLst>
          </p:cNvPr>
          <p:cNvSpPr/>
          <p:nvPr/>
        </p:nvSpPr>
        <p:spPr>
          <a:xfrm>
            <a:off x="6389531" y="1658390"/>
            <a:ext cx="3671059" cy="646331"/>
          </a:xfrm>
          <a:prstGeom prst="rect">
            <a:avLst/>
          </a:prstGeom>
        </p:spPr>
        <p:txBody>
          <a:bodyPr wrap="square">
            <a:spAutoFit/>
          </a:bodyPr>
          <a:lstStyle/>
          <a:p>
            <a:pPr algn="ctr"/>
            <a:r>
              <a:rPr lang="en-HK" sz="1200" dirty="0">
                <a:latin typeface="AdvP1491"/>
              </a:rPr>
              <a:t>McDonald and </a:t>
            </a:r>
            <a:r>
              <a:rPr lang="en-HK" sz="1200" dirty="0" err="1">
                <a:latin typeface="AdvP1491"/>
              </a:rPr>
              <a:t>Kreitman</a:t>
            </a:r>
            <a:r>
              <a:rPr lang="en-HK" sz="1200" dirty="0">
                <a:latin typeface="AdvP1491"/>
              </a:rPr>
              <a:t> studied </a:t>
            </a:r>
            <a:r>
              <a:rPr lang="en-US" sz="1200" dirty="0">
                <a:latin typeface="AdvP1491"/>
              </a:rPr>
              <a:t>the sequence evolution of the </a:t>
            </a:r>
            <a:r>
              <a:rPr lang="en-US" sz="1200" i="1" dirty="0" err="1">
                <a:latin typeface="AdvP1854"/>
              </a:rPr>
              <a:t>Adh</a:t>
            </a:r>
            <a:r>
              <a:rPr lang="en-US" sz="1200" i="1" dirty="0">
                <a:latin typeface="AdvP1854"/>
              </a:rPr>
              <a:t> </a:t>
            </a:r>
            <a:r>
              <a:rPr lang="en-US" sz="1200" dirty="0">
                <a:latin typeface="AdvP1491"/>
              </a:rPr>
              <a:t>gene in </a:t>
            </a:r>
            <a:r>
              <a:rPr lang="en-US" sz="1200" i="1" dirty="0">
                <a:latin typeface="AdvP1854"/>
              </a:rPr>
              <a:t>Drosophila melanogaster</a:t>
            </a:r>
            <a:r>
              <a:rPr lang="en-US" sz="1200" dirty="0">
                <a:latin typeface="AdvP1491"/>
              </a:rPr>
              <a:t>, </a:t>
            </a:r>
            <a:r>
              <a:rPr lang="en-US" sz="1200" i="1" dirty="0">
                <a:latin typeface="AdvP1854"/>
              </a:rPr>
              <a:t>Drosophila </a:t>
            </a:r>
            <a:r>
              <a:rPr lang="en-US" sz="1200" i="1" dirty="0" err="1">
                <a:latin typeface="AdvP1854"/>
              </a:rPr>
              <a:t>simulans</a:t>
            </a:r>
            <a:r>
              <a:rPr lang="en-US" sz="1200" dirty="0">
                <a:latin typeface="AdvP1491"/>
              </a:rPr>
              <a:t>, and </a:t>
            </a:r>
            <a:r>
              <a:rPr lang="en-US" sz="1200" i="1" dirty="0">
                <a:latin typeface="AdvP1854"/>
              </a:rPr>
              <a:t>Drosophila </a:t>
            </a:r>
            <a:r>
              <a:rPr lang="en-HK" sz="1200" i="1" dirty="0" err="1">
                <a:latin typeface="AdvP1854"/>
              </a:rPr>
              <a:t>yakuba</a:t>
            </a:r>
            <a:r>
              <a:rPr lang="en-HK" sz="1200" dirty="0">
                <a:latin typeface="AdvP1491"/>
              </a:rPr>
              <a:t>.</a:t>
            </a:r>
            <a:endParaRPr lang="en-HK" sz="1200" dirty="0"/>
          </a:p>
        </p:txBody>
      </p:sp>
      <p:pic>
        <p:nvPicPr>
          <p:cNvPr id="1026" name="Picture 2">
            <a:extLst>
              <a:ext uri="{FF2B5EF4-FFF2-40B4-BE49-F238E27FC236}">
                <a16:creationId xmlns:a16="http://schemas.microsoft.com/office/drawing/2014/main" id="{D2398BED-E62E-46D3-9199-38A2EBA8C5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6098" y="4510499"/>
            <a:ext cx="3845533" cy="2315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84878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Theories of Evolution</a:t>
            </a:r>
            <a:endParaRPr lang="en-HK" sz="2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Rectangle 2">
            <a:extLst>
              <a:ext uri="{FF2B5EF4-FFF2-40B4-BE49-F238E27FC236}">
                <a16:creationId xmlns:a16="http://schemas.microsoft.com/office/drawing/2014/main" id="{B473A5FE-4680-4FBD-9F5F-A2811352F63D}"/>
              </a:ext>
            </a:extLst>
          </p:cNvPr>
          <p:cNvSpPr/>
          <p:nvPr/>
        </p:nvSpPr>
        <p:spPr>
          <a:xfrm>
            <a:off x="1238250" y="1655560"/>
            <a:ext cx="4969367" cy="4524315"/>
          </a:xfrm>
          <a:prstGeom prst="rect">
            <a:avLst/>
          </a:prstGeom>
        </p:spPr>
        <p:txBody>
          <a:bodyPr wrap="square">
            <a:spAutoFit/>
          </a:bodyPr>
          <a:lstStyle/>
          <a:p>
            <a:pPr marL="342900" indent="-342900">
              <a:buAutoNum type="arabicPeriod"/>
            </a:pPr>
            <a:r>
              <a:rPr lang="en-US" sz="1800" dirty="0">
                <a:latin typeface="AdvP1491"/>
              </a:rPr>
              <a:t>If a new mutation offers increased fitness to the carrier, it is fixed in the population through </a:t>
            </a:r>
            <a:r>
              <a:rPr lang="en-US" sz="1800" i="1" u="sng" dirty="0">
                <a:latin typeface="AdvP1491"/>
              </a:rPr>
              <a:t>positive selection</a:t>
            </a:r>
            <a:r>
              <a:rPr lang="en-US" sz="1800" dirty="0">
                <a:latin typeface="AdvP1491"/>
              </a:rPr>
              <a:t>, and its frequency rapidly increases. Such rapid fixation of an advantageous mutation is called </a:t>
            </a:r>
            <a:r>
              <a:rPr lang="en-HK" sz="1800" dirty="0">
                <a:latin typeface="AdvP2437"/>
              </a:rPr>
              <a:t>selective sweep</a:t>
            </a:r>
          </a:p>
          <a:p>
            <a:pPr marL="342900" indent="-342900">
              <a:buAutoNum type="arabicPeriod"/>
            </a:pPr>
            <a:r>
              <a:rPr lang="en-US" sz="1800" dirty="0">
                <a:latin typeface="AdvP2437"/>
              </a:rPr>
              <a:t>The increase in frequency of the neighboring genes/sequences, simply because of their close proximity to the newly fixed mutation, is called the hitchhiking effect, or genetic hitchhiking</a:t>
            </a:r>
          </a:p>
          <a:p>
            <a:pPr marL="342900" indent="-342900">
              <a:buAutoNum type="arabicPeriod"/>
            </a:pPr>
            <a:endParaRPr lang="en-US" sz="1800" dirty="0">
              <a:latin typeface="AdvP2437"/>
            </a:endParaRPr>
          </a:p>
          <a:p>
            <a:pPr marL="342900" indent="-342900">
              <a:buAutoNum type="arabicPeriod"/>
            </a:pPr>
            <a:endParaRPr lang="en-US" sz="1800" dirty="0">
              <a:latin typeface="AdvP2437"/>
            </a:endParaRPr>
          </a:p>
          <a:p>
            <a:pPr algn="just"/>
            <a:r>
              <a:rPr lang="en-US" sz="1800" dirty="0">
                <a:latin typeface="AdvP2437"/>
              </a:rPr>
              <a:t>Selective sweep and the hitchhiking effect are the results of strong positive selection. </a:t>
            </a:r>
            <a:r>
              <a:rPr lang="en-US" sz="1800" dirty="0"/>
              <a:t>Increases of somewhat disadvantageous or deleterious mutations in the </a:t>
            </a:r>
            <a:r>
              <a:rPr lang="en-HK" sz="1800" dirty="0"/>
              <a:t>population.</a:t>
            </a:r>
          </a:p>
        </p:txBody>
      </p:sp>
      <p:pic>
        <p:nvPicPr>
          <p:cNvPr id="5" name="Picture 4">
            <a:extLst>
              <a:ext uri="{FF2B5EF4-FFF2-40B4-BE49-F238E27FC236}">
                <a16:creationId xmlns:a16="http://schemas.microsoft.com/office/drawing/2014/main" id="{7E805B51-739E-4060-AB9E-810D75A190DC}"/>
              </a:ext>
            </a:extLst>
          </p:cNvPr>
          <p:cNvPicPr>
            <a:picLocks noChangeAspect="1"/>
          </p:cNvPicPr>
          <p:nvPr/>
        </p:nvPicPr>
        <p:blipFill>
          <a:blip r:embed="rId2"/>
          <a:stretch>
            <a:fillRect/>
          </a:stretch>
        </p:blipFill>
        <p:spPr>
          <a:xfrm>
            <a:off x="6389531" y="2445596"/>
            <a:ext cx="3457575" cy="1685925"/>
          </a:xfrm>
          <a:prstGeom prst="rect">
            <a:avLst/>
          </a:prstGeom>
        </p:spPr>
      </p:pic>
      <p:sp>
        <p:nvSpPr>
          <p:cNvPr id="6" name="Rectangle 5">
            <a:extLst>
              <a:ext uri="{FF2B5EF4-FFF2-40B4-BE49-F238E27FC236}">
                <a16:creationId xmlns:a16="http://schemas.microsoft.com/office/drawing/2014/main" id="{9453BB8E-10B7-4129-A89B-B31277B69B95}"/>
              </a:ext>
            </a:extLst>
          </p:cNvPr>
          <p:cNvSpPr/>
          <p:nvPr/>
        </p:nvSpPr>
        <p:spPr>
          <a:xfrm>
            <a:off x="6389531" y="1658390"/>
            <a:ext cx="3671059" cy="646331"/>
          </a:xfrm>
          <a:prstGeom prst="rect">
            <a:avLst/>
          </a:prstGeom>
        </p:spPr>
        <p:txBody>
          <a:bodyPr wrap="square">
            <a:spAutoFit/>
          </a:bodyPr>
          <a:lstStyle/>
          <a:p>
            <a:pPr algn="ctr"/>
            <a:r>
              <a:rPr lang="en-HK" sz="1200" dirty="0">
                <a:latin typeface="AdvP1491"/>
              </a:rPr>
              <a:t>McDonald and </a:t>
            </a:r>
            <a:r>
              <a:rPr lang="en-HK" sz="1200" dirty="0" err="1">
                <a:latin typeface="AdvP1491"/>
              </a:rPr>
              <a:t>Kreitman</a:t>
            </a:r>
            <a:r>
              <a:rPr lang="en-HK" sz="1200" dirty="0">
                <a:latin typeface="AdvP1491"/>
              </a:rPr>
              <a:t> studied </a:t>
            </a:r>
            <a:r>
              <a:rPr lang="en-US" sz="1200" dirty="0">
                <a:latin typeface="AdvP1491"/>
              </a:rPr>
              <a:t>the sequence evolution of the </a:t>
            </a:r>
            <a:r>
              <a:rPr lang="en-US" sz="1200" i="1" dirty="0" err="1">
                <a:latin typeface="AdvP1854"/>
              </a:rPr>
              <a:t>Adh</a:t>
            </a:r>
            <a:r>
              <a:rPr lang="en-US" sz="1200" i="1" dirty="0">
                <a:latin typeface="AdvP1854"/>
              </a:rPr>
              <a:t> </a:t>
            </a:r>
            <a:r>
              <a:rPr lang="en-US" sz="1200" dirty="0">
                <a:latin typeface="AdvP1491"/>
              </a:rPr>
              <a:t>gene in </a:t>
            </a:r>
            <a:r>
              <a:rPr lang="en-US" sz="1200" i="1" dirty="0">
                <a:latin typeface="AdvP1854"/>
              </a:rPr>
              <a:t>Drosophila melanogaster</a:t>
            </a:r>
            <a:r>
              <a:rPr lang="en-US" sz="1200" dirty="0">
                <a:latin typeface="AdvP1491"/>
              </a:rPr>
              <a:t>, </a:t>
            </a:r>
            <a:r>
              <a:rPr lang="en-US" sz="1200" i="1" dirty="0">
                <a:latin typeface="AdvP1854"/>
              </a:rPr>
              <a:t>Drosophila </a:t>
            </a:r>
            <a:r>
              <a:rPr lang="en-US" sz="1200" i="1" dirty="0" err="1">
                <a:latin typeface="AdvP1854"/>
              </a:rPr>
              <a:t>simulans</a:t>
            </a:r>
            <a:r>
              <a:rPr lang="en-US" sz="1200" dirty="0">
                <a:latin typeface="AdvP1491"/>
              </a:rPr>
              <a:t>, and </a:t>
            </a:r>
            <a:r>
              <a:rPr lang="en-US" sz="1200" i="1" dirty="0">
                <a:latin typeface="AdvP1854"/>
              </a:rPr>
              <a:t>Drosophila </a:t>
            </a:r>
            <a:r>
              <a:rPr lang="en-HK" sz="1200" i="1" dirty="0" err="1">
                <a:latin typeface="AdvP1854"/>
              </a:rPr>
              <a:t>yakuba</a:t>
            </a:r>
            <a:r>
              <a:rPr lang="en-HK" sz="1200" dirty="0">
                <a:latin typeface="AdvP1491"/>
              </a:rPr>
              <a:t>.</a:t>
            </a:r>
            <a:endParaRPr lang="en-HK" sz="1200" dirty="0"/>
          </a:p>
        </p:txBody>
      </p:sp>
      <p:pic>
        <p:nvPicPr>
          <p:cNvPr id="1026" name="Picture 2">
            <a:extLst>
              <a:ext uri="{FF2B5EF4-FFF2-40B4-BE49-F238E27FC236}">
                <a16:creationId xmlns:a16="http://schemas.microsoft.com/office/drawing/2014/main" id="{D2398BED-E62E-46D3-9199-38A2EBA8C5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6098" y="4510499"/>
            <a:ext cx="3845533" cy="2315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7818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Molecular Basis of Heritable Genetic</a:t>
            </a:r>
            <a:r>
              <a:rPr lang="en-HK" sz="2800" dirty="0"/>
              <a:t> </a:t>
            </a:r>
            <a:r>
              <a:rPr lang="en-AU" sz="2800" dirty="0"/>
              <a:t>Variations</a:t>
            </a:r>
            <a:endParaRPr lang="en-HK" sz="2800" dirty="0"/>
          </a:p>
        </p:txBody>
      </p:sp>
      <p:sp>
        <p:nvSpPr>
          <p:cNvPr id="4" name="Rectangle 3">
            <a:extLst>
              <a:ext uri="{FF2B5EF4-FFF2-40B4-BE49-F238E27FC236}">
                <a16:creationId xmlns:a16="http://schemas.microsoft.com/office/drawing/2014/main" id="{34C8ACB7-62F4-4DFA-BF4E-F704AD38BEDF}"/>
              </a:ext>
            </a:extLst>
          </p:cNvPr>
          <p:cNvSpPr/>
          <p:nvPr/>
        </p:nvSpPr>
        <p:spPr>
          <a:xfrm>
            <a:off x="1255970" y="1862854"/>
            <a:ext cx="8479909" cy="3170099"/>
          </a:xfrm>
          <a:prstGeom prst="rect">
            <a:avLst/>
          </a:prstGeom>
        </p:spPr>
        <p:txBody>
          <a:bodyPr wrap="square">
            <a:spAutoFit/>
          </a:bodyPr>
          <a:lstStyle/>
          <a:p>
            <a:pPr algn="ctr"/>
            <a:r>
              <a:rPr lang="en-US" sz="2000" dirty="0"/>
              <a:t>Genetic variations in a population evolve irrespective of need. Most genetic variations are deleterious or at best neutral, but some may be beneficial in a specific </a:t>
            </a:r>
            <a:r>
              <a:rPr lang="en-HK" sz="2000" dirty="0"/>
              <a:t>environment. </a:t>
            </a:r>
          </a:p>
          <a:p>
            <a:pPr algn="just"/>
            <a:endParaRPr lang="en-HK" sz="2000" dirty="0"/>
          </a:p>
          <a:p>
            <a:pPr algn="just"/>
            <a:r>
              <a:rPr lang="en-HK" sz="2000" dirty="0"/>
              <a:t>Four important </a:t>
            </a:r>
            <a:r>
              <a:rPr lang="en-US" sz="2000" dirty="0"/>
              <a:t>sources of molecular genetic variations are :</a:t>
            </a:r>
          </a:p>
          <a:p>
            <a:pPr algn="just"/>
            <a:endParaRPr lang="en-US" sz="2000" dirty="0"/>
          </a:p>
          <a:p>
            <a:pPr marL="457200" indent="-457200">
              <a:buAutoNum type="arabicPeriod"/>
            </a:pPr>
            <a:r>
              <a:rPr lang="en-US" sz="2000" dirty="0"/>
              <a:t>Mutation</a:t>
            </a:r>
          </a:p>
          <a:p>
            <a:pPr marL="457200" indent="-457200">
              <a:buAutoNum type="arabicPeriod"/>
            </a:pPr>
            <a:r>
              <a:rPr lang="en-US" sz="2000" dirty="0"/>
              <a:t>Recombination</a:t>
            </a:r>
          </a:p>
          <a:p>
            <a:pPr marL="457200" indent="-457200">
              <a:buAutoNum type="arabicPeriod"/>
            </a:pPr>
            <a:r>
              <a:rPr lang="en-US" sz="2000" dirty="0"/>
              <a:t>Gene Flow</a:t>
            </a:r>
          </a:p>
          <a:p>
            <a:pPr marL="457200" indent="-457200">
              <a:buAutoNum type="arabicPeriod"/>
            </a:pPr>
            <a:r>
              <a:rPr lang="en-US" sz="2000" dirty="0"/>
              <a:t>Creation of New Genes</a:t>
            </a:r>
            <a:endParaRPr lang="en-HK" sz="20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Tree>
    <p:extLst>
      <p:ext uri="{BB962C8B-B14F-4D97-AF65-F5344CB8AC3E}">
        <p14:creationId xmlns:p14="http://schemas.microsoft.com/office/powerpoint/2010/main" val="1651064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Molecular Basis of Heritable Genetic</a:t>
            </a:r>
            <a:r>
              <a:rPr lang="en-HK" sz="2800" dirty="0"/>
              <a:t> </a:t>
            </a:r>
            <a:r>
              <a:rPr lang="en-AU" sz="2800" dirty="0"/>
              <a:t>Variations</a:t>
            </a:r>
            <a:endParaRPr lang="en-HK" sz="2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pic>
        <p:nvPicPr>
          <p:cNvPr id="3" name="Picture 2">
            <a:extLst>
              <a:ext uri="{FF2B5EF4-FFF2-40B4-BE49-F238E27FC236}">
                <a16:creationId xmlns:a16="http://schemas.microsoft.com/office/drawing/2014/main" id="{D19A087F-AEF6-45A2-AEF6-383904AD3D58}"/>
              </a:ext>
            </a:extLst>
          </p:cNvPr>
          <p:cNvPicPr>
            <a:picLocks noChangeAspect="1"/>
          </p:cNvPicPr>
          <p:nvPr/>
        </p:nvPicPr>
        <p:blipFill rotWithShape="1">
          <a:blip r:embed="rId2"/>
          <a:srcRect t="6205" r="45126" b="3662"/>
          <a:stretch/>
        </p:blipFill>
        <p:spPr>
          <a:xfrm>
            <a:off x="7620462" y="1656457"/>
            <a:ext cx="2510243" cy="2632208"/>
          </a:xfrm>
          <a:prstGeom prst="rect">
            <a:avLst/>
          </a:prstGeom>
        </p:spPr>
      </p:pic>
      <p:sp>
        <p:nvSpPr>
          <p:cNvPr id="6" name="Rectangle 5">
            <a:extLst>
              <a:ext uri="{FF2B5EF4-FFF2-40B4-BE49-F238E27FC236}">
                <a16:creationId xmlns:a16="http://schemas.microsoft.com/office/drawing/2014/main" id="{9CA47900-574D-45DF-A35B-EFE93C5692A3}"/>
              </a:ext>
            </a:extLst>
          </p:cNvPr>
          <p:cNvSpPr/>
          <p:nvPr/>
        </p:nvSpPr>
        <p:spPr>
          <a:xfrm>
            <a:off x="1238249" y="1656457"/>
            <a:ext cx="6205740" cy="2554545"/>
          </a:xfrm>
          <a:prstGeom prst="rect">
            <a:avLst/>
          </a:prstGeom>
        </p:spPr>
        <p:txBody>
          <a:bodyPr wrap="square">
            <a:spAutoFit/>
          </a:bodyPr>
          <a:lstStyle/>
          <a:p>
            <a:pPr algn="just"/>
            <a:r>
              <a:rPr lang="en-US" sz="2000" dirty="0">
                <a:latin typeface="AdvP1491"/>
              </a:rPr>
              <a:t>Mutation is the change of genomic sequence. </a:t>
            </a:r>
          </a:p>
          <a:p>
            <a:pPr algn="just"/>
            <a:endParaRPr lang="en-US" sz="2000" dirty="0">
              <a:latin typeface="AdvP1491"/>
            </a:endParaRPr>
          </a:p>
          <a:p>
            <a:pPr algn="just"/>
            <a:r>
              <a:rPr lang="en-US" sz="2000" dirty="0">
                <a:latin typeface="AdvP1491"/>
              </a:rPr>
              <a:t>Mutation can be a </a:t>
            </a:r>
            <a:r>
              <a:rPr lang="en-US" sz="2000" dirty="0">
                <a:latin typeface="AdvP2437"/>
              </a:rPr>
              <a:t>point mutation </a:t>
            </a:r>
            <a:r>
              <a:rPr lang="en-US" sz="2000" dirty="0">
                <a:latin typeface="AdvP1491"/>
              </a:rPr>
              <a:t>(alteration of just one nucleotide), a </a:t>
            </a:r>
            <a:r>
              <a:rPr lang="en-US" sz="2000" dirty="0">
                <a:latin typeface="AdvP2437"/>
              </a:rPr>
              <a:t>frameshift mutation </a:t>
            </a:r>
            <a:r>
              <a:rPr lang="en-US" sz="2000" dirty="0">
                <a:latin typeface="AdvP1491"/>
              </a:rPr>
              <a:t>(alteration of the open reading frame (ORF) of the gene), or a </a:t>
            </a:r>
            <a:r>
              <a:rPr lang="en-US" sz="2000" dirty="0">
                <a:latin typeface="AdvP2437"/>
              </a:rPr>
              <a:t>chromosomal mutation</a:t>
            </a:r>
            <a:r>
              <a:rPr lang="en-US" sz="2000" dirty="0">
                <a:latin typeface="AdvP1491"/>
              </a:rPr>
              <a:t>—that is, large-scale alterations of the </a:t>
            </a:r>
            <a:r>
              <a:rPr lang="en-HK" sz="2000" dirty="0">
                <a:latin typeface="AdvP1491"/>
              </a:rPr>
              <a:t>chromosomal DNA (</a:t>
            </a:r>
            <a:r>
              <a:rPr lang="en-HK" sz="2000" dirty="0">
                <a:latin typeface="AdvP2437"/>
              </a:rPr>
              <a:t>insertion</a:t>
            </a:r>
            <a:r>
              <a:rPr lang="en-HK" sz="2000" dirty="0">
                <a:latin typeface="AdvP1491"/>
              </a:rPr>
              <a:t>, </a:t>
            </a:r>
            <a:r>
              <a:rPr lang="en-HK" sz="2000" dirty="0">
                <a:latin typeface="AdvP2437"/>
              </a:rPr>
              <a:t>deletion</a:t>
            </a:r>
            <a:r>
              <a:rPr lang="en-HK" sz="2000" dirty="0">
                <a:latin typeface="AdvP1491"/>
              </a:rPr>
              <a:t>, </a:t>
            </a:r>
            <a:r>
              <a:rPr lang="en-HK" sz="2000" dirty="0">
                <a:latin typeface="AdvP2437"/>
              </a:rPr>
              <a:t>inversion</a:t>
            </a:r>
            <a:r>
              <a:rPr lang="en-HK" sz="2000" dirty="0">
                <a:latin typeface="AdvP1491"/>
              </a:rPr>
              <a:t>, </a:t>
            </a:r>
            <a:r>
              <a:rPr lang="en-HK" sz="2000" dirty="0">
                <a:latin typeface="AdvP2437"/>
              </a:rPr>
              <a:t>duplication</a:t>
            </a:r>
            <a:r>
              <a:rPr lang="en-HK" sz="2000" dirty="0">
                <a:latin typeface="AdvP1491"/>
              </a:rPr>
              <a:t>, </a:t>
            </a:r>
            <a:r>
              <a:rPr lang="en-HK" sz="2000" dirty="0">
                <a:latin typeface="AdvP2437"/>
              </a:rPr>
              <a:t>translocation</a:t>
            </a:r>
            <a:r>
              <a:rPr lang="en-HK" sz="2000" dirty="0">
                <a:latin typeface="AdvP1491"/>
              </a:rPr>
              <a:t>)</a:t>
            </a:r>
          </a:p>
        </p:txBody>
      </p:sp>
      <p:sp>
        <p:nvSpPr>
          <p:cNvPr id="8" name="Rectangle 7">
            <a:extLst>
              <a:ext uri="{FF2B5EF4-FFF2-40B4-BE49-F238E27FC236}">
                <a16:creationId xmlns:a16="http://schemas.microsoft.com/office/drawing/2014/main" id="{BE10064E-92E3-456F-8806-ADA1CA9033BE}"/>
              </a:ext>
            </a:extLst>
          </p:cNvPr>
          <p:cNvSpPr/>
          <p:nvPr/>
        </p:nvSpPr>
        <p:spPr>
          <a:xfrm>
            <a:off x="1238249" y="4393111"/>
            <a:ext cx="8892456" cy="2585323"/>
          </a:xfrm>
          <a:prstGeom prst="rect">
            <a:avLst/>
          </a:prstGeom>
        </p:spPr>
        <p:txBody>
          <a:bodyPr wrap="square">
            <a:spAutoFit/>
          </a:bodyPr>
          <a:lstStyle/>
          <a:p>
            <a:pPr algn="just"/>
            <a:r>
              <a:rPr lang="en-US" sz="1800" dirty="0"/>
              <a:t>Based on the effect on the polypeptide product, a point mutation can be </a:t>
            </a:r>
          </a:p>
          <a:p>
            <a:pPr algn="just"/>
            <a:endParaRPr lang="en-US" sz="1800" dirty="0"/>
          </a:p>
          <a:p>
            <a:pPr marL="457200" indent="-457200" algn="just">
              <a:buAutoNum type="arabicPeriod"/>
            </a:pPr>
            <a:r>
              <a:rPr lang="en-HK" sz="1800" dirty="0"/>
              <a:t>A missense point mutation changes an amino acid in </a:t>
            </a:r>
            <a:r>
              <a:rPr lang="en-US" sz="1800" dirty="0"/>
              <a:t>the polypeptide;</a:t>
            </a:r>
          </a:p>
          <a:p>
            <a:pPr marL="457200" indent="-457200" algn="just">
              <a:buAutoNum type="arabicPeriod"/>
            </a:pPr>
            <a:r>
              <a:rPr lang="en-US" sz="1800" dirty="0"/>
              <a:t>A nonsense point mutation creates a stop codon and ending polypeptide translation</a:t>
            </a:r>
          </a:p>
          <a:p>
            <a:pPr marL="457200" indent="-457200" algn="just">
              <a:buAutoNum type="arabicPeriod"/>
            </a:pPr>
            <a:r>
              <a:rPr lang="en-US" sz="1800" dirty="0"/>
              <a:t>A silent point mutation does not change the amino acid sequence </a:t>
            </a:r>
            <a:r>
              <a:rPr lang="en-HK" sz="1800" dirty="0"/>
              <a:t>of the polypeptide</a:t>
            </a:r>
          </a:p>
          <a:p>
            <a:pPr marL="457200" indent="-457200" algn="just">
              <a:buAutoNum type="arabicPeriod"/>
            </a:pPr>
            <a:endParaRPr lang="en-HK" sz="1800" dirty="0"/>
          </a:p>
          <a:p>
            <a:r>
              <a:rPr lang="en-US" sz="1800" dirty="0"/>
              <a:t>Based on the type of base altered, a point mutation can be classified as</a:t>
            </a:r>
          </a:p>
          <a:p>
            <a:pPr marL="342900" indent="-342900">
              <a:buAutoNum type="arabicPeriod"/>
            </a:pPr>
            <a:r>
              <a:rPr lang="en-US" sz="1800" dirty="0"/>
              <a:t>Transition</a:t>
            </a:r>
          </a:p>
          <a:p>
            <a:pPr marL="342900" indent="-342900">
              <a:buAutoNum type="arabicPeriod"/>
            </a:pPr>
            <a:r>
              <a:rPr lang="en-US" sz="1800" dirty="0"/>
              <a:t>Transversion</a:t>
            </a:r>
            <a:endParaRPr lang="en-HK" sz="1800" dirty="0"/>
          </a:p>
        </p:txBody>
      </p:sp>
    </p:spTree>
    <p:extLst>
      <p:ext uri="{BB962C8B-B14F-4D97-AF65-F5344CB8AC3E}">
        <p14:creationId xmlns:p14="http://schemas.microsoft.com/office/powerpoint/2010/main" val="6463773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Molecular Basis of Heritable Genetic</a:t>
            </a:r>
            <a:r>
              <a:rPr lang="en-HK" sz="2800" dirty="0"/>
              <a:t> </a:t>
            </a:r>
            <a:r>
              <a:rPr lang="en-AU" sz="2800" dirty="0"/>
              <a:t>Variations</a:t>
            </a:r>
            <a:endParaRPr lang="en-HK" sz="2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6" name="Rectangle 5">
            <a:extLst>
              <a:ext uri="{FF2B5EF4-FFF2-40B4-BE49-F238E27FC236}">
                <a16:creationId xmlns:a16="http://schemas.microsoft.com/office/drawing/2014/main" id="{9CA47900-574D-45DF-A35B-EFE93C5692A3}"/>
              </a:ext>
            </a:extLst>
          </p:cNvPr>
          <p:cNvSpPr/>
          <p:nvPr/>
        </p:nvSpPr>
        <p:spPr>
          <a:xfrm>
            <a:off x="1238250" y="1651014"/>
            <a:ext cx="8976904" cy="5632311"/>
          </a:xfrm>
          <a:prstGeom prst="rect">
            <a:avLst/>
          </a:prstGeom>
        </p:spPr>
        <p:txBody>
          <a:bodyPr wrap="square">
            <a:spAutoFit/>
          </a:bodyPr>
          <a:lstStyle/>
          <a:p>
            <a:pPr algn="just"/>
            <a:r>
              <a:rPr lang="en-US" sz="1800" dirty="0">
                <a:latin typeface="AdvP1491"/>
              </a:rPr>
              <a:t>In genetic recombination, a DNA segment moves from one DNA molecule to another DNA molecule. </a:t>
            </a:r>
            <a:r>
              <a:rPr lang="en-HK" sz="1800" dirty="0"/>
              <a:t>Recombination can take place </a:t>
            </a:r>
            <a:r>
              <a:rPr lang="en-US" sz="1800" dirty="0"/>
              <a:t>between two homologous sequences or two nonhomologous </a:t>
            </a:r>
            <a:r>
              <a:rPr lang="en-HK" sz="1800" dirty="0"/>
              <a:t>sequences.</a:t>
            </a:r>
          </a:p>
          <a:p>
            <a:endParaRPr lang="en-HK" sz="1800" dirty="0">
              <a:latin typeface="AdvP1491"/>
            </a:endParaRPr>
          </a:p>
          <a:p>
            <a:pPr marL="342900" indent="-342900">
              <a:buAutoNum type="arabicPeriod"/>
            </a:pPr>
            <a:r>
              <a:rPr lang="en-HK" sz="1800" dirty="0"/>
              <a:t>Recombination between two homologous sequences is called homologous recombination </a:t>
            </a:r>
            <a:r>
              <a:rPr lang="en-US" sz="1800" dirty="0"/>
              <a:t>and it occurs during meiosis between two </a:t>
            </a:r>
            <a:r>
              <a:rPr lang="fr-FR" sz="1800" dirty="0" err="1"/>
              <a:t>homologous</a:t>
            </a:r>
            <a:r>
              <a:rPr lang="fr-FR" sz="1800" dirty="0"/>
              <a:t> DNA </a:t>
            </a:r>
            <a:r>
              <a:rPr lang="fr-FR" sz="1800" dirty="0" err="1"/>
              <a:t>molecules</a:t>
            </a:r>
            <a:r>
              <a:rPr lang="fr-FR" sz="1800" dirty="0"/>
              <a:t> (</a:t>
            </a:r>
            <a:r>
              <a:rPr lang="fr-FR" sz="1800" dirty="0" err="1"/>
              <a:t>homologous</a:t>
            </a:r>
            <a:r>
              <a:rPr lang="fr-FR" sz="1800" dirty="0"/>
              <a:t> chromosomes) </a:t>
            </a:r>
            <a:r>
              <a:rPr lang="en-US" sz="1800" dirty="0"/>
              <a:t>by crossing over. </a:t>
            </a:r>
            <a:r>
              <a:rPr lang="en-US" sz="1800" b="1" i="1" dirty="0"/>
              <a:t>The frequency of homologous recombination is low</a:t>
            </a:r>
          </a:p>
          <a:p>
            <a:pPr marL="342900" indent="-342900">
              <a:buAutoNum type="arabicPeriod"/>
            </a:pPr>
            <a:endParaRPr lang="en-US" sz="1800" i="1" dirty="0"/>
          </a:p>
          <a:p>
            <a:pPr marL="342900" indent="-342900">
              <a:buAutoNum type="arabicPeriod"/>
            </a:pPr>
            <a:r>
              <a:rPr lang="en-US" sz="1800" dirty="0"/>
              <a:t>Recombination between two nonhomologous sequences can be mediated by site specific </a:t>
            </a:r>
            <a:r>
              <a:rPr lang="en-HK" sz="1800" dirty="0"/>
              <a:t>recombination. </a:t>
            </a:r>
            <a:r>
              <a:rPr lang="en-US" sz="1800" dirty="0"/>
              <a:t>Site-specific recombination occurs when two nonhomologous DNA molecules have only a small region of sequence identity; recombination occurs using this small region</a:t>
            </a:r>
          </a:p>
          <a:p>
            <a:pPr marL="457200" indent="-457200">
              <a:buAutoNum type="arabicPeriod"/>
            </a:pPr>
            <a:endParaRPr lang="en-US" sz="1800" dirty="0">
              <a:latin typeface="AdvP1491"/>
            </a:endParaRPr>
          </a:p>
          <a:p>
            <a:pPr algn="ctr"/>
            <a:r>
              <a:rPr lang="en-HK" sz="1800" b="1" i="1" dirty="0"/>
              <a:t>non-allelic homologous recombination </a:t>
            </a:r>
            <a:r>
              <a:rPr lang="en-US" sz="1800" b="1" i="1" dirty="0"/>
              <a:t>(NAHR). </a:t>
            </a:r>
          </a:p>
          <a:p>
            <a:pPr algn="ctr"/>
            <a:r>
              <a:rPr lang="en-US" sz="1800" dirty="0"/>
              <a:t>NAHR is driven by sequence identity, and it results in deletion in one chromosome and duplication </a:t>
            </a:r>
            <a:r>
              <a:rPr lang="en-HK" sz="1800" dirty="0"/>
              <a:t>in the other chromosome </a:t>
            </a:r>
            <a:r>
              <a:rPr lang="en-US" sz="1800" dirty="0"/>
              <a:t>may result in </a:t>
            </a:r>
            <a:r>
              <a:rPr lang="en-US" sz="1800" b="1" i="1" u="sng" dirty="0"/>
              <a:t>gene conversion</a:t>
            </a:r>
            <a:r>
              <a:rPr lang="en-US" sz="1800" dirty="0"/>
              <a:t>. NAHR may lead to loss or increased copy number of specific genes, resulting in copy number variations (CNVs). Such CNVs have major implications in health and disease as well </a:t>
            </a:r>
            <a:r>
              <a:rPr lang="en-HK" sz="1800" dirty="0"/>
              <a:t>as genome evolution.</a:t>
            </a:r>
            <a:endParaRPr lang="en-HK" sz="1800" dirty="0">
              <a:latin typeface="AdvP1491"/>
            </a:endParaRPr>
          </a:p>
          <a:p>
            <a:pPr algn="just"/>
            <a:endParaRPr lang="en-HK" sz="1800" dirty="0">
              <a:latin typeface="AdvP1491"/>
            </a:endParaRPr>
          </a:p>
          <a:p>
            <a:pPr algn="just"/>
            <a:endParaRPr lang="en-HK" sz="1800" dirty="0"/>
          </a:p>
        </p:txBody>
      </p:sp>
    </p:spTree>
    <p:extLst>
      <p:ext uri="{BB962C8B-B14F-4D97-AF65-F5344CB8AC3E}">
        <p14:creationId xmlns:p14="http://schemas.microsoft.com/office/powerpoint/2010/main" val="31196073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Molecular Basis of Heritable Genetic</a:t>
            </a:r>
            <a:r>
              <a:rPr lang="en-HK" sz="2800" dirty="0"/>
              <a:t> </a:t>
            </a:r>
            <a:r>
              <a:rPr lang="en-AU" sz="2800" dirty="0"/>
              <a:t>Variations</a:t>
            </a:r>
            <a:endParaRPr lang="en-HK" sz="2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6" name="Rectangle 5">
            <a:extLst>
              <a:ext uri="{FF2B5EF4-FFF2-40B4-BE49-F238E27FC236}">
                <a16:creationId xmlns:a16="http://schemas.microsoft.com/office/drawing/2014/main" id="{9CA47900-574D-45DF-A35B-EFE93C5692A3}"/>
              </a:ext>
            </a:extLst>
          </p:cNvPr>
          <p:cNvSpPr/>
          <p:nvPr/>
        </p:nvSpPr>
        <p:spPr>
          <a:xfrm>
            <a:off x="1238250" y="1656457"/>
            <a:ext cx="8575451" cy="2585323"/>
          </a:xfrm>
          <a:prstGeom prst="rect">
            <a:avLst/>
          </a:prstGeom>
        </p:spPr>
        <p:txBody>
          <a:bodyPr wrap="square">
            <a:spAutoFit/>
          </a:bodyPr>
          <a:lstStyle/>
          <a:p>
            <a:pPr algn="just"/>
            <a:r>
              <a:rPr lang="en-US" sz="1800" dirty="0">
                <a:latin typeface="AdvP1491"/>
              </a:rPr>
              <a:t>Gene flow is also called </a:t>
            </a:r>
            <a:r>
              <a:rPr lang="en-US" sz="1800" b="1" u="sng" dirty="0">
                <a:latin typeface="AdvP1491"/>
              </a:rPr>
              <a:t>gene migration</a:t>
            </a:r>
            <a:r>
              <a:rPr lang="en-US" sz="1800" dirty="0">
                <a:latin typeface="AdvP1491"/>
              </a:rPr>
              <a:t>. Gene flow is the transfer of genetic material from one population to another. Gene flow can take place between two populations of the same species through migration and is mediated by reproduction. This resulted in      </a:t>
            </a:r>
            <a:r>
              <a:rPr lang="en-US" sz="1800" b="1" u="sng" dirty="0">
                <a:latin typeface="AdvP1491"/>
              </a:rPr>
              <a:t>vertical gene transfer</a:t>
            </a:r>
            <a:r>
              <a:rPr lang="en-US" sz="1800" dirty="0">
                <a:latin typeface="AdvP1491"/>
              </a:rPr>
              <a:t> from parent to offspring. Alternatively, gene flow can take place between two different species through </a:t>
            </a:r>
            <a:r>
              <a:rPr lang="en-US" sz="1800" b="1" u="sng" dirty="0">
                <a:latin typeface="AdvP1491"/>
              </a:rPr>
              <a:t>horizontal gene transfer</a:t>
            </a:r>
          </a:p>
          <a:p>
            <a:pPr algn="just"/>
            <a:endParaRPr lang="en-US" sz="1800" dirty="0">
              <a:latin typeface="AdvP1491"/>
            </a:endParaRPr>
          </a:p>
          <a:p>
            <a:pPr algn="ctr"/>
            <a:r>
              <a:rPr lang="en-US" sz="1800" dirty="0">
                <a:latin typeface="AdvP1491"/>
              </a:rPr>
              <a:t>Gene flow within a population can increase the genetic variation of the population, whereas gene flow between genetically distant populations can reduce the genetic difference between the populations.</a:t>
            </a:r>
          </a:p>
        </p:txBody>
      </p:sp>
    </p:spTree>
    <p:extLst>
      <p:ext uri="{BB962C8B-B14F-4D97-AF65-F5344CB8AC3E}">
        <p14:creationId xmlns:p14="http://schemas.microsoft.com/office/powerpoint/2010/main" val="8877518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Molecular Basis of Heritable Genetic</a:t>
            </a:r>
            <a:r>
              <a:rPr lang="en-HK" sz="2800" dirty="0"/>
              <a:t> </a:t>
            </a:r>
            <a:r>
              <a:rPr lang="en-AU" sz="2800" dirty="0"/>
              <a:t>Variations</a:t>
            </a:r>
            <a:endParaRPr lang="en-HK" sz="2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6" name="Rectangle 5">
            <a:extLst>
              <a:ext uri="{FF2B5EF4-FFF2-40B4-BE49-F238E27FC236}">
                <a16:creationId xmlns:a16="http://schemas.microsoft.com/office/drawing/2014/main" id="{9CA47900-574D-45DF-A35B-EFE93C5692A3}"/>
              </a:ext>
            </a:extLst>
          </p:cNvPr>
          <p:cNvSpPr/>
          <p:nvPr/>
        </p:nvSpPr>
        <p:spPr>
          <a:xfrm>
            <a:off x="1238250" y="1541115"/>
            <a:ext cx="8976904" cy="1477328"/>
          </a:xfrm>
          <a:prstGeom prst="rect">
            <a:avLst/>
          </a:prstGeom>
        </p:spPr>
        <p:txBody>
          <a:bodyPr wrap="square">
            <a:spAutoFit/>
          </a:bodyPr>
          <a:lstStyle/>
          <a:p>
            <a:pPr algn="just"/>
            <a:r>
              <a:rPr lang="en-US" sz="1800" dirty="0"/>
              <a:t>Generation of new genes is an important mechanism for creating genetic novelties; It is an important driving force of evolution in to create New genes by two major processes</a:t>
            </a:r>
          </a:p>
          <a:p>
            <a:pPr algn="just"/>
            <a:endParaRPr lang="en-US" sz="1800" dirty="0"/>
          </a:p>
          <a:p>
            <a:pPr marL="342900" indent="-342900" algn="just">
              <a:buAutoNum type="arabicPeriod"/>
            </a:pPr>
            <a:r>
              <a:rPr lang="en-US" sz="1800" dirty="0">
                <a:highlight>
                  <a:srgbClr val="FFFF00"/>
                </a:highlight>
              </a:rPr>
              <a:t>Processes that use coding sequences (pre-existing genes) as the raw materials</a:t>
            </a:r>
          </a:p>
          <a:p>
            <a:pPr marL="342900" indent="-342900" algn="just">
              <a:buAutoNum type="arabicPeriod"/>
            </a:pPr>
            <a:r>
              <a:rPr lang="en-US" sz="1800" dirty="0"/>
              <a:t>Processes that use noncoding sequences as the raw material.</a:t>
            </a:r>
            <a:endParaRPr lang="en-HK" sz="1600" dirty="0"/>
          </a:p>
        </p:txBody>
      </p:sp>
      <p:sp>
        <p:nvSpPr>
          <p:cNvPr id="3" name="Rectangle 2">
            <a:extLst>
              <a:ext uri="{FF2B5EF4-FFF2-40B4-BE49-F238E27FC236}">
                <a16:creationId xmlns:a16="http://schemas.microsoft.com/office/drawing/2014/main" id="{11964B06-300E-4AE6-A9F7-74F24A87ACFC}"/>
              </a:ext>
            </a:extLst>
          </p:cNvPr>
          <p:cNvSpPr/>
          <p:nvPr/>
        </p:nvSpPr>
        <p:spPr>
          <a:xfrm>
            <a:off x="748677" y="3413329"/>
            <a:ext cx="5343525" cy="2262158"/>
          </a:xfrm>
          <a:prstGeom prst="rect">
            <a:avLst/>
          </a:prstGeom>
        </p:spPr>
        <p:txBody>
          <a:bodyPr>
            <a:spAutoFit/>
          </a:bodyPr>
          <a:lstStyle/>
          <a:p>
            <a:pPr algn="ctr"/>
            <a:r>
              <a:rPr lang="en-US" sz="2000" dirty="0">
                <a:latin typeface="AdvP2437"/>
              </a:rPr>
              <a:t>Using coding sequences (pre-existing genes) as the raw materials</a:t>
            </a:r>
          </a:p>
          <a:p>
            <a:endParaRPr lang="en-US" sz="2000" dirty="0">
              <a:latin typeface="AdvP2437"/>
            </a:endParaRPr>
          </a:p>
          <a:p>
            <a:pPr marL="457200" indent="-457200">
              <a:buAutoNum type="arabicPeriod"/>
            </a:pPr>
            <a:r>
              <a:rPr lang="en-US" sz="2000" dirty="0">
                <a:latin typeface="AdvP2437"/>
              </a:rPr>
              <a:t>Gene Duplication (on the right image)</a:t>
            </a:r>
          </a:p>
          <a:p>
            <a:pPr marL="457200" indent="-457200">
              <a:buAutoNum type="arabicPeriod"/>
            </a:pPr>
            <a:r>
              <a:rPr lang="en-US" sz="2000" dirty="0">
                <a:latin typeface="AdvP2437"/>
              </a:rPr>
              <a:t>Exon Shuffling</a:t>
            </a:r>
          </a:p>
          <a:p>
            <a:pPr marL="457200" indent="-457200">
              <a:buAutoNum type="arabicPeriod"/>
            </a:pPr>
            <a:r>
              <a:rPr lang="en-US" sz="2000" dirty="0">
                <a:latin typeface="AdvP2437"/>
              </a:rPr>
              <a:t>Gene Fusion and Fission</a:t>
            </a:r>
          </a:p>
          <a:p>
            <a:pPr marL="457200" indent="-457200">
              <a:buAutoNum type="arabicPeriod"/>
            </a:pPr>
            <a:r>
              <a:rPr lang="en-HK" dirty="0"/>
              <a:t>Horizontal Gene Transfer</a:t>
            </a:r>
          </a:p>
        </p:txBody>
      </p:sp>
      <p:pic>
        <p:nvPicPr>
          <p:cNvPr id="10" name="Picture 9">
            <a:extLst>
              <a:ext uri="{FF2B5EF4-FFF2-40B4-BE49-F238E27FC236}">
                <a16:creationId xmlns:a16="http://schemas.microsoft.com/office/drawing/2014/main" id="{8014EFBC-E60B-4308-BFBD-EC3268A813FE}"/>
              </a:ext>
            </a:extLst>
          </p:cNvPr>
          <p:cNvPicPr>
            <a:picLocks noChangeAspect="1"/>
          </p:cNvPicPr>
          <p:nvPr/>
        </p:nvPicPr>
        <p:blipFill>
          <a:blip r:embed="rId2"/>
          <a:stretch>
            <a:fillRect/>
          </a:stretch>
        </p:blipFill>
        <p:spPr>
          <a:xfrm>
            <a:off x="6460019" y="3323751"/>
            <a:ext cx="3624506" cy="2697984"/>
          </a:xfrm>
          <a:prstGeom prst="rect">
            <a:avLst/>
          </a:prstGeom>
        </p:spPr>
      </p:pic>
      <p:sp>
        <p:nvSpPr>
          <p:cNvPr id="4" name="Rectangle 3">
            <a:extLst>
              <a:ext uri="{FF2B5EF4-FFF2-40B4-BE49-F238E27FC236}">
                <a16:creationId xmlns:a16="http://schemas.microsoft.com/office/drawing/2014/main" id="{EEC6DDE8-9425-48D7-B22F-520291F9CB4A}"/>
              </a:ext>
            </a:extLst>
          </p:cNvPr>
          <p:cNvSpPr/>
          <p:nvPr/>
        </p:nvSpPr>
        <p:spPr>
          <a:xfrm>
            <a:off x="6111689" y="6092395"/>
            <a:ext cx="4321165" cy="830997"/>
          </a:xfrm>
          <a:prstGeom prst="rect">
            <a:avLst/>
          </a:prstGeom>
        </p:spPr>
        <p:txBody>
          <a:bodyPr wrap="square">
            <a:spAutoFit/>
          </a:bodyPr>
          <a:lstStyle/>
          <a:p>
            <a:pPr algn="ctr"/>
            <a:r>
              <a:rPr lang="en-US" sz="1600" dirty="0">
                <a:latin typeface="AdvP2437"/>
              </a:rPr>
              <a:t>Three possible fates of duplicated genes: pseudogenization (</a:t>
            </a:r>
            <a:r>
              <a:rPr lang="en-US" sz="1600" dirty="0" err="1">
                <a:latin typeface="AdvP2437"/>
              </a:rPr>
              <a:t>nonfunctionalization</a:t>
            </a:r>
            <a:r>
              <a:rPr lang="en-US" sz="1600" dirty="0">
                <a:latin typeface="AdvP2437"/>
              </a:rPr>
              <a:t>), neofunctionalization, and </a:t>
            </a:r>
            <a:r>
              <a:rPr lang="en-US" sz="1600" dirty="0" err="1">
                <a:latin typeface="AdvP2437"/>
              </a:rPr>
              <a:t>subfunctionalization</a:t>
            </a:r>
            <a:endParaRPr lang="en-US" sz="1600" dirty="0">
              <a:latin typeface="AdvP2437"/>
            </a:endParaRPr>
          </a:p>
        </p:txBody>
      </p:sp>
    </p:spTree>
    <p:extLst>
      <p:ext uri="{BB962C8B-B14F-4D97-AF65-F5344CB8AC3E}">
        <p14:creationId xmlns:p14="http://schemas.microsoft.com/office/powerpoint/2010/main" val="2480964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Molecular Basis of Heritable Genetic</a:t>
            </a:r>
            <a:r>
              <a:rPr lang="en-HK" sz="2800" dirty="0"/>
              <a:t> </a:t>
            </a:r>
            <a:r>
              <a:rPr lang="en-AU" sz="2800" dirty="0"/>
              <a:t>Variations</a:t>
            </a:r>
            <a:endParaRPr lang="en-HK" sz="2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6" name="Rectangle 5">
            <a:extLst>
              <a:ext uri="{FF2B5EF4-FFF2-40B4-BE49-F238E27FC236}">
                <a16:creationId xmlns:a16="http://schemas.microsoft.com/office/drawing/2014/main" id="{9CA47900-574D-45DF-A35B-EFE93C5692A3}"/>
              </a:ext>
            </a:extLst>
          </p:cNvPr>
          <p:cNvSpPr/>
          <p:nvPr/>
        </p:nvSpPr>
        <p:spPr>
          <a:xfrm>
            <a:off x="1238250" y="1541115"/>
            <a:ext cx="8976904" cy="1477328"/>
          </a:xfrm>
          <a:prstGeom prst="rect">
            <a:avLst/>
          </a:prstGeom>
        </p:spPr>
        <p:txBody>
          <a:bodyPr wrap="square">
            <a:spAutoFit/>
          </a:bodyPr>
          <a:lstStyle/>
          <a:p>
            <a:pPr algn="just"/>
            <a:r>
              <a:rPr lang="en-US" sz="1800" dirty="0"/>
              <a:t>Generation of new genes is an important mechanism for creating genetic novelties; It is an important driving force of evolution in to create New genes by two major processes</a:t>
            </a:r>
          </a:p>
          <a:p>
            <a:pPr algn="just"/>
            <a:endParaRPr lang="en-US" sz="1800" dirty="0"/>
          </a:p>
          <a:p>
            <a:pPr marL="342900" indent="-342900" algn="just">
              <a:buAutoNum type="arabicPeriod"/>
            </a:pPr>
            <a:r>
              <a:rPr lang="en-US" sz="1800" dirty="0">
                <a:highlight>
                  <a:srgbClr val="FFFF00"/>
                </a:highlight>
              </a:rPr>
              <a:t>Processes that use coding sequences (pre-existing genes) as the raw materials</a:t>
            </a:r>
          </a:p>
          <a:p>
            <a:pPr marL="342900" indent="-342900" algn="just">
              <a:buAutoNum type="arabicPeriod"/>
            </a:pPr>
            <a:r>
              <a:rPr lang="en-US" sz="1800" dirty="0"/>
              <a:t>Processes that use noncoding sequences as the raw material.</a:t>
            </a:r>
            <a:endParaRPr lang="en-HK" sz="1600" dirty="0"/>
          </a:p>
        </p:txBody>
      </p:sp>
      <p:sp>
        <p:nvSpPr>
          <p:cNvPr id="3" name="Rectangle 2">
            <a:extLst>
              <a:ext uri="{FF2B5EF4-FFF2-40B4-BE49-F238E27FC236}">
                <a16:creationId xmlns:a16="http://schemas.microsoft.com/office/drawing/2014/main" id="{11964B06-300E-4AE6-A9F7-74F24A87ACFC}"/>
              </a:ext>
            </a:extLst>
          </p:cNvPr>
          <p:cNvSpPr/>
          <p:nvPr/>
        </p:nvSpPr>
        <p:spPr>
          <a:xfrm>
            <a:off x="748677" y="3413329"/>
            <a:ext cx="5343525" cy="2262158"/>
          </a:xfrm>
          <a:prstGeom prst="rect">
            <a:avLst/>
          </a:prstGeom>
        </p:spPr>
        <p:txBody>
          <a:bodyPr>
            <a:spAutoFit/>
          </a:bodyPr>
          <a:lstStyle/>
          <a:p>
            <a:pPr algn="ctr"/>
            <a:r>
              <a:rPr lang="en-US" sz="2000" dirty="0">
                <a:latin typeface="AdvP2437"/>
              </a:rPr>
              <a:t>Using coding sequences (pre-existing genes) as the raw materials</a:t>
            </a:r>
          </a:p>
          <a:p>
            <a:endParaRPr lang="en-US" sz="2000" dirty="0">
              <a:latin typeface="AdvP2437"/>
            </a:endParaRPr>
          </a:p>
          <a:p>
            <a:pPr marL="457200" indent="-457200">
              <a:buAutoNum type="arabicPeriod"/>
            </a:pPr>
            <a:r>
              <a:rPr lang="en-US" sz="2000" dirty="0">
                <a:latin typeface="AdvP2437"/>
              </a:rPr>
              <a:t>Gene Duplication (on the right image)</a:t>
            </a:r>
          </a:p>
          <a:p>
            <a:pPr marL="457200" indent="-457200">
              <a:buAutoNum type="arabicPeriod"/>
            </a:pPr>
            <a:r>
              <a:rPr lang="en-US" sz="2000" dirty="0">
                <a:latin typeface="AdvP2437"/>
              </a:rPr>
              <a:t>Exon Shuffling</a:t>
            </a:r>
          </a:p>
          <a:p>
            <a:pPr marL="457200" indent="-457200">
              <a:buAutoNum type="arabicPeriod"/>
            </a:pPr>
            <a:r>
              <a:rPr lang="en-US" sz="2000" dirty="0">
                <a:latin typeface="AdvP2437"/>
              </a:rPr>
              <a:t>Gene Fusion and Fission</a:t>
            </a:r>
          </a:p>
          <a:p>
            <a:pPr marL="457200" indent="-457200">
              <a:buAutoNum type="arabicPeriod"/>
            </a:pPr>
            <a:r>
              <a:rPr lang="en-HK" dirty="0"/>
              <a:t>Horizontal Gene Transfer</a:t>
            </a:r>
          </a:p>
        </p:txBody>
      </p:sp>
      <p:pic>
        <p:nvPicPr>
          <p:cNvPr id="10" name="Picture 9">
            <a:extLst>
              <a:ext uri="{FF2B5EF4-FFF2-40B4-BE49-F238E27FC236}">
                <a16:creationId xmlns:a16="http://schemas.microsoft.com/office/drawing/2014/main" id="{8014EFBC-E60B-4308-BFBD-EC3268A813FE}"/>
              </a:ext>
            </a:extLst>
          </p:cNvPr>
          <p:cNvPicPr>
            <a:picLocks noChangeAspect="1"/>
          </p:cNvPicPr>
          <p:nvPr/>
        </p:nvPicPr>
        <p:blipFill>
          <a:blip r:embed="rId2"/>
          <a:stretch>
            <a:fillRect/>
          </a:stretch>
        </p:blipFill>
        <p:spPr>
          <a:xfrm>
            <a:off x="6460019" y="3323751"/>
            <a:ext cx="3624506" cy="2697984"/>
          </a:xfrm>
          <a:prstGeom prst="rect">
            <a:avLst/>
          </a:prstGeom>
        </p:spPr>
      </p:pic>
      <p:sp>
        <p:nvSpPr>
          <p:cNvPr id="4" name="Rectangle 3">
            <a:extLst>
              <a:ext uri="{FF2B5EF4-FFF2-40B4-BE49-F238E27FC236}">
                <a16:creationId xmlns:a16="http://schemas.microsoft.com/office/drawing/2014/main" id="{EEC6DDE8-9425-48D7-B22F-520291F9CB4A}"/>
              </a:ext>
            </a:extLst>
          </p:cNvPr>
          <p:cNvSpPr/>
          <p:nvPr/>
        </p:nvSpPr>
        <p:spPr>
          <a:xfrm>
            <a:off x="6111689" y="6092395"/>
            <a:ext cx="4321165" cy="830997"/>
          </a:xfrm>
          <a:prstGeom prst="rect">
            <a:avLst/>
          </a:prstGeom>
        </p:spPr>
        <p:txBody>
          <a:bodyPr wrap="square">
            <a:spAutoFit/>
          </a:bodyPr>
          <a:lstStyle/>
          <a:p>
            <a:pPr algn="ctr"/>
            <a:r>
              <a:rPr lang="en-US" sz="1600" dirty="0">
                <a:latin typeface="AdvP2437"/>
              </a:rPr>
              <a:t>Three possible fates of duplicated genes: pseudogenization (</a:t>
            </a:r>
            <a:r>
              <a:rPr lang="en-US" sz="1600" dirty="0" err="1">
                <a:latin typeface="AdvP2437"/>
              </a:rPr>
              <a:t>nonfunctionalization</a:t>
            </a:r>
            <a:r>
              <a:rPr lang="en-US" sz="1600" dirty="0">
                <a:latin typeface="AdvP2437"/>
              </a:rPr>
              <a:t>), neofunctionalization, and </a:t>
            </a:r>
            <a:r>
              <a:rPr lang="en-US" sz="1600" dirty="0" err="1">
                <a:latin typeface="AdvP2437"/>
              </a:rPr>
              <a:t>subfunctionalization</a:t>
            </a:r>
            <a:endParaRPr lang="en-US" sz="1600" dirty="0">
              <a:latin typeface="AdvP2437"/>
            </a:endParaRPr>
          </a:p>
        </p:txBody>
      </p:sp>
    </p:spTree>
    <p:extLst>
      <p:ext uri="{BB962C8B-B14F-4D97-AF65-F5344CB8AC3E}">
        <p14:creationId xmlns:p14="http://schemas.microsoft.com/office/powerpoint/2010/main" val="1813819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Molecular Basis of Heritable Genetic</a:t>
            </a:r>
            <a:r>
              <a:rPr lang="en-HK" sz="2800" dirty="0"/>
              <a:t> </a:t>
            </a:r>
            <a:r>
              <a:rPr lang="en-AU" sz="2800" dirty="0"/>
              <a:t>Variations</a:t>
            </a:r>
            <a:endParaRPr lang="en-HK" sz="2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6" name="Rectangle 5">
            <a:extLst>
              <a:ext uri="{FF2B5EF4-FFF2-40B4-BE49-F238E27FC236}">
                <a16:creationId xmlns:a16="http://schemas.microsoft.com/office/drawing/2014/main" id="{9CA47900-574D-45DF-A35B-EFE93C5692A3}"/>
              </a:ext>
            </a:extLst>
          </p:cNvPr>
          <p:cNvSpPr/>
          <p:nvPr/>
        </p:nvSpPr>
        <p:spPr>
          <a:xfrm>
            <a:off x="1238250" y="1541115"/>
            <a:ext cx="8976904" cy="1477328"/>
          </a:xfrm>
          <a:prstGeom prst="rect">
            <a:avLst/>
          </a:prstGeom>
        </p:spPr>
        <p:txBody>
          <a:bodyPr wrap="square">
            <a:spAutoFit/>
          </a:bodyPr>
          <a:lstStyle/>
          <a:p>
            <a:pPr algn="just"/>
            <a:r>
              <a:rPr lang="en-US" sz="1800" dirty="0"/>
              <a:t>Generation of new genes is an important mechanism for creating genetic novelties; It is an important driving force of evolution in to create New genes by two major processes</a:t>
            </a:r>
          </a:p>
          <a:p>
            <a:pPr algn="just"/>
            <a:endParaRPr lang="en-US" sz="1800" dirty="0"/>
          </a:p>
          <a:p>
            <a:pPr marL="342900" indent="-342900" algn="just">
              <a:buAutoNum type="arabicPeriod"/>
            </a:pPr>
            <a:r>
              <a:rPr lang="en-US" sz="1800" dirty="0"/>
              <a:t>Processes that use coding sequences (pre-existing genes) as the raw materials</a:t>
            </a:r>
          </a:p>
          <a:p>
            <a:pPr marL="342900" indent="-342900" algn="just">
              <a:buAutoNum type="arabicPeriod"/>
            </a:pPr>
            <a:r>
              <a:rPr lang="en-US" sz="1800" dirty="0">
                <a:highlight>
                  <a:srgbClr val="FFFF00"/>
                </a:highlight>
              </a:rPr>
              <a:t>Processes that use noncoding sequences as the raw material.</a:t>
            </a:r>
            <a:endParaRPr lang="en-HK" sz="1600" dirty="0">
              <a:highlight>
                <a:srgbClr val="FFFF00"/>
              </a:highlight>
            </a:endParaRPr>
          </a:p>
        </p:txBody>
      </p:sp>
      <p:sp>
        <p:nvSpPr>
          <p:cNvPr id="3" name="Rectangle 2">
            <a:extLst>
              <a:ext uri="{FF2B5EF4-FFF2-40B4-BE49-F238E27FC236}">
                <a16:creationId xmlns:a16="http://schemas.microsoft.com/office/drawing/2014/main" id="{11964B06-300E-4AE6-A9F7-74F24A87ACFC}"/>
              </a:ext>
            </a:extLst>
          </p:cNvPr>
          <p:cNvSpPr/>
          <p:nvPr/>
        </p:nvSpPr>
        <p:spPr>
          <a:xfrm>
            <a:off x="1238250" y="3203737"/>
            <a:ext cx="8780961" cy="3416320"/>
          </a:xfrm>
          <a:prstGeom prst="rect">
            <a:avLst/>
          </a:prstGeom>
        </p:spPr>
        <p:txBody>
          <a:bodyPr wrap="square">
            <a:spAutoFit/>
          </a:bodyPr>
          <a:lstStyle/>
          <a:p>
            <a:pPr algn="ctr"/>
            <a:r>
              <a:rPr lang="en-US" sz="1800" dirty="0">
                <a:latin typeface="AdvP2437"/>
              </a:rPr>
              <a:t>Origin (de Novo) of New Genes from Noncoding Sequences</a:t>
            </a:r>
          </a:p>
          <a:p>
            <a:pPr algn="ctr"/>
            <a:endParaRPr lang="en-US" sz="1800" dirty="0">
              <a:latin typeface="AdvP2437"/>
            </a:endParaRPr>
          </a:p>
          <a:p>
            <a:r>
              <a:rPr lang="en-US" sz="1800" dirty="0"/>
              <a:t>The processes of how a new gene is created de novo from noncoding sequence are not well understood. For a noncoding DNA to give birth to a protein-coding gene, two features are needed: </a:t>
            </a:r>
          </a:p>
          <a:p>
            <a:pPr marL="457200" indent="-457200">
              <a:buAutoNum type="arabicPeriod"/>
            </a:pPr>
            <a:r>
              <a:rPr lang="en-US" sz="1800" dirty="0"/>
              <a:t>the DNA must be transcription- competent, and</a:t>
            </a:r>
          </a:p>
          <a:p>
            <a:pPr marL="457200" indent="-457200">
              <a:buAutoNum type="arabicPeriod"/>
            </a:pPr>
            <a:r>
              <a:rPr lang="en-US" sz="1800" dirty="0"/>
              <a:t>the DNA must acquire an open reading frame. </a:t>
            </a:r>
          </a:p>
          <a:p>
            <a:pPr marL="457200" indent="-457200">
              <a:buAutoNum type="arabicPeriod"/>
            </a:pPr>
            <a:endParaRPr lang="en-US" sz="1800" dirty="0"/>
          </a:p>
          <a:p>
            <a:pPr algn="just"/>
            <a:r>
              <a:rPr lang="en-US" sz="1800" dirty="0"/>
              <a:t>It is being increasingly appreciated that a rare but consistent feature of eukaryotic genomes is the evolution of new genes de novo. One characteristic of genes originated de novo is that these genes are usually simple (mostly single exon) so that their evolution de novo would be possible.</a:t>
            </a:r>
            <a:endParaRPr lang="en-US" sz="1800" dirty="0">
              <a:latin typeface="AdvP2437"/>
            </a:endParaRPr>
          </a:p>
        </p:txBody>
      </p:sp>
    </p:spTree>
    <p:extLst>
      <p:ext uri="{BB962C8B-B14F-4D97-AF65-F5344CB8AC3E}">
        <p14:creationId xmlns:p14="http://schemas.microsoft.com/office/powerpoint/2010/main" val="2494051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Molecular Basis of Heritable Genetic</a:t>
            </a:r>
            <a:r>
              <a:rPr lang="en-HK" sz="2800" dirty="0"/>
              <a:t> </a:t>
            </a:r>
            <a:r>
              <a:rPr lang="en-AU" sz="2800" dirty="0"/>
              <a:t>Variations</a:t>
            </a:r>
            <a:endParaRPr lang="en-HK" sz="2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Tree>
    <p:extLst>
      <p:ext uri="{BB962C8B-B14F-4D97-AF65-F5344CB8AC3E}">
        <p14:creationId xmlns:p14="http://schemas.microsoft.com/office/powerpoint/2010/main" val="32831583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Factors that Affect Gene Frequency in a Population</a:t>
            </a:r>
            <a:endParaRPr lang="en-HK" sz="2800" dirty="0"/>
          </a:p>
        </p:txBody>
      </p:sp>
      <p:sp>
        <p:nvSpPr>
          <p:cNvPr id="4" name="Rectangle 3">
            <a:extLst>
              <a:ext uri="{FF2B5EF4-FFF2-40B4-BE49-F238E27FC236}">
                <a16:creationId xmlns:a16="http://schemas.microsoft.com/office/drawing/2014/main" id="{34C8ACB7-62F4-4DFA-BF4E-F704AD38BEDF}"/>
              </a:ext>
            </a:extLst>
          </p:cNvPr>
          <p:cNvSpPr/>
          <p:nvPr/>
        </p:nvSpPr>
        <p:spPr>
          <a:xfrm>
            <a:off x="1255970" y="1660336"/>
            <a:ext cx="8479909" cy="3908762"/>
          </a:xfrm>
          <a:prstGeom prst="rect">
            <a:avLst/>
          </a:prstGeom>
        </p:spPr>
        <p:txBody>
          <a:bodyPr wrap="square">
            <a:spAutoFit/>
          </a:bodyPr>
          <a:lstStyle/>
          <a:p>
            <a:pPr algn="just"/>
            <a:r>
              <a:rPr lang="en-HK" sz="2000" dirty="0"/>
              <a:t>Changes in allele frequency </a:t>
            </a:r>
            <a:r>
              <a:rPr lang="en-US" sz="2000" dirty="0"/>
              <a:t>initially result in microevolution, which introduces genetic variations in a population through processes such as mutation, migration, selection, genetic drift, population bottlenecks, and even relaxation of purifying </a:t>
            </a:r>
            <a:r>
              <a:rPr lang="en-HK" sz="2000" dirty="0"/>
              <a:t>selection</a:t>
            </a:r>
          </a:p>
          <a:p>
            <a:pPr algn="just"/>
            <a:endParaRPr lang="en-HK" dirty="0"/>
          </a:p>
          <a:p>
            <a:pPr marL="457200" indent="-457200" algn="just">
              <a:buAutoNum type="arabicPeriod"/>
            </a:pPr>
            <a:r>
              <a:rPr lang="en-HK" dirty="0"/>
              <a:t>Mutation</a:t>
            </a:r>
          </a:p>
          <a:p>
            <a:pPr marL="457200" indent="-457200" algn="just">
              <a:buAutoNum type="arabicPeriod"/>
            </a:pPr>
            <a:r>
              <a:rPr lang="en-HK" dirty="0"/>
              <a:t>Migration (Gene Flow)</a:t>
            </a:r>
          </a:p>
          <a:p>
            <a:pPr marL="457200" indent="-457200" algn="just">
              <a:buAutoNum type="arabicPeriod"/>
            </a:pPr>
            <a:r>
              <a:rPr lang="en-HK" dirty="0"/>
              <a:t>Natural Selection</a:t>
            </a:r>
          </a:p>
          <a:p>
            <a:pPr marL="457200" indent="-457200" algn="just">
              <a:buAutoNum type="arabicPeriod"/>
            </a:pPr>
            <a:r>
              <a:rPr lang="en-HK" dirty="0"/>
              <a:t>Genetic Drift</a:t>
            </a:r>
          </a:p>
          <a:p>
            <a:pPr marL="457200" indent="-457200" algn="just">
              <a:buAutoNum type="arabicPeriod"/>
            </a:pPr>
            <a:r>
              <a:rPr lang="en-HK" dirty="0"/>
              <a:t>Non-Random Mating</a:t>
            </a:r>
          </a:p>
          <a:p>
            <a:pPr marL="457200" indent="-457200" algn="just">
              <a:buAutoNum type="arabicPeriod"/>
            </a:pPr>
            <a:endParaRPr lang="en-HK" dirty="0"/>
          </a:p>
          <a:p>
            <a:pPr algn="just"/>
            <a:endParaRPr lang="en-HK"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Rectangle 2">
            <a:extLst>
              <a:ext uri="{FF2B5EF4-FFF2-40B4-BE49-F238E27FC236}">
                <a16:creationId xmlns:a16="http://schemas.microsoft.com/office/drawing/2014/main" id="{41FF21C0-F252-4E15-8377-BA86CAC43739}"/>
              </a:ext>
            </a:extLst>
          </p:cNvPr>
          <p:cNvSpPr/>
          <p:nvPr/>
        </p:nvSpPr>
        <p:spPr>
          <a:xfrm>
            <a:off x="1012303" y="6717776"/>
            <a:ext cx="8967242" cy="338554"/>
          </a:xfrm>
          <a:prstGeom prst="rect">
            <a:avLst/>
          </a:prstGeom>
        </p:spPr>
        <p:txBody>
          <a:bodyPr wrap="square">
            <a:spAutoFit/>
          </a:bodyPr>
          <a:lstStyle/>
          <a:p>
            <a:pPr algn="ctr"/>
            <a:r>
              <a:rPr lang="en-US" sz="1600" dirty="0">
                <a:solidFill>
                  <a:srgbClr val="202124"/>
                </a:solidFill>
                <a:latin typeface="arial" panose="020B0604020202020204" pitchFamily="34" charset="0"/>
              </a:rPr>
              <a:t>"Allele" is </a:t>
            </a:r>
            <a:r>
              <a:rPr lang="en-US" sz="1600" b="1" dirty="0">
                <a:solidFill>
                  <a:srgbClr val="202124"/>
                </a:solidFill>
                <a:latin typeface="arial" panose="020B0604020202020204" pitchFamily="34" charset="0"/>
              </a:rPr>
              <a:t>the word that we use to describe the alternative form or versions of a gene</a:t>
            </a:r>
            <a:r>
              <a:rPr lang="en-US" sz="1600" dirty="0">
                <a:solidFill>
                  <a:srgbClr val="202124"/>
                </a:solidFill>
                <a:latin typeface="arial" panose="020B0604020202020204" pitchFamily="34" charset="0"/>
              </a:rPr>
              <a:t>.</a:t>
            </a:r>
            <a:endParaRPr lang="en-HK" sz="1600" dirty="0"/>
          </a:p>
        </p:txBody>
      </p:sp>
      <p:pic>
        <p:nvPicPr>
          <p:cNvPr id="6" name="Picture 5">
            <a:extLst>
              <a:ext uri="{FF2B5EF4-FFF2-40B4-BE49-F238E27FC236}">
                <a16:creationId xmlns:a16="http://schemas.microsoft.com/office/drawing/2014/main" id="{B285B774-74E3-4A2F-BB39-B38D1FC767CC}"/>
              </a:ext>
            </a:extLst>
          </p:cNvPr>
          <p:cNvPicPr>
            <a:picLocks noChangeAspect="1"/>
          </p:cNvPicPr>
          <p:nvPr/>
        </p:nvPicPr>
        <p:blipFill>
          <a:blip r:embed="rId2"/>
          <a:stretch>
            <a:fillRect/>
          </a:stretch>
        </p:blipFill>
        <p:spPr>
          <a:xfrm>
            <a:off x="6845075" y="2952204"/>
            <a:ext cx="2209231" cy="3356591"/>
          </a:xfrm>
          <a:prstGeom prst="rect">
            <a:avLst/>
          </a:prstGeom>
        </p:spPr>
      </p:pic>
    </p:spTree>
    <p:extLst>
      <p:ext uri="{BB962C8B-B14F-4D97-AF65-F5344CB8AC3E}">
        <p14:creationId xmlns:p14="http://schemas.microsoft.com/office/powerpoint/2010/main" val="27590623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Phylogeny and Phylogenetic Tree</a:t>
            </a:r>
            <a:endParaRPr lang="en-HK" sz="2800" dirty="0"/>
          </a:p>
        </p:txBody>
      </p:sp>
      <p:sp>
        <p:nvSpPr>
          <p:cNvPr id="4" name="Rectangle 3">
            <a:extLst>
              <a:ext uri="{FF2B5EF4-FFF2-40B4-BE49-F238E27FC236}">
                <a16:creationId xmlns:a16="http://schemas.microsoft.com/office/drawing/2014/main" id="{34C8ACB7-62F4-4DFA-BF4E-F704AD38BEDF}"/>
              </a:ext>
            </a:extLst>
          </p:cNvPr>
          <p:cNvSpPr/>
          <p:nvPr/>
        </p:nvSpPr>
        <p:spPr>
          <a:xfrm>
            <a:off x="1238250" y="1777901"/>
            <a:ext cx="8989967" cy="4093428"/>
          </a:xfrm>
          <a:prstGeom prst="rect">
            <a:avLst/>
          </a:prstGeom>
        </p:spPr>
        <p:txBody>
          <a:bodyPr wrap="square">
            <a:spAutoFit/>
          </a:bodyPr>
          <a:lstStyle/>
          <a:p>
            <a:pPr algn="just"/>
            <a:r>
              <a:rPr lang="en-US" sz="2000" dirty="0"/>
              <a:t>Phylogenetics is the study of phylogenies—that is, the study of the evolutionary relationships among various organisms and populations. According to evolutionary theory, the similarity among organisms and groups of organisms is attributable to their descent from a common ancestor.</a:t>
            </a:r>
          </a:p>
          <a:p>
            <a:pPr algn="just"/>
            <a:endParaRPr lang="en-US" sz="2000" dirty="0"/>
          </a:p>
          <a:p>
            <a:pPr algn="just"/>
            <a:r>
              <a:rPr lang="en-US" sz="2000" dirty="0"/>
              <a:t>The use of DNA and protein sequence information and their change over evolutionary time in order to infer the evolutionary relationship among a set of homologous genes or proteins is referred to as </a:t>
            </a:r>
            <a:r>
              <a:rPr lang="en-US" sz="2000" b="1" i="1" u="sng" dirty="0"/>
              <a:t>molecular phylogenetics</a:t>
            </a:r>
            <a:r>
              <a:rPr lang="en-US" sz="2000" dirty="0"/>
              <a:t>.</a:t>
            </a:r>
          </a:p>
          <a:p>
            <a:pPr algn="just"/>
            <a:endParaRPr lang="en-US" sz="2000" dirty="0"/>
          </a:p>
          <a:p>
            <a:pPr algn="just"/>
            <a:r>
              <a:rPr lang="en-US" sz="2000" dirty="0"/>
              <a:t>The goal of molecular phylogenetics is to estimate the evolutionary divergence of the DNA and protein sequences from a common ancestral sequence, and thus reconstruct the correct evolutionary relationships among these sequences in the form of a phylogenetic tree.</a:t>
            </a:r>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3971925" y="520527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Tree>
    <p:extLst>
      <p:ext uri="{BB962C8B-B14F-4D97-AF65-F5344CB8AC3E}">
        <p14:creationId xmlns:p14="http://schemas.microsoft.com/office/powerpoint/2010/main" val="38434306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Phylogenetic Tree</a:t>
            </a:r>
            <a:endParaRPr lang="en-HK" sz="2800" dirty="0"/>
          </a:p>
        </p:txBody>
      </p:sp>
      <p:sp>
        <p:nvSpPr>
          <p:cNvPr id="4" name="Rectangle 3">
            <a:extLst>
              <a:ext uri="{FF2B5EF4-FFF2-40B4-BE49-F238E27FC236}">
                <a16:creationId xmlns:a16="http://schemas.microsoft.com/office/drawing/2014/main" id="{34C8ACB7-62F4-4DFA-BF4E-F704AD38BEDF}"/>
              </a:ext>
            </a:extLst>
          </p:cNvPr>
          <p:cNvSpPr/>
          <p:nvPr/>
        </p:nvSpPr>
        <p:spPr>
          <a:xfrm>
            <a:off x="1238250" y="1666534"/>
            <a:ext cx="8989967" cy="923330"/>
          </a:xfrm>
          <a:prstGeom prst="rect">
            <a:avLst/>
          </a:prstGeom>
        </p:spPr>
        <p:txBody>
          <a:bodyPr wrap="square">
            <a:spAutoFit/>
          </a:bodyPr>
          <a:lstStyle/>
          <a:p>
            <a:pPr algn="just"/>
            <a:r>
              <a:rPr lang="en-US" sz="1800" dirty="0"/>
              <a:t>A phylogenetic tree (or evolutionary tree, cladogram, or dendrogram) is a diagrammatic representation of the evolutionary relationship among various taxa. The phylogenetic tree has its own reconstruction and reliability assessment.</a:t>
            </a:r>
            <a:endParaRPr lang="en-AU" sz="1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3971925" y="520527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pic>
        <p:nvPicPr>
          <p:cNvPr id="3" name="Picture 2">
            <a:extLst>
              <a:ext uri="{FF2B5EF4-FFF2-40B4-BE49-F238E27FC236}">
                <a16:creationId xmlns:a16="http://schemas.microsoft.com/office/drawing/2014/main" id="{2B50CDA2-5F15-4547-8EBD-CF8CABD3A09E}"/>
              </a:ext>
            </a:extLst>
          </p:cNvPr>
          <p:cNvPicPr>
            <a:picLocks noChangeAspect="1"/>
          </p:cNvPicPr>
          <p:nvPr/>
        </p:nvPicPr>
        <p:blipFill>
          <a:blip r:embed="rId2"/>
          <a:stretch>
            <a:fillRect/>
          </a:stretch>
        </p:blipFill>
        <p:spPr>
          <a:xfrm>
            <a:off x="1238251" y="2736433"/>
            <a:ext cx="4640036" cy="2812832"/>
          </a:xfrm>
          <a:prstGeom prst="rect">
            <a:avLst/>
          </a:prstGeom>
        </p:spPr>
      </p:pic>
      <p:sp>
        <p:nvSpPr>
          <p:cNvPr id="5" name="Rectangle 4">
            <a:extLst>
              <a:ext uri="{FF2B5EF4-FFF2-40B4-BE49-F238E27FC236}">
                <a16:creationId xmlns:a16="http://schemas.microsoft.com/office/drawing/2014/main" id="{C9A9AA11-ECD0-44BE-95AB-4B717A730DEF}"/>
              </a:ext>
            </a:extLst>
          </p:cNvPr>
          <p:cNvSpPr/>
          <p:nvPr/>
        </p:nvSpPr>
        <p:spPr>
          <a:xfrm>
            <a:off x="6080171" y="2775622"/>
            <a:ext cx="4148046" cy="2800767"/>
          </a:xfrm>
          <a:prstGeom prst="rect">
            <a:avLst/>
          </a:prstGeom>
        </p:spPr>
        <p:txBody>
          <a:bodyPr wrap="square">
            <a:spAutoFit/>
          </a:bodyPr>
          <a:lstStyle/>
          <a:p>
            <a:pPr algn="just"/>
            <a:r>
              <a:rPr lang="en-HK" sz="1600" dirty="0">
                <a:latin typeface="AdvP1491"/>
              </a:rPr>
              <a:t>It is a branching </a:t>
            </a:r>
            <a:r>
              <a:rPr lang="en-US" sz="1600" dirty="0">
                <a:latin typeface="AdvP1491"/>
              </a:rPr>
              <a:t>diagram composed of </a:t>
            </a:r>
            <a:r>
              <a:rPr lang="en-US" sz="1600" dirty="0">
                <a:latin typeface="AdvP2437"/>
              </a:rPr>
              <a:t>nodes </a:t>
            </a:r>
            <a:r>
              <a:rPr lang="en-US" sz="1600" dirty="0">
                <a:latin typeface="AdvP1491"/>
              </a:rPr>
              <a:t>and </a:t>
            </a:r>
            <a:r>
              <a:rPr lang="en-US" sz="1600" dirty="0">
                <a:latin typeface="AdvP2437"/>
              </a:rPr>
              <a:t>branches</a:t>
            </a:r>
            <a:r>
              <a:rPr lang="en-US" sz="1600" dirty="0">
                <a:latin typeface="AdvP1491"/>
              </a:rPr>
              <a:t>. The branching pattern of a tree is called the </a:t>
            </a:r>
            <a:r>
              <a:rPr lang="en-US" sz="1600" dirty="0">
                <a:latin typeface="AdvP2437"/>
              </a:rPr>
              <a:t>topology </a:t>
            </a:r>
            <a:r>
              <a:rPr lang="en-US" sz="1600" dirty="0">
                <a:latin typeface="AdvP1491"/>
              </a:rPr>
              <a:t>of the tree. One branch can connect only two nodes.</a:t>
            </a:r>
          </a:p>
          <a:p>
            <a:pPr algn="just"/>
            <a:endParaRPr lang="en-US" sz="1600" dirty="0">
              <a:latin typeface="AdvP1491"/>
            </a:endParaRPr>
          </a:p>
          <a:p>
            <a:pPr algn="just"/>
            <a:r>
              <a:rPr lang="en-US" sz="1600" dirty="0">
                <a:latin typeface="AdvP1491"/>
              </a:rPr>
              <a:t>The terminal nodes represent the operational taxonomic units (OTUs) or leaves. The OTUs are the actual objects—such as the species, populations, or gene or protein sequences—being compared, whereas the internal nodes represent hypothetical taxonomic units (HTUs).</a:t>
            </a:r>
            <a:endParaRPr lang="en-HK" sz="1600" dirty="0"/>
          </a:p>
        </p:txBody>
      </p:sp>
    </p:spTree>
    <p:extLst>
      <p:ext uri="{BB962C8B-B14F-4D97-AF65-F5344CB8AC3E}">
        <p14:creationId xmlns:p14="http://schemas.microsoft.com/office/powerpoint/2010/main" val="41244550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Phylogenetic Tree</a:t>
            </a:r>
            <a:endParaRPr lang="en-HK" sz="2800" dirty="0"/>
          </a:p>
        </p:txBody>
      </p:sp>
      <p:sp>
        <p:nvSpPr>
          <p:cNvPr id="4" name="Rectangle 3">
            <a:extLst>
              <a:ext uri="{FF2B5EF4-FFF2-40B4-BE49-F238E27FC236}">
                <a16:creationId xmlns:a16="http://schemas.microsoft.com/office/drawing/2014/main" id="{34C8ACB7-62F4-4DFA-BF4E-F704AD38BEDF}"/>
              </a:ext>
            </a:extLst>
          </p:cNvPr>
          <p:cNvSpPr/>
          <p:nvPr/>
        </p:nvSpPr>
        <p:spPr>
          <a:xfrm>
            <a:off x="1447256" y="1603443"/>
            <a:ext cx="8467453" cy="5324535"/>
          </a:xfrm>
          <a:prstGeom prst="rect">
            <a:avLst/>
          </a:prstGeom>
        </p:spPr>
        <p:txBody>
          <a:bodyPr wrap="square">
            <a:spAutoFit/>
          </a:bodyPr>
          <a:lstStyle/>
          <a:p>
            <a:pPr algn="just"/>
            <a:r>
              <a:rPr lang="en-US" sz="2000" dirty="0"/>
              <a:t>Assumptions behind making a phylogenetic tree, such as :</a:t>
            </a:r>
          </a:p>
          <a:p>
            <a:pPr marL="457200" indent="-457200" algn="just">
              <a:buAutoNum type="arabicParenBoth"/>
            </a:pPr>
            <a:r>
              <a:rPr lang="en-US" sz="2000" dirty="0"/>
              <a:t>the sequences are homologous— that is, the sequences share a common ancestry, and they diverged through time as they evolved—and</a:t>
            </a:r>
          </a:p>
          <a:p>
            <a:pPr marL="457200" indent="-457200" algn="just">
              <a:buAutoNum type="arabicParenBoth"/>
            </a:pPr>
            <a:r>
              <a:rPr lang="en-US" sz="2000" dirty="0"/>
              <a:t>Each position evolved independently. The quality of multiple sequence alignment is the key to obtaining a reliable phylogenetic tree. </a:t>
            </a:r>
          </a:p>
          <a:p>
            <a:endParaRPr lang="en-US" sz="2000" i="1" dirty="0"/>
          </a:p>
          <a:p>
            <a:pPr algn="ctr"/>
            <a:r>
              <a:rPr lang="en-US" sz="2000" b="1" i="1" dirty="0"/>
              <a:t>When using coding sequences, it is desirable to use the protein sequences to reconstruct the </a:t>
            </a:r>
            <a:r>
              <a:rPr lang="en-HK" sz="2000" b="1" i="1" dirty="0"/>
              <a:t>phylogenetic tree</a:t>
            </a:r>
            <a:r>
              <a:rPr lang="en-HK" sz="2000" b="1" dirty="0"/>
              <a:t>.</a:t>
            </a:r>
            <a:endParaRPr lang="en-US" sz="2000" b="1" dirty="0"/>
          </a:p>
          <a:p>
            <a:endParaRPr lang="en-US" sz="2000" dirty="0"/>
          </a:p>
          <a:p>
            <a:r>
              <a:rPr lang="en-US" sz="2000" dirty="0"/>
              <a:t>Construction of a phylogenetic tree involves the following steps: </a:t>
            </a:r>
          </a:p>
          <a:p>
            <a:endParaRPr lang="en-US" sz="2000" dirty="0"/>
          </a:p>
          <a:p>
            <a:pPr marL="457200" indent="-457200">
              <a:buAutoNum type="arabicParenBoth"/>
            </a:pPr>
            <a:r>
              <a:rPr lang="en-US" sz="2000" dirty="0"/>
              <a:t>Selection of the appropriate molecular </a:t>
            </a:r>
            <a:r>
              <a:rPr lang="de-DE" sz="2000" dirty="0"/>
              <a:t>marker (genes/ proteins/ mitochondrial DNA)</a:t>
            </a:r>
          </a:p>
          <a:p>
            <a:pPr marL="457200" indent="-457200">
              <a:buAutoNum type="arabicParenBoth"/>
            </a:pPr>
            <a:r>
              <a:rPr lang="en-US" sz="2000" dirty="0"/>
              <a:t>Multiple sequence alignment</a:t>
            </a:r>
          </a:p>
          <a:p>
            <a:pPr marL="457200" indent="-457200">
              <a:buAutoNum type="arabicParenBoth"/>
            </a:pPr>
            <a:r>
              <a:rPr lang="en-US" sz="2000" dirty="0"/>
              <a:t>Selection of a model of evolution</a:t>
            </a:r>
          </a:p>
          <a:p>
            <a:pPr marL="457200" indent="-457200">
              <a:buAutoNum type="arabicParenBoth"/>
            </a:pPr>
            <a:r>
              <a:rPr lang="en-US" sz="2000" dirty="0"/>
              <a:t>Construction of the phylogenetic tree</a:t>
            </a:r>
          </a:p>
          <a:p>
            <a:pPr marL="457200" indent="-457200">
              <a:buAutoNum type="arabicParenBoth"/>
            </a:pPr>
            <a:r>
              <a:rPr lang="en-US" sz="2000" dirty="0"/>
              <a:t>Assessment of the reliability of the tree.</a:t>
            </a:r>
            <a:endParaRPr lang="en-AU" sz="16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3971925" y="520527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Tree>
    <p:extLst>
      <p:ext uri="{BB962C8B-B14F-4D97-AF65-F5344CB8AC3E}">
        <p14:creationId xmlns:p14="http://schemas.microsoft.com/office/powerpoint/2010/main" val="18414697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dirty="0"/>
              <a:t>Selection of the Appropriate Molecular </a:t>
            </a:r>
            <a:r>
              <a:rPr lang="de-DE" sz="2800" dirty="0"/>
              <a:t>Marker</a:t>
            </a:r>
          </a:p>
        </p:txBody>
      </p:sp>
      <p:sp>
        <p:nvSpPr>
          <p:cNvPr id="4" name="Rectangle 3">
            <a:extLst>
              <a:ext uri="{FF2B5EF4-FFF2-40B4-BE49-F238E27FC236}">
                <a16:creationId xmlns:a16="http://schemas.microsoft.com/office/drawing/2014/main" id="{34C8ACB7-62F4-4DFA-BF4E-F704AD38BEDF}"/>
              </a:ext>
            </a:extLst>
          </p:cNvPr>
          <p:cNvSpPr/>
          <p:nvPr/>
        </p:nvSpPr>
        <p:spPr>
          <a:xfrm>
            <a:off x="1238250" y="1616506"/>
            <a:ext cx="8428265" cy="4247317"/>
          </a:xfrm>
          <a:prstGeom prst="rect">
            <a:avLst/>
          </a:prstGeom>
        </p:spPr>
        <p:txBody>
          <a:bodyPr wrap="square">
            <a:spAutoFit/>
          </a:bodyPr>
          <a:lstStyle/>
          <a:p>
            <a:pPr algn="just"/>
            <a:r>
              <a:rPr lang="en-US" sz="1800" dirty="0"/>
              <a:t>A molecular marker in phylogenetic analysis is the biological information that is used to infer the evolutionary relationships among taxa. Some of the reasons why protein sequences are more appropriate compared to nucleic acid </a:t>
            </a:r>
            <a:r>
              <a:rPr lang="en-HK" sz="1800" dirty="0"/>
              <a:t>are as follows:</a:t>
            </a:r>
          </a:p>
          <a:p>
            <a:pPr algn="just"/>
            <a:endParaRPr lang="en-HK" sz="1800" dirty="0"/>
          </a:p>
          <a:p>
            <a:pPr marL="342900" indent="-342900" algn="just">
              <a:buAutoNum type="arabicPeriod"/>
            </a:pPr>
            <a:r>
              <a:rPr lang="en-US" sz="1800" dirty="0"/>
              <a:t>There are more possible character states for amino acids (20) than nucleotides (4); the terminals may share a character state by chance simply because a given position can have only one of 4 possible character states (as opposed to 20 for amino acids).</a:t>
            </a:r>
          </a:p>
          <a:p>
            <a:pPr marL="342900" indent="-342900" algn="just">
              <a:buAutoNum type="arabicPeriod"/>
            </a:pPr>
            <a:r>
              <a:rPr lang="en-US" sz="1800" dirty="0"/>
              <a:t>Amino-acid-substitution matrices are more </a:t>
            </a:r>
            <a:r>
              <a:rPr lang="en-HK" sz="1800" dirty="0"/>
              <a:t>sophisticated than nucleotide-substitution matrices.</a:t>
            </a:r>
          </a:p>
          <a:p>
            <a:pPr marL="342900" indent="-342900" algn="just">
              <a:buAutoNum type="arabicPeriod"/>
            </a:pPr>
            <a:r>
              <a:rPr lang="en-US" sz="1800" dirty="0"/>
              <a:t>The existence of codon bias for the same amino acid in different species might artificially inflate the </a:t>
            </a:r>
            <a:r>
              <a:rPr lang="en-HK" sz="1800" dirty="0"/>
              <a:t>nucleotide sequence variation.</a:t>
            </a:r>
          </a:p>
          <a:p>
            <a:pPr algn="just"/>
            <a:endParaRPr lang="en-HK" sz="1800" dirty="0"/>
          </a:p>
          <a:p>
            <a:pPr algn="just"/>
            <a:r>
              <a:rPr lang="en-HK" sz="1800" dirty="0"/>
              <a:t>Slowly evolving gene sequences </a:t>
            </a:r>
            <a:r>
              <a:rPr lang="en-US" sz="1800" dirty="0"/>
              <a:t>can be used to assess the evolutionary relationship between distantly related species and, conversely, rapidly evolving gene sequences can be used for recently </a:t>
            </a:r>
            <a:r>
              <a:rPr lang="en-HK" sz="1800" dirty="0"/>
              <a:t>evolved species.</a:t>
            </a:r>
            <a:endParaRPr lang="en-AU" sz="1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3971925" y="520527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Rectangle 2">
            <a:extLst>
              <a:ext uri="{FF2B5EF4-FFF2-40B4-BE49-F238E27FC236}">
                <a16:creationId xmlns:a16="http://schemas.microsoft.com/office/drawing/2014/main" id="{A9EB5FDF-6411-4AD9-AD91-90E4280BF780}"/>
              </a:ext>
            </a:extLst>
          </p:cNvPr>
          <p:cNvSpPr/>
          <p:nvPr/>
        </p:nvSpPr>
        <p:spPr>
          <a:xfrm>
            <a:off x="1780812" y="6135948"/>
            <a:ext cx="7127014" cy="584775"/>
          </a:xfrm>
          <a:prstGeom prst="rect">
            <a:avLst/>
          </a:prstGeom>
        </p:spPr>
        <p:txBody>
          <a:bodyPr wrap="square">
            <a:spAutoFit/>
          </a:bodyPr>
          <a:lstStyle/>
          <a:p>
            <a:pPr algn="ctr"/>
            <a:r>
              <a:rPr lang="en-US" sz="1600" b="1" i="1" dirty="0"/>
              <a:t>When using coding sequences, it is desirable to use the protein sequences to reconstruct the </a:t>
            </a:r>
            <a:r>
              <a:rPr lang="en-HK" sz="1600" b="1" i="1" dirty="0"/>
              <a:t>phylogenetic tree</a:t>
            </a:r>
            <a:r>
              <a:rPr lang="en-HK" sz="1600" b="1" dirty="0"/>
              <a:t>.</a:t>
            </a:r>
            <a:endParaRPr lang="en-US" sz="1600" b="1" dirty="0"/>
          </a:p>
        </p:txBody>
      </p:sp>
    </p:spTree>
    <p:extLst>
      <p:ext uri="{BB962C8B-B14F-4D97-AF65-F5344CB8AC3E}">
        <p14:creationId xmlns:p14="http://schemas.microsoft.com/office/powerpoint/2010/main" val="37896291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Multiple Sequence Alignment</a:t>
            </a:r>
          </a:p>
        </p:txBody>
      </p:sp>
      <p:sp>
        <p:nvSpPr>
          <p:cNvPr id="4" name="Rectangle 3">
            <a:extLst>
              <a:ext uri="{FF2B5EF4-FFF2-40B4-BE49-F238E27FC236}">
                <a16:creationId xmlns:a16="http://schemas.microsoft.com/office/drawing/2014/main" id="{34C8ACB7-62F4-4DFA-BF4E-F704AD38BEDF}"/>
              </a:ext>
            </a:extLst>
          </p:cNvPr>
          <p:cNvSpPr/>
          <p:nvPr/>
        </p:nvSpPr>
        <p:spPr>
          <a:xfrm>
            <a:off x="1447256" y="1904006"/>
            <a:ext cx="8676458" cy="2893100"/>
          </a:xfrm>
          <a:prstGeom prst="rect">
            <a:avLst/>
          </a:prstGeom>
        </p:spPr>
        <p:txBody>
          <a:bodyPr wrap="square">
            <a:spAutoFit/>
          </a:bodyPr>
          <a:lstStyle/>
          <a:p>
            <a:pPr algn="just"/>
            <a:r>
              <a:rPr lang="en-US" dirty="0"/>
              <a:t>Alignment of sequences is the most important step in constructing a reliable phylogenetic tree. Multiple sequence alignment identifies blocks of conserved residues. A good alignment should also have fewer gaps/ </a:t>
            </a:r>
            <a:r>
              <a:rPr lang="en-HK" dirty="0"/>
              <a:t>long gaps.</a:t>
            </a:r>
          </a:p>
          <a:p>
            <a:pPr algn="just"/>
            <a:endParaRPr lang="en-HK" sz="1600" dirty="0"/>
          </a:p>
          <a:p>
            <a:pPr algn="ctr"/>
            <a:r>
              <a:rPr lang="en-US" sz="2000" i="1" dirty="0"/>
              <a:t>Gaps indicate sequences gained or lost </a:t>
            </a:r>
            <a:r>
              <a:rPr lang="en-HK" sz="2000" i="1" dirty="0"/>
              <a:t>(insertions/ deletions) during evolution</a:t>
            </a:r>
          </a:p>
          <a:p>
            <a:pPr algn="ctr"/>
            <a:endParaRPr lang="en-HK" sz="2000" i="1" dirty="0"/>
          </a:p>
          <a:p>
            <a:pPr algn="just"/>
            <a:r>
              <a:rPr lang="en-US" dirty="0"/>
              <a:t>There are no set rules regarding which sections of the alignment to remove; the user should apply judgment. If the alignment is ambiguous at the two ends, the ends can be removed.</a:t>
            </a:r>
            <a:endParaRPr lang="en-AU" sz="1400" i="1"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3971925" y="520527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Tree>
    <p:extLst>
      <p:ext uri="{BB962C8B-B14F-4D97-AF65-F5344CB8AC3E}">
        <p14:creationId xmlns:p14="http://schemas.microsoft.com/office/powerpoint/2010/main" val="631186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dirty="0"/>
              <a:t>Selection of a Model of Evolution</a:t>
            </a:r>
          </a:p>
        </p:txBody>
      </p:sp>
      <p:sp>
        <p:nvSpPr>
          <p:cNvPr id="4" name="Rectangle 3">
            <a:extLst>
              <a:ext uri="{FF2B5EF4-FFF2-40B4-BE49-F238E27FC236}">
                <a16:creationId xmlns:a16="http://schemas.microsoft.com/office/drawing/2014/main" id="{34C8ACB7-62F4-4DFA-BF4E-F704AD38BEDF}"/>
              </a:ext>
            </a:extLst>
          </p:cNvPr>
          <p:cNvSpPr/>
          <p:nvPr/>
        </p:nvSpPr>
        <p:spPr>
          <a:xfrm>
            <a:off x="1238250" y="1603443"/>
            <a:ext cx="8467453" cy="4801314"/>
          </a:xfrm>
          <a:prstGeom prst="rect">
            <a:avLst/>
          </a:prstGeom>
        </p:spPr>
        <p:txBody>
          <a:bodyPr wrap="square">
            <a:spAutoFit/>
          </a:bodyPr>
          <a:lstStyle/>
          <a:p>
            <a:pPr algn="just"/>
            <a:r>
              <a:rPr lang="en-US" sz="1800" dirty="0">
                <a:latin typeface="+mn-lt"/>
              </a:rPr>
              <a:t>An evolutionary model of sequence data is a model of nucleotide or amino-acid substitution and consequent </a:t>
            </a:r>
            <a:r>
              <a:rPr lang="en-HK" sz="1800" dirty="0">
                <a:latin typeface="+mn-lt"/>
              </a:rPr>
              <a:t>divergence of sequences. These models </a:t>
            </a:r>
            <a:r>
              <a:rPr lang="en-US" sz="1800" dirty="0">
                <a:latin typeface="+mn-lt"/>
              </a:rPr>
              <a:t>filter the complexity of the biological mutation process into simpler patterns that can be described and predicted using a small number of statistical parameters</a:t>
            </a:r>
          </a:p>
          <a:p>
            <a:endParaRPr lang="en-US" sz="1800" dirty="0">
              <a:latin typeface="+mn-lt"/>
            </a:endParaRPr>
          </a:p>
          <a:p>
            <a:r>
              <a:rPr lang="en-US" sz="1800" dirty="0">
                <a:latin typeface="+mn-lt"/>
              </a:rPr>
              <a:t>The simplest substitution model </a:t>
            </a:r>
            <a:r>
              <a:rPr lang="en-US" sz="1800" i="1" dirty="0">
                <a:latin typeface="+mn-lt"/>
              </a:rPr>
              <a:t>for nucleotides </a:t>
            </a:r>
            <a:r>
              <a:rPr lang="en-US" sz="1800" dirty="0">
                <a:latin typeface="+mn-lt"/>
              </a:rPr>
              <a:t>is the Jukes-Cantor (JC) one-parameter model. Other models are :</a:t>
            </a:r>
          </a:p>
          <a:p>
            <a:pPr marL="457200" indent="-457200">
              <a:buAutoNum type="arabicPeriod"/>
            </a:pPr>
            <a:r>
              <a:rPr lang="en-HK" sz="1800" dirty="0">
                <a:latin typeface="+mn-lt"/>
              </a:rPr>
              <a:t>Kimura’s two-parameter model</a:t>
            </a:r>
          </a:p>
          <a:p>
            <a:pPr marL="457200" indent="-457200">
              <a:buAutoNum type="arabicPeriod"/>
            </a:pPr>
            <a:r>
              <a:rPr lang="en-HK" sz="1800" dirty="0" err="1">
                <a:latin typeface="+mn-lt"/>
              </a:rPr>
              <a:t>Felsenstein</a:t>
            </a:r>
            <a:r>
              <a:rPr lang="en-HK" sz="1800" dirty="0">
                <a:latin typeface="+mn-lt"/>
              </a:rPr>
              <a:t> </a:t>
            </a:r>
            <a:r>
              <a:rPr lang="en-US" sz="1800" dirty="0">
                <a:latin typeface="+mn-lt"/>
              </a:rPr>
              <a:t>model</a:t>
            </a:r>
          </a:p>
          <a:p>
            <a:pPr marL="457200" indent="-457200">
              <a:buAutoNum type="arabicPeriod"/>
            </a:pPr>
            <a:r>
              <a:rPr lang="en-US" sz="1800" dirty="0">
                <a:latin typeface="+mn-lt"/>
              </a:rPr>
              <a:t>Hasegawa-</a:t>
            </a:r>
            <a:r>
              <a:rPr lang="en-US" sz="1800" dirty="0" err="1">
                <a:latin typeface="+mn-lt"/>
              </a:rPr>
              <a:t>Kishono</a:t>
            </a:r>
            <a:r>
              <a:rPr lang="en-US" sz="1800" dirty="0">
                <a:latin typeface="+mn-lt"/>
              </a:rPr>
              <a:t>-Yano (HKY) </a:t>
            </a:r>
            <a:r>
              <a:rPr lang="en-HK" sz="1800" dirty="0">
                <a:latin typeface="+mn-lt"/>
              </a:rPr>
              <a:t>model</a:t>
            </a:r>
          </a:p>
          <a:p>
            <a:pPr marL="457200" indent="-457200">
              <a:buAutoNum type="arabicPeriod"/>
            </a:pPr>
            <a:endParaRPr lang="en-HK" sz="1800" dirty="0">
              <a:latin typeface="+mn-lt"/>
            </a:endParaRPr>
          </a:p>
          <a:p>
            <a:r>
              <a:rPr lang="en-US" sz="1800" dirty="0"/>
              <a:t>The simplest model for </a:t>
            </a:r>
            <a:r>
              <a:rPr lang="en-HK" sz="1800" i="1" dirty="0">
                <a:latin typeface="+mn-lt"/>
              </a:rPr>
              <a:t>amino acid substitution models is </a:t>
            </a:r>
            <a:r>
              <a:rPr lang="en-HK" sz="1800" dirty="0" err="1">
                <a:latin typeface="+mn-lt"/>
              </a:rPr>
              <a:t>BishopFriday</a:t>
            </a:r>
            <a:r>
              <a:rPr lang="en-HK" sz="1800" dirty="0">
                <a:latin typeface="+mn-lt"/>
              </a:rPr>
              <a:t> model. </a:t>
            </a:r>
          </a:p>
          <a:p>
            <a:r>
              <a:rPr lang="en-HK" sz="1800" dirty="0">
                <a:latin typeface="+mn-lt"/>
              </a:rPr>
              <a:t>Other models are :</a:t>
            </a:r>
            <a:endParaRPr lang="en-US" sz="1800" dirty="0">
              <a:latin typeface="+mn-lt"/>
            </a:endParaRPr>
          </a:p>
          <a:p>
            <a:pPr marL="342900" indent="-342900">
              <a:buAutoNum type="arabicPeriod"/>
            </a:pPr>
            <a:r>
              <a:rPr lang="en-US" sz="1800" dirty="0" err="1">
                <a:latin typeface="+mn-lt"/>
              </a:rPr>
              <a:t>Dayhoff</a:t>
            </a:r>
            <a:r>
              <a:rPr lang="en-US" sz="1800" dirty="0">
                <a:latin typeface="+mn-lt"/>
              </a:rPr>
              <a:t> model (PAM)</a:t>
            </a:r>
          </a:p>
          <a:p>
            <a:pPr marL="342900" indent="-342900">
              <a:buAutoNum type="arabicPeriod"/>
            </a:pPr>
            <a:r>
              <a:rPr lang="en-US" sz="1800" dirty="0" err="1">
                <a:latin typeface="+mn-lt"/>
              </a:rPr>
              <a:t>JonesTaylorThornton</a:t>
            </a:r>
            <a:r>
              <a:rPr lang="en-US" sz="1800" dirty="0">
                <a:latin typeface="+mn-lt"/>
              </a:rPr>
              <a:t> (JTT) model</a:t>
            </a:r>
          </a:p>
          <a:p>
            <a:pPr marL="342900" indent="-342900">
              <a:buAutoNum type="arabicPeriod"/>
            </a:pPr>
            <a:r>
              <a:rPr lang="en-US" sz="1800" dirty="0">
                <a:latin typeface="+mn-lt"/>
              </a:rPr>
              <a:t>Whelan and Goldman (WAG) model</a:t>
            </a:r>
          </a:p>
          <a:p>
            <a:pPr marL="342900" indent="-342900">
              <a:buAutoNum type="arabicPeriod"/>
            </a:pPr>
            <a:r>
              <a:rPr lang="en-US" sz="1800" dirty="0">
                <a:latin typeface="+mn-lt"/>
              </a:rPr>
              <a:t>Le </a:t>
            </a:r>
            <a:r>
              <a:rPr lang="en-US" sz="1800" dirty="0" err="1">
                <a:latin typeface="+mn-lt"/>
              </a:rPr>
              <a:t>Gascuel</a:t>
            </a:r>
            <a:r>
              <a:rPr lang="en-US" sz="1800" dirty="0">
                <a:latin typeface="+mn-lt"/>
              </a:rPr>
              <a:t> (LG) model</a:t>
            </a:r>
            <a:endParaRPr lang="en-HK" sz="1800" dirty="0">
              <a:latin typeface="+mn-lt"/>
            </a:endParaRPr>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3971925" y="520527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Tree>
    <p:extLst>
      <p:ext uri="{BB962C8B-B14F-4D97-AF65-F5344CB8AC3E}">
        <p14:creationId xmlns:p14="http://schemas.microsoft.com/office/powerpoint/2010/main" val="34765447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Construction of the Phylogenetic Tree</a:t>
            </a:r>
            <a:endParaRPr lang="en-HK" sz="2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6" name="Rectangle 5">
            <a:extLst>
              <a:ext uri="{FF2B5EF4-FFF2-40B4-BE49-F238E27FC236}">
                <a16:creationId xmlns:a16="http://schemas.microsoft.com/office/drawing/2014/main" id="{01BB0C68-A479-46EA-B766-D7D101006142}"/>
              </a:ext>
            </a:extLst>
          </p:cNvPr>
          <p:cNvSpPr/>
          <p:nvPr/>
        </p:nvSpPr>
        <p:spPr>
          <a:xfrm>
            <a:off x="1332411" y="1645303"/>
            <a:ext cx="8190412" cy="3493264"/>
          </a:xfrm>
          <a:prstGeom prst="rect">
            <a:avLst/>
          </a:prstGeom>
        </p:spPr>
        <p:txBody>
          <a:bodyPr wrap="square">
            <a:spAutoFit/>
          </a:bodyPr>
          <a:lstStyle/>
          <a:p>
            <a:pPr algn="just"/>
            <a:r>
              <a:rPr lang="en-US" sz="2000" dirty="0"/>
              <a:t>This is a highly specialized area of computation and statistics. Therefore, only some overall principles are discussed here. The methods to construct phylogenetic trees can be classified into two major types:</a:t>
            </a:r>
          </a:p>
          <a:p>
            <a:pPr algn="just"/>
            <a:endParaRPr lang="en-US" sz="2000" dirty="0"/>
          </a:p>
          <a:p>
            <a:pPr marL="457200" indent="-457200" algn="just">
              <a:buAutoNum type="arabicParenBoth"/>
            </a:pPr>
            <a:r>
              <a:rPr lang="en-US" sz="2000" dirty="0"/>
              <a:t>Distance-based</a:t>
            </a:r>
          </a:p>
          <a:p>
            <a:pPr marL="977900" lvl="1" indent="-457200" algn="just">
              <a:buAutoNum type="arabicParenBoth"/>
            </a:pPr>
            <a:r>
              <a:rPr lang="en-HK" sz="2000" dirty="0"/>
              <a:t>Unweighted Pair Group Method </a:t>
            </a:r>
            <a:r>
              <a:rPr lang="en-US" sz="2000" dirty="0"/>
              <a:t>with Arithmetic mean (UPGMA)</a:t>
            </a:r>
          </a:p>
          <a:p>
            <a:pPr marL="977900" lvl="1" indent="-457200" algn="just">
              <a:buAutoNum type="arabicParenBoth"/>
            </a:pPr>
            <a:r>
              <a:rPr lang="en-US" sz="2000" dirty="0"/>
              <a:t>Neighbor </a:t>
            </a:r>
            <a:r>
              <a:rPr lang="en-HK" sz="2000" dirty="0"/>
              <a:t>Joining (NJ).</a:t>
            </a:r>
            <a:endParaRPr lang="en-US" sz="2000" dirty="0"/>
          </a:p>
          <a:p>
            <a:pPr marL="457200" indent="-457200" algn="just">
              <a:buAutoNum type="arabicParenBoth"/>
            </a:pPr>
            <a:r>
              <a:rPr lang="en-US" sz="2000" dirty="0"/>
              <a:t>Character-based, also </a:t>
            </a:r>
            <a:r>
              <a:rPr lang="en-HK" sz="2000" dirty="0"/>
              <a:t>called the discrete method</a:t>
            </a:r>
          </a:p>
          <a:p>
            <a:pPr marL="977900" lvl="1" indent="-457200" algn="just">
              <a:buAutoNum type="arabicParenBoth"/>
            </a:pPr>
            <a:r>
              <a:rPr lang="en-US" sz="2000" dirty="0"/>
              <a:t>Maximum Parsimony (MP)</a:t>
            </a:r>
          </a:p>
          <a:p>
            <a:pPr marL="977900" lvl="1" indent="-457200" algn="just">
              <a:buAutoNum type="arabicParenBoth"/>
            </a:pPr>
            <a:r>
              <a:rPr lang="en-US" sz="2000" dirty="0"/>
              <a:t>Maximum </a:t>
            </a:r>
            <a:r>
              <a:rPr lang="en-HK" sz="2000" dirty="0"/>
              <a:t>Likelihood (ML).</a:t>
            </a:r>
          </a:p>
          <a:p>
            <a:pPr algn="just"/>
            <a:endParaRPr lang="en-HK" dirty="0"/>
          </a:p>
        </p:txBody>
      </p:sp>
    </p:spTree>
    <p:extLst>
      <p:ext uri="{BB962C8B-B14F-4D97-AF65-F5344CB8AC3E}">
        <p14:creationId xmlns:p14="http://schemas.microsoft.com/office/powerpoint/2010/main" val="10490868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Construction of the Phylogenetic Tree</a:t>
            </a:r>
            <a:endParaRPr lang="en-HK" sz="2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pic>
        <p:nvPicPr>
          <p:cNvPr id="5" name="Picture 4">
            <a:extLst>
              <a:ext uri="{FF2B5EF4-FFF2-40B4-BE49-F238E27FC236}">
                <a16:creationId xmlns:a16="http://schemas.microsoft.com/office/drawing/2014/main" id="{E08E060C-11AE-46E7-AD68-B233C92DE54B}"/>
              </a:ext>
            </a:extLst>
          </p:cNvPr>
          <p:cNvPicPr>
            <a:picLocks noChangeAspect="1"/>
          </p:cNvPicPr>
          <p:nvPr/>
        </p:nvPicPr>
        <p:blipFill>
          <a:blip r:embed="rId2"/>
          <a:stretch>
            <a:fillRect/>
          </a:stretch>
        </p:blipFill>
        <p:spPr>
          <a:xfrm>
            <a:off x="3475704" y="1645302"/>
            <a:ext cx="6944730" cy="5696023"/>
          </a:xfrm>
          <a:prstGeom prst="rect">
            <a:avLst/>
          </a:prstGeom>
        </p:spPr>
      </p:pic>
      <p:sp>
        <p:nvSpPr>
          <p:cNvPr id="6" name="Rectangle 5">
            <a:extLst>
              <a:ext uri="{FF2B5EF4-FFF2-40B4-BE49-F238E27FC236}">
                <a16:creationId xmlns:a16="http://schemas.microsoft.com/office/drawing/2014/main" id="{01BB0C68-A479-46EA-B766-D7D101006142}"/>
              </a:ext>
            </a:extLst>
          </p:cNvPr>
          <p:cNvSpPr/>
          <p:nvPr/>
        </p:nvSpPr>
        <p:spPr>
          <a:xfrm>
            <a:off x="1238250" y="1736743"/>
            <a:ext cx="3490503" cy="923330"/>
          </a:xfrm>
          <a:prstGeom prst="rect">
            <a:avLst/>
          </a:prstGeom>
        </p:spPr>
        <p:txBody>
          <a:bodyPr wrap="square">
            <a:spAutoFit/>
          </a:bodyPr>
          <a:lstStyle/>
          <a:p>
            <a:pPr marL="457200" indent="-457200">
              <a:buAutoNum type="alphaUcParenBoth"/>
            </a:pPr>
            <a:r>
              <a:rPr lang="en-US" sz="1800" dirty="0"/>
              <a:t>A simple distance matrix</a:t>
            </a:r>
          </a:p>
          <a:p>
            <a:pPr marL="457200" indent="-457200">
              <a:buAutoNum type="alphaUcParenBoth"/>
            </a:pPr>
            <a:r>
              <a:rPr lang="en-US" sz="1800" dirty="0"/>
              <a:t>The UPGMA method involves sequential clustering</a:t>
            </a:r>
          </a:p>
        </p:txBody>
      </p:sp>
    </p:spTree>
    <p:extLst>
      <p:ext uri="{BB962C8B-B14F-4D97-AF65-F5344CB8AC3E}">
        <p14:creationId xmlns:p14="http://schemas.microsoft.com/office/powerpoint/2010/main" val="31688901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t>Construction of the Phylogenetic Tree</a:t>
            </a:r>
            <a:endParaRPr lang="en-HK" sz="2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pic>
        <p:nvPicPr>
          <p:cNvPr id="3" name="Picture 2">
            <a:extLst>
              <a:ext uri="{FF2B5EF4-FFF2-40B4-BE49-F238E27FC236}">
                <a16:creationId xmlns:a16="http://schemas.microsoft.com/office/drawing/2014/main" id="{76F0FCA7-F66C-4D72-8936-A1B8C82987A1}"/>
              </a:ext>
            </a:extLst>
          </p:cNvPr>
          <p:cNvPicPr>
            <a:picLocks noChangeAspect="1"/>
          </p:cNvPicPr>
          <p:nvPr/>
        </p:nvPicPr>
        <p:blipFill>
          <a:blip r:embed="rId2"/>
          <a:stretch>
            <a:fillRect/>
          </a:stretch>
        </p:blipFill>
        <p:spPr>
          <a:xfrm>
            <a:off x="1823922" y="1517515"/>
            <a:ext cx="7039206" cy="5864522"/>
          </a:xfrm>
          <a:prstGeom prst="rect">
            <a:avLst/>
          </a:prstGeom>
        </p:spPr>
      </p:pic>
      <p:sp>
        <p:nvSpPr>
          <p:cNvPr id="8" name="Rectangle 7">
            <a:extLst>
              <a:ext uri="{FF2B5EF4-FFF2-40B4-BE49-F238E27FC236}">
                <a16:creationId xmlns:a16="http://schemas.microsoft.com/office/drawing/2014/main" id="{8ACF600C-F2EE-4041-99FC-2444BA8DB79B}"/>
              </a:ext>
            </a:extLst>
          </p:cNvPr>
          <p:cNvSpPr/>
          <p:nvPr/>
        </p:nvSpPr>
        <p:spPr>
          <a:xfrm>
            <a:off x="7703548" y="1520303"/>
            <a:ext cx="3490503" cy="646331"/>
          </a:xfrm>
          <a:prstGeom prst="rect">
            <a:avLst/>
          </a:prstGeom>
        </p:spPr>
        <p:txBody>
          <a:bodyPr wrap="square">
            <a:spAutoFit/>
          </a:bodyPr>
          <a:lstStyle/>
          <a:p>
            <a:r>
              <a:rPr lang="en-US" sz="1800" dirty="0"/>
              <a:t>Maximum Parsimony (MP)</a:t>
            </a:r>
          </a:p>
          <a:p>
            <a:pPr marL="457200" indent="-457200">
              <a:buAutoNum type="alphaUcParenBoth"/>
            </a:pPr>
            <a:endParaRPr lang="en-US" sz="1800" dirty="0"/>
          </a:p>
        </p:txBody>
      </p:sp>
    </p:spTree>
    <p:extLst>
      <p:ext uri="{BB962C8B-B14F-4D97-AF65-F5344CB8AC3E}">
        <p14:creationId xmlns:p14="http://schemas.microsoft.com/office/powerpoint/2010/main" val="17629958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dirty="0"/>
              <a:t>Assessment of the Reliability of The Tree.</a:t>
            </a:r>
          </a:p>
        </p:txBody>
      </p:sp>
      <p:sp>
        <p:nvSpPr>
          <p:cNvPr id="4" name="Rectangle 3">
            <a:extLst>
              <a:ext uri="{FF2B5EF4-FFF2-40B4-BE49-F238E27FC236}">
                <a16:creationId xmlns:a16="http://schemas.microsoft.com/office/drawing/2014/main" id="{34C8ACB7-62F4-4DFA-BF4E-F704AD38BEDF}"/>
              </a:ext>
            </a:extLst>
          </p:cNvPr>
          <p:cNvSpPr/>
          <p:nvPr/>
        </p:nvSpPr>
        <p:spPr>
          <a:xfrm>
            <a:off x="1447255" y="1603443"/>
            <a:ext cx="8624207" cy="3693319"/>
          </a:xfrm>
          <a:prstGeom prst="rect">
            <a:avLst/>
          </a:prstGeom>
        </p:spPr>
        <p:txBody>
          <a:bodyPr wrap="square">
            <a:spAutoFit/>
          </a:bodyPr>
          <a:lstStyle/>
          <a:p>
            <a:pPr algn="just"/>
            <a:r>
              <a:rPr lang="en-US" sz="1800" dirty="0"/>
              <a:t>Construction of a phylogenetic tree is followed by an assessment of the reliability of the tree. Determining the reliability of the tree means determining whether the topology of the tree is accurate or whether a better tree can be obtained. These questions are answered by bootstrapping the reconstructed tree.</a:t>
            </a:r>
          </a:p>
          <a:p>
            <a:pPr algn="just"/>
            <a:endParaRPr lang="en-US" sz="1800" dirty="0"/>
          </a:p>
          <a:p>
            <a:pPr algn="just"/>
            <a:endParaRPr lang="en-US" sz="1800" dirty="0"/>
          </a:p>
          <a:p>
            <a:pPr algn="just"/>
            <a:endParaRPr lang="en-US" sz="1800" dirty="0"/>
          </a:p>
          <a:p>
            <a:pPr algn="just"/>
            <a:endParaRPr lang="en-US" sz="1800" dirty="0"/>
          </a:p>
          <a:p>
            <a:pPr algn="just"/>
            <a:endParaRPr lang="en-US" sz="1800" dirty="0"/>
          </a:p>
          <a:p>
            <a:pPr algn="just"/>
            <a:endParaRPr lang="en-US" sz="1800" dirty="0"/>
          </a:p>
          <a:p>
            <a:pPr algn="just"/>
            <a:endParaRPr lang="en-US" sz="1800" dirty="0"/>
          </a:p>
          <a:p>
            <a:pPr algn="just"/>
            <a:endParaRPr lang="en-US" sz="1800" dirty="0"/>
          </a:p>
          <a:p>
            <a:pPr algn="just"/>
            <a:endParaRPr lang="en-US" sz="1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3971925" y="520527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pic>
        <p:nvPicPr>
          <p:cNvPr id="3" name="Picture 2">
            <a:extLst>
              <a:ext uri="{FF2B5EF4-FFF2-40B4-BE49-F238E27FC236}">
                <a16:creationId xmlns:a16="http://schemas.microsoft.com/office/drawing/2014/main" id="{88C9E02B-5099-4374-AE8C-207B84285D7D}"/>
              </a:ext>
            </a:extLst>
          </p:cNvPr>
          <p:cNvPicPr>
            <a:picLocks noChangeAspect="1"/>
          </p:cNvPicPr>
          <p:nvPr/>
        </p:nvPicPr>
        <p:blipFill>
          <a:blip r:embed="rId2"/>
          <a:stretch>
            <a:fillRect/>
          </a:stretch>
        </p:blipFill>
        <p:spPr>
          <a:xfrm>
            <a:off x="260642" y="3033575"/>
            <a:ext cx="6089924" cy="3925179"/>
          </a:xfrm>
          <a:prstGeom prst="rect">
            <a:avLst/>
          </a:prstGeom>
        </p:spPr>
      </p:pic>
      <p:sp>
        <p:nvSpPr>
          <p:cNvPr id="5" name="Rectangle 4">
            <a:extLst>
              <a:ext uri="{FF2B5EF4-FFF2-40B4-BE49-F238E27FC236}">
                <a16:creationId xmlns:a16="http://schemas.microsoft.com/office/drawing/2014/main" id="{7A34CA85-C7C7-4B10-92A1-9EF195052784}"/>
              </a:ext>
            </a:extLst>
          </p:cNvPr>
          <p:cNvSpPr/>
          <p:nvPr/>
        </p:nvSpPr>
        <p:spPr>
          <a:xfrm>
            <a:off x="6824116" y="3472670"/>
            <a:ext cx="3482478" cy="3046988"/>
          </a:xfrm>
          <a:prstGeom prst="rect">
            <a:avLst/>
          </a:prstGeom>
        </p:spPr>
        <p:txBody>
          <a:bodyPr wrap="square">
            <a:spAutoFit/>
          </a:bodyPr>
          <a:lstStyle/>
          <a:p>
            <a:pPr algn="ctr"/>
            <a:r>
              <a:rPr lang="en-US" sz="1600" dirty="0"/>
              <a:t>The bootstrap method involves repeated resampling (with replacement) from the original sample to create many new subsets of </a:t>
            </a:r>
            <a:r>
              <a:rPr lang="en-US" sz="1600" dirty="0" err="1"/>
              <a:t>pseudosamples</a:t>
            </a:r>
            <a:r>
              <a:rPr lang="en-US" sz="1600" dirty="0"/>
              <a:t> that are subjected to the same analysis as the original sample to obtain many bootstrap trees. </a:t>
            </a:r>
          </a:p>
          <a:p>
            <a:pPr algn="ctr"/>
            <a:endParaRPr lang="en-US" sz="1600" dirty="0"/>
          </a:p>
          <a:p>
            <a:pPr algn="ctr"/>
            <a:r>
              <a:rPr lang="en-US" sz="1600" dirty="0"/>
              <a:t>The topology of these bootstrap trees is compared with that of the original tree to statistically assess the reliability of the </a:t>
            </a:r>
            <a:r>
              <a:rPr lang="en-HK" sz="1600" dirty="0"/>
              <a:t>original phylogenetic tree</a:t>
            </a:r>
            <a:endParaRPr lang="en-AU" sz="1600" dirty="0"/>
          </a:p>
        </p:txBody>
      </p:sp>
    </p:spTree>
    <p:extLst>
      <p:ext uri="{BB962C8B-B14F-4D97-AF65-F5344CB8AC3E}">
        <p14:creationId xmlns:p14="http://schemas.microsoft.com/office/powerpoint/2010/main" val="5380995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38250" y="1847494"/>
            <a:ext cx="9154687" cy="3928838"/>
          </a:xfrm>
        </p:spPr>
        <p:txBody>
          <a:bodyPr>
            <a:normAutofit/>
          </a:bodyPr>
          <a:lstStyle/>
          <a:p>
            <a:pPr marL="342900" lvl="0" indent="-342900">
              <a:buFont typeface="Symbol" panose="05050102010706020507" pitchFamily="18" charset="2"/>
              <a:buChar char=""/>
            </a:pPr>
            <a:endParaRPr lang="en-US" sz="2000" dirty="0"/>
          </a:p>
          <a:p>
            <a:endParaRPr lang="en-US" sz="2000" dirty="0"/>
          </a:p>
          <a:p>
            <a:endParaRPr lang="id-ID" sz="2000" dirty="0"/>
          </a:p>
        </p:txBody>
      </p:sp>
      <p:sp>
        <p:nvSpPr>
          <p:cNvPr id="7" name="Title 1">
            <a:extLst>
              <a:ext uri="{FF2B5EF4-FFF2-40B4-BE49-F238E27FC236}">
                <a16:creationId xmlns:a16="http://schemas.microsoft.com/office/drawing/2014/main" id="{2EA7FAA0-CA95-4687-828E-03EB29DED4AA}"/>
              </a:ext>
            </a:extLst>
          </p:cNvPr>
          <p:cNvSpPr>
            <a:spLocks noGrp="1"/>
          </p:cNvSpPr>
          <p:nvPr>
            <p:ph type="title"/>
          </p:nvPr>
        </p:nvSpPr>
        <p:spPr>
          <a:xfrm>
            <a:off x="1238250" y="796075"/>
            <a:ext cx="9618662" cy="1260475"/>
          </a:xfrm>
        </p:spPr>
        <p:txBody>
          <a:bodyPr/>
          <a:lstStyle/>
          <a:p>
            <a:r>
              <a:rPr lang="en-US" sz="4000" b="1" dirty="0"/>
              <a:t>References</a:t>
            </a:r>
            <a:endParaRPr lang="id-ID" sz="4000" b="1" dirty="0"/>
          </a:p>
        </p:txBody>
      </p:sp>
      <p:sp>
        <p:nvSpPr>
          <p:cNvPr id="2" name="Rectangle 1">
            <a:extLst>
              <a:ext uri="{FF2B5EF4-FFF2-40B4-BE49-F238E27FC236}">
                <a16:creationId xmlns:a16="http://schemas.microsoft.com/office/drawing/2014/main" id="{B3509AFA-2B94-4D5A-A25C-3F04BFE9CD3F}"/>
              </a:ext>
            </a:extLst>
          </p:cNvPr>
          <p:cNvSpPr/>
          <p:nvPr/>
        </p:nvSpPr>
        <p:spPr>
          <a:xfrm>
            <a:off x="1238251" y="2056550"/>
            <a:ext cx="8212138" cy="2139047"/>
          </a:xfrm>
          <a:prstGeom prst="rect">
            <a:avLst/>
          </a:prstGeom>
        </p:spPr>
        <p:txBody>
          <a:bodyPr wrap="square">
            <a:spAutoFit/>
          </a:bodyPr>
          <a:lstStyle/>
          <a:p>
            <a:pPr marL="457200" lvl="0" indent="-457200">
              <a:buAutoNum type="arabicPeriod"/>
            </a:pPr>
            <a:r>
              <a:rPr lang="en-AU" dirty="0"/>
              <a:t>Lisa A. </a:t>
            </a:r>
            <a:r>
              <a:rPr lang="en-AU" dirty="0" err="1"/>
              <a:t>Urry</a:t>
            </a:r>
            <a:r>
              <a:rPr lang="en-AU" dirty="0"/>
              <a:t>, </a:t>
            </a:r>
            <a:r>
              <a:rPr lang="en-AU" dirty="0" err="1"/>
              <a:t>Micheal</a:t>
            </a:r>
            <a:r>
              <a:rPr lang="en-AU" dirty="0"/>
              <a:t> L. Cain, Steven A. Wasserman, Peter V. Min. Campbell Biology 12th Edition,, Pearson (Chapter 4)</a:t>
            </a:r>
            <a:endParaRPr lang="en-HK" dirty="0"/>
          </a:p>
          <a:p>
            <a:pPr marL="457200" lvl="0" indent="-457200">
              <a:buAutoNum type="arabicPeriod"/>
            </a:pPr>
            <a:r>
              <a:rPr lang="en-AU" dirty="0" err="1"/>
              <a:t>Choudhuri</a:t>
            </a:r>
            <a:r>
              <a:rPr lang="en-AU" dirty="0"/>
              <a:t>, S.. (2014) Bioinformatics for Beginners: Genes, Genomes, Molecular Evolution, Databases and Analytical Tools. Elsevier. ISBN 978-0124104716 (Chapter 8)</a:t>
            </a:r>
            <a:endParaRPr lang="en-HK" dirty="0"/>
          </a:p>
          <a:p>
            <a:pPr marL="342900" lvl="0" indent="-342900">
              <a:spcAft>
                <a:spcPts val="0"/>
              </a:spcAft>
              <a:buFont typeface="+mj-lt"/>
              <a:buAutoNum type="arabicPeriod"/>
            </a:pPr>
            <a:endParaRPr lang="en-HK" sz="2800" dirty="0">
              <a:effectLst/>
              <a:latin typeface="Verdana" panose="020B060403050404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6838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Flow_SignoffStatus xmlns="47793baa-3cbb-486e-a055-4d42ce3882d7" xsi:nil="true"/>
    <_dlc_DocId xmlns="9fdf624c-fedc-4f6c-b928-0c7bf4c9e100">J56STF5CZXNR-2061195910-691142</_dlc_DocId>
    <_dlc_DocIdUrl xmlns="9fdf624c-fedc-4f6c-b928-0c7bf4c9e100">
      <Url>https://binusianorg.sharepoint.com/sites/arc/_layouts/15/DocIdRedir.aspx?ID=J56STF5CZXNR-2061195910-691142</Url>
      <Description>J56STF5CZXNR-2061195910-691142</Description>
    </_dlc_DocIdUrl>
  </documentManagement>
</p:properties>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5" ma:contentTypeDescription="Create a new document." ma:contentTypeScope="" ma:versionID="939164fb4ce9d77da8b44cb5205bf59b">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63b003db5a72b2282a54ad3b1f995462"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F313E50-9F1C-4EB2-8248-D1942A92381A}">
  <ds:schemaRefs>
    <ds:schemaRef ds:uri="http://schemas.microsoft.com/office/2006/metadata/properties"/>
    <ds:schemaRef ds:uri="http://schemas.microsoft.com/office/infopath/2007/PartnerControls"/>
    <ds:schemaRef ds:uri="http://schemas.microsoft.com/sharepoint/v3/fields"/>
    <ds:schemaRef ds:uri="47793baa-3cbb-486e-a055-4d42ce3882d7"/>
    <ds:schemaRef ds:uri="9fdf624c-fedc-4f6c-b928-0c7bf4c9e100"/>
  </ds:schemaRefs>
</ds:datastoreItem>
</file>

<file path=customXml/itemProps2.xml><?xml version="1.0" encoding="utf-8"?>
<ds:datastoreItem xmlns:ds="http://schemas.openxmlformats.org/officeDocument/2006/customXml" ds:itemID="{CA6D8D10-5CE6-45C0-899F-3757B0B76385}">
  <ds:schemaRefs>
    <ds:schemaRef ds:uri="http://schemas.microsoft.com/sharepoint/events"/>
  </ds:schemaRefs>
</ds:datastoreItem>
</file>

<file path=customXml/itemProps3.xml><?xml version="1.0" encoding="utf-8"?>
<ds:datastoreItem xmlns:ds="http://schemas.openxmlformats.org/officeDocument/2006/customXml" ds:itemID="{61361C9D-5A18-4E58-8BA9-7D22F5AD4A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CED985A4-BE78-47BD-93FF-32CA6D846AD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4671</TotalTime>
  <Words>3798</Words>
  <Application>Microsoft Office PowerPoint</Application>
  <PresentationFormat>Custom</PresentationFormat>
  <Paragraphs>285</Paragraphs>
  <Slides>36</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36</vt:i4>
      </vt:variant>
    </vt:vector>
  </HeadingPairs>
  <TitlesOfParts>
    <vt:vector size="47" baseType="lpstr">
      <vt:lpstr>AdvP1491</vt:lpstr>
      <vt:lpstr>AdvP1854</vt:lpstr>
      <vt:lpstr>AdvP2437</vt:lpstr>
      <vt:lpstr>Arial</vt:lpstr>
      <vt:lpstr>Arial</vt:lpstr>
      <vt:lpstr>Calibri</vt:lpstr>
      <vt:lpstr>Open Sans</vt:lpstr>
      <vt:lpstr>StoneSerifITCPro-Medium</vt:lpstr>
      <vt:lpstr>Symbol</vt:lpstr>
      <vt:lpstr>Verdana</vt:lpstr>
      <vt:lpstr>Office Theme</vt:lpstr>
      <vt:lpstr>PowerPoint Presentation</vt:lpstr>
      <vt:lpstr>Learning Objectives</vt:lpstr>
      <vt:lpstr>History of Life on Earth</vt:lpstr>
      <vt:lpstr>History of Life on Earth</vt:lpstr>
      <vt:lpstr>History of Life on Earth</vt:lpstr>
      <vt:lpstr>History of Life on Earth</vt:lpstr>
      <vt:lpstr>History of Life on Earth</vt:lpstr>
      <vt:lpstr>History of Life on Earth</vt:lpstr>
      <vt:lpstr>History of Life on Earth</vt:lpstr>
      <vt:lpstr>History of Life on Earth</vt:lpstr>
      <vt:lpstr>Theories of Evolution</vt:lpstr>
      <vt:lpstr>Theories of Evolution</vt:lpstr>
      <vt:lpstr>Theories of Evolution : Neutral Theory</vt:lpstr>
      <vt:lpstr>Theories of Evolution : Neutral Theory</vt:lpstr>
      <vt:lpstr>Theories of Evolution</vt:lpstr>
      <vt:lpstr>Theories of Evolution</vt:lpstr>
      <vt:lpstr>Molecular Basis of Heritable Genetic Variations</vt:lpstr>
      <vt:lpstr>Molecular Basis of Heritable Genetic Variations</vt:lpstr>
      <vt:lpstr>Molecular Basis of Heritable Genetic Variations</vt:lpstr>
      <vt:lpstr>Molecular Basis of Heritable Genetic Variations</vt:lpstr>
      <vt:lpstr>Molecular Basis of Heritable Genetic Variations</vt:lpstr>
      <vt:lpstr>Molecular Basis of Heritable Genetic Variations</vt:lpstr>
      <vt:lpstr>Molecular Basis of Heritable Genetic Variations</vt:lpstr>
      <vt:lpstr>Molecular Basis of Heritable Genetic Variations</vt:lpstr>
      <vt:lpstr>Factors that Affect Gene Frequency in a Population</vt:lpstr>
      <vt:lpstr>Phylogeny and Phylogenetic Tree</vt:lpstr>
      <vt:lpstr>Phylogenetic Tree</vt:lpstr>
      <vt:lpstr>Phylogenetic Tree</vt:lpstr>
      <vt:lpstr>Selection of the Appropriate Molecular Marker</vt:lpstr>
      <vt:lpstr>Multiple Sequence Alignment</vt:lpstr>
      <vt:lpstr>Selection of a Model of Evolution</vt:lpstr>
      <vt:lpstr>Construction of the Phylogenetic Tree</vt:lpstr>
      <vt:lpstr>Construction of the Phylogenetic Tree</vt:lpstr>
      <vt:lpstr>Construction of the Phylogenetic Tree</vt:lpstr>
      <vt:lpstr>Assessment of the Reliability of The Tree.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FABIAN</dc:creator>
  <cp:lastModifiedBy>FABIAN</cp:lastModifiedBy>
  <cp:revision>9</cp:revision>
  <dcterms:created xsi:type="dcterms:W3CDTF">2022-07-03T12:41:11Z</dcterms:created>
  <dcterms:modified xsi:type="dcterms:W3CDTF">2022-12-23T05:22:18Z</dcterms:modified>
</cp:coreProperties>
</file>